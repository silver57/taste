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4"/>
  </p:notesMasterIdLst>
  <p:sldIdLst>
    <p:sldId id="435" r:id="rId5"/>
    <p:sldId id="438" r:id="rId6"/>
    <p:sldId id="347" r:id="rId7"/>
    <p:sldId id="348" r:id="rId8"/>
    <p:sldId id="349" r:id="rId9"/>
    <p:sldId id="350" r:id="rId10"/>
    <p:sldId id="351" r:id="rId11"/>
    <p:sldId id="352" r:id="rId12"/>
    <p:sldId id="353" r:id="rId13"/>
    <p:sldId id="355" r:id="rId14"/>
    <p:sldId id="398" r:id="rId15"/>
    <p:sldId id="307" r:id="rId16"/>
    <p:sldId id="309" r:id="rId17"/>
    <p:sldId id="356" r:id="rId18"/>
    <p:sldId id="360" r:id="rId19"/>
    <p:sldId id="357" r:id="rId20"/>
    <p:sldId id="361" r:id="rId21"/>
    <p:sldId id="362" r:id="rId22"/>
    <p:sldId id="363" r:id="rId23"/>
    <p:sldId id="365" r:id="rId24"/>
    <p:sldId id="375" r:id="rId25"/>
    <p:sldId id="368" r:id="rId26"/>
    <p:sldId id="369" r:id="rId27"/>
    <p:sldId id="370" r:id="rId28"/>
    <p:sldId id="371" r:id="rId29"/>
    <p:sldId id="372" r:id="rId30"/>
    <p:sldId id="332" r:id="rId31"/>
    <p:sldId id="373" r:id="rId32"/>
    <p:sldId id="374" r:id="rId33"/>
    <p:sldId id="336" r:id="rId34"/>
    <p:sldId id="376" r:id="rId35"/>
    <p:sldId id="377" r:id="rId36"/>
    <p:sldId id="345" r:id="rId37"/>
    <p:sldId id="390" r:id="rId38"/>
    <p:sldId id="381" r:id="rId39"/>
    <p:sldId id="384" r:id="rId40"/>
    <p:sldId id="388" r:id="rId41"/>
    <p:sldId id="391" r:id="rId42"/>
    <p:sldId id="397" r:id="rId43"/>
    <p:sldId id="394" r:id="rId44"/>
    <p:sldId id="396" r:id="rId45"/>
    <p:sldId id="399" r:id="rId46"/>
    <p:sldId id="400" r:id="rId47"/>
    <p:sldId id="402" r:id="rId48"/>
    <p:sldId id="403" r:id="rId49"/>
    <p:sldId id="404" r:id="rId50"/>
    <p:sldId id="405" r:id="rId51"/>
    <p:sldId id="406" r:id="rId52"/>
    <p:sldId id="407" r:id="rId53"/>
    <p:sldId id="408" r:id="rId54"/>
    <p:sldId id="514" r:id="rId55"/>
    <p:sldId id="515" r:id="rId56"/>
    <p:sldId id="517" r:id="rId57"/>
    <p:sldId id="409" r:id="rId58"/>
    <p:sldId id="410" r:id="rId59"/>
    <p:sldId id="411" r:id="rId60"/>
    <p:sldId id="412" r:id="rId61"/>
    <p:sldId id="420" r:id="rId62"/>
    <p:sldId id="413" r:id="rId63"/>
    <p:sldId id="414" r:id="rId64"/>
    <p:sldId id="415" r:id="rId65"/>
    <p:sldId id="416" r:id="rId66"/>
    <p:sldId id="587" r:id="rId67"/>
    <p:sldId id="424" r:id="rId68"/>
    <p:sldId id="422" r:id="rId69"/>
    <p:sldId id="425" r:id="rId70"/>
    <p:sldId id="426" r:id="rId71"/>
    <p:sldId id="427" r:id="rId72"/>
    <p:sldId id="417" r:id="rId73"/>
    <p:sldId id="566" r:id="rId74"/>
    <p:sldId id="567" r:id="rId75"/>
    <p:sldId id="568" r:id="rId76"/>
    <p:sldId id="525" r:id="rId77"/>
    <p:sldId id="526" r:id="rId78"/>
    <p:sldId id="527" r:id="rId79"/>
    <p:sldId id="569" r:id="rId80"/>
    <p:sldId id="531" r:id="rId81"/>
    <p:sldId id="570" r:id="rId82"/>
    <p:sldId id="588" r:id="rId83"/>
    <p:sldId id="589" r:id="rId84"/>
    <p:sldId id="590" r:id="rId85"/>
    <p:sldId id="591" r:id="rId86"/>
    <p:sldId id="592" r:id="rId87"/>
    <p:sldId id="593" r:id="rId88"/>
    <p:sldId id="594" r:id="rId89"/>
    <p:sldId id="595" r:id="rId90"/>
    <p:sldId id="597" r:id="rId91"/>
    <p:sldId id="598" r:id="rId92"/>
    <p:sldId id="501" r:id="rId93"/>
    <p:sldId id="599" r:id="rId94"/>
    <p:sldId id="600" r:id="rId95"/>
    <p:sldId id="601" r:id="rId96"/>
    <p:sldId id="602" r:id="rId97"/>
    <p:sldId id="449" r:id="rId98"/>
    <p:sldId id="450" r:id="rId99"/>
    <p:sldId id="451" r:id="rId100"/>
    <p:sldId id="452" r:id="rId101"/>
    <p:sldId id="453" r:id="rId102"/>
    <p:sldId id="454" r:id="rId103"/>
    <p:sldId id="455" r:id="rId104"/>
    <p:sldId id="456" r:id="rId105"/>
    <p:sldId id="457" r:id="rId106"/>
    <p:sldId id="458" r:id="rId107"/>
    <p:sldId id="459" r:id="rId108"/>
    <p:sldId id="460" r:id="rId109"/>
    <p:sldId id="461" r:id="rId110"/>
    <p:sldId id="462" r:id="rId111"/>
    <p:sldId id="463" r:id="rId112"/>
    <p:sldId id="281" r:id="rId113"/>
  </p:sldIdLst>
  <p:sldSz cx="6858000" cy="5143500"/>
  <p:notesSz cx="6858000" cy="9144000"/>
  <p:custDataLst>
    <p:tags r:id="rId115"/>
  </p:custDataLst>
  <p:defaultTextStyle>
    <a:defPPr>
      <a:defRPr lang="ko-KR"/>
    </a:defPPr>
    <a:lvl1pPr marL="0" algn="l" defTabSz="914321" rtl="0" eaLnBrk="1" latinLnBrk="1" hangingPunct="1">
      <a:defRPr sz="1800" kern="1200">
        <a:solidFill>
          <a:schemeClr val="tx1"/>
        </a:solidFill>
        <a:latin typeface="+mn-lt"/>
        <a:ea typeface="+mn-ea"/>
        <a:cs typeface="+mn-cs"/>
      </a:defRPr>
    </a:lvl1pPr>
    <a:lvl2pPr marL="457160" algn="l" defTabSz="914321" rtl="0" eaLnBrk="1" latinLnBrk="1" hangingPunct="1">
      <a:defRPr sz="1800" kern="1200">
        <a:solidFill>
          <a:schemeClr val="tx1"/>
        </a:solidFill>
        <a:latin typeface="+mn-lt"/>
        <a:ea typeface="+mn-ea"/>
        <a:cs typeface="+mn-cs"/>
      </a:defRPr>
    </a:lvl2pPr>
    <a:lvl3pPr marL="914321" algn="l" defTabSz="914321" rtl="0" eaLnBrk="1" latinLnBrk="1" hangingPunct="1">
      <a:defRPr sz="1800" kern="1200">
        <a:solidFill>
          <a:schemeClr val="tx1"/>
        </a:solidFill>
        <a:latin typeface="+mn-lt"/>
        <a:ea typeface="+mn-ea"/>
        <a:cs typeface="+mn-cs"/>
      </a:defRPr>
    </a:lvl3pPr>
    <a:lvl4pPr marL="1371481" algn="l" defTabSz="914321" rtl="0" eaLnBrk="1" latinLnBrk="1" hangingPunct="1">
      <a:defRPr sz="1800" kern="1200">
        <a:solidFill>
          <a:schemeClr val="tx1"/>
        </a:solidFill>
        <a:latin typeface="+mn-lt"/>
        <a:ea typeface="+mn-ea"/>
        <a:cs typeface="+mn-cs"/>
      </a:defRPr>
    </a:lvl4pPr>
    <a:lvl5pPr marL="1828643" algn="l" defTabSz="914321" rtl="0" eaLnBrk="1" latinLnBrk="1" hangingPunct="1">
      <a:defRPr sz="1800" kern="1200">
        <a:solidFill>
          <a:schemeClr val="tx1"/>
        </a:solidFill>
        <a:latin typeface="+mn-lt"/>
        <a:ea typeface="+mn-ea"/>
        <a:cs typeface="+mn-cs"/>
      </a:defRPr>
    </a:lvl5pPr>
    <a:lvl6pPr marL="2285802" algn="l" defTabSz="914321" rtl="0" eaLnBrk="1" latinLnBrk="1" hangingPunct="1">
      <a:defRPr sz="1800" kern="1200">
        <a:solidFill>
          <a:schemeClr val="tx1"/>
        </a:solidFill>
        <a:latin typeface="+mn-lt"/>
        <a:ea typeface="+mn-ea"/>
        <a:cs typeface="+mn-cs"/>
      </a:defRPr>
    </a:lvl6pPr>
    <a:lvl7pPr marL="2742962" algn="l" defTabSz="914321" rtl="0" eaLnBrk="1" latinLnBrk="1" hangingPunct="1">
      <a:defRPr sz="1800" kern="1200">
        <a:solidFill>
          <a:schemeClr val="tx1"/>
        </a:solidFill>
        <a:latin typeface="+mn-lt"/>
        <a:ea typeface="+mn-ea"/>
        <a:cs typeface="+mn-cs"/>
      </a:defRPr>
    </a:lvl7pPr>
    <a:lvl8pPr marL="3200122" algn="l" defTabSz="914321" rtl="0" eaLnBrk="1" latinLnBrk="1" hangingPunct="1">
      <a:defRPr sz="1800" kern="1200">
        <a:solidFill>
          <a:schemeClr val="tx1"/>
        </a:solidFill>
        <a:latin typeface="+mn-lt"/>
        <a:ea typeface="+mn-ea"/>
        <a:cs typeface="+mn-cs"/>
      </a:defRPr>
    </a:lvl8pPr>
    <a:lvl9pPr marL="3657283" algn="l" defTabSz="914321"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amp; Section Breaks" id="{95CBA0E4-EF28-49C8-AC20-6749295D2FC1}">
          <p14:sldIdLst>
            <p14:sldId id="435"/>
            <p14:sldId id="438"/>
          </p14:sldIdLst>
        </p14:section>
        <p14:section name="01_Ideal Diagrams" id="{EDFEA3AD-B6F7-F04D-8C4D-53390D90BBFE}">
          <p14:sldIdLst>
            <p14:sldId id="347"/>
            <p14:sldId id="348"/>
            <p14:sldId id="349"/>
            <p14:sldId id="350"/>
            <p14:sldId id="351"/>
            <p14:sldId id="352"/>
            <p14:sldId id="353"/>
            <p14:sldId id="355"/>
            <p14:sldId id="398"/>
            <p14:sldId id="307"/>
            <p14:sldId id="309"/>
            <p14:sldId id="356"/>
            <p14:sldId id="360"/>
            <p14:sldId id="357"/>
            <p14:sldId id="361"/>
            <p14:sldId id="362"/>
            <p14:sldId id="363"/>
            <p14:sldId id="365"/>
            <p14:sldId id="375"/>
            <p14:sldId id="368"/>
            <p14:sldId id="369"/>
            <p14:sldId id="370"/>
            <p14:sldId id="371"/>
            <p14:sldId id="372"/>
            <p14:sldId id="332"/>
            <p14:sldId id="373"/>
            <p14:sldId id="374"/>
            <p14:sldId id="336"/>
            <p14:sldId id="376"/>
            <p14:sldId id="377"/>
            <p14:sldId id="345"/>
            <p14:sldId id="390"/>
            <p14:sldId id="381"/>
            <p14:sldId id="384"/>
            <p14:sldId id="388"/>
            <p14:sldId id="391"/>
            <p14:sldId id="397"/>
            <p14:sldId id="394"/>
            <p14:sldId id="396"/>
            <p14:sldId id="399"/>
            <p14:sldId id="400"/>
            <p14:sldId id="402"/>
            <p14:sldId id="403"/>
            <p14:sldId id="404"/>
            <p14:sldId id="405"/>
            <p14:sldId id="406"/>
            <p14:sldId id="407"/>
            <p14:sldId id="408"/>
            <p14:sldId id="514"/>
            <p14:sldId id="515"/>
            <p14:sldId id="517"/>
          </p14:sldIdLst>
        </p14:section>
        <p14:section name="02_Various Graph Styles" id="{53F7E01D-4813-456E-ADF9-0DAEE67AF52E}">
          <p14:sldIdLst>
            <p14:sldId id="409"/>
            <p14:sldId id="410"/>
            <p14:sldId id="411"/>
            <p14:sldId id="412"/>
            <p14:sldId id="420"/>
            <p14:sldId id="413"/>
            <p14:sldId id="414"/>
            <p14:sldId id="415"/>
            <p14:sldId id="416"/>
            <p14:sldId id="587"/>
            <p14:sldId id="424"/>
            <p14:sldId id="422"/>
            <p14:sldId id="425"/>
            <p14:sldId id="426"/>
            <p14:sldId id="427"/>
            <p14:sldId id="417"/>
            <p14:sldId id="566"/>
            <p14:sldId id="567"/>
            <p14:sldId id="568"/>
            <p14:sldId id="525"/>
            <p14:sldId id="526"/>
            <p14:sldId id="527"/>
            <p14:sldId id="569"/>
            <p14:sldId id="531"/>
            <p14:sldId id="570"/>
          </p14:sldIdLst>
        </p14:section>
        <p14:section name="03_Modern Layouts used Images" id="{1DD2EB2F-560F-45D2-BC50-C93DB2795C5E}">
          <p14:sldIdLst>
            <p14:sldId id="588"/>
            <p14:sldId id="589"/>
            <p14:sldId id="590"/>
            <p14:sldId id="591"/>
            <p14:sldId id="592"/>
            <p14:sldId id="593"/>
            <p14:sldId id="594"/>
            <p14:sldId id="595"/>
            <p14:sldId id="597"/>
            <p14:sldId id="598"/>
            <p14:sldId id="501"/>
            <p14:sldId id="599"/>
            <p14:sldId id="600"/>
            <p14:sldId id="601"/>
            <p14:sldId id="602"/>
            <p14:sldId id="449"/>
            <p14:sldId id="450"/>
            <p14:sldId id="451"/>
            <p14:sldId id="452"/>
            <p14:sldId id="453"/>
            <p14:sldId id="454"/>
            <p14:sldId id="455"/>
            <p14:sldId id="456"/>
            <p14:sldId id="457"/>
            <p14:sldId id="458"/>
            <p14:sldId id="459"/>
            <p14:sldId id="460"/>
            <p14:sldId id="461"/>
            <p14:sldId id="462"/>
            <p14:sldId id="463"/>
          </p14:sldIdLst>
        </p14:section>
        <p14:section name="Default Section" id="{D6A6C6D1-13AB-415F-8B7E-336C468ED5BB}">
          <p14:sldIdLst>
            <p14:sldId id="281"/>
          </p14:sldIdLst>
        </p14:section>
      </p14:sectionLst>
    </p:ext>
    <p:ext uri="{EFAFB233-063F-42B5-8137-9DF3F51BA10A}">
      <p15:sldGuideLst xmlns:p15="http://schemas.microsoft.com/office/powerpoint/2012/main">
        <p15:guide id="1" orient="horz" pos="531" userDrawn="1">
          <p15:clr>
            <a:srgbClr val="A4A3A4"/>
          </p15:clr>
        </p15:guide>
        <p15:guide id="2" orient="horz" pos="191" userDrawn="1">
          <p15:clr>
            <a:srgbClr val="A4A3A4"/>
          </p15:clr>
        </p15:guide>
        <p15:guide id="3" orient="horz" pos="3117" userDrawn="1">
          <p15:clr>
            <a:srgbClr val="A4A3A4"/>
          </p15:clr>
        </p15:guide>
        <p15:guide id="4" orient="horz" pos="3071" userDrawn="1">
          <p15:clr>
            <a:srgbClr val="A4A3A4"/>
          </p15:clr>
        </p15:guide>
        <p15:guide id="5" orient="horz" pos="923" userDrawn="1">
          <p15:clr>
            <a:srgbClr val="A4A3A4"/>
          </p15:clr>
        </p15:guide>
        <p15:guide id="6" orient="horz" pos="1439" userDrawn="1">
          <p15:clr>
            <a:srgbClr val="A4A3A4"/>
          </p15:clr>
        </p15:guide>
        <p15:guide id="7" orient="horz" pos="1892" userDrawn="1">
          <p15:clr>
            <a:srgbClr val="A4A3A4"/>
          </p15:clr>
        </p15:guide>
        <p15:guide id="8" pos="210" userDrawn="1">
          <p15:clr>
            <a:srgbClr val="A4A3A4"/>
          </p15:clr>
        </p15:guide>
        <p15:guide id="9" pos="2772" userDrawn="1">
          <p15:clr>
            <a:srgbClr val="A4A3A4"/>
          </p15:clr>
        </p15:guide>
        <p15:guide id="10" pos="2115" userDrawn="1">
          <p15:clr>
            <a:srgbClr val="A4A3A4"/>
          </p15:clr>
        </p15:guide>
        <p15:guide id="11" pos="4110" userDrawn="1">
          <p15:clr>
            <a:srgbClr val="A4A3A4"/>
          </p15:clr>
        </p15:guide>
        <p15:guide id="12" pos="3203" userDrawn="1">
          <p15:clr>
            <a:srgbClr val="A4A3A4"/>
          </p15:clr>
        </p15:guide>
        <p15:guide id="13" pos="1548" userDrawn="1">
          <p15:clr>
            <a:srgbClr val="A4A3A4"/>
          </p15:clr>
        </p15:guide>
        <p15:guide id="14" pos="2205" userDrawn="1">
          <p15:clr>
            <a:srgbClr val="A4A3A4"/>
          </p15:clr>
        </p15:guide>
        <p15:guide id="15" pos="1434" userDrawn="1">
          <p15:clr>
            <a:srgbClr val="A4A3A4"/>
          </p15:clr>
        </p15:guide>
        <p15:guide id="16" pos="1207" userDrawn="1">
          <p15:clr>
            <a:srgbClr val="A4A3A4"/>
          </p15:clr>
        </p15:guide>
        <p15:guide id="18" pos="2886" userDrawn="1">
          <p15:clr>
            <a:srgbClr val="A4A3A4"/>
          </p15:clr>
        </p15:guide>
        <p15:guide id="19" pos="3113" userDrawn="1">
          <p15:clr>
            <a:srgbClr val="A4A3A4"/>
          </p15:clr>
        </p15:guide>
        <p15:guide id="20" pos="2160" userDrawn="1">
          <p15:clr>
            <a:srgbClr val="A4A3A4"/>
          </p15:clr>
        </p15:guide>
        <p15:guide id="21" pos="11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3540"/>
    <a:srgbClr val="FFFFFF"/>
    <a:srgbClr val="000000"/>
    <a:srgbClr val="4AB38B"/>
    <a:srgbClr val="378668"/>
    <a:srgbClr val="595959"/>
    <a:srgbClr val="F2F2F2"/>
    <a:srgbClr val="FF5050"/>
    <a:srgbClr val="D9D9D9"/>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0ED739-DD31-4C71-A8B0-16A2E92AD470}" v="1" dt="2022-12-27T20:19:31.2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9885" autoAdjust="0"/>
  </p:normalViewPr>
  <p:slideViewPr>
    <p:cSldViewPr snapToGrid="0">
      <p:cViewPr varScale="1">
        <p:scale>
          <a:sx n="88" d="100"/>
          <a:sy n="88" d="100"/>
        </p:scale>
        <p:origin x="1272" y="64"/>
      </p:cViewPr>
      <p:guideLst>
        <p:guide orient="horz" pos="531"/>
        <p:guide orient="horz" pos="191"/>
        <p:guide orient="horz" pos="3117"/>
        <p:guide orient="horz" pos="3071"/>
        <p:guide orient="horz" pos="923"/>
        <p:guide orient="horz" pos="1439"/>
        <p:guide orient="horz" pos="1892"/>
        <p:guide pos="210"/>
        <p:guide pos="2772"/>
        <p:guide pos="2115"/>
        <p:guide pos="4110"/>
        <p:guide pos="3203"/>
        <p:guide pos="1548"/>
        <p:guide pos="2205"/>
        <p:guide pos="1434"/>
        <p:guide pos="1207"/>
        <p:guide pos="2886"/>
        <p:guide pos="3113"/>
        <p:guide pos="2160"/>
        <p:guide pos="1117"/>
      </p:guideLst>
    </p:cSldViewPr>
  </p:slideViewPr>
  <p:notesTextViewPr>
    <p:cViewPr>
      <p:scale>
        <a:sx n="1" d="1"/>
        <a:sy n="1" d="1"/>
      </p:scale>
      <p:origin x="0" y="0"/>
    </p:cViewPr>
  </p:notesTextViewPr>
  <p:sorterViewPr>
    <p:cViewPr varScale="1">
      <p:scale>
        <a:sx n="1" d="1"/>
        <a:sy n="1" d="1"/>
      </p:scale>
      <p:origin x="0" y="0"/>
    </p:cViewPr>
  </p:sorter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viewProps" Target="viewProps.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theme" Target="theme/theme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notesMaster" Target="notesMasters/notesMaster1.xml"/><Relationship Id="rId119" Type="http://schemas.openxmlformats.org/officeDocument/2006/relationships/tableStyles" Target="tableStyles.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tags" Target="tags/tag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microsoft.com/office/2015/10/relationships/revisionInfo" Target="revisionInfo.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tarina Holstein" userId="c9969d75-bb75-40b4-a482-731e3a68a130" providerId="ADAL" clId="{780ED739-DD31-4C71-A8B0-16A2E92AD470}"/>
    <pc:docChg chg="custSel modSld replTag delTag">
      <pc:chgData name="Catarina Holstein" userId="c9969d75-bb75-40b4-a482-731e3a68a130" providerId="ADAL" clId="{780ED739-DD31-4C71-A8B0-16A2E92AD470}" dt="2022-12-27T20:19:31.202" v="70" actId="20577"/>
      <pc:docMkLst>
        <pc:docMk/>
      </pc:docMkLst>
      <pc:sldChg chg="modSp">
        <pc:chgData name="Catarina Holstein" userId="c9969d75-bb75-40b4-a482-731e3a68a130" providerId="ADAL" clId="{780ED739-DD31-4C71-A8B0-16A2E92AD470}" dt="2022-12-27T20:19:31.202" v="70" actId="20577"/>
        <pc:sldMkLst>
          <pc:docMk/>
          <pc:sldMk cId="540544797" sldId="435"/>
        </pc:sldMkLst>
        <pc:spChg chg="mod">
          <ac:chgData name="Catarina Holstein" userId="c9969d75-bb75-40b4-a482-731e3a68a130" providerId="ADAL" clId="{780ED739-DD31-4C71-A8B0-16A2E92AD470}" dt="2022-12-27T20:19:31.202" v="70" actId="20577"/>
          <ac:spMkLst>
            <pc:docMk/>
            <pc:sldMk cId="540544797" sldId="435"/>
            <ac:spMk id="95" creationId="{00000000-0000-0000-0000-000000000000}"/>
          </ac:spMkLst>
        </pc:spChg>
      </pc:sldChg>
    </pc:docChg>
  </pc:docChgLst>
  <pc:docChgLst>
    <pc:chgData name="Catarina Holstein" userId="c9969d75-bb75-40b4-a482-731e3a68a130" providerId="ADAL" clId="{9EB39FFA-EC52-4AF6-9106-38BE24F5AF62}"/>
    <pc:docChg chg="custSel replTag">
      <pc:chgData name="Catarina Holstein" userId="c9969d75-bb75-40b4-a482-731e3a68a130" providerId="ADAL" clId="{9EB39FFA-EC52-4AF6-9106-38BE24F5AF62}" dt="2022-12-26T10:25:18.119" v="34"/>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dirty="0"/>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1A2F87-41F4-49F0-BD85-430F0A96A02C}" type="datetimeFigureOut">
              <a:rPr lang="ko-KR" altLang="en-US" smtClean="0"/>
              <a:pPr/>
              <a:t>2022-12-27</a:t>
            </a:fld>
            <a:endParaRPr lang="ko-KR" altLang="en-US" dirty="0"/>
          </a:p>
        </p:txBody>
      </p:sp>
      <p:sp>
        <p:nvSpPr>
          <p:cNvPr id="4" name="슬라이드 이미지 개체 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EFA80-48A7-4BD3-B367-5EDB64E685F2}" type="slidenum">
              <a:rPr lang="ko-KR" altLang="en-US" smtClean="0"/>
              <a:pPr/>
              <a:t>‹#›</a:t>
            </a:fld>
            <a:endParaRPr lang="ko-KR" altLang="en-US" dirty="0"/>
          </a:p>
        </p:txBody>
      </p:sp>
    </p:spTree>
    <p:extLst>
      <p:ext uri="{BB962C8B-B14F-4D97-AF65-F5344CB8AC3E}">
        <p14:creationId xmlns:p14="http://schemas.microsoft.com/office/powerpoint/2010/main" val="3916865120"/>
      </p:ext>
    </p:extLst>
  </p:cSld>
  <p:clrMap bg1="lt1" tx1="dk1" bg2="lt2" tx2="dk2" accent1="accent1" accent2="accent2" accent3="accent3" accent4="accent4" accent5="accent5" accent6="accent6" hlink="hlink" folHlink="folHlink"/>
  <p:notesStyle>
    <a:lvl1pPr marL="0" algn="l" defTabSz="914321" rtl="0" eaLnBrk="1" latinLnBrk="1" hangingPunct="1">
      <a:defRPr sz="1200" kern="1200">
        <a:solidFill>
          <a:schemeClr val="tx1"/>
        </a:solidFill>
        <a:latin typeface="+mn-lt"/>
        <a:ea typeface="+mn-ea"/>
        <a:cs typeface="+mn-cs"/>
      </a:defRPr>
    </a:lvl1pPr>
    <a:lvl2pPr marL="457160" algn="l" defTabSz="914321" rtl="0" eaLnBrk="1" latinLnBrk="1" hangingPunct="1">
      <a:defRPr sz="1200" kern="1200">
        <a:solidFill>
          <a:schemeClr val="tx1"/>
        </a:solidFill>
        <a:latin typeface="+mn-lt"/>
        <a:ea typeface="+mn-ea"/>
        <a:cs typeface="+mn-cs"/>
      </a:defRPr>
    </a:lvl2pPr>
    <a:lvl3pPr marL="914321" algn="l" defTabSz="914321" rtl="0" eaLnBrk="1" latinLnBrk="1" hangingPunct="1">
      <a:defRPr sz="1200" kern="1200">
        <a:solidFill>
          <a:schemeClr val="tx1"/>
        </a:solidFill>
        <a:latin typeface="+mn-lt"/>
        <a:ea typeface="+mn-ea"/>
        <a:cs typeface="+mn-cs"/>
      </a:defRPr>
    </a:lvl3pPr>
    <a:lvl4pPr marL="1371481" algn="l" defTabSz="914321" rtl="0" eaLnBrk="1" latinLnBrk="1" hangingPunct="1">
      <a:defRPr sz="1200" kern="1200">
        <a:solidFill>
          <a:schemeClr val="tx1"/>
        </a:solidFill>
        <a:latin typeface="+mn-lt"/>
        <a:ea typeface="+mn-ea"/>
        <a:cs typeface="+mn-cs"/>
      </a:defRPr>
    </a:lvl4pPr>
    <a:lvl5pPr marL="1828643" algn="l" defTabSz="914321" rtl="0" eaLnBrk="1" latinLnBrk="1" hangingPunct="1">
      <a:defRPr sz="1200" kern="1200">
        <a:solidFill>
          <a:schemeClr val="tx1"/>
        </a:solidFill>
        <a:latin typeface="+mn-lt"/>
        <a:ea typeface="+mn-ea"/>
        <a:cs typeface="+mn-cs"/>
      </a:defRPr>
    </a:lvl5pPr>
    <a:lvl6pPr marL="2285802" algn="l" defTabSz="914321" rtl="0" eaLnBrk="1" latinLnBrk="1" hangingPunct="1">
      <a:defRPr sz="1200" kern="1200">
        <a:solidFill>
          <a:schemeClr val="tx1"/>
        </a:solidFill>
        <a:latin typeface="+mn-lt"/>
        <a:ea typeface="+mn-ea"/>
        <a:cs typeface="+mn-cs"/>
      </a:defRPr>
    </a:lvl6pPr>
    <a:lvl7pPr marL="2742962" algn="l" defTabSz="914321" rtl="0" eaLnBrk="1" latinLnBrk="1" hangingPunct="1">
      <a:defRPr sz="1200" kern="1200">
        <a:solidFill>
          <a:schemeClr val="tx1"/>
        </a:solidFill>
        <a:latin typeface="+mn-lt"/>
        <a:ea typeface="+mn-ea"/>
        <a:cs typeface="+mn-cs"/>
      </a:defRPr>
    </a:lvl7pPr>
    <a:lvl8pPr marL="3200122" algn="l" defTabSz="914321" rtl="0" eaLnBrk="1" latinLnBrk="1" hangingPunct="1">
      <a:defRPr sz="1200" kern="1200">
        <a:solidFill>
          <a:schemeClr val="tx1"/>
        </a:solidFill>
        <a:latin typeface="+mn-lt"/>
        <a:ea typeface="+mn-ea"/>
        <a:cs typeface="+mn-cs"/>
      </a:defRPr>
    </a:lvl8pPr>
    <a:lvl9pPr marL="3657283" algn="l" defTabSz="914321"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143000" y="685800"/>
            <a:ext cx="4572000" cy="3429000"/>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65AEFA80-48A7-4BD3-B367-5EDB64E685F2}" type="slidenum">
              <a:rPr lang="ko-KR" altLang="en-US" smtClean="0"/>
              <a:pPr/>
              <a:t>5</a:t>
            </a:fld>
            <a:endParaRPr lang="ko-KR" altLang="en-US" dirty="0"/>
          </a:p>
        </p:txBody>
      </p:sp>
    </p:spTree>
    <p:extLst>
      <p:ext uri="{BB962C8B-B14F-4D97-AF65-F5344CB8AC3E}">
        <p14:creationId xmlns:p14="http://schemas.microsoft.com/office/powerpoint/2010/main" val="4047684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335032915"/>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Layout with Text_Lef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5" name="텍스트 개체 틀 4"/>
          <p:cNvSpPr>
            <a:spLocks noGrp="1"/>
          </p:cNvSpPr>
          <p:nvPr>
            <p:ph type="body" sz="quarter" idx="10" hasCustomPrompt="1"/>
          </p:nvPr>
        </p:nvSpPr>
        <p:spPr>
          <a:xfrm>
            <a:off x="342625" y="843510"/>
            <a:ext cx="1520707" cy="2994125"/>
          </a:xfrm>
          <a:prstGeom prst="rect">
            <a:avLst/>
          </a:prstGeom>
        </p:spPr>
        <p:txBody>
          <a:bodyPr lIns="0" tIns="0" rIns="0" bIns="0"/>
          <a:lstStyle>
            <a:lvl1pPr marL="0" indent="0" algn="just">
              <a:buNone/>
              <a:defRPr lang="en-US" altLang="ko-KR" sz="75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457178"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914355"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371532"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828709"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dirty="0"/>
              <a:t>Click to edit Master text styles</a:t>
            </a:r>
          </a:p>
        </p:txBody>
      </p:sp>
    </p:spTree>
    <p:extLst>
      <p:ext uri="{BB962C8B-B14F-4D97-AF65-F5344CB8AC3E}">
        <p14:creationId xmlns:p14="http://schemas.microsoft.com/office/powerpoint/2010/main" val="1333936013"/>
      </p:ext>
    </p:extLst>
  </p:cSld>
  <p:clrMapOvr>
    <a:masterClrMapping/>
  </p:clrMapOvr>
  <p:transition spd="med">
    <p:fade/>
  </p:transition>
  <p:extLst>
    <p:ext uri="{DCECCB84-F9BA-43D5-87BE-67443E8EF086}">
      <p15:sldGuideLst xmlns:p15="http://schemas.microsoft.com/office/powerpoint/2012/main">
        <p15:guide id="1" orient="horz" pos="1620" userDrawn="1">
          <p15:clr>
            <a:srgbClr val="FBAE40"/>
          </p15:clr>
        </p15:guide>
        <p15:guide id="2"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 Layout with Tex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5" name="텍스트 개체 틀 4"/>
          <p:cNvSpPr>
            <a:spLocks noGrp="1"/>
          </p:cNvSpPr>
          <p:nvPr>
            <p:ph type="body" sz="quarter" idx="10" hasCustomPrompt="1"/>
          </p:nvPr>
        </p:nvSpPr>
        <p:spPr>
          <a:xfrm>
            <a:off x="5016367" y="843510"/>
            <a:ext cx="1519200" cy="2950925"/>
          </a:xfrm>
          <a:prstGeom prst="rect">
            <a:avLst/>
          </a:prstGeom>
        </p:spPr>
        <p:txBody>
          <a:bodyPr lIns="0" tIns="0" rIns="0" bIns="0"/>
          <a:lstStyle>
            <a:lvl1pPr marL="0" indent="0" algn="just">
              <a:buNone/>
              <a:defRPr lang="en-US" altLang="ko-KR" sz="75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457178"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914355"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371532"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828709"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dirty="0"/>
              <a:t>Click to edit Master text styles</a:t>
            </a:r>
          </a:p>
        </p:txBody>
      </p:sp>
    </p:spTree>
    <p:extLst>
      <p:ext uri="{BB962C8B-B14F-4D97-AF65-F5344CB8AC3E}">
        <p14:creationId xmlns:p14="http://schemas.microsoft.com/office/powerpoint/2010/main" val="999804231"/>
      </p:ext>
    </p:extLst>
  </p:cSld>
  <p:clrMapOvr>
    <a:masterClrMapping/>
  </p:clrMapOvr>
  <p:transition spd="med">
    <p:fade/>
  </p:transition>
  <p:extLst>
    <p:ext uri="{DCECCB84-F9BA-43D5-87BE-67443E8EF086}">
      <p15:sldGuideLst xmlns:p15="http://schemas.microsoft.com/office/powerpoint/2012/main">
        <p15:guide id="1" orient="horz" pos="16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Layout with Text_Top">
    <p:spTree>
      <p:nvGrpSpPr>
        <p:cNvPr id="1" name=""/>
        <p:cNvGrpSpPr/>
        <p:nvPr/>
      </p:nvGrpSpPr>
      <p:grpSpPr>
        <a:xfrm>
          <a:off x="0" y="0"/>
          <a:ext cx="0" cy="0"/>
          <a:chOff x="0" y="0"/>
          <a:chExt cx="0" cy="0"/>
        </a:xfrm>
      </p:grpSpPr>
      <p:sp>
        <p:nvSpPr>
          <p:cNvPr id="5" name="텍스트 개체 틀 4"/>
          <p:cNvSpPr>
            <a:spLocks noGrp="1"/>
          </p:cNvSpPr>
          <p:nvPr>
            <p:ph type="body" sz="quarter" idx="10" hasCustomPrompt="1"/>
          </p:nvPr>
        </p:nvSpPr>
        <p:spPr>
          <a:xfrm>
            <a:off x="333378" y="843510"/>
            <a:ext cx="6191249" cy="539605"/>
          </a:xfrm>
          <a:prstGeom prst="rect">
            <a:avLst/>
          </a:prstGeom>
        </p:spPr>
        <p:txBody>
          <a:bodyPr lIns="0" tIns="0" rIns="0" bIns="0" numCol="2" spcCol="216000"/>
          <a:lstStyle>
            <a:lvl1pPr marL="0" indent="0" algn="just">
              <a:buNone/>
              <a:defRPr lang="en-US" altLang="ko-KR" sz="75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457178"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2pPr>
            <a:lvl3pPr marL="914355"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3pPr>
            <a:lvl4pPr marL="1371532"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4pPr>
            <a:lvl5pPr marL="1828709" indent="0">
              <a:buNone/>
              <a:defRPr lang="ko-KR" altLang="en-US" sz="800" kern="1200" dirty="0" smtClean="0">
                <a:gradFill flip="none" rotWithShape="1">
                  <a:gsLst>
                    <a:gs pos="0">
                      <a:srgbClr val="2F3540"/>
                    </a:gs>
                    <a:gs pos="100000">
                      <a:srgbClr val="2F3540"/>
                    </a:gs>
                  </a:gsLst>
                  <a:lin ang="0" scaled="1"/>
                  <a:tileRect/>
                </a:gradFill>
                <a:latin typeface="Roboto Condensed Light"/>
                <a:ea typeface="+mn-ea"/>
                <a:cs typeface="+mn-cs"/>
              </a:defRPr>
            </a:lvl5pPr>
          </a:lstStyle>
          <a:p>
            <a:pPr lvl="0"/>
            <a:r>
              <a:rPr lang="en-US" altLang="ko-KR" dirty="0"/>
              <a:t>Click to edit Master text styles</a:t>
            </a:r>
          </a:p>
        </p:txBody>
      </p:sp>
      <p:sp>
        <p:nvSpPr>
          <p:cNvPr id="3" name="Title 2"/>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351233817"/>
      </p:ext>
    </p:extLst>
  </p:cSld>
  <p:clrMapOvr>
    <a:masterClrMapping/>
  </p:clrMapOvr>
  <p:transition spd="med">
    <p:fade/>
  </p:transition>
  <p:extLst>
    <p:ext uri="{DCECCB84-F9BA-43D5-87BE-67443E8EF086}">
      <p15:sldGuideLst xmlns:p15="http://schemas.microsoft.com/office/powerpoint/2012/main">
        <p15:guide id="1" orient="horz" pos="1620" userDrawn="1">
          <p15:clr>
            <a:srgbClr val="FBAE40"/>
          </p15:clr>
        </p15:guide>
        <p15:guide id="2"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lide Map">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flip="none" rotWithShape="1">
                  <a:gsLst>
                    <a:gs pos="0">
                      <a:schemeClr val="bg2"/>
                    </a:gs>
                    <a:gs pos="100000">
                      <a:schemeClr val="bg2"/>
                    </a:gs>
                  </a:gsLst>
                  <a:lin ang="0" scaled="1"/>
                  <a:tileRect/>
                </a:gradFill>
              </a:defRPr>
            </a:lvl1pPr>
          </a:lstStyle>
          <a:p>
            <a:r>
              <a:rPr lang="en-US" dirty="0"/>
              <a:t>Click to edit Master title </a:t>
            </a:r>
            <a:r>
              <a:rPr lang="en-US" dirty="0" err="1"/>
              <a:t>styler</a:t>
            </a:r>
            <a:endParaRPr lang="en-US" dirty="0"/>
          </a:p>
        </p:txBody>
      </p:sp>
      <p:sp>
        <p:nvSpPr>
          <p:cNvPr id="9" name="자유형 8">
            <a:hlinkClick r:id="" action="ppaction://hlinkshowjump?jump=lastslideviewed"/>
          </p:cNvPr>
          <p:cNvSpPr/>
          <p:nvPr userDrawn="1"/>
        </p:nvSpPr>
        <p:spPr>
          <a:xfrm>
            <a:off x="6344605" y="339727"/>
            <a:ext cx="180020" cy="180020"/>
          </a:xfrm>
          <a:custGeom>
            <a:avLst/>
            <a:gdLst>
              <a:gd name="connsiteX0" fmla="*/ 47410 w 180020"/>
              <a:gd name="connsiteY0" fmla="*/ 109200 h 180020"/>
              <a:gd name="connsiteX1" fmla="*/ 47410 w 180020"/>
              <a:gd name="connsiteY1" fmla="*/ 120154 h 180020"/>
              <a:gd name="connsiteX2" fmla="*/ 132611 w 180020"/>
              <a:gd name="connsiteY2" fmla="*/ 120154 h 180020"/>
              <a:gd name="connsiteX3" fmla="*/ 132611 w 180020"/>
              <a:gd name="connsiteY3" fmla="*/ 109200 h 180020"/>
              <a:gd name="connsiteX4" fmla="*/ 47410 w 180020"/>
              <a:gd name="connsiteY4" fmla="*/ 84533 h 180020"/>
              <a:gd name="connsiteX5" fmla="*/ 47410 w 180020"/>
              <a:gd name="connsiteY5" fmla="*/ 95487 h 180020"/>
              <a:gd name="connsiteX6" fmla="*/ 132611 w 180020"/>
              <a:gd name="connsiteY6" fmla="*/ 95487 h 180020"/>
              <a:gd name="connsiteX7" fmla="*/ 132611 w 180020"/>
              <a:gd name="connsiteY7" fmla="*/ 84533 h 180020"/>
              <a:gd name="connsiteX8" fmla="*/ 47410 w 180020"/>
              <a:gd name="connsiteY8" fmla="*/ 59866 h 180020"/>
              <a:gd name="connsiteX9" fmla="*/ 47410 w 180020"/>
              <a:gd name="connsiteY9" fmla="*/ 70820 h 180020"/>
              <a:gd name="connsiteX10" fmla="*/ 132611 w 180020"/>
              <a:gd name="connsiteY10" fmla="*/ 70820 h 180020"/>
              <a:gd name="connsiteX11" fmla="*/ 132611 w 180020"/>
              <a:gd name="connsiteY11" fmla="*/ 59866 h 180020"/>
              <a:gd name="connsiteX12" fmla="*/ 90010 w 180020"/>
              <a:gd name="connsiteY12" fmla="*/ 0 h 180020"/>
              <a:gd name="connsiteX13" fmla="*/ 180020 w 180020"/>
              <a:gd name="connsiteY13" fmla="*/ 90010 h 180020"/>
              <a:gd name="connsiteX14" fmla="*/ 90010 w 180020"/>
              <a:gd name="connsiteY14" fmla="*/ 180020 h 180020"/>
              <a:gd name="connsiteX15" fmla="*/ 0 w 180020"/>
              <a:gd name="connsiteY15" fmla="*/ 90010 h 180020"/>
              <a:gd name="connsiteX16" fmla="*/ 90010 w 180020"/>
              <a:gd name="connsiteY16"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0020" h="180020">
                <a:moveTo>
                  <a:pt x="47410" y="109200"/>
                </a:moveTo>
                <a:lnTo>
                  <a:pt x="47410" y="120154"/>
                </a:lnTo>
                <a:lnTo>
                  <a:pt x="132611" y="120154"/>
                </a:lnTo>
                <a:lnTo>
                  <a:pt x="132611" y="109200"/>
                </a:lnTo>
                <a:close/>
                <a:moveTo>
                  <a:pt x="47410" y="84533"/>
                </a:moveTo>
                <a:lnTo>
                  <a:pt x="47410" y="95487"/>
                </a:lnTo>
                <a:lnTo>
                  <a:pt x="132611" y="95487"/>
                </a:lnTo>
                <a:lnTo>
                  <a:pt x="132611" y="84533"/>
                </a:lnTo>
                <a:close/>
                <a:moveTo>
                  <a:pt x="47410" y="59866"/>
                </a:moveTo>
                <a:lnTo>
                  <a:pt x="47410" y="70820"/>
                </a:lnTo>
                <a:lnTo>
                  <a:pt x="132611" y="70820"/>
                </a:lnTo>
                <a:lnTo>
                  <a:pt x="132611" y="59866"/>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chemeClr val="accent1"/>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en-US" sz="2514" dirty="0"/>
          </a:p>
        </p:txBody>
      </p:sp>
      <p:sp>
        <p:nvSpPr>
          <p:cNvPr id="10" name="자유형 9">
            <a:hlinkClick r:id="" action="ppaction://hlinkshowjump?jump=nextslide"/>
          </p:cNvPr>
          <p:cNvSpPr/>
          <p:nvPr userDrawn="1"/>
        </p:nvSpPr>
        <p:spPr>
          <a:xfrm>
            <a:off x="6137836" y="339727"/>
            <a:ext cx="180020" cy="180020"/>
          </a:xfrm>
          <a:custGeom>
            <a:avLst/>
            <a:gdLst>
              <a:gd name="connsiteX0" fmla="*/ 70888 w 180020"/>
              <a:gd name="connsiteY0" fmla="*/ 36035 h 180020"/>
              <a:gd name="connsiteX1" fmla="*/ 70888 w 180020"/>
              <a:gd name="connsiteY1" fmla="*/ 53498 h 180020"/>
              <a:gd name="connsiteX2" fmla="*/ 115338 w 180020"/>
              <a:gd name="connsiteY2" fmla="*/ 90010 h 180020"/>
              <a:gd name="connsiteX3" fmla="*/ 70888 w 180020"/>
              <a:gd name="connsiteY3" fmla="*/ 126523 h 180020"/>
              <a:gd name="connsiteX4" fmla="*/ 70888 w 180020"/>
              <a:gd name="connsiteY4" fmla="*/ 143985 h 180020"/>
              <a:gd name="connsiteX5" fmla="*/ 135975 w 180020"/>
              <a:gd name="connsiteY5" fmla="*/ 90010 h 180020"/>
              <a:gd name="connsiteX6" fmla="*/ 90010 w 180020"/>
              <a:gd name="connsiteY6" fmla="*/ 0 h 180020"/>
              <a:gd name="connsiteX7" fmla="*/ 180020 w 180020"/>
              <a:gd name="connsiteY7" fmla="*/ 90010 h 180020"/>
              <a:gd name="connsiteX8" fmla="*/ 90010 w 180020"/>
              <a:gd name="connsiteY8" fmla="*/ 180020 h 180020"/>
              <a:gd name="connsiteX9" fmla="*/ 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8" y="36035"/>
                </a:moveTo>
                <a:lnTo>
                  <a:pt x="70888" y="53498"/>
                </a:lnTo>
                <a:lnTo>
                  <a:pt x="115338" y="90010"/>
                </a:lnTo>
                <a:lnTo>
                  <a:pt x="70888" y="126523"/>
                </a:lnTo>
                <a:lnTo>
                  <a:pt x="70888" y="143985"/>
                </a:lnTo>
                <a:lnTo>
                  <a:pt x="135975" y="90010"/>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chemeClr val="bg1">
              <a:alpha val="20000"/>
            </a:schemeClr>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en-US" sz="2514" dirty="0"/>
          </a:p>
        </p:txBody>
      </p:sp>
      <p:sp>
        <p:nvSpPr>
          <p:cNvPr id="11" name="자유형 10">
            <a:hlinkClick r:id="" action="ppaction://hlinkshowjump?jump=previousslide"/>
          </p:cNvPr>
          <p:cNvSpPr/>
          <p:nvPr userDrawn="1"/>
        </p:nvSpPr>
        <p:spPr>
          <a:xfrm flipH="1">
            <a:off x="5931067" y="339727"/>
            <a:ext cx="180020" cy="180020"/>
          </a:xfrm>
          <a:custGeom>
            <a:avLst/>
            <a:gdLst>
              <a:gd name="connsiteX0" fmla="*/ 70889 w 180020"/>
              <a:gd name="connsiteY0" fmla="*/ 36035 h 180020"/>
              <a:gd name="connsiteX1" fmla="*/ 135976 w 180020"/>
              <a:gd name="connsiteY1" fmla="*/ 90010 h 180020"/>
              <a:gd name="connsiteX2" fmla="*/ 70889 w 180020"/>
              <a:gd name="connsiteY2" fmla="*/ 143985 h 180020"/>
              <a:gd name="connsiteX3" fmla="*/ 70889 w 180020"/>
              <a:gd name="connsiteY3" fmla="*/ 126523 h 180020"/>
              <a:gd name="connsiteX4" fmla="*/ 115339 w 180020"/>
              <a:gd name="connsiteY4" fmla="*/ 90010 h 180020"/>
              <a:gd name="connsiteX5" fmla="*/ 70889 w 180020"/>
              <a:gd name="connsiteY5" fmla="*/ 53498 h 180020"/>
              <a:gd name="connsiteX6" fmla="*/ 90010 w 180020"/>
              <a:gd name="connsiteY6" fmla="*/ 0 h 180020"/>
              <a:gd name="connsiteX7" fmla="*/ 0 w 180020"/>
              <a:gd name="connsiteY7" fmla="*/ 90010 h 180020"/>
              <a:gd name="connsiteX8" fmla="*/ 90010 w 180020"/>
              <a:gd name="connsiteY8" fmla="*/ 180020 h 180020"/>
              <a:gd name="connsiteX9" fmla="*/ 18002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9" y="36035"/>
                </a:moveTo>
                <a:lnTo>
                  <a:pt x="135976" y="90010"/>
                </a:lnTo>
                <a:lnTo>
                  <a:pt x="70889" y="143985"/>
                </a:lnTo>
                <a:lnTo>
                  <a:pt x="70889" y="126523"/>
                </a:lnTo>
                <a:lnTo>
                  <a:pt x="115339" y="90010"/>
                </a:lnTo>
                <a:lnTo>
                  <a:pt x="70889" y="53498"/>
                </a:lnTo>
                <a:close/>
                <a:moveTo>
                  <a:pt x="90010" y="0"/>
                </a:moveTo>
                <a:cubicBezTo>
                  <a:pt x="40299" y="0"/>
                  <a:pt x="0" y="40299"/>
                  <a:pt x="0" y="90010"/>
                </a:cubicBezTo>
                <a:cubicBezTo>
                  <a:pt x="0" y="139721"/>
                  <a:pt x="40299" y="180020"/>
                  <a:pt x="90010" y="180020"/>
                </a:cubicBezTo>
                <a:cubicBezTo>
                  <a:pt x="139721" y="180020"/>
                  <a:pt x="180020" y="139721"/>
                  <a:pt x="180020" y="90010"/>
                </a:cubicBezTo>
                <a:cubicBezTo>
                  <a:pt x="180020" y="40299"/>
                  <a:pt x="139721" y="0"/>
                  <a:pt x="90010" y="0"/>
                </a:cubicBezTo>
                <a:close/>
              </a:path>
            </a:pathLst>
          </a:custGeom>
          <a:solidFill>
            <a:schemeClr val="bg1">
              <a:alpha val="20000"/>
            </a:schemeClr>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en-US" sz="2514" dirty="0"/>
          </a:p>
        </p:txBody>
      </p:sp>
      <p:cxnSp>
        <p:nvCxnSpPr>
          <p:cNvPr id="7" name="직선 연결선 25"/>
          <p:cNvCxnSpPr/>
          <p:nvPr userDrawn="1"/>
        </p:nvCxnSpPr>
        <p:spPr>
          <a:xfrm>
            <a:off x="342627" y="706449"/>
            <a:ext cx="243027"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5064917"/>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Break">
    <p:bg>
      <p:bgPr>
        <a:solidFill>
          <a:schemeClr val="accent3"/>
        </a:solidFill>
        <a:effectLst/>
      </p:bgPr>
    </p:bg>
    <p:spTree>
      <p:nvGrpSpPr>
        <p:cNvPr id="1" name=""/>
        <p:cNvGrpSpPr/>
        <p:nvPr/>
      </p:nvGrpSpPr>
      <p:grpSpPr>
        <a:xfrm>
          <a:off x="0" y="0"/>
          <a:ext cx="0" cy="0"/>
          <a:chOff x="0" y="0"/>
          <a:chExt cx="0" cy="0"/>
        </a:xfrm>
      </p:grpSpPr>
      <p:sp>
        <p:nvSpPr>
          <p:cNvPr id="5" name="그림 개체 틀 4"/>
          <p:cNvSpPr>
            <a:spLocks noGrp="1"/>
          </p:cNvSpPr>
          <p:nvPr>
            <p:ph type="pic" sz="quarter" idx="10" hasCustomPrompt="1"/>
          </p:nvPr>
        </p:nvSpPr>
        <p:spPr>
          <a:xfrm>
            <a:off x="0" y="450"/>
            <a:ext cx="6858000" cy="5143500"/>
          </a:xfrm>
          <a:prstGeom prst="rect">
            <a:avLst/>
          </a:prstGeom>
        </p:spPr>
        <p:txBody>
          <a:bodyPr anchor="ctr"/>
          <a:lstStyle>
            <a:lvl1pPr marL="0" indent="0" algn="ctr">
              <a:buNone/>
              <a:defRPr sz="1000">
                <a:solidFill>
                  <a:srgbClr val="2F3540"/>
                </a:solidFill>
              </a:defRPr>
            </a:lvl1pPr>
          </a:lstStyle>
          <a:p>
            <a:r>
              <a:rPr lang="en-US" altLang="ko-KR" dirty="0"/>
              <a:t>Insert Image</a:t>
            </a:r>
            <a:endParaRPr lang="ko-KR" altLang="en-US" dirty="0"/>
          </a:p>
        </p:txBody>
      </p:sp>
    </p:spTree>
    <p:extLst>
      <p:ext uri="{BB962C8B-B14F-4D97-AF65-F5344CB8AC3E}">
        <p14:creationId xmlns:p14="http://schemas.microsoft.com/office/powerpoint/2010/main" val="3948563536"/>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none">
    <p:spTree>
      <p:nvGrpSpPr>
        <p:cNvPr id="1" name=""/>
        <p:cNvGrpSpPr/>
        <p:nvPr/>
      </p:nvGrpSpPr>
      <p:grpSpPr>
        <a:xfrm>
          <a:off x="0" y="0"/>
          <a:ext cx="0" cy="0"/>
          <a:chOff x="0" y="0"/>
          <a:chExt cx="0" cy="0"/>
        </a:xfrm>
      </p:grpSpPr>
    </p:spTree>
    <p:extLst>
      <p:ext uri="{BB962C8B-B14F-4D97-AF65-F5344CB8AC3E}">
        <p14:creationId xmlns:p14="http://schemas.microsoft.com/office/powerpoint/2010/main" val="750976702"/>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Our Team : type 1">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37" name="그림 개체 틀 7"/>
          <p:cNvSpPr>
            <a:spLocks noGrp="1"/>
          </p:cNvSpPr>
          <p:nvPr>
            <p:ph type="pic" sz="quarter" idx="10" hasCustomPrompt="1"/>
          </p:nvPr>
        </p:nvSpPr>
        <p:spPr>
          <a:xfrm>
            <a:off x="342625" y="1075725"/>
            <a:ext cx="1414738" cy="1548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38" name="그림 개체 틀 7"/>
          <p:cNvSpPr>
            <a:spLocks noGrp="1"/>
          </p:cNvSpPr>
          <p:nvPr>
            <p:ph type="pic" sz="quarter" idx="11" hasCustomPrompt="1"/>
          </p:nvPr>
        </p:nvSpPr>
        <p:spPr>
          <a:xfrm>
            <a:off x="1935360" y="1075725"/>
            <a:ext cx="1414738" cy="1548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39" name="그림 개체 틀 7"/>
          <p:cNvSpPr>
            <a:spLocks noGrp="1"/>
          </p:cNvSpPr>
          <p:nvPr>
            <p:ph type="pic" sz="quarter" idx="12" hasCustomPrompt="1"/>
          </p:nvPr>
        </p:nvSpPr>
        <p:spPr>
          <a:xfrm>
            <a:off x="3528095" y="1075725"/>
            <a:ext cx="1414738" cy="1548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40" name="그림 개체 틀 7"/>
          <p:cNvSpPr>
            <a:spLocks noGrp="1"/>
          </p:cNvSpPr>
          <p:nvPr>
            <p:ph type="pic" sz="quarter" idx="13" hasCustomPrompt="1"/>
          </p:nvPr>
        </p:nvSpPr>
        <p:spPr>
          <a:xfrm>
            <a:off x="5120829" y="1075725"/>
            <a:ext cx="1414738" cy="1548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41" name="텍스트 개체 틀 32"/>
          <p:cNvSpPr>
            <a:spLocks noGrp="1"/>
          </p:cNvSpPr>
          <p:nvPr>
            <p:ph type="body" sz="quarter" idx="15" hasCustomPrompt="1"/>
          </p:nvPr>
        </p:nvSpPr>
        <p:spPr>
          <a:xfrm>
            <a:off x="342625" y="2997792"/>
            <a:ext cx="1414738" cy="209207"/>
          </a:xfrm>
          <a:prstGeom prst="rect">
            <a:avLst/>
          </a:prstGeom>
        </p:spPr>
        <p:txBody>
          <a:bodyPr lIns="0" tIns="0" rIns="0" bIns="0"/>
          <a:lstStyle>
            <a:lvl1pPr marL="0" indent="0" algn="ctr">
              <a:buFont typeface="Arial" panose="020B0604020202020204" pitchFamily="34" charset="0"/>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a:t>
            </a:r>
            <a:endParaRPr lang="ko-KR" altLang="en-US" dirty="0"/>
          </a:p>
        </p:txBody>
      </p:sp>
      <p:sp>
        <p:nvSpPr>
          <p:cNvPr id="43" name="텍스트 개체 틀 30"/>
          <p:cNvSpPr>
            <a:spLocks noGrp="1"/>
          </p:cNvSpPr>
          <p:nvPr>
            <p:ph type="body" sz="quarter" idx="14" hasCustomPrompt="1"/>
          </p:nvPr>
        </p:nvSpPr>
        <p:spPr>
          <a:xfrm>
            <a:off x="342625" y="2759462"/>
            <a:ext cx="1414738" cy="257380"/>
          </a:xfrm>
          <a:prstGeom prst="rect">
            <a:avLst/>
          </a:prstGeom>
        </p:spPr>
        <p:txBody>
          <a:bodyPr lIns="0" tIns="0" rIns="0" bIns="0"/>
          <a:lstStyle>
            <a:lvl1pPr marL="0" indent="0" algn="ctr">
              <a:buFont typeface="Arial" panose="020B0604020202020204" pitchFamily="34" charset="0"/>
              <a:buNone/>
              <a:defRPr lang="ko-KR" altLang="en-US" sz="14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Name1</a:t>
            </a:r>
            <a:endParaRPr lang="ko-KR" altLang="en-US" dirty="0"/>
          </a:p>
        </p:txBody>
      </p:sp>
      <p:sp>
        <p:nvSpPr>
          <p:cNvPr id="52" name="텍스트 개체 틀 34"/>
          <p:cNvSpPr>
            <a:spLocks noGrp="1"/>
          </p:cNvSpPr>
          <p:nvPr>
            <p:ph type="body" sz="quarter" idx="16" hasCustomPrompt="1"/>
          </p:nvPr>
        </p:nvSpPr>
        <p:spPr>
          <a:xfrm>
            <a:off x="342625" y="3395722"/>
            <a:ext cx="1414738" cy="720000"/>
          </a:xfrm>
          <a:prstGeom prst="rect">
            <a:avLst/>
          </a:prstGeom>
        </p:spPr>
        <p:txBody>
          <a:bodyPr lIns="0" tIns="0" rIns="0" bIns="0"/>
          <a:lstStyle>
            <a:lvl1pPr marL="0" indent="0" algn="ctr">
              <a:spcBef>
                <a:spcPts val="0"/>
              </a:spcBef>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53" name="텍스트 개체 틀 32"/>
          <p:cNvSpPr>
            <a:spLocks noGrp="1"/>
          </p:cNvSpPr>
          <p:nvPr>
            <p:ph type="body" sz="quarter" idx="24" hasCustomPrompt="1"/>
          </p:nvPr>
        </p:nvSpPr>
        <p:spPr>
          <a:xfrm>
            <a:off x="3528095" y="2997792"/>
            <a:ext cx="1414738" cy="209207"/>
          </a:xfrm>
          <a:prstGeom prst="rect">
            <a:avLst/>
          </a:prstGeom>
        </p:spPr>
        <p:txBody>
          <a:bodyPr lIns="0" tIns="0" rIns="0" bIns="0"/>
          <a:lstStyle>
            <a:lvl1pPr marL="0" indent="0" algn="ctr">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(Responsibility3)</a:t>
            </a:r>
            <a:endParaRPr lang="ko-KR" altLang="en-US" dirty="0"/>
          </a:p>
        </p:txBody>
      </p:sp>
      <p:sp>
        <p:nvSpPr>
          <p:cNvPr id="54" name="텍스트 개체 틀 30"/>
          <p:cNvSpPr>
            <a:spLocks noGrp="1"/>
          </p:cNvSpPr>
          <p:nvPr>
            <p:ph type="body" sz="quarter" idx="25" hasCustomPrompt="1"/>
          </p:nvPr>
        </p:nvSpPr>
        <p:spPr>
          <a:xfrm>
            <a:off x="3528095" y="2759462"/>
            <a:ext cx="1414738" cy="257380"/>
          </a:xfrm>
          <a:prstGeom prst="rect">
            <a:avLst/>
          </a:prstGeom>
        </p:spPr>
        <p:txBody>
          <a:bodyPr lIns="0" tIns="0" rIns="0" bIns="0"/>
          <a:lstStyle>
            <a:lvl1pPr marL="0" indent="0" algn="ctr">
              <a:buNone/>
              <a:defRPr lang="ko-KR" altLang="en-US" sz="14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Name3</a:t>
            </a:r>
            <a:endParaRPr lang="ko-KR" altLang="en-US" dirty="0"/>
          </a:p>
        </p:txBody>
      </p:sp>
      <p:sp>
        <p:nvSpPr>
          <p:cNvPr id="55" name="텍스트 개체 틀 34"/>
          <p:cNvSpPr>
            <a:spLocks noGrp="1"/>
          </p:cNvSpPr>
          <p:nvPr>
            <p:ph type="body" sz="quarter" idx="26" hasCustomPrompt="1"/>
          </p:nvPr>
        </p:nvSpPr>
        <p:spPr>
          <a:xfrm>
            <a:off x="3528095" y="3395722"/>
            <a:ext cx="1414738" cy="720000"/>
          </a:xfrm>
          <a:prstGeom prst="rect">
            <a:avLst/>
          </a:prstGeom>
        </p:spPr>
        <p:txBody>
          <a:bodyPr lIns="0" tIns="0" rIns="0" bIns="0"/>
          <a:lstStyle>
            <a:lvl1pPr marL="0" indent="0" algn="ctr">
              <a:spcBef>
                <a:spcPts val="0"/>
              </a:spcBef>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56" name="텍스트 개체 틀 32"/>
          <p:cNvSpPr>
            <a:spLocks noGrp="1"/>
          </p:cNvSpPr>
          <p:nvPr>
            <p:ph type="body" sz="quarter" idx="27" hasCustomPrompt="1"/>
          </p:nvPr>
        </p:nvSpPr>
        <p:spPr>
          <a:xfrm>
            <a:off x="5120829" y="2997792"/>
            <a:ext cx="1414738" cy="209207"/>
          </a:xfrm>
          <a:prstGeom prst="rect">
            <a:avLst/>
          </a:prstGeom>
        </p:spPr>
        <p:txBody>
          <a:bodyPr lIns="0" tIns="0" rIns="0" bIns="0"/>
          <a:lstStyle>
            <a:lvl1pPr marL="0" indent="0" algn="ctr">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(Responsibility4)</a:t>
            </a:r>
            <a:endParaRPr lang="ko-KR" altLang="en-US" dirty="0"/>
          </a:p>
        </p:txBody>
      </p:sp>
      <p:sp>
        <p:nvSpPr>
          <p:cNvPr id="57" name="텍스트 개체 틀 30"/>
          <p:cNvSpPr>
            <a:spLocks noGrp="1"/>
          </p:cNvSpPr>
          <p:nvPr>
            <p:ph type="body" sz="quarter" idx="28" hasCustomPrompt="1"/>
          </p:nvPr>
        </p:nvSpPr>
        <p:spPr>
          <a:xfrm>
            <a:off x="5120829" y="2759462"/>
            <a:ext cx="1414738" cy="257380"/>
          </a:xfrm>
          <a:prstGeom prst="rect">
            <a:avLst/>
          </a:prstGeom>
        </p:spPr>
        <p:txBody>
          <a:bodyPr lIns="0" tIns="0" rIns="0" bIns="0"/>
          <a:lstStyle>
            <a:lvl1pPr marL="0" indent="0" algn="ctr">
              <a:buNone/>
              <a:defRPr lang="ko-KR" altLang="en-US" sz="14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Name4</a:t>
            </a:r>
            <a:endParaRPr lang="ko-KR" altLang="en-US" dirty="0"/>
          </a:p>
        </p:txBody>
      </p:sp>
      <p:sp>
        <p:nvSpPr>
          <p:cNvPr id="58" name="텍스트 개체 틀 34"/>
          <p:cNvSpPr>
            <a:spLocks noGrp="1"/>
          </p:cNvSpPr>
          <p:nvPr>
            <p:ph type="body" sz="quarter" idx="29" hasCustomPrompt="1"/>
          </p:nvPr>
        </p:nvSpPr>
        <p:spPr>
          <a:xfrm>
            <a:off x="5120829" y="3395722"/>
            <a:ext cx="1414738" cy="720000"/>
          </a:xfrm>
          <a:prstGeom prst="rect">
            <a:avLst/>
          </a:prstGeom>
        </p:spPr>
        <p:txBody>
          <a:bodyPr lIns="0" tIns="0" rIns="0" bIns="0"/>
          <a:lstStyle>
            <a:lvl1pPr marL="0" indent="0" algn="ctr">
              <a:spcBef>
                <a:spcPts val="0"/>
              </a:spcBef>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59" name="텍스트 개체 틀 133"/>
          <p:cNvSpPr>
            <a:spLocks noGrp="1"/>
          </p:cNvSpPr>
          <p:nvPr>
            <p:ph type="body" sz="quarter" idx="42" hasCustomPrompt="1"/>
          </p:nvPr>
        </p:nvSpPr>
        <p:spPr>
          <a:xfrm>
            <a:off x="1935360" y="2759462"/>
            <a:ext cx="1414738" cy="257380"/>
          </a:xfrm>
          <a:prstGeom prst="rect">
            <a:avLst/>
          </a:prstGeom>
        </p:spPr>
        <p:txBody>
          <a:bodyPr lIns="0" tIns="0" rIns="0" bIns="0"/>
          <a:lstStyle>
            <a:lvl1pPr marL="0" indent="0" algn="ctr">
              <a:buFont typeface="Arial" panose="020B0604020202020204" pitchFamily="34" charset="0"/>
              <a:buNone/>
              <a:defRPr lang="ko-KR" altLang="en-US" sz="14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1pPr>
            <a:lvl2pPr>
              <a:defRPr lang="ko-KR" altLang="en-US" sz="15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2pPr>
            <a:lvl3pPr>
              <a:defRPr lang="ko-KR" altLang="en-US" sz="15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3pPr>
            <a:lvl4pPr>
              <a:defRPr lang="ko-KR" altLang="en-US" sz="15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4pPr>
            <a:lvl5pPr>
              <a:defRPr lang="ko-KR" altLang="en-US" sz="15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5pPr>
          </a:lstStyle>
          <a:p>
            <a:pPr lvl="0"/>
            <a:r>
              <a:rPr lang="en-US" altLang="ko-KR" dirty="0"/>
              <a:t>Name2</a:t>
            </a:r>
            <a:endParaRPr lang="ko-KR" altLang="en-US" dirty="0"/>
          </a:p>
        </p:txBody>
      </p:sp>
      <p:sp>
        <p:nvSpPr>
          <p:cNvPr id="60" name="텍스트 개체 틀 135"/>
          <p:cNvSpPr>
            <a:spLocks noGrp="1"/>
          </p:cNvSpPr>
          <p:nvPr>
            <p:ph type="body" sz="quarter" idx="43" hasCustomPrompt="1"/>
          </p:nvPr>
        </p:nvSpPr>
        <p:spPr>
          <a:xfrm>
            <a:off x="1935360" y="2997792"/>
            <a:ext cx="1414738" cy="209207"/>
          </a:xfrm>
          <a:prstGeom prst="rect">
            <a:avLst/>
          </a:prstGeom>
        </p:spPr>
        <p:txBody>
          <a:bodyPr lIns="0" tIns="0" rIns="0" bIns="0"/>
          <a:lstStyle>
            <a:lvl1pPr marL="0" indent="0" algn="ctr">
              <a:buFont typeface="Arial" panose="020B0604020202020204" pitchFamily="34" charset="0"/>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stStyle>
          <a:p>
            <a:pPr lvl="0"/>
            <a:r>
              <a:rPr lang="en-US" altLang="ko-KR" dirty="0"/>
              <a:t>(Responsibility2)</a:t>
            </a:r>
            <a:endParaRPr lang="ko-KR" altLang="en-US" dirty="0"/>
          </a:p>
        </p:txBody>
      </p:sp>
      <p:sp>
        <p:nvSpPr>
          <p:cNvPr id="61" name="텍스트 개체 틀 137"/>
          <p:cNvSpPr>
            <a:spLocks noGrp="1"/>
          </p:cNvSpPr>
          <p:nvPr>
            <p:ph type="body" sz="quarter" idx="44" hasCustomPrompt="1"/>
          </p:nvPr>
        </p:nvSpPr>
        <p:spPr>
          <a:xfrm>
            <a:off x="1935360" y="3395722"/>
            <a:ext cx="1414738" cy="720000"/>
          </a:xfrm>
          <a:prstGeom prst="rect">
            <a:avLst/>
          </a:prstGeom>
        </p:spPr>
        <p:txBody>
          <a:bodyPr lIns="0" tIns="0" rIns="0" bIns="0"/>
          <a:lstStyle>
            <a:lvl1pPr marL="0" indent="0" algn="ctr">
              <a:spcBef>
                <a:spcPts val="0"/>
              </a:spcBef>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dirty="0"/>
              <a:t>Explanation about this person</a:t>
            </a:r>
          </a:p>
        </p:txBody>
      </p:sp>
      <p:sp>
        <p:nvSpPr>
          <p:cNvPr id="62" name="텍스트 개체 틀 9"/>
          <p:cNvSpPr>
            <a:spLocks noGrp="1"/>
          </p:cNvSpPr>
          <p:nvPr>
            <p:ph type="body" sz="quarter" idx="69" hasCustomPrompt="1"/>
          </p:nvPr>
        </p:nvSpPr>
        <p:spPr>
          <a:xfrm>
            <a:off x="450220"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63" name="텍스트 개체 틀 9"/>
          <p:cNvSpPr>
            <a:spLocks noGrp="1"/>
          </p:cNvSpPr>
          <p:nvPr>
            <p:ph type="body" sz="quarter" idx="70" hasCustomPrompt="1"/>
          </p:nvPr>
        </p:nvSpPr>
        <p:spPr>
          <a:xfrm>
            <a:off x="761981"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64" name="텍스트 개체 틀 9"/>
          <p:cNvSpPr>
            <a:spLocks noGrp="1"/>
          </p:cNvSpPr>
          <p:nvPr>
            <p:ph type="body" sz="quarter" idx="71" hasCustomPrompt="1"/>
          </p:nvPr>
        </p:nvSpPr>
        <p:spPr>
          <a:xfrm>
            <a:off x="1073742"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65" name="텍스트 개체 틀 9"/>
          <p:cNvSpPr>
            <a:spLocks noGrp="1"/>
          </p:cNvSpPr>
          <p:nvPr>
            <p:ph type="body" sz="quarter" idx="72" hasCustomPrompt="1"/>
          </p:nvPr>
        </p:nvSpPr>
        <p:spPr>
          <a:xfrm>
            <a:off x="1385503"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66" name="텍스트 개체 틀 9"/>
          <p:cNvSpPr>
            <a:spLocks noGrp="1"/>
          </p:cNvSpPr>
          <p:nvPr>
            <p:ph type="body" sz="quarter" idx="73" hasCustomPrompt="1"/>
          </p:nvPr>
        </p:nvSpPr>
        <p:spPr>
          <a:xfrm>
            <a:off x="2060692"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70" name="텍스트 개체 틀 9"/>
          <p:cNvSpPr>
            <a:spLocks noGrp="1"/>
          </p:cNvSpPr>
          <p:nvPr>
            <p:ph type="body" sz="quarter" idx="74" hasCustomPrompt="1"/>
          </p:nvPr>
        </p:nvSpPr>
        <p:spPr>
          <a:xfrm>
            <a:off x="2372453"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71" name="텍스트 개체 틀 9"/>
          <p:cNvSpPr>
            <a:spLocks noGrp="1"/>
          </p:cNvSpPr>
          <p:nvPr>
            <p:ph type="body" sz="quarter" idx="75" hasCustomPrompt="1"/>
          </p:nvPr>
        </p:nvSpPr>
        <p:spPr>
          <a:xfrm>
            <a:off x="2684214"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72" name="텍스트 개체 틀 9"/>
          <p:cNvSpPr>
            <a:spLocks noGrp="1"/>
          </p:cNvSpPr>
          <p:nvPr>
            <p:ph type="body" sz="quarter" idx="76" hasCustomPrompt="1"/>
          </p:nvPr>
        </p:nvSpPr>
        <p:spPr>
          <a:xfrm>
            <a:off x="2995975"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73" name="텍스트 개체 틀 9"/>
          <p:cNvSpPr>
            <a:spLocks noGrp="1"/>
          </p:cNvSpPr>
          <p:nvPr>
            <p:ph type="body" sz="quarter" idx="77" hasCustomPrompt="1"/>
          </p:nvPr>
        </p:nvSpPr>
        <p:spPr>
          <a:xfrm>
            <a:off x="3647287"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74" name="텍스트 개체 틀 9"/>
          <p:cNvSpPr>
            <a:spLocks noGrp="1"/>
          </p:cNvSpPr>
          <p:nvPr>
            <p:ph type="body" sz="quarter" idx="78" hasCustomPrompt="1"/>
          </p:nvPr>
        </p:nvSpPr>
        <p:spPr>
          <a:xfrm>
            <a:off x="3959048"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75" name="텍스트 개체 틀 9"/>
          <p:cNvSpPr>
            <a:spLocks noGrp="1"/>
          </p:cNvSpPr>
          <p:nvPr>
            <p:ph type="body" sz="quarter" idx="79" hasCustomPrompt="1"/>
          </p:nvPr>
        </p:nvSpPr>
        <p:spPr>
          <a:xfrm>
            <a:off x="4270809"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76" name="텍스트 개체 틀 9"/>
          <p:cNvSpPr>
            <a:spLocks noGrp="1"/>
          </p:cNvSpPr>
          <p:nvPr>
            <p:ph type="body" sz="quarter" idx="80" hasCustomPrompt="1"/>
          </p:nvPr>
        </p:nvSpPr>
        <p:spPr>
          <a:xfrm>
            <a:off x="4582570"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77" name="텍스트 개체 틀 9"/>
          <p:cNvSpPr>
            <a:spLocks noGrp="1"/>
          </p:cNvSpPr>
          <p:nvPr>
            <p:ph type="body" sz="quarter" idx="81" hasCustomPrompt="1"/>
          </p:nvPr>
        </p:nvSpPr>
        <p:spPr>
          <a:xfrm>
            <a:off x="5240022"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78" name="텍스트 개체 틀 9"/>
          <p:cNvSpPr>
            <a:spLocks noGrp="1"/>
          </p:cNvSpPr>
          <p:nvPr>
            <p:ph type="body" sz="quarter" idx="82" hasCustomPrompt="1"/>
          </p:nvPr>
        </p:nvSpPr>
        <p:spPr>
          <a:xfrm>
            <a:off x="5551783"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79" name="텍스트 개체 틀 9"/>
          <p:cNvSpPr>
            <a:spLocks noGrp="1"/>
          </p:cNvSpPr>
          <p:nvPr>
            <p:ph type="body" sz="quarter" idx="83" hasCustomPrompt="1"/>
          </p:nvPr>
        </p:nvSpPr>
        <p:spPr>
          <a:xfrm>
            <a:off x="5863544"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80" name="텍스트 개체 틀 9"/>
          <p:cNvSpPr>
            <a:spLocks noGrp="1"/>
          </p:cNvSpPr>
          <p:nvPr>
            <p:ph type="body" sz="quarter" idx="84" hasCustomPrompt="1"/>
          </p:nvPr>
        </p:nvSpPr>
        <p:spPr>
          <a:xfrm>
            <a:off x="6175305"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cxnSp>
        <p:nvCxnSpPr>
          <p:cNvPr id="82" name="직선 연결선 81"/>
          <p:cNvCxnSpPr/>
          <p:nvPr userDrawn="1"/>
        </p:nvCxnSpPr>
        <p:spPr>
          <a:xfrm>
            <a:off x="909317" y="3266717"/>
            <a:ext cx="234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직선 연결선 82"/>
          <p:cNvCxnSpPr/>
          <p:nvPr userDrawn="1"/>
        </p:nvCxnSpPr>
        <p:spPr>
          <a:xfrm>
            <a:off x="2502052" y="3266718"/>
            <a:ext cx="234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4" name="직선 연결선 83"/>
          <p:cNvCxnSpPr/>
          <p:nvPr userDrawn="1"/>
        </p:nvCxnSpPr>
        <p:spPr>
          <a:xfrm>
            <a:off x="4094787" y="3266718"/>
            <a:ext cx="234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userDrawn="1"/>
        </p:nvCxnSpPr>
        <p:spPr>
          <a:xfrm>
            <a:off x="5687521" y="3266718"/>
            <a:ext cx="234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8247858"/>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Our Team : type 2">
    <p:spTree>
      <p:nvGrpSpPr>
        <p:cNvPr id="1" name=""/>
        <p:cNvGrpSpPr/>
        <p:nvPr/>
      </p:nvGrpSpPr>
      <p:grpSpPr>
        <a:xfrm>
          <a:off x="0" y="0"/>
          <a:ext cx="0" cy="0"/>
          <a:chOff x="0" y="0"/>
          <a:chExt cx="0" cy="0"/>
        </a:xfrm>
      </p:grpSpPr>
      <p:grpSp>
        <p:nvGrpSpPr>
          <p:cNvPr id="2" name="그룹 1"/>
          <p:cNvGrpSpPr/>
          <p:nvPr userDrawn="1"/>
        </p:nvGrpSpPr>
        <p:grpSpPr>
          <a:xfrm>
            <a:off x="342625" y="1063025"/>
            <a:ext cx="1414738" cy="1535988"/>
            <a:chOff x="342625" y="1037625"/>
            <a:chExt cx="1414738" cy="1535988"/>
          </a:xfrm>
        </p:grpSpPr>
        <p:sp>
          <p:nvSpPr>
            <p:cNvPr id="121" name="이등변 삼각형 120"/>
            <p:cNvSpPr/>
            <p:nvPr/>
          </p:nvSpPr>
          <p:spPr>
            <a:xfrm rot="10800000">
              <a:off x="913551" y="2424741"/>
              <a:ext cx="272884" cy="14887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2" name="타원 121"/>
            <p:cNvSpPr/>
            <p:nvPr/>
          </p:nvSpPr>
          <p:spPr>
            <a:xfrm>
              <a:off x="342625" y="1037625"/>
              <a:ext cx="1414738" cy="1414737"/>
            </a:xfrm>
            <a:prstGeom prst="ellips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3" name="이등변 삼각형 122"/>
            <p:cNvSpPr/>
            <p:nvPr/>
          </p:nvSpPr>
          <p:spPr>
            <a:xfrm rot="10800000">
              <a:off x="913551" y="2439477"/>
              <a:ext cx="272884" cy="96099"/>
            </a:xfrm>
            <a:prstGeom prs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4" name="이등변 삼각형 123"/>
            <p:cNvSpPr/>
            <p:nvPr/>
          </p:nvSpPr>
          <p:spPr>
            <a:xfrm rot="10800000">
              <a:off x="913551" y="2430506"/>
              <a:ext cx="272884" cy="83010"/>
            </a:xfrm>
            <a:prstGeom prst="triangl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dirty="0"/>
            </a:p>
          </p:txBody>
        </p:sp>
      </p:grpSp>
      <p:sp>
        <p:nvSpPr>
          <p:cNvPr id="9" name="그림 개체 틀 8"/>
          <p:cNvSpPr>
            <a:spLocks noGrp="1"/>
          </p:cNvSpPr>
          <p:nvPr userDrawn="1">
            <p:ph type="pic" sz="quarter" idx="10" hasCustomPrompt="1"/>
          </p:nvPr>
        </p:nvSpPr>
        <p:spPr>
          <a:xfrm>
            <a:off x="401994" y="1122394"/>
            <a:ext cx="1296000" cy="1296000"/>
          </a:xfrm>
          <a:prstGeom prst="ellipse">
            <a:avLst/>
          </a:prstGeom>
          <a:solidFill>
            <a:schemeClr val="bg2">
              <a:lumMod val="95000"/>
            </a:schemeClr>
          </a:solidFill>
          <a:ln w="127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3" name="Title 2"/>
          <p:cNvSpPr>
            <a:spLocks noGrp="1"/>
          </p:cNvSpPr>
          <p:nvPr userDrawn="1">
            <p:ph type="title"/>
          </p:nvPr>
        </p:nvSpPr>
        <p:spPr/>
        <p:txBody>
          <a:bodyPr/>
          <a:lstStyle/>
          <a:p>
            <a:r>
              <a:rPr lang="en-US" dirty="0"/>
              <a:t>Click to edit Master title style</a:t>
            </a:r>
          </a:p>
        </p:txBody>
      </p:sp>
      <p:grpSp>
        <p:nvGrpSpPr>
          <p:cNvPr id="125" name="그룹 124"/>
          <p:cNvGrpSpPr/>
          <p:nvPr userDrawn="1"/>
        </p:nvGrpSpPr>
        <p:grpSpPr>
          <a:xfrm>
            <a:off x="1935360" y="1063025"/>
            <a:ext cx="1414738" cy="1535988"/>
            <a:chOff x="342625" y="1037625"/>
            <a:chExt cx="1414738" cy="1535988"/>
          </a:xfrm>
        </p:grpSpPr>
        <p:sp>
          <p:nvSpPr>
            <p:cNvPr id="126" name="이등변 삼각형 125"/>
            <p:cNvSpPr/>
            <p:nvPr/>
          </p:nvSpPr>
          <p:spPr>
            <a:xfrm rot="10800000">
              <a:off x="913551" y="2424741"/>
              <a:ext cx="272884" cy="14887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7" name="타원 126"/>
            <p:cNvSpPr/>
            <p:nvPr/>
          </p:nvSpPr>
          <p:spPr>
            <a:xfrm>
              <a:off x="342625" y="1037625"/>
              <a:ext cx="1414738" cy="1414737"/>
            </a:xfrm>
            <a:prstGeom prst="ellips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8" name="이등변 삼각형 127"/>
            <p:cNvSpPr/>
            <p:nvPr/>
          </p:nvSpPr>
          <p:spPr>
            <a:xfrm rot="10800000">
              <a:off x="913551" y="2439477"/>
              <a:ext cx="272884" cy="96099"/>
            </a:xfrm>
            <a:prstGeom prs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9" name="이등변 삼각형 128"/>
            <p:cNvSpPr/>
            <p:nvPr/>
          </p:nvSpPr>
          <p:spPr>
            <a:xfrm rot="10800000">
              <a:off x="913551" y="2430506"/>
              <a:ext cx="272884" cy="83010"/>
            </a:xfrm>
            <a:prstGeom prst="triangl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dirty="0"/>
            </a:p>
          </p:txBody>
        </p:sp>
      </p:grpSp>
      <p:sp>
        <p:nvSpPr>
          <p:cNvPr id="130" name="그림 개체 틀 8"/>
          <p:cNvSpPr>
            <a:spLocks noGrp="1"/>
          </p:cNvSpPr>
          <p:nvPr>
            <p:ph type="pic" sz="quarter" idx="85" hasCustomPrompt="1"/>
          </p:nvPr>
        </p:nvSpPr>
        <p:spPr>
          <a:xfrm>
            <a:off x="1994729" y="1122394"/>
            <a:ext cx="1296000" cy="1296000"/>
          </a:xfrm>
          <a:prstGeom prst="ellipse">
            <a:avLst/>
          </a:prstGeom>
          <a:solidFill>
            <a:schemeClr val="bg2">
              <a:lumMod val="95000"/>
            </a:schemeClr>
          </a:solidFill>
          <a:ln w="127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grpSp>
        <p:nvGrpSpPr>
          <p:cNvPr id="131" name="그룹 130"/>
          <p:cNvGrpSpPr/>
          <p:nvPr userDrawn="1"/>
        </p:nvGrpSpPr>
        <p:grpSpPr>
          <a:xfrm>
            <a:off x="3528095" y="1063025"/>
            <a:ext cx="1414738" cy="1535988"/>
            <a:chOff x="342625" y="1037625"/>
            <a:chExt cx="1414738" cy="1535988"/>
          </a:xfrm>
        </p:grpSpPr>
        <p:sp>
          <p:nvSpPr>
            <p:cNvPr id="132" name="이등변 삼각형 131"/>
            <p:cNvSpPr/>
            <p:nvPr/>
          </p:nvSpPr>
          <p:spPr>
            <a:xfrm rot="10800000">
              <a:off x="913551" y="2424741"/>
              <a:ext cx="272884" cy="14887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3" name="타원 132"/>
            <p:cNvSpPr/>
            <p:nvPr/>
          </p:nvSpPr>
          <p:spPr>
            <a:xfrm>
              <a:off x="342625" y="1037625"/>
              <a:ext cx="1414738" cy="1414737"/>
            </a:xfrm>
            <a:prstGeom prst="ellips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4" name="이등변 삼각형 133"/>
            <p:cNvSpPr/>
            <p:nvPr/>
          </p:nvSpPr>
          <p:spPr>
            <a:xfrm rot="10800000">
              <a:off x="913551" y="2439477"/>
              <a:ext cx="272884" cy="96099"/>
            </a:xfrm>
            <a:prstGeom prs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5" name="이등변 삼각형 134"/>
            <p:cNvSpPr/>
            <p:nvPr/>
          </p:nvSpPr>
          <p:spPr>
            <a:xfrm rot="10800000">
              <a:off x="913551" y="2430506"/>
              <a:ext cx="272884" cy="83010"/>
            </a:xfrm>
            <a:prstGeom prst="triangl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dirty="0"/>
            </a:p>
          </p:txBody>
        </p:sp>
      </p:grpSp>
      <p:sp>
        <p:nvSpPr>
          <p:cNvPr id="136" name="그림 개체 틀 8"/>
          <p:cNvSpPr>
            <a:spLocks noGrp="1"/>
          </p:cNvSpPr>
          <p:nvPr>
            <p:ph type="pic" sz="quarter" idx="86" hasCustomPrompt="1"/>
          </p:nvPr>
        </p:nvSpPr>
        <p:spPr>
          <a:xfrm>
            <a:off x="3587464" y="1122394"/>
            <a:ext cx="1296000" cy="1296000"/>
          </a:xfrm>
          <a:prstGeom prst="ellipse">
            <a:avLst/>
          </a:prstGeom>
          <a:solidFill>
            <a:schemeClr val="bg2">
              <a:lumMod val="95000"/>
            </a:schemeClr>
          </a:solidFill>
          <a:ln w="127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grpSp>
        <p:nvGrpSpPr>
          <p:cNvPr id="137" name="그룹 136"/>
          <p:cNvGrpSpPr/>
          <p:nvPr userDrawn="1"/>
        </p:nvGrpSpPr>
        <p:grpSpPr>
          <a:xfrm>
            <a:off x="5120829" y="1063025"/>
            <a:ext cx="1414738" cy="1535988"/>
            <a:chOff x="342625" y="1037625"/>
            <a:chExt cx="1414738" cy="1535988"/>
          </a:xfrm>
        </p:grpSpPr>
        <p:sp>
          <p:nvSpPr>
            <p:cNvPr id="138" name="이등변 삼각형 137"/>
            <p:cNvSpPr/>
            <p:nvPr/>
          </p:nvSpPr>
          <p:spPr>
            <a:xfrm rot="10800000">
              <a:off x="913551" y="2424741"/>
              <a:ext cx="272884" cy="14887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9" name="타원 138"/>
            <p:cNvSpPr/>
            <p:nvPr/>
          </p:nvSpPr>
          <p:spPr>
            <a:xfrm>
              <a:off x="342625" y="1037625"/>
              <a:ext cx="1414738" cy="1414737"/>
            </a:xfrm>
            <a:prstGeom prst="ellips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0" name="이등변 삼각형 139"/>
            <p:cNvSpPr/>
            <p:nvPr/>
          </p:nvSpPr>
          <p:spPr>
            <a:xfrm rot="10800000">
              <a:off x="913551" y="2439477"/>
              <a:ext cx="272884" cy="96099"/>
            </a:xfrm>
            <a:prstGeom prs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1" name="이등변 삼각형 140"/>
            <p:cNvSpPr/>
            <p:nvPr/>
          </p:nvSpPr>
          <p:spPr>
            <a:xfrm rot="10800000">
              <a:off x="913551" y="2430506"/>
              <a:ext cx="272884" cy="83010"/>
            </a:xfrm>
            <a:prstGeom prst="triangle">
              <a:avLst/>
            </a:prstGeom>
            <a:pattFill prst="ltUpDiag">
              <a:fgClr>
                <a:schemeClr val="accent6">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dirty="0"/>
            </a:p>
          </p:txBody>
        </p:sp>
      </p:grpSp>
      <p:sp>
        <p:nvSpPr>
          <p:cNvPr id="142" name="그림 개체 틀 8"/>
          <p:cNvSpPr>
            <a:spLocks noGrp="1"/>
          </p:cNvSpPr>
          <p:nvPr>
            <p:ph type="pic" sz="quarter" idx="87" hasCustomPrompt="1"/>
          </p:nvPr>
        </p:nvSpPr>
        <p:spPr>
          <a:xfrm>
            <a:off x="5180198" y="1122394"/>
            <a:ext cx="1296000" cy="1296000"/>
          </a:xfrm>
          <a:prstGeom prst="ellipse">
            <a:avLst/>
          </a:prstGeom>
          <a:solidFill>
            <a:schemeClr val="bg2">
              <a:lumMod val="95000"/>
            </a:schemeClr>
          </a:solidFill>
          <a:ln w="127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68" name="텍스트 개체 틀 32"/>
          <p:cNvSpPr>
            <a:spLocks noGrp="1"/>
          </p:cNvSpPr>
          <p:nvPr>
            <p:ph type="body" sz="quarter" idx="15" hasCustomPrompt="1"/>
          </p:nvPr>
        </p:nvSpPr>
        <p:spPr>
          <a:xfrm>
            <a:off x="342625" y="2997792"/>
            <a:ext cx="1414738" cy="209207"/>
          </a:xfrm>
          <a:prstGeom prst="rect">
            <a:avLst/>
          </a:prstGeom>
        </p:spPr>
        <p:txBody>
          <a:bodyPr lIns="0" tIns="0" rIns="0" bIns="0"/>
          <a:lstStyle>
            <a:lvl1pPr marL="0" indent="0" algn="ctr">
              <a:buFont typeface="Arial" panose="020B0604020202020204" pitchFamily="34" charset="0"/>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a:t>
            </a:r>
            <a:endParaRPr lang="ko-KR" altLang="en-US" dirty="0"/>
          </a:p>
        </p:txBody>
      </p:sp>
      <p:sp>
        <p:nvSpPr>
          <p:cNvPr id="169" name="텍스트 개체 틀 30"/>
          <p:cNvSpPr>
            <a:spLocks noGrp="1"/>
          </p:cNvSpPr>
          <p:nvPr>
            <p:ph type="body" sz="quarter" idx="14" hasCustomPrompt="1"/>
          </p:nvPr>
        </p:nvSpPr>
        <p:spPr>
          <a:xfrm>
            <a:off x="342625" y="2759462"/>
            <a:ext cx="1414738" cy="257380"/>
          </a:xfrm>
          <a:prstGeom prst="rect">
            <a:avLst/>
          </a:prstGeom>
        </p:spPr>
        <p:txBody>
          <a:bodyPr lIns="0" tIns="0" rIns="0" bIns="0"/>
          <a:lstStyle>
            <a:lvl1pPr marL="0" indent="0" algn="ctr">
              <a:buFont typeface="Arial" panose="020B0604020202020204" pitchFamily="34" charset="0"/>
              <a:buNone/>
              <a:defRPr lang="ko-KR" altLang="en-US" sz="14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Name1</a:t>
            </a:r>
            <a:endParaRPr lang="ko-KR" altLang="en-US" dirty="0"/>
          </a:p>
        </p:txBody>
      </p:sp>
      <p:sp>
        <p:nvSpPr>
          <p:cNvPr id="170" name="텍스트 개체 틀 34"/>
          <p:cNvSpPr>
            <a:spLocks noGrp="1"/>
          </p:cNvSpPr>
          <p:nvPr>
            <p:ph type="body" sz="quarter" idx="16" hasCustomPrompt="1"/>
          </p:nvPr>
        </p:nvSpPr>
        <p:spPr>
          <a:xfrm>
            <a:off x="342625" y="3395722"/>
            <a:ext cx="1414738" cy="720000"/>
          </a:xfrm>
          <a:prstGeom prst="rect">
            <a:avLst/>
          </a:prstGeom>
        </p:spPr>
        <p:txBody>
          <a:bodyPr lIns="0" tIns="0" rIns="0" bIns="0"/>
          <a:lstStyle>
            <a:lvl1pPr marL="0" indent="0" algn="ctr">
              <a:spcBef>
                <a:spcPts val="0"/>
              </a:spcBef>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71" name="텍스트 개체 틀 32"/>
          <p:cNvSpPr>
            <a:spLocks noGrp="1"/>
          </p:cNvSpPr>
          <p:nvPr>
            <p:ph type="body" sz="quarter" idx="24" hasCustomPrompt="1"/>
          </p:nvPr>
        </p:nvSpPr>
        <p:spPr>
          <a:xfrm>
            <a:off x="3528095" y="2997792"/>
            <a:ext cx="1414738" cy="209207"/>
          </a:xfrm>
          <a:prstGeom prst="rect">
            <a:avLst/>
          </a:prstGeom>
        </p:spPr>
        <p:txBody>
          <a:bodyPr lIns="0" tIns="0" rIns="0" bIns="0"/>
          <a:lstStyle>
            <a:lvl1pPr marL="0" indent="0" algn="ctr">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(Responsibility3)</a:t>
            </a:r>
            <a:endParaRPr lang="ko-KR" altLang="en-US" dirty="0"/>
          </a:p>
        </p:txBody>
      </p:sp>
      <p:sp>
        <p:nvSpPr>
          <p:cNvPr id="172" name="텍스트 개체 틀 30"/>
          <p:cNvSpPr>
            <a:spLocks noGrp="1"/>
          </p:cNvSpPr>
          <p:nvPr>
            <p:ph type="body" sz="quarter" idx="25" hasCustomPrompt="1"/>
          </p:nvPr>
        </p:nvSpPr>
        <p:spPr>
          <a:xfrm>
            <a:off x="3528095" y="2759462"/>
            <a:ext cx="1414738" cy="257380"/>
          </a:xfrm>
          <a:prstGeom prst="rect">
            <a:avLst/>
          </a:prstGeom>
        </p:spPr>
        <p:txBody>
          <a:bodyPr lIns="0" tIns="0" rIns="0" bIns="0"/>
          <a:lstStyle>
            <a:lvl1pPr marL="0" indent="0" algn="ctr">
              <a:buNone/>
              <a:defRPr lang="ko-KR" altLang="en-US" sz="14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Name3</a:t>
            </a:r>
            <a:endParaRPr lang="ko-KR" altLang="en-US" dirty="0"/>
          </a:p>
        </p:txBody>
      </p:sp>
      <p:sp>
        <p:nvSpPr>
          <p:cNvPr id="173" name="텍스트 개체 틀 34"/>
          <p:cNvSpPr>
            <a:spLocks noGrp="1"/>
          </p:cNvSpPr>
          <p:nvPr>
            <p:ph type="body" sz="quarter" idx="26" hasCustomPrompt="1"/>
          </p:nvPr>
        </p:nvSpPr>
        <p:spPr>
          <a:xfrm>
            <a:off x="3528095" y="3395722"/>
            <a:ext cx="1414738" cy="720000"/>
          </a:xfrm>
          <a:prstGeom prst="rect">
            <a:avLst/>
          </a:prstGeom>
        </p:spPr>
        <p:txBody>
          <a:bodyPr lIns="0" tIns="0" rIns="0" bIns="0"/>
          <a:lstStyle>
            <a:lvl1pPr marL="0" indent="0" algn="ctr">
              <a:spcBef>
                <a:spcPts val="0"/>
              </a:spcBef>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74" name="텍스트 개체 틀 32"/>
          <p:cNvSpPr>
            <a:spLocks noGrp="1"/>
          </p:cNvSpPr>
          <p:nvPr>
            <p:ph type="body" sz="quarter" idx="27" hasCustomPrompt="1"/>
          </p:nvPr>
        </p:nvSpPr>
        <p:spPr>
          <a:xfrm>
            <a:off x="5120829" y="2997792"/>
            <a:ext cx="1414738" cy="209207"/>
          </a:xfrm>
          <a:prstGeom prst="rect">
            <a:avLst/>
          </a:prstGeom>
        </p:spPr>
        <p:txBody>
          <a:bodyPr lIns="0" tIns="0" rIns="0" bIns="0"/>
          <a:lstStyle>
            <a:lvl1pPr marL="0" indent="0" algn="ctr">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(Responsibility4)</a:t>
            </a:r>
            <a:endParaRPr lang="ko-KR" altLang="en-US" dirty="0"/>
          </a:p>
        </p:txBody>
      </p:sp>
      <p:sp>
        <p:nvSpPr>
          <p:cNvPr id="175" name="텍스트 개체 틀 30"/>
          <p:cNvSpPr>
            <a:spLocks noGrp="1"/>
          </p:cNvSpPr>
          <p:nvPr>
            <p:ph type="body" sz="quarter" idx="28" hasCustomPrompt="1"/>
          </p:nvPr>
        </p:nvSpPr>
        <p:spPr>
          <a:xfrm>
            <a:off x="5120829" y="2759462"/>
            <a:ext cx="1414738" cy="257380"/>
          </a:xfrm>
          <a:prstGeom prst="rect">
            <a:avLst/>
          </a:prstGeom>
        </p:spPr>
        <p:txBody>
          <a:bodyPr lIns="0" tIns="0" rIns="0" bIns="0"/>
          <a:lstStyle>
            <a:lvl1pPr marL="0" indent="0" algn="ctr">
              <a:buNone/>
              <a:defRPr lang="ko-KR" altLang="en-US" sz="14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Name4</a:t>
            </a:r>
            <a:endParaRPr lang="ko-KR" altLang="en-US" dirty="0"/>
          </a:p>
        </p:txBody>
      </p:sp>
      <p:sp>
        <p:nvSpPr>
          <p:cNvPr id="179" name="텍스트 개체 틀 34"/>
          <p:cNvSpPr>
            <a:spLocks noGrp="1"/>
          </p:cNvSpPr>
          <p:nvPr>
            <p:ph type="body" sz="quarter" idx="29" hasCustomPrompt="1"/>
          </p:nvPr>
        </p:nvSpPr>
        <p:spPr>
          <a:xfrm>
            <a:off x="5120829" y="3395722"/>
            <a:ext cx="1414738" cy="720000"/>
          </a:xfrm>
          <a:prstGeom prst="rect">
            <a:avLst/>
          </a:prstGeom>
        </p:spPr>
        <p:txBody>
          <a:bodyPr lIns="0" tIns="0" rIns="0" bIns="0"/>
          <a:lstStyle>
            <a:lvl1pPr marL="0" indent="0" algn="ctr">
              <a:spcBef>
                <a:spcPts val="0"/>
              </a:spcBef>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80" name="텍스트 개체 틀 133"/>
          <p:cNvSpPr>
            <a:spLocks noGrp="1"/>
          </p:cNvSpPr>
          <p:nvPr>
            <p:ph type="body" sz="quarter" idx="42" hasCustomPrompt="1"/>
          </p:nvPr>
        </p:nvSpPr>
        <p:spPr>
          <a:xfrm>
            <a:off x="1935360" y="2759462"/>
            <a:ext cx="1414738" cy="257380"/>
          </a:xfrm>
          <a:prstGeom prst="rect">
            <a:avLst/>
          </a:prstGeom>
        </p:spPr>
        <p:txBody>
          <a:bodyPr lIns="0" tIns="0" rIns="0" bIns="0"/>
          <a:lstStyle>
            <a:lvl1pPr marL="0" indent="0" algn="ctr">
              <a:buFont typeface="Arial" panose="020B0604020202020204" pitchFamily="34" charset="0"/>
              <a:buNone/>
              <a:defRPr lang="ko-KR" altLang="en-US" sz="14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1pPr>
            <a:lvl2pPr>
              <a:defRPr lang="ko-KR" altLang="en-US" sz="15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2pPr>
            <a:lvl3pPr>
              <a:defRPr lang="ko-KR" altLang="en-US" sz="15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3pPr>
            <a:lvl4pPr>
              <a:defRPr lang="ko-KR" altLang="en-US" sz="15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4pPr>
            <a:lvl5pPr>
              <a:defRPr lang="ko-KR" altLang="en-US" sz="15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5pPr>
          </a:lstStyle>
          <a:p>
            <a:pPr lvl="0"/>
            <a:r>
              <a:rPr lang="en-US" altLang="ko-KR" dirty="0"/>
              <a:t>Name2</a:t>
            </a:r>
            <a:endParaRPr lang="ko-KR" altLang="en-US" dirty="0"/>
          </a:p>
        </p:txBody>
      </p:sp>
      <p:sp>
        <p:nvSpPr>
          <p:cNvPr id="181" name="텍스트 개체 틀 135"/>
          <p:cNvSpPr>
            <a:spLocks noGrp="1"/>
          </p:cNvSpPr>
          <p:nvPr>
            <p:ph type="body" sz="quarter" idx="43" hasCustomPrompt="1"/>
          </p:nvPr>
        </p:nvSpPr>
        <p:spPr>
          <a:xfrm>
            <a:off x="1935360" y="2997792"/>
            <a:ext cx="1414738" cy="209207"/>
          </a:xfrm>
          <a:prstGeom prst="rect">
            <a:avLst/>
          </a:prstGeom>
        </p:spPr>
        <p:txBody>
          <a:bodyPr lIns="0" tIns="0" rIns="0" bIns="0"/>
          <a:lstStyle>
            <a:lvl1pPr marL="0" indent="0" algn="ctr">
              <a:buFont typeface="Arial" panose="020B0604020202020204" pitchFamily="34" charset="0"/>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stStyle>
          <a:p>
            <a:pPr lvl="0"/>
            <a:r>
              <a:rPr lang="en-US" altLang="ko-KR" dirty="0"/>
              <a:t>(Responsibility2)</a:t>
            </a:r>
            <a:endParaRPr lang="ko-KR" altLang="en-US" dirty="0"/>
          </a:p>
        </p:txBody>
      </p:sp>
      <p:sp>
        <p:nvSpPr>
          <p:cNvPr id="182" name="텍스트 개체 틀 137"/>
          <p:cNvSpPr>
            <a:spLocks noGrp="1"/>
          </p:cNvSpPr>
          <p:nvPr>
            <p:ph type="body" sz="quarter" idx="44" hasCustomPrompt="1"/>
          </p:nvPr>
        </p:nvSpPr>
        <p:spPr>
          <a:xfrm>
            <a:off x="1935360" y="3395722"/>
            <a:ext cx="1414738" cy="720000"/>
          </a:xfrm>
          <a:prstGeom prst="rect">
            <a:avLst/>
          </a:prstGeom>
        </p:spPr>
        <p:txBody>
          <a:bodyPr lIns="0" tIns="0" rIns="0" bIns="0"/>
          <a:lstStyle>
            <a:lvl1pPr marL="0" indent="0" algn="ctr">
              <a:spcBef>
                <a:spcPts val="0"/>
              </a:spcBef>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dirty="0"/>
              <a:t>Explanation about this person</a:t>
            </a:r>
          </a:p>
        </p:txBody>
      </p:sp>
      <p:sp>
        <p:nvSpPr>
          <p:cNvPr id="183" name="텍스트 개체 틀 9"/>
          <p:cNvSpPr>
            <a:spLocks noGrp="1"/>
          </p:cNvSpPr>
          <p:nvPr>
            <p:ph type="body" sz="quarter" idx="69" hasCustomPrompt="1"/>
          </p:nvPr>
        </p:nvSpPr>
        <p:spPr>
          <a:xfrm>
            <a:off x="450220"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184" name="텍스트 개체 틀 9"/>
          <p:cNvSpPr>
            <a:spLocks noGrp="1"/>
          </p:cNvSpPr>
          <p:nvPr>
            <p:ph type="body" sz="quarter" idx="70" hasCustomPrompt="1"/>
          </p:nvPr>
        </p:nvSpPr>
        <p:spPr>
          <a:xfrm>
            <a:off x="761981"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185" name="텍스트 개체 틀 9"/>
          <p:cNvSpPr>
            <a:spLocks noGrp="1"/>
          </p:cNvSpPr>
          <p:nvPr>
            <p:ph type="body" sz="quarter" idx="71" hasCustomPrompt="1"/>
          </p:nvPr>
        </p:nvSpPr>
        <p:spPr>
          <a:xfrm>
            <a:off x="1073742"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186" name="텍스트 개체 틀 9"/>
          <p:cNvSpPr>
            <a:spLocks noGrp="1"/>
          </p:cNvSpPr>
          <p:nvPr>
            <p:ph type="body" sz="quarter" idx="72" hasCustomPrompt="1"/>
          </p:nvPr>
        </p:nvSpPr>
        <p:spPr>
          <a:xfrm>
            <a:off x="1385503"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187" name="텍스트 개체 틀 9"/>
          <p:cNvSpPr>
            <a:spLocks noGrp="1"/>
          </p:cNvSpPr>
          <p:nvPr>
            <p:ph type="body" sz="quarter" idx="73" hasCustomPrompt="1"/>
          </p:nvPr>
        </p:nvSpPr>
        <p:spPr>
          <a:xfrm>
            <a:off x="2060692"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188" name="텍스트 개체 틀 9"/>
          <p:cNvSpPr>
            <a:spLocks noGrp="1"/>
          </p:cNvSpPr>
          <p:nvPr>
            <p:ph type="body" sz="quarter" idx="74" hasCustomPrompt="1"/>
          </p:nvPr>
        </p:nvSpPr>
        <p:spPr>
          <a:xfrm>
            <a:off x="2372453"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189" name="텍스트 개체 틀 9"/>
          <p:cNvSpPr>
            <a:spLocks noGrp="1"/>
          </p:cNvSpPr>
          <p:nvPr>
            <p:ph type="body" sz="quarter" idx="75" hasCustomPrompt="1"/>
          </p:nvPr>
        </p:nvSpPr>
        <p:spPr>
          <a:xfrm>
            <a:off x="2684214"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190" name="텍스트 개체 틀 9"/>
          <p:cNvSpPr>
            <a:spLocks noGrp="1"/>
          </p:cNvSpPr>
          <p:nvPr>
            <p:ph type="body" sz="quarter" idx="76" hasCustomPrompt="1"/>
          </p:nvPr>
        </p:nvSpPr>
        <p:spPr>
          <a:xfrm>
            <a:off x="2995975"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191" name="텍스트 개체 틀 9"/>
          <p:cNvSpPr>
            <a:spLocks noGrp="1"/>
          </p:cNvSpPr>
          <p:nvPr>
            <p:ph type="body" sz="quarter" idx="77" hasCustomPrompt="1"/>
          </p:nvPr>
        </p:nvSpPr>
        <p:spPr>
          <a:xfrm>
            <a:off x="3647287"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192" name="텍스트 개체 틀 9"/>
          <p:cNvSpPr>
            <a:spLocks noGrp="1"/>
          </p:cNvSpPr>
          <p:nvPr>
            <p:ph type="body" sz="quarter" idx="78" hasCustomPrompt="1"/>
          </p:nvPr>
        </p:nvSpPr>
        <p:spPr>
          <a:xfrm>
            <a:off x="3959048"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193" name="텍스트 개체 틀 9"/>
          <p:cNvSpPr>
            <a:spLocks noGrp="1"/>
          </p:cNvSpPr>
          <p:nvPr>
            <p:ph type="body" sz="quarter" idx="79" hasCustomPrompt="1"/>
          </p:nvPr>
        </p:nvSpPr>
        <p:spPr>
          <a:xfrm>
            <a:off x="4270809"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194" name="텍스트 개체 틀 9"/>
          <p:cNvSpPr>
            <a:spLocks noGrp="1"/>
          </p:cNvSpPr>
          <p:nvPr>
            <p:ph type="body" sz="quarter" idx="80" hasCustomPrompt="1"/>
          </p:nvPr>
        </p:nvSpPr>
        <p:spPr>
          <a:xfrm>
            <a:off x="4582570"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195" name="텍스트 개체 틀 9"/>
          <p:cNvSpPr>
            <a:spLocks noGrp="1"/>
          </p:cNvSpPr>
          <p:nvPr>
            <p:ph type="body" sz="quarter" idx="81" hasCustomPrompt="1"/>
          </p:nvPr>
        </p:nvSpPr>
        <p:spPr>
          <a:xfrm>
            <a:off x="5240022"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196" name="텍스트 개체 틀 9"/>
          <p:cNvSpPr>
            <a:spLocks noGrp="1"/>
          </p:cNvSpPr>
          <p:nvPr>
            <p:ph type="body" sz="quarter" idx="82" hasCustomPrompt="1"/>
          </p:nvPr>
        </p:nvSpPr>
        <p:spPr>
          <a:xfrm>
            <a:off x="5551783"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197" name="텍스트 개체 틀 9"/>
          <p:cNvSpPr>
            <a:spLocks noGrp="1"/>
          </p:cNvSpPr>
          <p:nvPr>
            <p:ph type="body" sz="quarter" idx="83" hasCustomPrompt="1"/>
          </p:nvPr>
        </p:nvSpPr>
        <p:spPr>
          <a:xfrm>
            <a:off x="5863544"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198" name="텍스트 개체 틀 9"/>
          <p:cNvSpPr>
            <a:spLocks noGrp="1"/>
          </p:cNvSpPr>
          <p:nvPr>
            <p:ph type="body" sz="quarter" idx="84" hasCustomPrompt="1"/>
          </p:nvPr>
        </p:nvSpPr>
        <p:spPr>
          <a:xfrm>
            <a:off x="6175305" y="4182114"/>
            <a:ext cx="252000" cy="252000"/>
          </a:xfrm>
          <a:prstGeom prst="rect">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cxnSp>
        <p:nvCxnSpPr>
          <p:cNvPr id="199" name="직선 연결선 198"/>
          <p:cNvCxnSpPr/>
          <p:nvPr userDrawn="1"/>
        </p:nvCxnSpPr>
        <p:spPr>
          <a:xfrm>
            <a:off x="909317" y="3266717"/>
            <a:ext cx="234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0" name="직선 연결선 199"/>
          <p:cNvCxnSpPr/>
          <p:nvPr userDrawn="1"/>
        </p:nvCxnSpPr>
        <p:spPr>
          <a:xfrm>
            <a:off x="2502052" y="3266718"/>
            <a:ext cx="234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1" name="직선 연결선 200"/>
          <p:cNvCxnSpPr/>
          <p:nvPr userDrawn="1"/>
        </p:nvCxnSpPr>
        <p:spPr>
          <a:xfrm>
            <a:off x="4094787" y="3266718"/>
            <a:ext cx="234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2" name="직선 연결선 201"/>
          <p:cNvCxnSpPr/>
          <p:nvPr userDrawn="1"/>
        </p:nvCxnSpPr>
        <p:spPr>
          <a:xfrm>
            <a:off x="5687521" y="3266718"/>
            <a:ext cx="234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7677914"/>
      </p:ext>
    </p:extLst>
  </p:cSld>
  <p:clrMapOvr>
    <a:masterClrMapping/>
  </p:clrMapOvr>
  <p:transition spd="med">
    <p:fade/>
  </p:transition>
  <p:extLst>
    <p:ext uri="{DCECCB84-F9BA-43D5-87BE-67443E8EF086}">
      <p15:sldGuideLst xmlns:p15="http://schemas.microsoft.com/office/powerpoint/2012/main">
        <p15:guide id="1" orient="horz" pos="1620" userDrawn="1">
          <p15:clr>
            <a:srgbClr val="FBAE40"/>
          </p15:clr>
        </p15:guide>
        <p15:guide id="2"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ur Team : type 3">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39" name="그림 개체 틀 7"/>
          <p:cNvSpPr>
            <a:spLocks noGrp="1"/>
          </p:cNvSpPr>
          <p:nvPr>
            <p:ph type="pic" sz="quarter" idx="10" hasCustomPrompt="1"/>
          </p:nvPr>
        </p:nvSpPr>
        <p:spPr>
          <a:xfrm>
            <a:off x="342625" y="1075854"/>
            <a:ext cx="1544400" cy="1800000"/>
          </a:xfrm>
          <a:prstGeom prst="rect">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lgn="ctr">
              <a:buNone/>
              <a:defRPr lang="ko-KR" altLang="en-US" sz="1000" baseline="0" dirty="0">
                <a:solidFill>
                  <a:schemeClr val="bg1">
                    <a:lumMod val="65000"/>
                  </a:schemeClr>
                </a:solidFill>
              </a:defRPr>
            </a:lvl1pPr>
          </a:lstStyle>
          <a:p>
            <a:pPr marL="0" lvl="0" indent="0" algn="ctr"/>
            <a:r>
              <a:rPr lang="en-US" altLang="ko-KR" dirty="0"/>
              <a:t>Insert Image</a:t>
            </a:r>
            <a:endParaRPr lang="ko-KR" altLang="en-US" dirty="0"/>
          </a:p>
        </p:txBody>
      </p:sp>
      <p:sp>
        <p:nvSpPr>
          <p:cNvPr id="43" name="텍스트 개체 틀 32"/>
          <p:cNvSpPr>
            <a:spLocks noGrp="1"/>
          </p:cNvSpPr>
          <p:nvPr>
            <p:ph type="body" sz="quarter" idx="15" hasCustomPrompt="1"/>
          </p:nvPr>
        </p:nvSpPr>
        <p:spPr>
          <a:xfrm>
            <a:off x="442638" y="3217219"/>
            <a:ext cx="1444388" cy="209207"/>
          </a:xfrm>
          <a:prstGeom prst="rect">
            <a:avLst/>
          </a:prstGeom>
        </p:spPr>
        <p:txBody>
          <a:bodyPr lIns="0" tIns="0" rIns="0" bIns="0"/>
          <a:lstStyle>
            <a:lvl1pPr marL="0" indent="0" algn="l">
              <a:buFont typeface="Arial" panose="020B0604020202020204" pitchFamily="34" charset="0"/>
              <a:buNone/>
              <a:defRPr lang="ko-KR" altLang="en-US" sz="8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a:t>
            </a:r>
            <a:endParaRPr lang="ko-KR" altLang="en-US" dirty="0"/>
          </a:p>
        </p:txBody>
      </p:sp>
      <p:sp>
        <p:nvSpPr>
          <p:cNvPr id="44" name="텍스트 개체 틀 30"/>
          <p:cNvSpPr>
            <a:spLocks noGrp="1"/>
          </p:cNvSpPr>
          <p:nvPr>
            <p:ph type="body" sz="quarter" idx="14" hasCustomPrompt="1"/>
          </p:nvPr>
        </p:nvSpPr>
        <p:spPr>
          <a:xfrm>
            <a:off x="442638" y="3006572"/>
            <a:ext cx="1444388" cy="209207"/>
          </a:xfrm>
          <a:prstGeom prst="rect">
            <a:avLst/>
          </a:prstGeom>
        </p:spPr>
        <p:txBody>
          <a:bodyPr lIns="0" tIns="0" rIns="0" bIns="0"/>
          <a:lstStyle>
            <a:lvl1pPr marL="0" indent="0" algn="l">
              <a:buFont typeface="Arial" panose="020B0604020202020204" pitchFamily="34" charset="0"/>
              <a:buNone/>
              <a:defRPr lang="ko-KR" altLang="en-US" sz="12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Name1</a:t>
            </a:r>
            <a:endParaRPr lang="ko-KR" altLang="en-US" dirty="0"/>
          </a:p>
        </p:txBody>
      </p:sp>
      <p:sp>
        <p:nvSpPr>
          <p:cNvPr id="45" name="텍스트 개체 틀 34"/>
          <p:cNvSpPr>
            <a:spLocks noGrp="1"/>
          </p:cNvSpPr>
          <p:nvPr>
            <p:ph type="body" sz="quarter" idx="16" hasCustomPrompt="1"/>
          </p:nvPr>
        </p:nvSpPr>
        <p:spPr>
          <a:xfrm>
            <a:off x="442638" y="3565583"/>
            <a:ext cx="1444388" cy="631091"/>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55" name="텍스트 개체 틀 9"/>
          <p:cNvSpPr>
            <a:spLocks noGrp="1"/>
          </p:cNvSpPr>
          <p:nvPr>
            <p:ph type="body" sz="quarter" idx="69" hasCustomPrompt="1"/>
          </p:nvPr>
        </p:nvSpPr>
        <p:spPr>
          <a:xfrm>
            <a:off x="442637"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56" name="텍스트 개체 틀 9"/>
          <p:cNvSpPr>
            <a:spLocks noGrp="1"/>
          </p:cNvSpPr>
          <p:nvPr>
            <p:ph type="body" sz="quarter" idx="70" hasCustomPrompt="1"/>
          </p:nvPr>
        </p:nvSpPr>
        <p:spPr>
          <a:xfrm>
            <a:off x="754398"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57" name="텍스트 개체 틀 9"/>
          <p:cNvSpPr>
            <a:spLocks noGrp="1"/>
          </p:cNvSpPr>
          <p:nvPr>
            <p:ph type="body" sz="quarter" idx="71" hasCustomPrompt="1"/>
          </p:nvPr>
        </p:nvSpPr>
        <p:spPr>
          <a:xfrm>
            <a:off x="1066159"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59" name="텍스트 개체 틀 9"/>
          <p:cNvSpPr>
            <a:spLocks noGrp="1"/>
          </p:cNvSpPr>
          <p:nvPr>
            <p:ph type="body" sz="quarter" idx="72" hasCustomPrompt="1"/>
          </p:nvPr>
        </p:nvSpPr>
        <p:spPr>
          <a:xfrm>
            <a:off x="1377920"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88" name="그림 개체 틀 7"/>
          <p:cNvSpPr>
            <a:spLocks noGrp="1"/>
          </p:cNvSpPr>
          <p:nvPr>
            <p:ph type="pic" sz="quarter" idx="73" hasCustomPrompt="1"/>
          </p:nvPr>
        </p:nvSpPr>
        <p:spPr>
          <a:xfrm>
            <a:off x="1887025" y="1075854"/>
            <a:ext cx="1544400" cy="1800000"/>
          </a:xfrm>
          <a:prstGeom prst="rect">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89" name="텍스트 개체 틀 32"/>
          <p:cNvSpPr>
            <a:spLocks noGrp="1"/>
          </p:cNvSpPr>
          <p:nvPr>
            <p:ph type="body" sz="quarter" idx="74" hasCustomPrompt="1"/>
          </p:nvPr>
        </p:nvSpPr>
        <p:spPr>
          <a:xfrm>
            <a:off x="1987038" y="3217219"/>
            <a:ext cx="1444388" cy="209207"/>
          </a:xfrm>
          <a:prstGeom prst="rect">
            <a:avLst/>
          </a:prstGeom>
        </p:spPr>
        <p:txBody>
          <a:bodyPr lIns="0" tIns="0" rIns="0" bIns="0"/>
          <a:lstStyle>
            <a:lvl1pPr marL="0" indent="0" algn="l">
              <a:buFont typeface="Arial" panose="020B0604020202020204" pitchFamily="34" charset="0"/>
              <a:buNone/>
              <a:defRPr lang="ko-KR" altLang="en-US" sz="8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(Responsibility2)</a:t>
            </a:r>
            <a:endParaRPr lang="ko-KR" altLang="en-US" dirty="0"/>
          </a:p>
        </p:txBody>
      </p:sp>
      <p:sp>
        <p:nvSpPr>
          <p:cNvPr id="90" name="텍스트 개체 틀 30"/>
          <p:cNvSpPr>
            <a:spLocks noGrp="1"/>
          </p:cNvSpPr>
          <p:nvPr>
            <p:ph type="body" sz="quarter" idx="75" hasCustomPrompt="1"/>
          </p:nvPr>
        </p:nvSpPr>
        <p:spPr>
          <a:xfrm>
            <a:off x="1987038" y="3006572"/>
            <a:ext cx="1444388" cy="209207"/>
          </a:xfrm>
          <a:prstGeom prst="rect">
            <a:avLst/>
          </a:prstGeom>
        </p:spPr>
        <p:txBody>
          <a:bodyPr lIns="0" tIns="0" rIns="0" bIns="0"/>
          <a:lstStyle>
            <a:lvl1pPr marL="0" indent="0" algn="l">
              <a:buFont typeface="Arial" panose="020B0604020202020204" pitchFamily="34" charset="0"/>
              <a:buNone/>
              <a:defRPr lang="ko-KR" altLang="en-US" sz="12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Name2</a:t>
            </a:r>
            <a:endParaRPr lang="ko-KR" altLang="en-US" dirty="0"/>
          </a:p>
        </p:txBody>
      </p:sp>
      <p:sp>
        <p:nvSpPr>
          <p:cNvPr id="91" name="텍스트 개체 틀 34"/>
          <p:cNvSpPr>
            <a:spLocks noGrp="1"/>
          </p:cNvSpPr>
          <p:nvPr>
            <p:ph type="body" sz="quarter" idx="76" hasCustomPrompt="1"/>
          </p:nvPr>
        </p:nvSpPr>
        <p:spPr>
          <a:xfrm>
            <a:off x="1987038" y="3565583"/>
            <a:ext cx="1444388" cy="631091"/>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92" name="텍스트 개체 틀 9"/>
          <p:cNvSpPr>
            <a:spLocks noGrp="1"/>
          </p:cNvSpPr>
          <p:nvPr>
            <p:ph type="body" sz="quarter" idx="77" hasCustomPrompt="1"/>
          </p:nvPr>
        </p:nvSpPr>
        <p:spPr>
          <a:xfrm>
            <a:off x="1987037"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93" name="텍스트 개체 틀 9"/>
          <p:cNvSpPr>
            <a:spLocks noGrp="1"/>
          </p:cNvSpPr>
          <p:nvPr>
            <p:ph type="body" sz="quarter" idx="78" hasCustomPrompt="1"/>
          </p:nvPr>
        </p:nvSpPr>
        <p:spPr>
          <a:xfrm>
            <a:off x="2298798"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94" name="텍스트 개체 틀 9"/>
          <p:cNvSpPr>
            <a:spLocks noGrp="1"/>
          </p:cNvSpPr>
          <p:nvPr>
            <p:ph type="body" sz="quarter" idx="79" hasCustomPrompt="1"/>
          </p:nvPr>
        </p:nvSpPr>
        <p:spPr>
          <a:xfrm>
            <a:off x="2610559"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95" name="텍스트 개체 틀 9"/>
          <p:cNvSpPr>
            <a:spLocks noGrp="1"/>
          </p:cNvSpPr>
          <p:nvPr>
            <p:ph type="body" sz="quarter" idx="80" hasCustomPrompt="1"/>
          </p:nvPr>
        </p:nvSpPr>
        <p:spPr>
          <a:xfrm>
            <a:off x="2922320"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96" name="그림 개체 틀 7"/>
          <p:cNvSpPr>
            <a:spLocks noGrp="1"/>
          </p:cNvSpPr>
          <p:nvPr>
            <p:ph type="pic" sz="quarter" idx="81" hasCustomPrompt="1"/>
          </p:nvPr>
        </p:nvSpPr>
        <p:spPr>
          <a:xfrm>
            <a:off x="3431425" y="1075854"/>
            <a:ext cx="1544400" cy="1800000"/>
          </a:xfrm>
          <a:prstGeom prst="rect">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dirty="0">
                <a:solidFill>
                  <a:schemeClr val="bg1">
                    <a:lumMod val="65000"/>
                  </a:schemeClr>
                </a:solidFill>
              </a:defRPr>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97" name="텍스트 개체 틀 32"/>
          <p:cNvSpPr>
            <a:spLocks noGrp="1"/>
          </p:cNvSpPr>
          <p:nvPr>
            <p:ph type="body" sz="quarter" idx="82" hasCustomPrompt="1"/>
          </p:nvPr>
        </p:nvSpPr>
        <p:spPr>
          <a:xfrm>
            <a:off x="3531438" y="3217219"/>
            <a:ext cx="1444388" cy="209207"/>
          </a:xfrm>
          <a:prstGeom prst="rect">
            <a:avLst/>
          </a:prstGeom>
        </p:spPr>
        <p:txBody>
          <a:bodyPr lIns="0" tIns="0" rIns="0" bIns="0"/>
          <a:lstStyle>
            <a:lvl1pPr marL="0" indent="0" algn="l">
              <a:buFont typeface="Arial" panose="020B0604020202020204" pitchFamily="34" charset="0"/>
              <a:buNone/>
              <a:defRPr lang="ko-KR" altLang="en-US" sz="8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(Responsibility3)</a:t>
            </a:r>
            <a:endParaRPr lang="ko-KR" altLang="en-US" dirty="0"/>
          </a:p>
        </p:txBody>
      </p:sp>
      <p:sp>
        <p:nvSpPr>
          <p:cNvPr id="98" name="텍스트 개체 틀 30"/>
          <p:cNvSpPr>
            <a:spLocks noGrp="1"/>
          </p:cNvSpPr>
          <p:nvPr>
            <p:ph type="body" sz="quarter" idx="83" hasCustomPrompt="1"/>
          </p:nvPr>
        </p:nvSpPr>
        <p:spPr>
          <a:xfrm>
            <a:off x="3531438" y="3006572"/>
            <a:ext cx="1444388" cy="209207"/>
          </a:xfrm>
          <a:prstGeom prst="rect">
            <a:avLst/>
          </a:prstGeom>
        </p:spPr>
        <p:txBody>
          <a:bodyPr lIns="0" tIns="0" rIns="0" bIns="0"/>
          <a:lstStyle>
            <a:lvl1pPr marL="0" indent="0" algn="l">
              <a:buFont typeface="Arial" panose="020B0604020202020204" pitchFamily="34" charset="0"/>
              <a:buNone/>
              <a:defRPr lang="ko-KR" altLang="en-US" sz="12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Name3</a:t>
            </a:r>
            <a:endParaRPr lang="ko-KR" altLang="en-US" dirty="0"/>
          </a:p>
        </p:txBody>
      </p:sp>
      <p:sp>
        <p:nvSpPr>
          <p:cNvPr id="99" name="텍스트 개체 틀 34"/>
          <p:cNvSpPr>
            <a:spLocks noGrp="1"/>
          </p:cNvSpPr>
          <p:nvPr>
            <p:ph type="body" sz="quarter" idx="84" hasCustomPrompt="1"/>
          </p:nvPr>
        </p:nvSpPr>
        <p:spPr>
          <a:xfrm>
            <a:off x="3531438" y="3565583"/>
            <a:ext cx="1444388" cy="631091"/>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00" name="텍스트 개체 틀 9"/>
          <p:cNvSpPr>
            <a:spLocks noGrp="1"/>
          </p:cNvSpPr>
          <p:nvPr>
            <p:ph type="body" sz="quarter" idx="85" hasCustomPrompt="1"/>
          </p:nvPr>
        </p:nvSpPr>
        <p:spPr>
          <a:xfrm>
            <a:off x="3531437"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101" name="텍스트 개체 틀 9"/>
          <p:cNvSpPr>
            <a:spLocks noGrp="1"/>
          </p:cNvSpPr>
          <p:nvPr>
            <p:ph type="body" sz="quarter" idx="86" hasCustomPrompt="1"/>
          </p:nvPr>
        </p:nvSpPr>
        <p:spPr>
          <a:xfrm>
            <a:off x="3843198"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102" name="텍스트 개체 틀 9"/>
          <p:cNvSpPr>
            <a:spLocks noGrp="1"/>
          </p:cNvSpPr>
          <p:nvPr>
            <p:ph type="body" sz="quarter" idx="87" hasCustomPrompt="1"/>
          </p:nvPr>
        </p:nvSpPr>
        <p:spPr>
          <a:xfrm>
            <a:off x="4154959"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103" name="텍스트 개체 틀 9"/>
          <p:cNvSpPr>
            <a:spLocks noGrp="1"/>
          </p:cNvSpPr>
          <p:nvPr>
            <p:ph type="body" sz="quarter" idx="88" hasCustomPrompt="1"/>
          </p:nvPr>
        </p:nvSpPr>
        <p:spPr>
          <a:xfrm>
            <a:off x="4466720"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104" name="그림 개체 틀 7"/>
          <p:cNvSpPr>
            <a:spLocks noGrp="1"/>
          </p:cNvSpPr>
          <p:nvPr>
            <p:ph type="pic" sz="quarter" idx="89" hasCustomPrompt="1"/>
          </p:nvPr>
        </p:nvSpPr>
        <p:spPr>
          <a:xfrm>
            <a:off x="4973564" y="1075854"/>
            <a:ext cx="1544400" cy="1800000"/>
          </a:xfrm>
          <a:prstGeom prst="rect">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05" name="텍스트 개체 틀 32"/>
          <p:cNvSpPr>
            <a:spLocks noGrp="1"/>
          </p:cNvSpPr>
          <p:nvPr>
            <p:ph type="body" sz="quarter" idx="90" hasCustomPrompt="1"/>
          </p:nvPr>
        </p:nvSpPr>
        <p:spPr>
          <a:xfrm>
            <a:off x="5073577" y="3217219"/>
            <a:ext cx="1444388" cy="209207"/>
          </a:xfrm>
          <a:prstGeom prst="rect">
            <a:avLst/>
          </a:prstGeom>
        </p:spPr>
        <p:txBody>
          <a:bodyPr lIns="0" tIns="0" rIns="0" bIns="0"/>
          <a:lstStyle>
            <a:lvl1pPr marL="0" indent="0" algn="l">
              <a:buFont typeface="Arial" panose="020B0604020202020204" pitchFamily="34" charset="0"/>
              <a:buNone/>
              <a:defRPr lang="ko-KR" altLang="en-US" sz="8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(Responsibility4)</a:t>
            </a:r>
            <a:endParaRPr lang="ko-KR" altLang="en-US" dirty="0"/>
          </a:p>
        </p:txBody>
      </p:sp>
      <p:sp>
        <p:nvSpPr>
          <p:cNvPr id="106" name="텍스트 개체 틀 30"/>
          <p:cNvSpPr>
            <a:spLocks noGrp="1"/>
          </p:cNvSpPr>
          <p:nvPr>
            <p:ph type="body" sz="quarter" idx="91" hasCustomPrompt="1"/>
          </p:nvPr>
        </p:nvSpPr>
        <p:spPr>
          <a:xfrm>
            <a:off x="5073577" y="3006572"/>
            <a:ext cx="1444388" cy="209207"/>
          </a:xfrm>
          <a:prstGeom prst="rect">
            <a:avLst/>
          </a:prstGeom>
        </p:spPr>
        <p:txBody>
          <a:bodyPr lIns="0" tIns="0" rIns="0" bIns="0"/>
          <a:lstStyle>
            <a:lvl1pPr marL="0" indent="0" algn="l">
              <a:buFont typeface="Arial" panose="020B0604020202020204" pitchFamily="34" charset="0"/>
              <a:buNone/>
              <a:defRPr lang="ko-KR" altLang="en-US" sz="12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Name4</a:t>
            </a:r>
            <a:endParaRPr lang="ko-KR" altLang="en-US" dirty="0"/>
          </a:p>
        </p:txBody>
      </p:sp>
      <p:sp>
        <p:nvSpPr>
          <p:cNvPr id="107" name="텍스트 개체 틀 34"/>
          <p:cNvSpPr>
            <a:spLocks noGrp="1"/>
          </p:cNvSpPr>
          <p:nvPr>
            <p:ph type="body" sz="quarter" idx="92" hasCustomPrompt="1"/>
          </p:nvPr>
        </p:nvSpPr>
        <p:spPr>
          <a:xfrm>
            <a:off x="5073577" y="3565583"/>
            <a:ext cx="1444388" cy="631091"/>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08" name="텍스트 개체 틀 9"/>
          <p:cNvSpPr>
            <a:spLocks noGrp="1"/>
          </p:cNvSpPr>
          <p:nvPr>
            <p:ph type="body" sz="quarter" idx="93" hasCustomPrompt="1"/>
          </p:nvPr>
        </p:nvSpPr>
        <p:spPr>
          <a:xfrm>
            <a:off x="5073576"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109" name="텍스트 개체 틀 9"/>
          <p:cNvSpPr>
            <a:spLocks noGrp="1"/>
          </p:cNvSpPr>
          <p:nvPr>
            <p:ph type="body" sz="quarter" idx="94" hasCustomPrompt="1"/>
          </p:nvPr>
        </p:nvSpPr>
        <p:spPr>
          <a:xfrm>
            <a:off x="5385337"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110" name="텍스트 개체 틀 9"/>
          <p:cNvSpPr>
            <a:spLocks noGrp="1"/>
          </p:cNvSpPr>
          <p:nvPr>
            <p:ph type="body" sz="quarter" idx="95" hasCustomPrompt="1"/>
          </p:nvPr>
        </p:nvSpPr>
        <p:spPr>
          <a:xfrm>
            <a:off x="5697098"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111" name="텍스트 개체 틀 9"/>
          <p:cNvSpPr>
            <a:spLocks noGrp="1"/>
          </p:cNvSpPr>
          <p:nvPr>
            <p:ph type="body" sz="quarter" idx="96" hasCustomPrompt="1"/>
          </p:nvPr>
        </p:nvSpPr>
        <p:spPr>
          <a:xfrm>
            <a:off x="6008859" y="4196674"/>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cxnSp>
        <p:nvCxnSpPr>
          <p:cNvPr id="112" name="직선 연결선 111"/>
          <p:cNvCxnSpPr/>
          <p:nvPr userDrawn="1"/>
        </p:nvCxnSpPr>
        <p:spPr>
          <a:xfrm>
            <a:off x="442638" y="3444890"/>
            <a:ext cx="16329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3" name="직선 연결선 112"/>
          <p:cNvCxnSpPr/>
          <p:nvPr userDrawn="1"/>
        </p:nvCxnSpPr>
        <p:spPr>
          <a:xfrm>
            <a:off x="1987038" y="3444890"/>
            <a:ext cx="16329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4" name="직선 연결선 113"/>
          <p:cNvCxnSpPr/>
          <p:nvPr userDrawn="1"/>
        </p:nvCxnSpPr>
        <p:spPr>
          <a:xfrm>
            <a:off x="3531438" y="3444890"/>
            <a:ext cx="16329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5" name="직선 연결선 114"/>
          <p:cNvCxnSpPr/>
          <p:nvPr userDrawn="1"/>
        </p:nvCxnSpPr>
        <p:spPr>
          <a:xfrm>
            <a:off x="5073577" y="3444890"/>
            <a:ext cx="16329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6810235"/>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Our Team : type 4">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36" name="그림 개체 틀 7"/>
          <p:cNvSpPr>
            <a:spLocks noGrp="1"/>
          </p:cNvSpPr>
          <p:nvPr>
            <p:ph type="pic" sz="quarter" idx="10" hasCustomPrompt="1"/>
          </p:nvPr>
        </p:nvSpPr>
        <p:spPr>
          <a:xfrm>
            <a:off x="342625" y="992610"/>
            <a:ext cx="1548000" cy="1548000"/>
          </a:xfrm>
          <a:prstGeom prst="teardrop">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171450" indent="-171450" algn="ctr">
              <a:buFont typeface="Arial" panose="020B0604020202020204" pitchFamily="34" charset="0"/>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37" name="그림 개체 틀 7"/>
          <p:cNvSpPr>
            <a:spLocks noGrp="1"/>
          </p:cNvSpPr>
          <p:nvPr>
            <p:ph type="pic" sz="quarter" idx="11" hasCustomPrompt="1"/>
          </p:nvPr>
        </p:nvSpPr>
        <p:spPr>
          <a:xfrm>
            <a:off x="342625" y="2991592"/>
            <a:ext cx="1548000" cy="1548000"/>
          </a:xfrm>
          <a:prstGeom prst="teardrop">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171450" indent="-171450" algn="ctr">
              <a:buFont typeface="Arial" panose="020B0604020202020204" pitchFamily="34" charset="0"/>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38" name="그림 개체 틀 7"/>
          <p:cNvSpPr>
            <a:spLocks noGrp="1"/>
          </p:cNvSpPr>
          <p:nvPr>
            <p:ph type="pic" sz="quarter" idx="12" hasCustomPrompt="1"/>
          </p:nvPr>
        </p:nvSpPr>
        <p:spPr>
          <a:xfrm>
            <a:off x="3526077" y="992610"/>
            <a:ext cx="1548000" cy="1548000"/>
          </a:xfrm>
          <a:prstGeom prst="teardrop">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171450" indent="-171450" algn="ctr">
              <a:buFont typeface="Arial" panose="020B0604020202020204" pitchFamily="34" charset="0"/>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39" name="그림 개체 틀 7"/>
          <p:cNvSpPr>
            <a:spLocks noGrp="1"/>
          </p:cNvSpPr>
          <p:nvPr>
            <p:ph type="pic" sz="quarter" idx="13" hasCustomPrompt="1"/>
          </p:nvPr>
        </p:nvSpPr>
        <p:spPr>
          <a:xfrm>
            <a:off x="3526077" y="2991592"/>
            <a:ext cx="1548000" cy="1548000"/>
          </a:xfrm>
          <a:prstGeom prst="teardrop">
            <a:avLst/>
          </a:prstGeom>
          <a:solidFill>
            <a:schemeClr val="bg2">
              <a:lumMod val="9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171450" indent="-171450" algn="ctr">
              <a:buFont typeface="Arial" panose="020B0604020202020204" pitchFamily="34" charset="0"/>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40" name="텍스트 개체 틀 32"/>
          <p:cNvSpPr>
            <a:spLocks noGrp="1"/>
          </p:cNvSpPr>
          <p:nvPr>
            <p:ph type="body" sz="quarter" idx="15" hasCustomPrompt="1"/>
          </p:nvPr>
        </p:nvSpPr>
        <p:spPr>
          <a:xfrm>
            <a:off x="2021396" y="1246947"/>
            <a:ext cx="1339371" cy="209207"/>
          </a:xfrm>
          <a:prstGeom prst="rect">
            <a:avLst/>
          </a:prstGeom>
        </p:spPr>
        <p:txBody>
          <a:bodyPr lIns="0" tIns="0" rIns="0" bIns="0"/>
          <a:lstStyle>
            <a:lvl1pPr marL="0" indent="0" algn="l">
              <a:buFont typeface="Arial" panose="020B0604020202020204" pitchFamily="34" charset="0"/>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a:t>
            </a:r>
            <a:endParaRPr lang="ko-KR" altLang="en-US" dirty="0"/>
          </a:p>
        </p:txBody>
      </p:sp>
      <p:sp>
        <p:nvSpPr>
          <p:cNvPr id="41" name="텍스트 개체 틀 30"/>
          <p:cNvSpPr>
            <a:spLocks noGrp="1"/>
          </p:cNvSpPr>
          <p:nvPr>
            <p:ph type="body" sz="quarter" idx="14" hasCustomPrompt="1"/>
          </p:nvPr>
        </p:nvSpPr>
        <p:spPr>
          <a:xfrm>
            <a:off x="2021396" y="1002267"/>
            <a:ext cx="1339371" cy="257380"/>
          </a:xfrm>
          <a:prstGeom prst="rect">
            <a:avLst/>
          </a:prstGeom>
        </p:spPr>
        <p:txBody>
          <a:bodyPr lIns="0" tIns="0" rIns="0" bIns="0"/>
          <a:lstStyle>
            <a:lvl1pPr marL="0" indent="0" algn="l">
              <a:buFont typeface="Arial" panose="020B0604020202020204" pitchFamily="34" charset="0"/>
              <a:buNone/>
              <a:defRPr lang="ko-KR" altLang="en-US" sz="14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Name1</a:t>
            </a:r>
            <a:endParaRPr lang="ko-KR" altLang="en-US" dirty="0"/>
          </a:p>
        </p:txBody>
      </p:sp>
      <p:sp>
        <p:nvSpPr>
          <p:cNvPr id="43" name="텍스트 개체 틀 34"/>
          <p:cNvSpPr>
            <a:spLocks noGrp="1"/>
          </p:cNvSpPr>
          <p:nvPr>
            <p:ph type="body" sz="quarter" idx="16" hasCustomPrompt="1"/>
          </p:nvPr>
        </p:nvSpPr>
        <p:spPr>
          <a:xfrm>
            <a:off x="2021396" y="1632177"/>
            <a:ext cx="1339371" cy="667519"/>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52" name="텍스트 개체 틀 32"/>
          <p:cNvSpPr>
            <a:spLocks noGrp="1"/>
          </p:cNvSpPr>
          <p:nvPr>
            <p:ph type="body" sz="quarter" idx="24" hasCustomPrompt="1"/>
          </p:nvPr>
        </p:nvSpPr>
        <p:spPr>
          <a:xfrm>
            <a:off x="5196196" y="1242794"/>
            <a:ext cx="1339371" cy="209207"/>
          </a:xfrm>
          <a:prstGeom prst="rect">
            <a:avLst/>
          </a:prstGeom>
        </p:spPr>
        <p:txBody>
          <a:bodyPr lIns="0" tIns="0" rIns="0" bIns="0"/>
          <a:lstStyle>
            <a:lvl1pPr marL="0" indent="0" algn="l">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(Responsibility3)</a:t>
            </a:r>
            <a:endParaRPr lang="ko-KR" altLang="en-US" dirty="0"/>
          </a:p>
        </p:txBody>
      </p:sp>
      <p:sp>
        <p:nvSpPr>
          <p:cNvPr id="53" name="텍스트 개체 틀 30"/>
          <p:cNvSpPr>
            <a:spLocks noGrp="1"/>
          </p:cNvSpPr>
          <p:nvPr>
            <p:ph type="body" sz="quarter" idx="25" hasCustomPrompt="1"/>
          </p:nvPr>
        </p:nvSpPr>
        <p:spPr>
          <a:xfrm>
            <a:off x="5196196" y="998114"/>
            <a:ext cx="1339371" cy="257380"/>
          </a:xfrm>
          <a:prstGeom prst="rect">
            <a:avLst/>
          </a:prstGeom>
        </p:spPr>
        <p:txBody>
          <a:bodyPr lIns="0" tIns="0" rIns="0" bIns="0"/>
          <a:lstStyle>
            <a:lvl1pPr marL="0" indent="0" algn="l">
              <a:buNone/>
              <a:defRPr lang="ko-KR" altLang="en-US" sz="14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Name3</a:t>
            </a:r>
            <a:endParaRPr lang="ko-KR" altLang="en-US" dirty="0"/>
          </a:p>
        </p:txBody>
      </p:sp>
      <p:sp>
        <p:nvSpPr>
          <p:cNvPr id="54" name="텍스트 개체 틀 34"/>
          <p:cNvSpPr>
            <a:spLocks noGrp="1"/>
          </p:cNvSpPr>
          <p:nvPr>
            <p:ph type="body" sz="quarter" idx="26" hasCustomPrompt="1"/>
          </p:nvPr>
        </p:nvSpPr>
        <p:spPr>
          <a:xfrm>
            <a:off x="5196196" y="1628024"/>
            <a:ext cx="1339371" cy="667519"/>
          </a:xfrm>
          <a:prstGeom prst="rect">
            <a:avLst/>
          </a:prstGeom>
        </p:spPr>
        <p:txBody>
          <a:bodyPr lIns="0" tIns="0" rIns="0" bIns="0"/>
          <a:lstStyle>
            <a:lvl1pPr marL="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55" name="텍스트 개체 틀 32"/>
          <p:cNvSpPr>
            <a:spLocks noGrp="1"/>
          </p:cNvSpPr>
          <p:nvPr>
            <p:ph type="body" sz="quarter" idx="27" hasCustomPrompt="1"/>
          </p:nvPr>
        </p:nvSpPr>
        <p:spPr>
          <a:xfrm>
            <a:off x="5196196" y="3236272"/>
            <a:ext cx="1339371" cy="209207"/>
          </a:xfrm>
          <a:prstGeom prst="rect">
            <a:avLst/>
          </a:prstGeom>
        </p:spPr>
        <p:txBody>
          <a:bodyPr lIns="0" tIns="0" rIns="0" bIns="0"/>
          <a:lstStyle>
            <a:lvl1pPr marL="0" indent="0" algn="l">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(Responsibility4)</a:t>
            </a:r>
            <a:endParaRPr lang="ko-KR" altLang="en-US" dirty="0"/>
          </a:p>
        </p:txBody>
      </p:sp>
      <p:sp>
        <p:nvSpPr>
          <p:cNvPr id="56" name="텍스트 개체 틀 30"/>
          <p:cNvSpPr>
            <a:spLocks noGrp="1"/>
          </p:cNvSpPr>
          <p:nvPr>
            <p:ph type="body" sz="quarter" idx="28" hasCustomPrompt="1"/>
          </p:nvPr>
        </p:nvSpPr>
        <p:spPr>
          <a:xfrm>
            <a:off x="5196196" y="2991592"/>
            <a:ext cx="1339371" cy="257380"/>
          </a:xfrm>
          <a:prstGeom prst="rect">
            <a:avLst/>
          </a:prstGeom>
        </p:spPr>
        <p:txBody>
          <a:bodyPr lIns="0" tIns="0" rIns="0" bIns="0"/>
          <a:lstStyle>
            <a:lvl1pPr marL="0" indent="0" algn="l">
              <a:buNone/>
              <a:defRPr lang="ko-KR" altLang="en-US" sz="14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Name4</a:t>
            </a:r>
            <a:endParaRPr lang="ko-KR" altLang="en-US" dirty="0"/>
          </a:p>
        </p:txBody>
      </p:sp>
      <p:sp>
        <p:nvSpPr>
          <p:cNvPr id="57" name="텍스트 개체 틀 34"/>
          <p:cNvSpPr>
            <a:spLocks noGrp="1"/>
          </p:cNvSpPr>
          <p:nvPr>
            <p:ph type="body" sz="quarter" idx="29" hasCustomPrompt="1"/>
          </p:nvPr>
        </p:nvSpPr>
        <p:spPr>
          <a:xfrm>
            <a:off x="5196196" y="3621502"/>
            <a:ext cx="1339371" cy="667519"/>
          </a:xfrm>
          <a:prstGeom prst="rect">
            <a:avLst/>
          </a:prstGeom>
        </p:spPr>
        <p:txBody>
          <a:bodyPr lIns="0" tIns="0" rIns="0" bIns="0"/>
          <a:lstStyle>
            <a:lvl1pPr marL="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58" name="텍스트 개체 틀 133"/>
          <p:cNvSpPr>
            <a:spLocks noGrp="1"/>
          </p:cNvSpPr>
          <p:nvPr>
            <p:ph type="body" sz="quarter" idx="42" hasCustomPrompt="1"/>
          </p:nvPr>
        </p:nvSpPr>
        <p:spPr>
          <a:xfrm>
            <a:off x="2021396" y="2991592"/>
            <a:ext cx="1339371" cy="257380"/>
          </a:xfrm>
          <a:prstGeom prst="rect">
            <a:avLst/>
          </a:prstGeom>
        </p:spPr>
        <p:txBody>
          <a:bodyPr lIns="0" tIns="0" rIns="0" bIns="0"/>
          <a:lstStyle>
            <a:lvl1pPr marL="0" indent="0" algn="l">
              <a:buFont typeface="Arial" panose="020B0604020202020204" pitchFamily="34" charset="0"/>
              <a:buNone/>
              <a:defRPr lang="ko-KR" altLang="en-US" sz="14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1pPr>
            <a:lvl2pPr>
              <a:defRPr lang="ko-KR" altLang="en-US" sz="15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2pPr>
            <a:lvl3pPr>
              <a:defRPr lang="ko-KR" altLang="en-US" sz="15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3pPr>
            <a:lvl4pPr>
              <a:defRPr lang="ko-KR" altLang="en-US" sz="15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4pPr>
            <a:lvl5pPr>
              <a:defRPr lang="ko-KR" altLang="en-US" sz="15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5pPr>
          </a:lstStyle>
          <a:p>
            <a:pPr lvl="0"/>
            <a:r>
              <a:rPr lang="en-US" altLang="ko-KR" dirty="0"/>
              <a:t>Name2</a:t>
            </a:r>
            <a:endParaRPr lang="ko-KR" altLang="en-US" dirty="0"/>
          </a:p>
        </p:txBody>
      </p:sp>
      <p:sp>
        <p:nvSpPr>
          <p:cNvPr id="59" name="텍스트 개체 틀 135"/>
          <p:cNvSpPr>
            <a:spLocks noGrp="1"/>
          </p:cNvSpPr>
          <p:nvPr>
            <p:ph type="body" sz="quarter" idx="43" hasCustomPrompt="1"/>
          </p:nvPr>
        </p:nvSpPr>
        <p:spPr>
          <a:xfrm>
            <a:off x="2021396" y="3236272"/>
            <a:ext cx="1339371" cy="209207"/>
          </a:xfrm>
          <a:prstGeom prst="rect">
            <a:avLst/>
          </a:prstGeom>
        </p:spPr>
        <p:txBody>
          <a:bodyPr lIns="0" tIns="0" rIns="0" bIns="0"/>
          <a:lstStyle>
            <a:lvl1pPr marL="0" indent="0" algn="l">
              <a:buFont typeface="Arial" panose="020B0604020202020204" pitchFamily="34" charset="0"/>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stStyle>
          <a:p>
            <a:pPr lvl="0"/>
            <a:r>
              <a:rPr lang="en-US" altLang="ko-KR" dirty="0"/>
              <a:t>(Responsibility2)</a:t>
            </a:r>
            <a:endParaRPr lang="ko-KR" altLang="en-US" dirty="0"/>
          </a:p>
        </p:txBody>
      </p:sp>
      <p:sp>
        <p:nvSpPr>
          <p:cNvPr id="60" name="텍스트 개체 틀 137"/>
          <p:cNvSpPr>
            <a:spLocks noGrp="1"/>
          </p:cNvSpPr>
          <p:nvPr>
            <p:ph type="body" sz="quarter" idx="44" hasCustomPrompt="1"/>
          </p:nvPr>
        </p:nvSpPr>
        <p:spPr>
          <a:xfrm>
            <a:off x="2021396" y="3621502"/>
            <a:ext cx="1339371" cy="667519"/>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dirty="0"/>
              <a:t>Explanation about this person</a:t>
            </a:r>
          </a:p>
        </p:txBody>
      </p:sp>
      <p:sp>
        <p:nvSpPr>
          <p:cNvPr id="61" name="텍스트 개체 틀 9"/>
          <p:cNvSpPr>
            <a:spLocks noGrp="1"/>
          </p:cNvSpPr>
          <p:nvPr>
            <p:ph type="body" sz="quarter" idx="69" hasCustomPrompt="1"/>
          </p:nvPr>
        </p:nvSpPr>
        <p:spPr>
          <a:xfrm>
            <a:off x="2012786" y="230965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62" name="텍스트 개체 틀 9"/>
          <p:cNvSpPr>
            <a:spLocks noGrp="1"/>
          </p:cNvSpPr>
          <p:nvPr>
            <p:ph type="body" sz="quarter" idx="70" hasCustomPrompt="1"/>
          </p:nvPr>
        </p:nvSpPr>
        <p:spPr>
          <a:xfrm>
            <a:off x="2324547" y="230965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63" name="텍스트 개체 틀 9"/>
          <p:cNvSpPr>
            <a:spLocks noGrp="1"/>
          </p:cNvSpPr>
          <p:nvPr>
            <p:ph type="body" sz="quarter" idx="71" hasCustomPrompt="1"/>
          </p:nvPr>
        </p:nvSpPr>
        <p:spPr>
          <a:xfrm>
            <a:off x="2636308" y="230965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64" name="텍스트 개체 틀 9"/>
          <p:cNvSpPr>
            <a:spLocks noGrp="1"/>
          </p:cNvSpPr>
          <p:nvPr>
            <p:ph type="body" sz="quarter" idx="72" hasCustomPrompt="1"/>
          </p:nvPr>
        </p:nvSpPr>
        <p:spPr>
          <a:xfrm>
            <a:off x="2948069" y="230965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65" name="텍스트 개체 틀 9"/>
          <p:cNvSpPr>
            <a:spLocks noGrp="1"/>
          </p:cNvSpPr>
          <p:nvPr>
            <p:ph type="body" sz="quarter" idx="73" hasCustomPrompt="1"/>
          </p:nvPr>
        </p:nvSpPr>
        <p:spPr>
          <a:xfrm>
            <a:off x="2012744"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66" name="텍스트 개체 틀 9"/>
          <p:cNvSpPr>
            <a:spLocks noGrp="1"/>
          </p:cNvSpPr>
          <p:nvPr>
            <p:ph type="body" sz="quarter" idx="74" hasCustomPrompt="1"/>
          </p:nvPr>
        </p:nvSpPr>
        <p:spPr>
          <a:xfrm>
            <a:off x="2324505"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70" name="텍스트 개체 틀 9"/>
          <p:cNvSpPr>
            <a:spLocks noGrp="1"/>
          </p:cNvSpPr>
          <p:nvPr>
            <p:ph type="body" sz="quarter" idx="75" hasCustomPrompt="1"/>
          </p:nvPr>
        </p:nvSpPr>
        <p:spPr>
          <a:xfrm>
            <a:off x="2636266"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71" name="텍스트 개체 틀 9"/>
          <p:cNvSpPr>
            <a:spLocks noGrp="1"/>
          </p:cNvSpPr>
          <p:nvPr>
            <p:ph type="body" sz="quarter" idx="76" hasCustomPrompt="1"/>
          </p:nvPr>
        </p:nvSpPr>
        <p:spPr>
          <a:xfrm>
            <a:off x="2948027"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72" name="텍스트 개체 틀 9"/>
          <p:cNvSpPr>
            <a:spLocks noGrp="1"/>
          </p:cNvSpPr>
          <p:nvPr>
            <p:ph type="body" sz="quarter" idx="77" hasCustomPrompt="1"/>
          </p:nvPr>
        </p:nvSpPr>
        <p:spPr>
          <a:xfrm>
            <a:off x="5196196" y="230965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73" name="텍스트 개체 틀 9"/>
          <p:cNvSpPr>
            <a:spLocks noGrp="1"/>
          </p:cNvSpPr>
          <p:nvPr>
            <p:ph type="body" sz="quarter" idx="78" hasCustomPrompt="1"/>
          </p:nvPr>
        </p:nvSpPr>
        <p:spPr>
          <a:xfrm>
            <a:off x="5507957" y="230965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74" name="텍스트 개체 틀 9"/>
          <p:cNvSpPr>
            <a:spLocks noGrp="1"/>
          </p:cNvSpPr>
          <p:nvPr>
            <p:ph type="body" sz="quarter" idx="79" hasCustomPrompt="1"/>
          </p:nvPr>
        </p:nvSpPr>
        <p:spPr>
          <a:xfrm>
            <a:off x="5819718" y="230965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75" name="텍스트 개체 틀 9"/>
          <p:cNvSpPr>
            <a:spLocks noGrp="1"/>
          </p:cNvSpPr>
          <p:nvPr>
            <p:ph type="body" sz="quarter" idx="80" hasCustomPrompt="1"/>
          </p:nvPr>
        </p:nvSpPr>
        <p:spPr>
          <a:xfrm>
            <a:off x="6131479" y="2309657"/>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76" name="텍스트 개체 틀 9"/>
          <p:cNvSpPr>
            <a:spLocks noGrp="1"/>
          </p:cNvSpPr>
          <p:nvPr>
            <p:ph type="body" sz="quarter" idx="81" hasCustomPrompt="1"/>
          </p:nvPr>
        </p:nvSpPr>
        <p:spPr>
          <a:xfrm>
            <a:off x="5196196"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77" name="텍스트 개체 틀 9"/>
          <p:cNvSpPr>
            <a:spLocks noGrp="1"/>
          </p:cNvSpPr>
          <p:nvPr>
            <p:ph type="body" sz="quarter" idx="82" hasCustomPrompt="1"/>
          </p:nvPr>
        </p:nvSpPr>
        <p:spPr>
          <a:xfrm>
            <a:off x="5507957"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78" name="텍스트 개체 틀 9"/>
          <p:cNvSpPr>
            <a:spLocks noGrp="1"/>
          </p:cNvSpPr>
          <p:nvPr>
            <p:ph type="body" sz="quarter" idx="83" hasCustomPrompt="1"/>
          </p:nvPr>
        </p:nvSpPr>
        <p:spPr>
          <a:xfrm>
            <a:off x="5819718"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79" name="텍스트 개체 틀 9"/>
          <p:cNvSpPr>
            <a:spLocks noGrp="1"/>
          </p:cNvSpPr>
          <p:nvPr>
            <p:ph type="body" sz="quarter" idx="84" hasCustomPrompt="1"/>
          </p:nvPr>
        </p:nvSpPr>
        <p:spPr>
          <a:xfrm>
            <a:off x="6131479" y="4303135"/>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cxnSp>
        <p:nvCxnSpPr>
          <p:cNvPr id="80" name="직선 연결선 79"/>
          <p:cNvCxnSpPr/>
          <p:nvPr userDrawn="1"/>
        </p:nvCxnSpPr>
        <p:spPr>
          <a:xfrm>
            <a:off x="2021396" y="1512339"/>
            <a:ext cx="216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1" name="직선 연결선 80"/>
          <p:cNvCxnSpPr/>
          <p:nvPr userDrawn="1"/>
        </p:nvCxnSpPr>
        <p:spPr>
          <a:xfrm>
            <a:off x="5196196" y="1512339"/>
            <a:ext cx="216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직선 연결선 82"/>
          <p:cNvCxnSpPr/>
          <p:nvPr userDrawn="1"/>
        </p:nvCxnSpPr>
        <p:spPr>
          <a:xfrm>
            <a:off x="2021396" y="3505817"/>
            <a:ext cx="216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4" name="직선 연결선 83"/>
          <p:cNvCxnSpPr/>
          <p:nvPr userDrawn="1"/>
        </p:nvCxnSpPr>
        <p:spPr>
          <a:xfrm>
            <a:off x="5196196" y="3505817"/>
            <a:ext cx="216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935932"/>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ur Team : type 5">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36" name="그림 개체 틀 8"/>
          <p:cNvSpPr>
            <a:spLocks noGrp="1"/>
          </p:cNvSpPr>
          <p:nvPr>
            <p:ph type="pic" sz="quarter" idx="10" hasCustomPrompt="1"/>
          </p:nvPr>
        </p:nvSpPr>
        <p:spPr>
          <a:xfrm>
            <a:off x="342625" y="1054773"/>
            <a:ext cx="1414738" cy="1414800"/>
          </a:xfrm>
          <a:prstGeom prst="ellipse">
            <a:avLst/>
          </a:prstGeom>
          <a:solidFill>
            <a:schemeClr val="bg2">
              <a:lumMod val="95000"/>
            </a:schemeClr>
          </a:solidFill>
          <a:ln w="127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37" name="그림 개체 틀 8"/>
          <p:cNvSpPr>
            <a:spLocks noGrp="1"/>
          </p:cNvSpPr>
          <p:nvPr>
            <p:ph type="pic" sz="quarter" idx="85" hasCustomPrompt="1"/>
          </p:nvPr>
        </p:nvSpPr>
        <p:spPr>
          <a:xfrm>
            <a:off x="1935360" y="2921345"/>
            <a:ext cx="1414738" cy="1414800"/>
          </a:xfrm>
          <a:prstGeom prst="ellipse">
            <a:avLst/>
          </a:prstGeom>
          <a:solidFill>
            <a:schemeClr val="bg2">
              <a:lumMod val="95000"/>
            </a:schemeClr>
          </a:solidFill>
          <a:ln w="127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38" name="그림 개체 틀 8"/>
          <p:cNvSpPr>
            <a:spLocks noGrp="1"/>
          </p:cNvSpPr>
          <p:nvPr>
            <p:ph type="pic" sz="quarter" idx="86" hasCustomPrompt="1"/>
          </p:nvPr>
        </p:nvSpPr>
        <p:spPr>
          <a:xfrm>
            <a:off x="3528095" y="1054773"/>
            <a:ext cx="1414738" cy="1414800"/>
          </a:xfrm>
          <a:prstGeom prst="ellipse">
            <a:avLst/>
          </a:prstGeom>
          <a:solidFill>
            <a:schemeClr val="bg2">
              <a:lumMod val="95000"/>
            </a:schemeClr>
          </a:solidFill>
          <a:ln w="127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39" name="그림 개체 틀 8"/>
          <p:cNvSpPr>
            <a:spLocks noGrp="1"/>
          </p:cNvSpPr>
          <p:nvPr>
            <p:ph type="pic" sz="quarter" idx="87" hasCustomPrompt="1"/>
          </p:nvPr>
        </p:nvSpPr>
        <p:spPr>
          <a:xfrm>
            <a:off x="5120829" y="2921345"/>
            <a:ext cx="1414738" cy="1414800"/>
          </a:xfrm>
          <a:prstGeom prst="ellipse">
            <a:avLst/>
          </a:prstGeom>
          <a:solidFill>
            <a:schemeClr val="bg2">
              <a:lumMod val="95000"/>
            </a:schemeClr>
          </a:solidFill>
          <a:ln w="127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40" name="텍스트 개체 틀 32"/>
          <p:cNvSpPr>
            <a:spLocks noGrp="1"/>
          </p:cNvSpPr>
          <p:nvPr>
            <p:ph type="body" sz="quarter" idx="15" hasCustomPrompt="1"/>
          </p:nvPr>
        </p:nvSpPr>
        <p:spPr>
          <a:xfrm>
            <a:off x="342625" y="3153325"/>
            <a:ext cx="1414738" cy="209207"/>
          </a:xfrm>
          <a:prstGeom prst="rect">
            <a:avLst/>
          </a:prstGeom>
        </p:spPr>
        <p:txBody>
          <a:bodyPr lIns="0" tIns="0" rIns="0" bIns="0"/>
          <a:lstStyle>
            <a:lvl1pPr marL="0" indent="0" algn="ctr">
              <a:buFont typeface="Arial" panose="020B0604020202020204" pitchFamily="34" charset="0"/>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a:t>
            </a:r>
            <a:endParaRPr lang="ko-KR" altLang="en-US" dirty="0"/>
          </a:p>
        </p:txBody>
      </p:sp>
      <p:sp>
        <p:nvSpPr>
          <p:cNvPr id="41" name="텍스트 개체 틀 30"/>
          <p:cNvSpPr>
            <a:spLocks noGrp="1"/>
          </p:cNvSpPr>
          <p:nvPr>
            <p:ph type="body" sz="quarter" idx="14" hasCustomPrompt="1"/>
          </p:nvPr>
        </p:nvSpPr>
        <p:spPr>
          <a:xfrm>
            <a:off x="342625" y="2914995"/>
            <a:ext cx="1414738" cy="257380"/>
          </a:xfrm>
          <a:prstGeom prst="rect">
            <a:avLst/>
          </a:prstGeom>
        </p:spPr>
        <p:txBody>
          <a:bodyPr lIns="0" tIns="0" rIns="0" bIns="0"/>
          <a:lstStyle>
            <a:lvl1pPr marL="0" indent="0" algn="ctr">
              <a:buFont typeface="Arial" panose="020B0604020202020204" pitchFamily="34" charset="0"/>
              <a:buNone/>
              <a:defRPr lang="ko-KR" altLang="en-US" sz="14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Name1</a:t>
            </a:r>
            <a:endParaRPr lang="ko-KR" altLang="en-US" dirty="0"/>
          </a:p>
        </p:txBody>
      </p:sp>
      <p:sp>
        <p:nvSpPr>
          <p:cNvPr id="42" name="텍스트 개체 틀 34"/>
          <p:cNvSpPr>
            <a:spLocks noGrp="1"/>
          </p:cNvSpPr>
          <p:nvPr>
            <p:ph type="body" sz="quarter" idx="16" hasCustomPrompt="1"/>
          </p:nvPr>
        </p:nvSpPr>
        <p:spPr>
          <a:xfrm>
            <a:off x="342625" y="3513155"/>
            <a:ext cx="1414738" cy="540000"/>
          </a:xfrm>
          <a:prstGeom prst="rect">
            <a:avLst/>
          </a:prstGeom>
        </p:spPr>
        <p:txBody>
          <a:bodyPr lIns="0" tIns="0" rIns="0" bIns="0"/>
          <a:lstStyle>
            <a:lvl1pPr marL="0" indent="0" algn="ctr">
              <a:spcBef>
                <a:spcPts val="0"/>
              </a:spcBef>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43" name="텍스트 개체 틀 32"/>
          <p:cNvSpPr>
            <a:spLocks noGrp="1"/>
          </p:cNvSpPr>
          <p:nvPr>
            <p:ph type="body" sz="quarter" idx="24" hasCustomPrompt="1"/>
          </p:nvPr>
        </p:nvSpPr>
        <p:spPr>
          <a:xfrm>
            <a:off x="3528095" y="3153325"/>
            <a:ext cx="1414738" cy="209207"/>
          </a:xfrm>
          <a:prstGeom prst="rect">
            <a:avLst/>
          </a:prstGeom>
        </p:spPr>
        <p:txBody>
          <a:bodyPr lIns="0" tIns="0" rIns="0" bIns="0"/>
          <a:lstStyle>
            <a:lvl1pPr marL="0" indent="0" algn="ctr">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(Responsibility3)</a:t>
            </a:r>
            <a:endParaRPr lang="ko-KR" altLang="en-US" dirty="0"/>
          </a:p>
        </p:txBody>
      </p:sp>
      <p:sp>
        <p:nvSpPr>
          <p:cNvPr id="44" name="텍스트 개체 틀 30"/>
          <p:cNvSpPr>
            <a:spLocks noGrp="1"/>
          </p:cNvSpPr>
          <p:nvPr>
            <p:ph type="body" sz="quarter" idx="25" hasCustomPrompt="1"/>
          </p:nvPr>
        </p:nvSpPr>
        <p:spPr>
          <a:xfrm>
            <a:off x="3528095" y="2914995"/>
            <a:ext cx="1414738" cy="257380"/>
          </a:xfrm>
          <a:prstGeom prst="rect">
            <a:avLst/>
          </a:prstGeom>
        </p:spPr>
        <p:txBody>
          <a:bodyPr lIns="0" tIns="0" rIns="0" bIns="0"/>
          <a:lstStyle>
            <a:lvl1pPr marL="0" indent="0" algn="ctr">
              <a:buNone/>
              <a:defRPr lang="ko-KR" altLang="en-US" sz="14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Name3</a:t>
            </a:r>
            <a:endParaRPr lang="ko-KR" altLang="en-US" dirty="0"/>
          </a:p>
        </p:txBody>
      </p:sp>
      <p:sp>
        <p:nvSpPr>
          <p:cNvPr id="45" name="텍스트 개체 틀 34"/>
          <p:cNvSpPr>
            <a:spLocks noGrp="1"/>
          </p:cNvSpPr>
          <p:nvPr>
            <p:ph type="body" sz="quarter" idx="26" hasCustomPrompt="1"/>
          </p:nvPr>
        </p:nvSpPr>
        <p:spPr>
          <a:xfrm>
            <a:off x="3528095" y="3513155"/>
            <a:ext cx="1414738" cy="540000"/>
          </a:xfrm>
          <a:prstGeom prst="rect">
            <a:avLst/>
          </a:prstGeom>
        </p:spPr>
        <p:txBody>
          <a:bodyPr lIns="0" tIns="0" rIns="0" bIns="0"/>
          <a:lstStyle>
            <a:lvl1pPr marL="0" indent="0" algn="ctr">
              <a:spcBef>
                <a:spcPts val="0"/>
              </a:spcBef>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46" name="텍스트 개체 틀 32"/>
          <p:cNvSpPr>
            <a:spLocks noGrp="1"/>
          </p:cNvSpPr>
          <p:nvPr>
            <p:ph type="body" sz="quarter" idx="27" hasCustomPrompt="1"/>
          </p:nvPr>
        </p:nvSpPr>
        <p:spPr>
          <a:xfrm>
            <a:off x="5120829" y="1286753"/>
            <a:ext cx="1414738" cy="209207"/>
          </a:xfrm>
          <a:prstGeom prst="rect">
            <a:avLst/>
          </a:prstGeom>
        </p:spPr>
        <p:txBody>
          <a:bodyPr lIns="0" tIns="0" rIns="0" bIns="0"/>
          <a:lstStyle>
            <a:lvl1pPr marL="0" indent="0" algn="ctr">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(Responsibility4)</a:t>
            </a:r>
            <a:endParaRPr lang="ko-KR" altLang="en-US" dirty="0"/>
          </a:p>
        </p:txBody>
      </p:sp>
      <p:sp>
        <p:nvSpPr>
          <p:cNvPr id="47" name="텍스트 개체 틀 30"/>
          <p:cNvSpPr>
            <a:spLocks noGrp="1"/>
          </p:cNvSpPr>
          <p:nvPr>
            <p:ph type="body" sz="quarter" idx="28" hasCustomPrompt="1"/>
          </p:nvPr>
        </p:nvSpPr>
        <p:spPr>
          <a:xfrm>
            <a:off x="5120829" y="1048423"/>
            <a:ext cx="1414738" cy="257380"/>
          </a:xfrm>
          <a:prstGeom prst="rect">
            <a:avLst/>
          </a:prstGeom>
        </p:spPr>
        <p:txBody>
          <a:bodyPr lIns="0" tIns="0" rIns="0" bIns="0"/>
          <a:lstStyle>
            <a:lvl1pPr marL="0" indent="0" algn="ctr">
              <a:buNone/>
              <a:defRPr lang="ko-KR" altLang="en-US" sz="14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200" indent="0">
              <a:buNone/>
              <a:defRPr sz="500"/>
            </a:lvl2pPr>
            <a:lvl3pPr marL="914400" indent="0">
              <a:buNone/>
              <a:defRPr sz="500"/>
            </a:lvl3pPr>
            <a:lvl4pPr marL="1371600" indent="0">
              <a:buNone/>
              <a:defRPr sz="500"/>
            </a:lvl4pPr>
            <a:lvl5pPr marL="1828800" indent="0">
              <a:buNone/>
              <a:defRPr sz="500"/>
            </a:lvl5pPr>
          </a:lstStyle>
          <a:p>
            <a:pPr lvl="0"/>
            <a:r>
              <a:rPr lang="en-US" altLang="ko-KR" dirty="0"/>
              <a:t>Name4</a:t>
            </a:r>
            <a:endParaRPr lang="ko-KR" altLang="en-US" dirty="0"/>
          </a:p>
        </p:txBody>
      </p:sp>
      <p:sp>
        <p:nvSpPr>
          <p:cNvPr id="48" name="텍스트 개체 틀 34"/>
          <p:cNvSpPr>
            <a:spLocks noGrp="1"/>
          </p:cNvSpPr>
          <p:nvPr>
            <p:ph type="body" sz="quarter" idx="29" hasCustomPrompt="1"/>
          </p:nvPr>
        </p:nvSpPr>
        <p:spPr>
          <a:xfrm>
            <a:off x="5120829" y="1646583"/>
            <a:ext cx="1414738" cy="540000"/>
          </a:xfrm>
          <a:prstGeom prst="rect">
            <a:avLst/>
          </a:prstGeom>
        </p:spPr>
        <p:txBody>
          <a:bodyPr lIns="0" tIns="0" rIns="0" bIns="0"/>
          <a:lstStyle>
            <a:lvl1pPr marL="0" indent="0" algn="ctr">
              <a:spcBef>
                <a:spcPts val="0"/>
              </a:spcBef>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2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4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600"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800"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49" name="텍스트 개체 틀 133"/>
          <p:cNvSpPr>
            <a:spLocks noGrp="1"/>
          </p:cNvSpPr>
          <p:nvPr>
            <p:ph type="body" sz="quarter" idx="42" hasCustomPrompt="1"/>
          </p:nvPr>
        </p:nvSpPr>
        <p:spPr>
          <a:xfrm>
            <a:off x="1935360" y="1048423"/>
            <a:ext cx="1414738" cy="257380"/>
          </a:xfrm>
          <a:prstGeom prst="rect">
            <a:avLst/>
          </a:prstGeom>
        </p:spPr>
        <p:txBody>
          <a:bodyPr lIns="0" tIns="0" rIns="0" bIns="0"/>
          <a:lstStyle>
            <a:lvl1pPr marL="0" indent="0" algn="ctr">
              <a:buFont typeface="Arial" panose="020B0604020202020204" pitchFamily="34" charset="0"/>
              <a:buNone/>
              <a:defRPr lang="ko-KR" altLang="en-US" sz="14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1pPr>
            <a:lvl2pPr>
              <a:defRPr lang="ko-KR" altLang="en-US" sz="15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2pPr>
            <a:lvl3pPr>
              <a:defRPr lang="ko-KR" altLang="en-US" sz="15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3pPr>
            <a:lvl4pPr>
              <a:defRPr lang="ko-KR" altLang="en-US" sz="1500" b="1" kern="1200" dirty="0" smtClean="0">
                <a:gradFill>
                  <a:gsLst>
                    <a:gs pos="0">
                      <a:schemeClr val="tx2"/>
                    </a:gs>
                    <a:gs pos="100000">
                      <a:schemeClr val="tx2"/>
                    </a:gs>
                  </a:gsLst>
                  <a:lin ang="5400000" scaled="0"/>
                </a:gradFill>
                <a:latin typeface="Roboto Condensed Regular"/>
                <a:ea typeface="Roboto Light" pitchFamily="2" charset="0"/>
                <a:cs typeface="Roboto Condensed Regular"/>
              </a:defRPr>
            </a:lvl4pPr>
            <a:lvl5pPr>
              <a:defRPr lang="ko-KR" altLang="en-US" sz="15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5pPr>
          </a:lstStyle>
          <a:p>
            <a:pPr lvl="0"/>
            <a:r>
              <a:rPr lang="en-US" altLang="ko-KR" dirty="0"/>
              <a:t>Name2</a:t>
            </a:r>
            <a:endParaRPr lang="ko-KR" altLang="en-US" dirty="0"/>
          </a:p>
        </p:txBody>
      </p:sp>
      <p:sp>
        <p:nvSpPr>
          <p:cNvPr id="50" name="텍스트 개체 틀 135"/>
          <p:cNvSpPr>
            <a:spLocks noGrp="1"/>
          </p:cNvSpPr>
          <p:nvPr>
            <p:ph type="body" sz="quarter" idx="43" hasCustomPrompt="1"/>
          </p:nvPr>
        </p:nvSpPr>
        <p:spPr>
          <a:xfrm>
            <a:off x="1935360" y="1286753"/>
            <a:ext cx="1414738" cy="209207"/>
          </a:xfrm>
          <a:prstGeom prst="rect">
            <a:avLst/>
          </a:prstGeom>
        </p:spPr>
        <p:txBody>
          <a:bodyPr lIns="0" tIns="0" rIns="0" bIns="0"/>
          <a:lstStyle>
            <a:lvl1pPr marL="0" indent="0" algn="ctr">
              <a:buFont typeface="Arial" panose="020B0604020202020204" pitchFamily="34" charset="0"/>
              <a:buNone/>
              <a:defRPr lang="ko-KR" altLang="en-US" sz="9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stStyle>
          <a:p>
            <a:pPr lvl="0"/>
            <a:r>
              <a:rPr lang="en-US" altLang="ko-KR" dirty="0"/>
              <a:t>(Responsibility2)</a:t>
            </a:r>
            <a:endParaRPr lang="ko-KR" altLang="en-US" dirty="0"/>
          </a:p>
        </p:txBody>
      </p:sp>
      <p:sp>
        <p:nvSpPr>
          <p:cNvPr id="51" name="텍스트 개체 틀 137"/>
          <p:cNvSpPr>
            <a:spLocks noGrp="1"/>
          </p:cNvSpPr>
          <p:nvPr>
            <p:ph type="body" sz="quarter" idx="44" hasCustomPrompt="1"/>
          </p:nvPr>
        </p:nvSpPr>
        <p:spPr>
          <a:xfrm>
            <a:off x="1935360" y="1646583"/>
            <a:ext cx="1414738" cy="540000"/>
          </a:xfrm>
          <a:prstGeom prst="rect">
            <a:avLst/>
          </a:prstGeom>
        </p:spPr>
        <p:txBody>
          <a:bodyPr lIns="0" tIns="0" rIns="0" bIns="0"/>
          <a:lstStyle>
            <a:lvl1pPr marL="0" indent="0" algn="ctr">
              <a:spcBef>
                <a:spcPts val="0"/>
              </a:spcBef>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dirty="0"/>
              <a:t>Explanation about this person</a:t>
            </a:r>
          </a:p>
        </p:txBody>
      </p:sp>
      <p:sp>
        <p:nvSpPr>
          <p:cNvPr id="52" name="텍스트 개체 틀 9"/>
          <p:cNvSpPr>
            <a:spLocks noGrp="1"/>
          </p:cNvSpPr>
          <p:nvPr>
            <p:ph type="body" sz="quarter" idx="69" hasCustomPrompt="1"/>
          </p:nvPr>
        </p:nvSpPr>
        <p:spPr>
          <a:xfrm>
            <a:off x="450220" y="4129851"/>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53" name="텍스트 개체 틀 9"/>
          <p:cNvSpPr>
            <a:spLocks noGrp="1"/>
          </p:cNvSpPr>
          <p:nvPr>
            <p:ph type="body" sz="quarter" idx="70" hasCustomPrompt="1"/>
          </p:nvPr>
        </p:nvSpPr>
        <p:spPr>
          <a:xfrm>
            <a:off x="761981" y="4129851"/>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54" name="텍스트 개체 틀 9"/>
          <p:cNvSpPr>
            <a:spLocks noGrp="1"/>
          </p:cNvSpPr>
          <p:nvPr>
            <p:ph type="body" sz="quarter" idx="71" hasCustomPrompt="1"/>
          </p:nvPr>
        </p:nvSpPr>
        <p:spPr>
          <a:xfrm>
            <a:off x="1073742" y="4129851"/>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55" name="텍스트 개체 틀 9"/>
          <p:cNvSpPr>
            <a:spLocks noGrp="1"/>
          </p:cNvSpPr>
          <p:nvPr>
            <p:ph type="body" sz="quarter" idx="72" hasCustomPrompt="1"/>
          </p:nvPr>
        </p:nvSpPr>
        <p:spPr>
          <a:xfrm>
            <a:off x="1385503" y="4129851"/>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56" name="텍스트 개체 틀 9"/>
          <p:cNvSpPr>
            <a:spLocks noGrp="1"/>
          </p:cNvSpPr>
          <p:nvPr>
            <p:ph type="body" sz="quarter" idx="73" hasCustomPrompt="1"/>
          </p:nvPr>
        </p:nvSpPr>
        <p:spPr>
          <a:xfrm>
            <a:off x="2060692" y="2256929"/>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57" name="텍스트 개체 틀 9"/>
          <p:cNvSpPr>
            <a:spLocks noGrp="1"/>
          </p:cNvSpPr>
          <p:nvPr>
            <p:ph type="body" sz="quarter" idx="74" hasCustomPrompt="1"/>
          </p:nvPr>
        </p:nvSpPr>
        <p:spPr>
          <a:xfrm>
            <a:off x="2372453" y="2256929"/>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58" name="텍스트 개체 틀 9"/>
          <p:cNvSpPr>
            <a:spLocks noGrp="1"/>
          </p:cNvSpPr>
          <p:nvPr>
            <p:ph type="body" sz="quarter" idx="75" hasCustomPrompt="1"/>
          </p:nvPr>
        </p:nvSpPr>
        <p:spPr>
          <a:xfrm>
            <a:off x="2684214" y="2256929"/>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59" name="텍스트 개체 틀 9"/>
          <p:cNvSpPr>
            <a:spLocks noGrp="1"/>
          </p:cNvSpPr>
          <p:nvPr>
            <p:ph type="body" sz="quarter" idx="76" hasCustomPrompt="1"/>
          </p:nvPr>
        </p:nvSpPr>
        <p:spPr>
          <a:xfrm>
            <a:off x="2995975" y="2256929"/>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60" name="텍스트 개체 틀 9"/>
          <p:cNvSpPr>
            <a:spLocks noGrp="1"/>
          </p:cNvSpPr>
          <p:nvPr>
            <p:ph type="body" sz="quarter" idx="77" hasCustomPrompt="1"/>
          </p:nvPr>
        </p:nvSpPr>
        <p:spPr>
          <a:xfrm>
            <a:off x="3647287" y="4129851"/>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61" name="텍스트 개체 틀 9"/>
          <p:cNvSpPr>
            <a:spLocks noGrp="1"/>
          </p:cNvSpPr>
          <p:nvPr>
            <p:ph type="body" sz="quarter" idx="78" hasCustomPrompt="1"/>
          </p:nvPr>
        </p:nvSpPr>
        <p:spPr>
          <a:xfrm>
            <a:off x="3959048" y="4129851"/>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62" name="텍스트 개체 틀 9"/>
          <p:cNvSpPr>
            <a:spLocks noGrp="1"/>
          </p:cNvSpPr>
          <p:nvPr>
            <p:ph type="body" sz="quarter" idx="79" hasCustomPrompt="1"/>
          </p:nvPr>
        </p:nvSpPr>
        <p:spPr>
          <a:xfrm>
            <a:off x="4270809" y="4129851"/>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63" name="텍스트 개체 틀 9"/>
          <p:cNvSpPr>
            <a:spLocks noGrp="1"/>
          </p:cNvSpPr>
          <p:nvPr>
            <p:ph type="body" sz="quarter" idx="80" hasCustomPrompt="1"/>
          </p:nvPr>
        </p:nvSpPr>
        <p:spPr>
          <a:xfrm>
            <a:off x="4582570" y="4129851"/>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sp>
        <p:nvSpPr>
          <p:cNvPr id="64" name="텍스트 개체 틀 9"/>
          <p:cNvSpPr>
            <a:spLocks noGrp="1"/>
          </p:cNvSpPr>
          <p:nvPr>
            <p:ph type="body" sz="quarter" idx="81" hasCustomPrompt="1"/>
          </p:nvPr>
        </p:nvSpPr>
        <p:spPr>
          <a:xfrm>
            <a:off x="5240022" y="2256929"/>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F</a:t>
            </a:r>
            <a:endParaRPr lang="ko-KR" altLang="en-US" dirty="0"/>
          </a:p>
        </p:txBody>
      </p:sp>
      <p:sp>
        <p:nvSpPr>
          <p:cNvPr id="65" name="텍스트 개체 틀 9"/>
          <p:cNvSpPr>
            <a:spLocks noGrp="1"/>
          </p:cNvSpPr>
          <p:nvPr>
            <p:ph type="body" sz="quarter" idx="82" hasCustomPrompt="1"/>
          </p:nvPr>
        </p:nvSpPr>
        <p:spPr>
          <a:xfrm>
            <a:off x="5551783" y="2256929"/>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T</a:t>
            </a:r>
            <a:endParaRPr lang="ko-KR" altLang="en-US" dirty="0"/>
          </a:p>
        </p:txBody>
      </p:sp>
      <p:sp>
        <p:nvSpPr>
          <p:cNvPr id="66" name="텍스트 개체 틀 9"/>
          <p:cNvSpPr>
            <a:spLocks noGrp="1"/>
          </p:cNvSpPr>
          <p:nvPr>
            <p:ph type="body" sz="quarter" idx="83" hasCustomPrompt="1"/>
          </p:nvPr>
        </p:nvSpPr>
        <p:spPr>
          <a:xfrm>
            <a:off x="5863544" y="2256929"/>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I</a:t>
            </a:r>
            <a:endParaRPr lang="ko-KR" altLang="en-US" dirty="0"/>
          </a:p>
        </p:txBody>
      </p:sp>
      <p:sp>
        <p:nvSpPr>
          <p:cNvPr id="67" name="텍스트 개체 틀 9"/>
          <p:cNvSpPr>
            <a:spLocks noGrp="1"/>
          </p:cNvSpPr>
          <p:nvPr>
            <p:ph type="body" sz="quarter" idx="84" hasCustomPrompt="1"/>
          </p:nvPr>
        </p:nvSpPr>
        <p:spPr>
          <a:xfrm>
            <a:off x="6175305" y="2256929"/>
            <a:ext cx="252000" cy="252000"/>
          </a:xfrm>
          <a:prstGeom prst="ellipse">
            <a:avLst/>
          </a:prstGeom>
          <a:solidFill>
            <a:schemeClr val="accent3">
              <a:lumMod val="85000"/>
            </a:schemeClr>
          </a:solidFill>
        </p:spPr>
        <p:txBody>
          <a:bodyPr lIns="0" tIns="0" rIns="0" bIns="97200" anchor="ctr"/>
          <a:lstStyle>
            <a:lvl1pPr marL="0" indent="0" algn="ctr">
              <a:spcBef>
                <a:spcPts val="0"/>
              </a:spcBef>
              <a:buNone/>
              <a:defRPr sz="1800" baseline="0">
                <a:solidFill>
                  <a:schemeClr val="bg2"/>
                </a:solidFill>
                <a:latin typeface="Socialico"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ko-KR" dirty="0"/>
              <a:t>E</a:t>
            </a:r>
            <a:endParaRPr lang="ko-KR" altLang="en-US" dirty="0"/>
          </a:p>
        </p:txBody>
      </p:sp>
      <p:cxnSp>
        <p:nvCxnSpPr>
          <p:cNvPr id="68" name="직선 연결선 67"/>
          <p:cNvCxnSpPr/>
          <p:nvPr userDrawn="1"/>
        </p:nvCxnSpPr>
        <p:spPr>
          <a:xfrm>
            <a:off x="909317" y="3403200"/>
            <a:ext cx="234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9" name="직선 연결선 68"/>
          <p:cNvCxnSpPr/>
          <p:nvPr userDrawn="1"/>
        </p:nvCxnSpPr>
        <p:spPr>
          <a:xfrm>
            <a:off x="2502052" y="1536629"/>
            <a:ext cx="234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0" name="직선 연결선 69"/>
          <p:cNvCxnSpPr/>
          <p:nvPr userDrawn="1"/>
        </p:nvCxnSpPr>
        <p:spPr>
          <a:xfrm>
            <a:off x="4094787" y="3403201"/>
            <a:ext cx="234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직선 연결선 70"/>
          <p:cNvCxnSpPr/>
          <p:nvPr userDrawn="1"/>
        </p:nvCxnSpPr>
        <p:spPr>
          <a:xfrm>
            <a:off x="5687521" y="1536629"/>
            <a:ext cx="234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0" name="자유형 99"/>
          <p:cNvSpPr/>
          <p:nvPr userDrawn="1"/>
        </p:nvSpPr>
        <p:spPr>
          <a:xfrm>
            <a:off x="928702" y="2645814"/>
            <a:ext cx="170558" cy="147033"/>
          </a:xfrm>
          <a:custGeom>
            <a:avLst/>
            <a:gdLst>
              <a:gd name="connsiteX0" fmla="*/ 85279 w 170558"/>
              <a:gd name="connsiteY0" fmla="*/ 0 h 147033"/>
              <a:gd name="connsiteX1" fmla="*/ 170558 w 170558"/>
              <a:gd name="connsiteY1" fmla="*/ 147033 h 147033"/>
              <a:gd name="connsiteX2" fmla="*/ 124979 w 170558"/>
              <a:gd name="connsiteY2" fmla="*/ 147033 h 147033"/>
              <a:gd name="connsiteX3" fmla="*/ 85279 w 170558"/>
              <a:gd name="connsiteY3" fmla="*/ 78584 h 147033"/>
              <a:gd name="connsiteX4" fmla="*/ 45579 w 170558"/>
              <a:gd name="connsiteY4" fmla="*/ 147033 h 147033"/>
              <a:gd name="connsiteX5" fmla="*/ 0 w 170558"/>
              <a:gd name="connsiteY5" fmla="*/ 147033 h 14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558" h="147033">
                <a:moveTo>
                  <a:pt x="85279" y="0"/>
                </a:moveTo>
                <a:lnTo>
                  <a:pt x="170558" y="147033"/>
                </a:lnTo>
                <a:lnTo>
                  <a:pt x="124979" y="147033"/>
                </a:lnTo>
                <a:lnTo>
                  <a:pt x="85279" y="78584"/>
                </a:lnTo>
                <a:lnTo>
                  <a:pt x="45579" y="147033"/>
                </a:lnTo>
                <a:lnTo>
                  <a:pt x="0" y="147033"/>
                </a:ln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1" name="자유형 100"/>
          <p:cNvSpPr/>
          <p:nvPr userDrawn="1"/>
        </p:nvSpPr>
        <p:spPr>
          <a:xfrm>
            <a:off x="4150185" y="2645814"/>
            <a:ext cx="170558" cy="147033"/>
          </a:xfrm>
          <a:custGeom>
            <a:avLst/>
            <a:gdLst>
              <a:gd name="connsiteX0" fmla="*/ 85279 w 170558"/>
              <a:gd name="connsiteY0" fmla="*/ 0 h 147033"/>
              <a:gd name="connsiteX1" fmla="*/ 170558 w 170558"/>
              <a:gd name="connsiteY1" fmla="*/ 147033 h 147033"/>
              <a:gd name="connsiteX2" fmla="*/ 124979 w 170558"/>
              <a:gd name="connsiteY2" fmla="*/ 147033 h 147033"/>
              <a:gd name="connsiteX3" fmla="*/ 85279 w 170558"/>
              <a:gd name="connsiteY3" fmla="*/ 78584 h 147033"/>
              <a:gd name="connsiteX4" fmla="*/ 45579 w 170558"/>
              <a:gd name="connsiteY4" fmla="*/ 147033 h 147033"/>
              <a:gd name="connsiteX5" fmla="*/ 0 w 170558"/>
              <a:gd name="connsiteY5" fmla="*/ 147033 h 14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558" h="147033">
                <a:moveTo>
                  <a:pt x="85279" y="0"/>
                </a:moveTo>
                <a:lnTo>
                  <a:pt x="170558" y="147033"/>
                </a:lnTo>
                <a:lnTo>
                  <a:pt x="124979" y="147033"/>
                </a:lnTo>
                <a:lnTo>
                  <a:pt x="85279" y="78584"/>
                </a:lnTo>
                <a:lnTo>
                  <a:pt x="45579" y="147033"/>
                </a:lnTo>
                <a:lnTo>
                  <a:pt x="0" y="147033"/>
                </a:ln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2" name="자유형 101"/>
          <p:cNvSpPr/>
          <p:nvPr userDrawn="1"/>
        </p:nvSpPr>
        <p:spPr>
          <a:xfrm flipV="1">
            <a:off x="2557450" y="2645814"/>
            <a:ext cx="170558" cy="147033"/>
          </a:xfrm>
          <a:custGeom>
            <a:avLst/>
            <a:gdLst>
              <a:gd name="connsiteX0" fmla="*/ 85279 w 170558"/>
              <a:gd name="connsiteY0" fmla="*/ 0 h 147033"/>
              <a:gd name="connsiteX1" fmla="*/ 170558 w 170558"/>
              <a:gd name="connsiteY1" fmla="*/ 147033 h 147033"/>
              <a:gd name="connsiteX2" fmla="*/ 124979 w 170558"/>
              <a:gd name="connsiteY2" fmla="*/ 147033 h 147033"/>
              <a:gd name="connsiteX3" fmla="*/ 85279 w 170558"/>
              <a:gd name="connsiteY3" fmla="*/ 78584 h 147033"/>
              <a:gd name="connsiteX4" fmla="*/ 45579 w 170558"/>
              <a:gd name="connsiteY4" fmla="*/ 147033 h 147033"/>
              <a:gd name="connsiteX5" fmla="*/ 0 w 170558"/>
              <a:gd name="connsiteY5" fmla="*/ 147033 h 14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558" h="147033">
                <a:moveTo>
                  <a:pt x="85279" y="0"/>
                </a:moveTo>
                <a:lnTo>
                  <a:pt x="170558" y="147033"/>
                </a:lnTo>
                <a:lnTo>
                  <a:pt x="124979" y="147033"/>
                </a:lnTo>
                <a:lnTo>
                  <a:pt x="85279" y="78584"/>
                </a:lnTo>
                <a:lnTo>
                  <a:pt x="45579" y="147033"/>
                </a:lnTo>
                <a:lnTo>
                  <a:pt x="0" y="147033"/>
                </a:ln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3" name="자유형 102"/>
          <p:cNvSpPr/>
          <p:nvPr userDrawn="1"/>
        </p:nvSpPr>
        <p:spPr>
          <a:xfrm flipV="1">
            <a:off x="5742919" y="2645814"/>
            <a:ext cx="170558" cy="147033"/>
          </a:xfrm>
          <a:custGeom>
            <a:avLst/>
            <a:gdLst>
              <a:gd name="connsiteX0" fmla="*/ 85279 w 170558"/>
              <a:gd name="connsiteY0" fmla="*/ 0 h 147033"/>
              <a:gd name="connsiteX1" fmla="*/ 170558 w 170558"/>
              <a:gd name="connsiteY1" fmla="*/ 147033 h 147033"/>
              <a:gd name="connsiteX2" fmla="*/ 124979 w 170558"/>
              <a:gd name="connsiteY2" fmla="*/ 147033 h 147033"/>
              <a:gd name="connsiteX3" fmla="*/ 85279 w 170558"/>
              <a:gd name="connsiteY3" fmla="*/ 78584 h 147033"/>
              <a:gd name="connsiteX4" fmla="*/ 45579 w 170558"/>
              <a:gd name="connsiteY4" fmla="*/ 147033 h 147033"/>
              <a:gd name="connsiteX5" fmla="*/ 0 w 170558"/>
              <a:gd name="connsiteY5" fmla="*/ 147033 h 14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558" h="147033">
                <a:moveTo>
                  <a:pt x="85279" y="0"/>
                </a:moveTo>
                <a:lnTo>
                  <a:pt x="170558" y="147033"/>
                </a:lnTo>
                <a:lnTo>
                  <a:pt x="124979" y="147033"/>
                </a:lnTo>
                <a:lnTo>
                  <a:pt x="85279" y="78584"/>
                </a:lnTo>
                <a:lnTo>
                  <a:pt x="45579" y="147033"/>
                </a:lnTo>
                <a:lnTo>
                  <a:pt x="0" y="147033"/>
                </a:ln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3286971497"/>
      </p:ext>
    </p:extLst>
  </p:cSld>
  <p:clrMapOvr>
    <a:masterClrMapping/>
  </p:clrMapOvr>
  <p:transition spd="med">
    <p:fade/>
  </p:transition>
  <p:extLst>
    <p:ext uri="{DCECCB84-F9BA-43D5-87BE-67443E8EF086}">
      <p15:sldGuideLst xmlns:p15="http://schemas.microsoft.com/office/powerpoint/2012/main">
        <p15:guide id="1" orient="horz" pos="1620" userDrawn="1">
          <p15:clr>
            <a:srgbClr val="FBAE40"/>
          </p15:clr>
        </p15:guide>
        <p15:guide id="2" pos="216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Members : type 1">
    <p:spTree>
      <p:nvGrpSpPr>
        <p:cNvPr id="1" name=""/>
        <p:cNvGrpSpPr/>
        <p:nvPr/>
      </p:nvGrpSpPr>
      <p:grpSpPr>
        <a:xfrm>
          <a:off x="0" y="0"/>
          <a:ext cx="0" cy="0"/>
          <a:chOff x="0" y="0"/>
          <a:chExt cx="0" cy="0"/>
        </a:xfrm>
      </p:grpSpPr>
      <p:sp>
        <p:nvSpPr>
          <p:cNvPr id="44" name="텍스트 개체 틀 30"/>
          <p:cNvSpPr>
            <a:spLocks noGrp="1"/>
          </p:cNvSpPr>
          <p:nvPr>
            <p:ph type="body" sz="quarter" idx="14" hasCustomPrompt="1"/>
          </p:nvPr>
        </p:nvSpPr>
        <p:spPr>
          <a:xfrm>
            <a:off x="342625" y="1923602"/>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a:t>
            </a:r>
            <a:endParaRPr lang="ko-KR" altLang="en-US" dirty="0"/>
          </a:p>
        </p:txBody>
      </p:sp>
      <p:sp>
        <p:nvSpPr>
          <p:cNvPr id="130" name="텍스트 개체 틀 30"/>
          <p:cNvSpPr>
            <a:spLocks noGrp="1"/>
          </p:cNvSpPr>
          <p:nvPr>
            <p:ph type="body" sz="quarter" idx="19" hasCustomPrompt="1"/>
          </p:nvPr>
        </p:nvSpPr>
        <p:spPr>
          <a:xfrm>
            <a:off x="1242782" y="1923602"/>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Name2</a:t>
            </a:r>
            <a:endParaRPr lang="ko-KR" altLang="en-US" dirty="0"/>
          </a:p>
        </p:txBody>
      </p:sp>
      <p:sp>
        <p:nvSpPr>
          <p:cNvPr id="135" name="텍스트 개체 틀 30"/>
          <p:cNvSpPr>
            <a:spLocks noGrp="1"/>
          </p:cNvSpPr>
          <p:nvPr>
            <p:ph type="body" sz="quarter" idx="23" hasCustomPrompt="1"/>
          </p:nvPr>
        </p:nvSpPr>
        <p:spPr>
          <a:xfrm>
            <a:off x="2142939" y="1923602"/>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Name3</a:t>
            </a:r>
            <a:endParaRPr lang="ko-KR" altLang="en-US" dirty="0"/>
          </a:p>
        </p:txBody>
      </p:sp>
      <p:sp>
        <p:nvSpPr>
          <p:cNvPr id="140" name="텍스트 개체 틀 30"/>
          <p:cNvSpPr>
            <a:spLocks noGrp="1"/>
          </p:cNvSpPr>
          <p:nvPr>
            <p:ph type="body" sz="quarter" idx="27" hasCustomPrompt="1"/>
          </p:nvPr>
        </p:nvSpPr>
        <p:spPr>
          <a:xfrm>
            <a:off x="3043096" y="1923602"/>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Name4</a:t>
            </a:r>
            <a:endParaRPr lang="ko-KR" altLang="en-US" dirty="0"/>
          </a:p>
        </p:txBody>
      </p:sp>
      <p:sp>
        <p:nvSpPr>
          <p:cNvPr id="145" name="텍스트 개체 틀 30"/>
          <p:cNvSpPr>
            <a:spLocks noGrp="1"/>
          </p:cNvSpPr>
          <p:nvPr>
            <p:ph type="body" sz="quarter" idx="31" hasCustomPrompt="1"/>
          </p:nvPr>
        </p:nvSpPr>
        <p:spPr>
          <a:xfrm>
            <a:off x="3943253" y="1923602"/>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Name5</a:t>
            </a:r>
            <a:endParaRPr lang="ko-KR" altLang="en-US" dirty="0"/>
          </a:p>
        </p:txBody>
      </p:sp>
      <p:sp>
        <p:nvSpPr>
          <p:cNvPr id="150" name="텍스트 개체 틀 30"/>
          <p:cNvSpPr>
            <a:spLocks noGrp="1"/>
          </p:cNvSpPr>
          <p:nvPr>
            <p:ph type="body" sz="quarter" idx="35" hasCustomPrompt="1"/>
          </p:nvPr>
        </p:nvSpPr>
        <p:spPr>
          <a:xfrm>
            <a:off x="4843410" y="1923602"/>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Name6</a:t>
            </a:r>
            <a:endParaRPr lang="ko-KR" altLang="en-US" dirty="0"/>
          </a:p>
        </p:txBody>
      </p:sp>
      <p:sp>
        <p:nvSpPr>
          <p:cNvPr id="155" name="텍스트 개체 틀 30"/>
          <p:cNvSpPr>
            <a:spLocks noGrp="1"/>
          </p:cNvSpPr>
          <p:nvPr>
            <p:ph type="body" sz="quarter" idx="39" hasCustomPrompt="1"/>
          </p:nvPr>
        </p:nvSpPr>
        <p:spPr>
          <a:xfrm>
            <a:off x="5743566" y="1923602"/>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Name7</a:t>
            </a:r>
            <a:endParaRPr lang="ko-KR" altLang="en-US" dirty="0"/>
          </a:p>
        </p:txBody>
      </p:sp>
      <p:sp>
        <p:nvSpPr>
          <p:cNvPr id="160" name="텍스트 개체 틀 30"/>
          <p:cNvSpPr>
            <a:spLocks noGrp="1"/>
          </p:cNvSpPr>
          <p:nvPr>
            <p:ph type="body" sz="quarter" idx="43" hasCustomPrompt="1"/>
          </p:nvPr>
        </p:nvSpPr>
        <p:spPr>
          <a:xfrm>
            <a:off x="342625" y="3902233"/>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Name8</a:t>
            </a:r>
            <a:endParaRPr lang="ko-KR" altLang="en-US" dirty="0"/>
          </a:p>
        </p:txBody>
      </p:sp>
      <p:sp>
        <p:nvSpPr>
          <p:cNvPr id="165" name="텍스트 개체 틀 30"/>
          <p:cNvSpPr>
            <a:spLocks noGrp="1"/>
          </p:cNvSpPr>
          <p:nvPr>
            <p:ph type="body" sz="quarter" idx="47" hasCustomPrompt="1"/>
          </p:nvPr>
        </p:nvSpPr>
        <p:spPr>
          <a:xfrm>
            <a:off x="1242782" y="3902233"/>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Name9</a:t>
            </a:r>
            <a:endParaRPr lang="ko-KR" altLang="en-US" dirty="0"/>
          </a:p>
        </p:txBody>
      </p:sp>
      <p:sp>
        <p:nvSpPr>
          <p:cNvPr id="170" name="텍스트 개체 틀 30"/>
          <p:cNvSpPr>
            <a:spLocks noGrp="1"/>
          </p:cNvSpPr>
          <p:nvPr>
            <p:ph type="body" sz="quarter" idx="51" hasCustomPrompt="1"/>
          </p:nvPr>
        </p:nvSpPr>
        <p:spPr>
          <a:xfrm>
            <a:off x="2142939" y="3902233"/>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Name10</a:t>
            </a:r>
            <a:endParaRPr lang="ko-KR" altLang="en-US" dirty="0"/>
          </a:p>
        </p:txBody>
      </p:sp>
      <p:sp>
        <p:nvSpPr>
          <p:cNvPr id="175" name="텍스트 개체 틀 30"/>
          <p:cNvSpPr>
            <a:spLocks noGrp="1"/>
          </p:cNvSpPr>
          <p:nvPr>
            <p:ph type="body" sz="quarter" idx="55" hasCustomPrompt="1"/>
          </p:nvPr>
        </p:nvSpPr>
        <p:spPr>
          <a:xfrm>
            <a:off x="3043096" y="3902233"/>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Name11</a:t>
            </a:r>
            <a:endParaRPr lang="ko-KR" altLang="en-US" dirty="0"/>
          </a:p>
        </p:txBody>
      </p:sp>
      <p:sp>
        <p:nvSpPr>
          <p:cNvPr id="180" name="텍스트 개체 틀 30"/>
          <p:cNvSpPr>
            <a:spLocks noGrp="1"/>
          </p:cNvSpPr>
          <p:nvPr>
            <p:ph type="body" sz="quarter" idx="59" hasCustomPrompt="1"/>
          </p:nvPr>
        </p:nvSpPr>
        <p:spPr>
          <a:xfrm>
            <a:off x="3943253" y="3902233"/>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Name12</a:t>
            </a:r>
            <a:endParaRPr lang="ko-KR" altLang="en-US" dirty="0"/>
          </a:p>
        </p:txBody>
      </p:sp>
      <p:sp>
        <p:nvSpPr>
          <p:cNvPr id="185" name="텍스트 개체 틀 30"/>
          <p:cNvSpPr>
            <a:spLocks noGrp="1"/>
          </p:cNvSpPr>
          <p:nvPr>
            <p:ph type="body" sz="quarter" idx="63" hasCustomPrompt="1"/>
          </p:nvPr>
        </p:nvSpPr>
        <p:spPr>
          <a:xfrm>
            <a:off x="4843410" y="3902233"/>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Name13</a:t>
            </a:r>
            <a:endParaRPr lang="ko-KR" altLang="en-US" dirty="0"/>
          </a:p>
        </p:txBody>
      </p:sp>
      <p:sp>
        <p:nvSpPr>
          <p:cNvPr id="190" name="텍스트 개체 틀 30"/>
          <p:cNvSpPr>
            <a:spLocks noGrp="1"/>
          </p:cNvSpPr>
          <p:nvPr>
            <p:ph type="body" sz="quarter" idx="67" hasCustomPrompt="1"/>
          </p:nvPr>
        </p:nvSpPr>
        <p:spPr>
          <a:xfrm>
            <a:off x="5743566" y="3902233"/>
            <a:ext cx="792000" cy="162000"/>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Name14</a:t>
            </a:r>
            <a:endParaRPr lang="ko-KR" altLang="en-US" dirty="0"/>
          </a:p>
        </p:txBody>
      </p:sp>
      <p:sp>
        <p:nvSpPr>
          <p:cNvPr id="3" name="Title 2"/>
          <p:cNvSpPr>
            <a:spLocks noGrp="1"/>
          </p:cNvSpPr>
          <p:nvPr>
            <p:ph type="title"/>
          </p:nvPr>
        </p:nvSpPr>
        <p:spPr/>
        <p:txBody>
          <a:bodyPr/>
          <a:lstStyle/>
          <a:p>
            <a:r>
              <a:rPr lang="en-US" dirty="0"/>
              <a:t>Click to edit Master title style</a:t>
            </a:r>
          </a:p>
        </p:txBody>
      </p:sp>
      <p:sp>
        <p:nvSpPr>
          <p:cNvPr id="4" name="그림 개체 틀 7"/>
          <p:cNvSpPr>
            <a:spLocks noGrp="1"/>
          </p:cNvSpPr>
          <p:nvPr>
            <p:ph type="pic" sz="quarter" idx="10" hasCustomPrompt="1"/>
          </p:nvPr>
        </p:nvSpPr>
        <p:spPr>
          <a:xfrm>
            <a:off x="342625" y="881063"/>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42" name="텍스트 개체 틀 32"/>
          <p:cNvSpPr>
            <a:spLocks noGrp="1"/>
          </p:cNvSpPr>
          <p:nvPr>
            <p:ph type="body" sz="quarter" idx="15" hasCustomPrompt="1"/>
          </p:nvPr>
        </p:nvSpPr>
        <p:spPr>
          <a:xfrm>
            <a:off x="342625" y="2096144"/>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a:t>
            </a:r>
            <a:endParaRPr lang="ko-KR" altLang="en-US" dirty="0"/>
          </a:p>
        </p:txBody>
      </p:sp>
      <p:sp>
        <p:nvSpPr>
          <p:cNvPr id="45" name="텍스트 개체 틀 34"/>
          <p:cNvSpPr>
            <a:spLocks noGrp="1"/>
          </p:cNvSpPr>
          <p:nvPr>
            <p:ph type="body" sz="quarter" idx="16" hasCustomPrompt="1"/>
          </p:nvPr>
        </p:nvSpPr>
        <p:spPr>
          <a:xfrm>
            <a:off x="342625" y="2361163"/>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27" name="그림 개체 틀 7"/>
          <p:cNvSpPr>
            <a:spLocks noGrp="1"/>
          </p:cNvSpPr>
          <p:nvPr>
            <p:ph type="pic" sz="quarter" idx="17" hasCustomPrompt="1"/>
          </p:nvPr>
        </p:nvSpPr>
        <p:spPr>
          <a:xfrm>
            <a:off x="1242782" y="881063"/>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28" name="텍스트 개체 틀 32"/>
          <p:cNvSpPr>
            <a:spLocks noGrp="1"/>
          </p:cNvSpPr>
          <p:nvPr>
            <p:ph type="body" sz="quarter" idx="18" hasCustomPrompt="1"/>
          </p:nvPr>
        </p:nvSpPr>
        <p:spPr>
          <a:xfrm>
            <a:off x="1242782" y="2096144"/>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(Responsibility2)</a:t>
            </a:r>
            <a:endParaRPr lang="ko-KR" altLang="en-US" dirty="0"/>
          </a:p>
        </p:txBody>
      </p:sp>
      <p:sp>
        <p:nvSpPr>
          <p:cNvPr id="131" name="텍스트 개체 틀 34"/>
          <p:cNvSpPr>
            <a:spLocks noGrp="1"/>
          </p:cNvSpPr>
          <p:nvPr>
            <p:ph type="body" sz="quarter" idx="20" hasCustomPrompt="1"/>
          </p:nvPr>
        </p:nvSpPr>
        <p:spPr>
          <a:xfrm>
            <a:off x="1242782" y="2361163"/>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32" name="그림 개체 틀 7"/>
          <p:cNvSpPr>
            <a:spLocks noGrp="1"/>
          </p:cNvSpPr>
          <p:nvPr>
            <p:ph type="pic" sz="quarter" idx="21" hasCustomPrompt="1"/>
          </p:nvPr>
        </p:nvSpPr>
        <p:spPr>
          <a:xfrm>
            <a:off x="2142939" y="881063"/>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33" name="텍스트 개체 틀 32"/>
          <p:cNvSpPr>
            <a:spLocks noGrp="1"/>
          </p:cNvSpPr>
          <p:nvPr>
            <p:ph type="body" sz="quarter" idx="22" hasCustomPrompt="1"/>
          </p:nvPr>
        </p:nvSpPr>
        <p:spPr>
          <a:xfrm>
            <a:off x="2142939" y="2096144"/>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(Responsibility3)</a:t>
            </a:r>
            <a:endParaRPr lang="ko-KR" altLang="en-US" dirty="0"/>
          </a:p>
        </p:txBody>
      </p:sp>
      <p:sp>
        <p:nvSpPr>
          <p:cNvPr id="136" name="텍스트 개체 틀 34"/>
          <p:cNvSpPr>
            <a:spLocks noGrp="1"/>
          </p:cNvSpPr>
          <p:nvPr>
            <p:ph type="body" sz="quarter" idx="24" hasCustomPrompt="1"/>
          </p:nvPr>
        </p:nvSpPr>
        <p:spPr>
          <a:xfrm>
            <a:off x="2142939" y="2361163"/>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37" name="그림 개체 틀 7"/>
          <p:cNvSpPr>
            <a:spLocks noGrp="1"/>
          </p:cNvSpPr>
          <p:nvPr>
            <p:ph type="pic" sz="quarter" idx="25" hasCustomPrompt="1"/>
          </p:nvPr>
        </p:nvSpPr>
        <p:spPr>
          <a:xfrm>
            <a:off x="3043096" y="881063"/>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38" name="텍스트 개체 틀 32"/>
          <p:cNvSpPr>
            <a:spLocks noGrp="1"/>
          </p:cNvSpPr>
          <p:nvPr>
            <p:ph type="body" sz="quarter" idx="26" hasCustomPrompt="1"/>
          </p:nvPr>
        </p:nvSpPr>
        <p:spPr>
          <a:xfrm>
            <a:off x="3043096" y="2096144"/>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(Responsibility4)</a:t>
            </a:r>
            <a:endParaRPr lang="ko-KR" altLang="en-US" dirty="0"/>
          </a:p>
        </p:txBody>
      </p:sp>
      <p:sp>
        <p:nvSpPr>
          <p:cNvPr id="141" name="텍스트 개체 틀 34"/>
          <p:cNvSpPr>
            <a:spLocks noGrp="1"/>
          </p:cNvSpPr>
          <p:nvPr>
            <p:ph type="body" sz="quarter" idx="28" hasCustomPrompt="1"/>
          </p:nvPr>
        </p:nvSpPr>
        <p:spPr>
          <a:xfrm>
            <a:off x="3043096" y="2361163"/>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42" name="그림 개체 틀 7"/>
          <p:cNvSpPr>
            <a:spLocks noGrp="1"/>
          </p:cNvSpPr>
          <p:nvPr>
            <p:ph type="pic" sz="quarter" idx="29" hasCustomPrompt="1"/>
          </p:nvPr>
        </p:nvSpPr>
        <p:spPr>
          <a:xfrm>
            <a:off x="3943253" y="881063"/>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43" name="텍스트 개체 틀 32"/>
          <p:cNvSpPr>
            <a:spLocks noGrp="1"/>
          </p:cNvSpPr>
          <p:nvPr>
            <p:ph type="body" sz="quarter" idx="30" hasCustomPrompt="1"/>
          </p:nvPr>
        </p:nvSpPr>
        <p:spPr>
          <a:xfrm>
            <a:off x="3943253" y="2096144"/>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(Responsibility5)</a:t>
            </a:r>
            <a:endParaRPr lang="ko-KR" altLang="en-US" dirty="0"/>
          </a:p>
        </p:txBody>
      </p:sp>
      <p:sp>
        <p:nvSpPr>
          <p:cNvPr id="146" name="텍스트 개체 틀 34"/>
          <p:cNvSpPr>
            <a:spLocks noGrp="1"/>
          </p:cNvSpPr>
          <p:nvPr>
            <p:ph type="body" sz="quarter" idx="32" hasCustomPrompt="1"/>
          </p:nvPr>
        </p:nvSpPr>
        <p:spPr>
          <a:xfrm>
            <a:off x="3943253" y="2361163"/>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47" name="그림 개체 틀 7"/>
          <p:cNvSpPr>
            <a:spLocks noGrp="1"/>
          </p:cNvSpPr>
          <p:nvPr>
            <p:ph type="pic" sz="quarter" idx="33" hasCustomPrompt="1"/>
          </p:nvPr>
        </p:nvSpPr>
        <p:spPr>
          <a:xfrm>
            <a:off x="4843410" y="881063"/>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48" name="텍스트 개체 틀 32"/>
          <p:cNvSpPr>
            <a:spLocks noGrp="1"/>
          </p:cNvSpPr>
          <p:nvPr>
            <p:ph type="body" sz="quarter" idx="34" hasCustomPrompt="1"/>
          </p:nvPr>
        </p:nvSpPr>
        <p:spPr>
          <a:xfrm>
            <a:off x="4843410" y="2096144"/>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(Responsibility6)</a:t>
            </a:r>
            <a:endParaRPr lang="ko-KR" altLang="en-US" dirty="0"/>
          </a:p>
        </p:txBody>
      </p:sp>
      <p:sp>
        <p:nvSpPr>
          <p:cNvPr id="151" name="텍스트 개체 틀 34"/>
          <p:cNvSpPr>
            <a:spLocks noGrp="1"/>
          </p:cNvSpPr>
          <p:nvPr>
            <p:ph type="body" sz="quarter" idx="36" hasCustomPrompt="1"/>
          </p:nvPr>
        </p:nvSpPr>
        <p:spPr>
          <a:xfrm>
            <a:off x="4843410" y="2361163"/>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52" name="그림 개체 틀 7"/>
          <p:cNvSpPr>
            <a:spLocks noGrp="1"/>
          </p:cNvSpPr>
          <p:nvPr>
            <p:ph type="pic" sz="quarter" idx="37" hasCustomPrompt="1"/>
          </p:nvPr>
        </p:nvSpPr>
        <p:spPr>
          <a:xfrm>
            <a:off x="5743567" y="881063"/>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53" name="텍스트 개체 틀 32"/>
          <p:cNvSpPr>
            <a:spLocks noGrp="1"/>
          </p:cNvSpPr>
          <p:nvPr>
            <p:ph type="body" sz="quarter" idx="38" hasCustomPrompt="1"/>
          </p:nvPr>
        </p:nvSpPr>
        <p:spPr>
          <a:xfrm>
            <a:off x="5743566" y="2096144"/>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(Responsibility7)</a:t>
            </a:r>
            <a:endParaRPr lang="ko-KR" altLang="en-US" dirty="0"/>
          </a:p>
        </p:txBody>
      </p:sp>
      <p:sp>
        <p:nvSpPr>
          <p:cNvPr id="156" name="텍스트 개체 틀 34"/>
          <p:cNvSpPr>
            <a:spLocks noGrp="1"/>
          </p:cNvSpPr>
          <p:nvPr>
            <p:ph type="body" sz="quarter" idx="40" hasCustomPrompt="1"/>
          </p:nvPr>
        </p:nvSpPr>
        <p:spPr>
          <a:xfrm>
            <a:off x="5743566" y="2361163"/>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57" name="그림 개체 틀 7"/>
          <p:cNvSpPr>
            <a:spLocks noGrp="1"/>
          </p:cNvSpPr>
          <p:nvPr>
            <p:ph type="pic" sz="quarter" idx="41" hasCustomPrompt="1"/>
          </p:nvPr>
        </p:nvSpPr>
        <p:spPr>
          <a:xfrm>
            <a:off x="342625" y="2859694"/>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58" name="텍스트 개체 틀 32"/>
          <p:cNvSpPr>
            <a:spLocks noGrp="1"/>
          </p:cNvSpPr>
          <p:nvPr>
            <p:ph type="body" sz="quarter" idx="42" hasCustomPrompt="1"/>
          </p:nvPr>
        </p:nvSpPr>
        <p:spPr>
          <a:xfrm>
            <a:off x="342625" y="4074775"/>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(Responsibility8)</a:t>
            </a:r>
            <a:endParaRPr lang="ko-KR" altLang="en-US" dirty="0"/>
          </a:p>
        </p:txBody>
      </p:sp>
      <p:sp>
        <p:nvSpPr>
          <p:cNvPr id="161" name="텍스트 개체 틀 34"/>
          <p:cNvSpPr>
            <a:spLocks noGrp="1"/>
          </p:cNvSpPr>
          <p:nvPr>
            <p:ph type="body" sz="quarter" idx="44" hasCustomPrompt="1"/>
          </p:nvPr>
        </p:nvSpPr>
        <p:spPr>
          <a:xfrm>
            <a:off x="342625" y="4339795"/>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62" name="그림 개체 틀 7"/>
          <p:cNvSpPr>
            <a:spLocks noGrp="1"/>
          </p:cNvSpPr>
          <p:nvPr>
            <p:ph type="pic" sz="quarter" idx="45" hasCustomPrompt="1"/>
          </p:nvPr>
        </p:nvSpPr>
        <p:spPr>
          <a:xfrm>
            <a:off x="1242782" y="2859694"/>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63" name="텍스트 개체 틀 32"/>
          <p:cNvSpPr>
            <a:spLocks noGrp="1"/>
          </p:cNvSpPr>
          <p:nvPr>
            <p:ph type="body" sz="quarter" idx="46" hasCustomPrompt="1"/>
          </p:nvPr>
        </p:nvSpPr>
        <p:spPr>
          <a:xfrm>
            <a:off x="1242782" y="4074775"/>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(Responsibility9)</a:t>
            </a:r>
            <a:endParaRPr lang="ko-KR" altLang="en-US" dirty="0"/>
          </a:p>
        </p:txBody>
      </p:sp>
      <p:sp>
        <p:nvSpPr>
          <p:cNvPr id="166" name="텍스트 개체 틀 34"/>
          <p:cNvSpPr>
            <a:spLocks noGrp="1"/>
          </p:cNvSpPr>
          <p:nvPr>
            <p:ph type="body" sz="quarter" idx="48" hasCustomPrompt="1"/>
          </p:nvPr>
        </p:nvSpPr>
        <p:spPr>
          <a:xfrm>
            <a:off x="1242782" y="4339795"/>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67" name="그림 개체 틀 7"/>
          <p:cNvSpPr>
            <a:spLocks noGrp="1"/>
          </p:cNvSpPr>
          <p:nvPr>
            <p:ph type="pic" sz="quarter" idx="49" hasCustomPrompt="1"/>
          </p:nvPr>
        </p:nvSpPr>
        <p:spPr>
          <a:xfrm>
            <a:off x="2142939" y="2859694"/>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68" name="텍스트 개체 틀 32"/>
          <p:cNvSpPr>
            <a:spLocks noGrp="1"/>
          </p:cNvSpPr>
          <p:nvPr>
            <p:ph type="body" sz="quarter" idx="50" hasCustomPrompt="1"/>
          </p:nvPr>
        </p:nvSpPr>
        <p:spPr>
          <a:xfrm>
            <a:off x="2142939" y="4074775"/>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(Responsibility10)</a:t>
            </a:r>
            <a:endParaRPr lang="ko-KR" altLang="en-US" dirty="0"/>
          </a:p>
        </p:txBody>
      </p:sp>
      <p:sp>
        <p:nvSpPr>
          <p:cNvPr id="171" name="텍스트 개체 틀 34"/>
          <p:cNvSpPr>
            <a:spLocks noGrp="1"/>
          </p:cNvSpPr>
          <p:nvPr>
            <p:ph type="body" sz="quarter" idx="52" hasCustomPrompt="1"/>
          </p:nvPr>
        </p:nvSpPr>
        <p:spPr>
          <a:xfrm>
            <a:off x="2142939" y="4339795"/>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72" name="그림 개체 틀 7"/>
          <p:cNvSpPr>
            <a:spLocks noGrp="1"/>
          </p:cNvSpPr>
          <p:nvPr>
            <p:ph type="pic" sz="quarter" idx="53" hasCustomPrompt="1"/>
          </p:nvPr>
        </p:nvSpPr>
        <p:spPr>
          <a:xfrm>
            <a:off x="3043096" y="2859694"/>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73" name="텍스트 개체 틀 32"/>
          <p:cNvSpPr>
            <a:spLocks noGrp="1"/>
          </p:cNvSpPr>
          <p:nvPr>
            <p:ph type="body" sz="quarter" idx="54" hasCustomPrompt="1"/>
          </p:nvPr>
        </p:nvSpPr>
        <p:spPr>
          <a:xfrm>
            <a:off x="3043096" y="4074775"/>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(Responsibility11)</a:t>
            </a:r>
            <a:endParaRPr lang="ko-KR" altLang="en-US" dirty="0"/>
          </a:p>
        </p:txBody>
      </p:sp>
      <p:sp>
        <p:nvSpPr>
          <p:cNvPr id="176" name="텍스트 개체 틀 34"/>
          <p:cNvSpPr>
            <a:spLocks noGrp="1"/>
          </p:cNvSpPr>
          <p:nvPr>
            <p:ph type="body" sz="quarter" idx="56" hasCustomPrompt="1"/>
          </p:nvPr>
        </p:nvSpPr>
        <p:spPr>
          <a:xfrm>
            <a:off x="3043096" y="4339795"/>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77" name="그림 개체 틀 7"/>
          <p:cNvSpPr>
            <a:spLocks noGrp="1"/>
          </p:cNvSpPr>
          <p:nvPr>
            <p:ph type="pic" sz="quarter" idx="57" hasCustomPrompt="1"/>
          </p:nvPr>
        </p:nvSpPr>
        <p:spPr>
          <a:xfrm>
            <a:off x="3943253" y="2859694"/>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78" name="텍스트 개체 틀 32"/>
          <p:cNvSpPr>
            <a:spLocks noGrp="1"/>
          </p:cNvSpPr>
          <p:nvPr>
            <p:ph type="body" sz="quarter" idx="58" hasCustomPrompt="1"/>
          </p:nvPr>
        </p:nvSpPr>
        <p:spPr>
          <a:xfrm>
            <a:off x="3943253" y="4074775"/>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(Responsibility12)</a:t>
            </a:r>
            <a:endParaRPr lang="ko-KR" altLang="en-US" dirty="0"/>
          </a:p>
        </p:txBody>
      </p:sp>
      <p:sp>
        <p:nvSpPr>
          <p:cNvPr id="181" name="텍스트 개체 틀 34"/>
          <p:cNvSpPr>
            <a:spLocks noGrp="1"/>
          </p:cNvSpPr>
          <p:nvPr>
            <p:ph type="body" sz="quarter" idx="60" hasCustomPrompt="1"/>
          </p:nvPr>
        </p:nvSpPr>
        <p:spPr>
          <a:xfrm>
            <a:off x="3943253" y="4339795"/>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82" name="그림 개체 틀 7"/>
          <p:cNvSpPr>
            <a:spLocks noGrp="1"/>
          </p:cNvSpPr>
          <p:nvPr>
            <p:ph type="pic" sz="quarter" idx="61" hasCustomPrompt="1"/>
          </p:nvPr>
        </p:nvSpPr>
        <p:spPr>
          <a:xfrm>
            <a:off x="4843410" y="2859694"/>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83" name="텍스트 개체 틀 32"/>
          <p:cNvSpPr>
            <a:spLocks noGrp="1"/>
          </p:cNvSpPr>
          <p:nvPr>
            <p:ph type="body" sz="quarter" idx="62" hasCustomPrompt="1"/>
          </p:nvPr>
        </p:nvSpPr>
        <p:spPr>
          <a:xfrm>
            <a:off x="4843410" y="4074775"/>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(Responsibility13)</a:t>
            </a:r>
            <a:endParaRPr lang="ko-KR" altLang="en-US" dirty="0"/>
          </a:p>
        </p:txBody>
      </p:sp>
      <p:sp>
        <p:nvSpPr>
          <p:cNvPr id="186" name="텍스트 개체 틀 34"/>
          <p:cNvSpPr>
            <a:spLocks noGrp="1"/>
          </p:cNvSpPr>
          <p:nvPr>
            <p:ph type="body" sz="quarter" idx="64" hasCustomPrompt="1"/>
          </p:nvPr>
        </p:nvSpPr>
        <p:spPr>
          <a:xfrm>
            <a:off x="4843410" y="4339795"/>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87" name="그림 개체 틀 7"/>
          <p:cNvSpPr>
            <a:spLocks noGrp="1"/>
          </p:cNvSpPr>
          <p:nvPr>
            <p:ph type="pic" sz="quarter" idx="65" hasCustomPrompt="1"/>
          </p:nvPr>
        </p:nvSpPr>
        <p:spPr>
          <a:xfrm>
            <a:off x="5743567" y="2859694"/>
            <a:ext cx="792000" cy="972000"/>
          </a:xfrm>
          <a:custGeom>
            <a:avLst/>
            <a:gdLst>
              <a:gd name="connsiteX0" fmla="*/ 0 w 1763712"/>
              <a:gd name="connsiteY0" fmla="*/ 0 h 1872000"/>
              <a:gd name="connsiteX1" fmla="*/ 1763712 w 1763712"/>
              <a:gd name="connsiteY1" fmla="*/ 0 h 1872000"/>
              <a:gd name="connsiteX2" fmla="*/ 1763712 w 1763712"/>
              <a:gd name="connsiteY2" fmla="*/ 1872000 h 1872000"/>
              <a:gd name="connsiteX3" fmla="*/ 0 w 1763712"/>
              <a:gd name="connsiteY3" fmla="*/ 1872000 h 1872000"/>
              <a:gd name="connsiteX4" fmla="*/ 0 w 1763712"/>
              <a:gd name="connsiteY4" fmla="*/ 0 h 1872000"/>
              <a:gd name="connsiteX0" fmla="*/ 0 w 1763712"/>
              <a:gd name="connsiteY0" fmla="*/ 0 h 1872801"/>
              <a:gd name="connsiteX1" fmla="*/ 1763712 w 1763712"/>
              <a:gd name="connsiteY1" fmla="*/ 0 h 1872801"/>
              <a:gd name="connsiteX2" fmla="*/ 1763712 w 1763712"/>
              <a:gd name="connsiteY2" fmla="*/ 1872000 h 1872801"/>
              <a:gd name="connsiteX3" fmla="*/ 1534308 w 1763712"/>
              <a:gd name="connsiteY3" fmla="*/ 1872801 h 1872801"/>
              <a:gd name="connsiteX4" fmla="*/ 0 w 1763712"/>
              <a:gd name="connsiteY4" fmla="*/ 1872000 h 1872801"/>
              <a:gd name="connsiteX5" fmla="*/ 0 w 1763712"/>
              <a:gd name="connsiteY5" fmla="*/ 0 h 1872801"/>
              <a:gd name="connsiteX0" fmla="*/ 0 w 1763712"/>
              <a:gd name="connsiteY0" fmla="*/ 0 h 1872801"/>
              <a:gd name="connsiteX1" fmla="*/ 1763712 w 1763712"/>
              <a:gd name="connsiteY1" fmla="*/ 0 h 1872801"/>
              <a:gd name="connsiteX2" fmla="*/ 1760176 w 1763712"/>
              <a:gd name="connsiteY2" fmla="*/ 1661505 h 1872801"/>
              <a:gd name="connsiteX3" fmla="*/ 1763712 w 1763712"/>
              <a:gd name="connsiteY3" fmla="*/ 1872000 h 1872801"/>
              <a:gd name="connsiteX4" fmla="*/ 1534308 w 1763712"/>
              <a:gd name="connsiteY4" fmla="*/ 1872801 h 1872801"/>
              <a:gd name="connsiteX5" fmla="*/ 0 w 1763712"/>
              <a:gd name="connsiteY5" fmla="*/ 1872000 h 1872801"/>
              <a:gd name="connsiteX6" fmla="*/ 0 w 1763712"/>
              <a:gd name="connsiteY6" fmla="*/ 0 h 1872801"/>
              <a:gd name="connsiteX0" fmla="*/ 0 w 1763712"/>
              <a:gd name="connsiteY0" fmla="*/ 0 h 1873230"/>
              <a:gd name="connsiteX1" fmla="*/ 1763712 w 1763712"/>
              <a:gd name="connsiteY1" fmla="*/ 0 h 1873230"/>
              <a:gd name="connsiteX2" fmla="*/ 1760176 w 1763712"/>
              <a:gd name="connsiteY2" fmla="*/ 1661505 h 1873230"/>
              <a:gd name="connsiteX3" fmla="*/ 1534308 w 1763712"/>
              <a:gd name="connsiteY3" fmla="*/ 1872801 h 1873230"/>
              <a:gd name="connsiteX4" fmla="*/ 0 w 1763712"/>
              <a:gd name="connsiteY4" fmla="*/ 1872000 h 1873230"/>
              <a:gd name="connsiteX5" fmla="*/ 0 w 1763712"/>
              <a:gd name="connsiteY5" fmla="*/ 0 h 1873230"/>
              <a:gd name="connsiteX0" fmla="*/ 0 w 1763712"/>
              <a:gd name="connsiteY0" fmla="*/ 0 h 1872801"/>
              <a:gd name="connsiteX1" fmla="*/ 1763712 w 1763712"/>
              <a:gd name="connsiteY1" fmla="*/ 0 h 1872801"/>
              <a:gd name="connsiteX2" fmla="*/ 1760176 w 1763712"/>
              <a:gd name="connsiteY2" fmla="*/ 1661505 h 1872801"/>
              <a:gd name="connsiteX3" fmla="*/ 1534308 w 1763712"/>
              <a:gd name="connsiteY3" fmla="*/ 1872801 h 1872801"/>
              <a:gd name="connsiteX4" fmla="*/ 0 w 1763712"/>
              <a:gd name="connsiteY4" fmla="*/ 1872000 h 1872801"/>
              <a:gd name="connsiteX5" fmla="*/ 0 w 1763712"/>
              <a:gd name="connsiteY5" fmla="*/ 0 h 187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3712" h="1872801">
                <a:moveTo>
                  <a:pt x="0" y="0"/>
                </a:moveTo>
                <a:lnTo>
                  <a:pt x="1763712" y="0"/>
                </a:lnTo>
                <a:cubicBezTo>
                  <a:pt x="1762533" y="553835"/>
                  <a:pt x="1761355" y="1107670"/>
                  <a:pt x="1760176" y="1661505"/>
                </a:cubicBezTo>
                <a:lnTo>
                  <a:pt x="1534308" y="1872801"/>
                </a:lnTo>
                <a:lnTo>
                  <a:pt x="0" y="1872000"/>
                </a:lnTo>
                <a:lnTo>
                  <a:pt x="0" y="0"/>
                </a:lnTo>
                <a:close/>
              </a:path>
            </a:pathLst>
          </a:cu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42884" indent="-342884">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88" name="텍스트 개체 틀 32"/>
          <p:cNvSpPr>
            <a:spLocks noGrp="1"/>
          </p:cNvSpPr>
          <p:nvPr>
            <p:ph type="body" sz="quarter" idx="66" hasCustomPrompt="1"/>
          </p:nvPr>
        </p:nvSpPr>
        <p:spPr>
          <a:xfrm>
            <a:off x="5743566" y="4074775"/>
            <a:ext cx="7920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(Responsibility14)</a:t>
            </a:r>
            <a:endParaRPr lang="ko-KR" altLang="en-US" dirty="0"/>
          </a:p>
        </p:txBody>
      </p:sp>
      <p:sp>
        <p:nvSpPr>
          <p:cNvPr id="191" name="텍스트 개체 틀 34"/>
          <p:cNvSpPr>
            <a:spLocks noGrp="1"/>
          </p:cNvSpPr>
          <p:nvPr>
            <p:ph type="body" sz="quarter" idx="68" hasCustomPrompt="1"/>
          </p:nvPr>
        </p:nvSpPr>
        <p:spPr>
          <a:xfrm>
            <a:off x="5743566" y="4339795"/>
            <a:ext cx="7920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cxnSp>
        <p:nvCxnSpPr>
          <p:cNvPr id="60" name="직선 연결선 59"/>
          <p:cNvCxnSpPr>
            <a:cxnSpLocks/>
          </p:cNvCxnSpPr>
          <p:nvPr userDrawn="1"/>
        </p:nvCxnSpPr>
        <p:spPr>
          <a:xfrm>
            <a:off x="342625" y="229422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a:cxnSpLocks/>
          </p:cNvCxnSpPr>
          <p:nvPr userDrawn="1"/>
        </p:nvCxnSpPr>
        <p:spPr>
          <a:xfrm>
            <a:off x="1242782" y="229422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a:cxnSpLocks/>
          </p:cNvCxnSpPr>
          <p:nvPr userDrawn="1"/>
        </p:nvCxnSpPr>
        <p:spPr>
          <a:xfrm>
            <a:off x="2142939" y="229422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a:cxnSpLocks/>
          </p:cNvCxnSpPr>
          <p:nvPr userDrawn="1"/>
        </p:nvCxnSpPr>
        <p:spPr>
          <a:xfrm>
            <a:off x="3043096" y="229422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a:cxnSpLocks/>
          </p:cNvCxnSpPr>
          <p:nvPr userDrawn="1"/>
        </p:nvCxnSpPr>
        <p:spPr>
          <a:xfrm>
            <a:off x="3943253" y="229422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a:cxnSpLocks/>
          </p:cNvCxnSpPr>
          <p:nvPr userDrawn="1"/>
        </p:nvCxnSpPr>
        <p:spPr>
          <a:xfrm>
            <a:off x="4843410" y="229422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직선 연결선 65"/>
          <p:cNvCxnSpPr>
            <a:cxnSpLocks/>
          </p:cNvCxnSpPr>
          <p:nvPr userDrawn="1"/>
        </p:nvCxnSpPr>
        <p:spPr>
          <a:xfrm>
            <a:off x="5743567" y="229422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a:cxnSpLocks/>
          </p:cNvCxnSpPr>
          <p:nvPr userDrawn="1"/>
        </p:nvCxnSpPr>
        <p:spPr>
          <a:xfrm>
            <a:off x="342625" y="427285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8" name="직선 연결선 67"/>
          <p:cNvCxnSpPr>
            <a:cxnSpLocks/>
          </p:cNvCxnSpPr>
          <p:nvPr userDrawn="1"/>
        </p:nvCxnSpPr>
        <p:spPr>
          <a:xfrm>
            <a:off x="1242782" y="427285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9" name="직선 연결선 68"/>
          <p:cNvCxnSpPr>
            <a:cxnSpLocks/>
          </p:cNvCxnSpPr>
          <p:nvPr userDrawn="1"/>
        </p:nvCxnSpPr>
        <p:spPr>
          <a:xfrm>
            <a:off x="2142939" y="427285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0" name="직선 연결선 69"/>
          <p:cNvCxnSpPr>
            <a:cxnSpLocks/>
          </p:cNvCxnSpPr>
          <p:nvPr userDrawn="1"/>
        </p:nvCxnSpPr>
        <p:spPr>
          <a:xfrm>
            <a:off x="3043096" y="427285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직선 연결선 70"/>
          <p:cNvCxnSpPr>
            <a:cxnSpLocks/>
          </p:cNvCxnSpPr>
          <p:nvPr userDrawn="1"/>
        </p:nvCxnSpPr>
        <p:spPr>
          <a:xfrm>
            <a:off x="3943253" y="427285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직선 연결선 71"/>
          <p:cNvCxnSpPr>
            <a:cxnSpLocks/>
          </p:cNvCxnSpPr>
          <p:nvPr userDrawn="1"/>
        </p:nvCxnSpPr>
        <p:spPr>
          <a:xfrm>
            <a:off x="4843410" y="427285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3" name="직선 연결선 72"/>
          <p:cNvCxnSpPr>
            <a:cxnSpLocks/>
          </p:cNvCxnSpPr>
          <p:nvPr userDrawn="1"/>
        </p:nvCxnSpPr>
        <p:spPr>
          <a:xfrm>
            <a:off x="5743566" y="427285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9292693"/>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Members : type 2">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0" name="텍스트 개체 틀 30"/>
          <p:cNvSpPr>
            <a:spLocks noGrp="1"/>
          </p:cNvSpPr>
          <p:nvPr>
            <p:ph type="body" sz="quarter" idx="14" hasCustomPrompt="1"/>
          </p:nvPr>
        </p:nvSpPr>
        <p:spPr>
          <a:xfrm>
            <a:off x="342625" y="1879152"/>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a:t>
            </a:r>
            <a:endParaRPr lang="ko-KR" altLang="en-US" dirty="0"/>
          </a:p>
        </p:txBody>
      </p:sp>
      <p:sp>
        <p:nvSpPr>
          <p:cNvPr id="61" name="텍스트 개체 틀 30"/>
          <p:cNvSpPr>
            <a:spLocks noGrp="1"/>
          </p:cNvSpPr>
          <p:nvPr>
            <p:ph type="body" sz="quarter" idx="19" hasCustomPrompt="1"/>
          </p:nvPr>
        </p:nvSpPr>
        <p:spPr>
          <a:xfrm>
            <a:off x="1242782" y="1879152"/>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Name2</a:t>
            </a:r>
            <a:endParaRPr lang="ko-KR" altLang="en-US" dirty="0"/>
          </a:p>
        </p:txBody>
      </p:sp>
      <p:sp>
        <p:nvSpPr>
          <p:cNvPr id="62" name="텍스트 개체 틀 30"/>
          <p:cNvSpPr>
            <a:spLocks noGrp="1"/>
          </p:cNvSpPr>
          <p:nvPr>
            <p:ph type="body" sz="quarter" idx="23" hasCustomPrompt="1"/>
          </p:nvPr>
        </p:nvSpPr>
        <p:spPr>
          <a:xfrm>
            <a:off x="2142939" y="1879152"/>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Name3</a:t>
            </a:r>
            <a:endParaRPr lang="ko-KR" altLang="en-US" dirty="0"/>
          </a:p>
        </p:txBody>
      </p:sp>
      <p:sp>
        <p:nvSpPr>
          <p:cNvPr id="63" name="텍스트 개체 틀 30"/>
          <p:cNvSpPr>
            <a:spLocks noGrp="1"/>
          </p:cNvSpPr>
          <p:nvPr>
            <p:ph type="body" sz="quarter" idx="27" hasCustomPrompt="1"/>
          </p:nvPr>
        </p:nvSpPr>
        <p:spPr>
          <a:xfrm>
            <a:off x="3043096" y="1879152"/>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Name4</a:t>
            </a:r>
            <a:endParaRPr lang="ko-KR" altLang="en-US" dirty="0"/>
          </a:p>
        </p:txBody>
      </p:sp>
      <p:sp>
        <p:nvSpPr>
          <p:cNvPr id="64" name="텍스트 개체 틀 30"/>
          <p:cNvSpPr>
            <a:spLocks noGrp="1"/>
          </p:cNvSpPr>
          <p:nvPr>
            <p:ph type="body" sz="quarter" idx="31" hasCustomPrompt="1"/>
          </p:nvPr>
        </p:nvSpPr>
        <p:spPr>
          <a:xfrm>
            <a:off x="3943253" y="1879152"/>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Name5</a:t>
            </a:r>
            <a:endParaRPr lang="ko-KR" altLang="en-US" dirty="0"/>
          </a:p>
        </p:txBody>
      </p:sp>
      <p:sp>
        <p:nvSpPr>
          <p:cNvPr id="65" name="텍스트 개체 틀 30"/>
          <p:cNvSpPr>
            <a:spLocks noGrp="1"/>
          </p:cNvSpPr>
          <p:nvPr>
            <p:ph type="body" sz="quarter" idx="35" hasCustomPrompt="1"/>
          </p:nvPr>
        </p:nvSpPr>
        <p:spPr>
          <a:xfrm>
            <a:off x="4843410" y="1879152"/>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Name6</a:t>
            </a:r>
            <a:endParaRPr lang="ko-KR" altLang="en-US" dirty="0"/>
          </a:p>
        </p:txBody>
      </p:sp>
      <p:sp>
        <p:nvSpPr>
          <p:cNvPr id="66" name="텍스트 개체 틀 30"/>
          <p:cNvSpPr>
            <a:spLocks noGrp="1"/>
          </p:cNvSpPr>
          <p:nvPr>
            <p:ph type="body" sz="quarter" idx="39" hasCustomPrompt="1"/>
          </p:nvPr>
        </p:nvSpPr>
        <p:spPr>
          <a:xfrm>
            <a:off x="5743566" y="1879152"/>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Name7</a:t>
            </a:r>
            <a:endParaRPr lang="ko-KR" altLang="en-US" dirty="0"/>
          </a:p>
        </p:txBody>
      </p:sp>
      <p:sp>
        <p:nvSpPr>
          <p:cNvPr id="67" name="텍스트 개체 틀 30"/>
          <p:cNvSpPr>
            <a:spLocks noGrp="1"/>
          </p:cNvSpPr>
          <p:nvPr>
            <p:ph type="body" sz="quarter" idx="43" hasCustomPrompt="1"/>
          </p:nvPr>
        </p:nvSpPr>
        <p:spPr>
          <a:xfrm>
            <a:off x="342625" y="3857783"/>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Name8</a:t>
            </a:r>
            <a:endParaRPr lang="ko-KR" altLang="en-US" dirty="0"/>
          </a:p>
        </p:txBody>
      </p:sp>
      <p:sp>
        <p:nvSpPr>
          <p:cNvPr id="68" name="텍스트 개체 틀 30"/>
          <p:cNvSpPr>
            <a:spLocks noGrp="1"/>
          </p:cNvSpPr>
          <p:nvPr>
            <p:ph type="body" sz="quarter" idx="47" hasCustomPrompt="1"/>
          </p:nvPr>
        </p:nvSpPr>
        <p:spPr>
          <a:xfrm>
            <a:off x="1242782" y="3857783"/>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Name9</a:t>
            </a:r>
            <a:endParaRPr lang="ko-KR" altLang="en-US" dirty="0"/>
          </a:p>
        </p:txBody>
      </p:sp>
      <p:sp>
        <p:nvSpPr>
          <p:cNvPr id="69" name="텍스트 개체 틀 30"/>
          <p:cNvSpPr>
            <a:spLocks noGrp="1"/>
          </p:cNvSpPr>
          <p:nvPr>
            <p:ph type="body" sz="quarter" idx="51" hasCustomPrompt="1"/>
          </p:nvPr>
        </p:nvSpPr>
        <p:spPr>
          <a:xfrm>
            <a:off x="2142939" y="3857783"/>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Name10</a:t>
            </a:r>
            <a:endParaRPr lang="ko-KR" altLang="en-US" dirty="0"/>
          </a:p>
        </p:txBody>
      </p:sp>
      <p:sp>
        <p:nvSpPr>
          <p:cNvPr id="70" name="텍스트 개체 틀 30"/>
          <p:cNvSpPr>
            <a:spLocks noGrp="1"/>
          </p:cNvSpPr>
          <p:nvPr>
            <p:ph type="body" sz="quarter" idx="55" hasCustomPrompt="1"/>
          </p:nvPr>
        </p:nvSpPr>
        <p:spPr>
          <a:xfrm>
            <a:off x="3043096" y="3857783"/>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Name11</a:t>
            </a:r>
            <a:endParaRPr lang="ko-KR" altLang="en-US" dirty="0"/>
          </a:p>
        </p:txBody>
      </p:sp>
      <p:sp>
        <p:nvSpPr>
          <p:cNvPr id="71" name="텍스트 개체 틀 30"/>
          <p:cNvSpPr>
            <a:spLocks noGrp="1"/>
          </p:cNvSpPr>
          <p:nvPr>
            <p:ph type="body" sz="quarter" idx="59" hasCustomPrompt="1"/>
          </p:nvPr>
        </p:nvSpPr>
        <p:spPr>
          <a:xfrm>
            <a:off x="3943253" y="3857783"/>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Name12</a:t>
            </a:r>
            <a:endParaRPr lang="ko-KR" altLang="en-US" dirty="0"/>
          </a:p>
        </p:txBody>
      </p:sp>
      <p:sp>
        <p:nvSpPr>
          <p:cNvPr id="72" name="텍스트 개체 틀 30"/>
          <p:cNvSpPr>
            <a:spLocks noGrp="1"/>
          </p:cNvSpPr>
          <p:nvPr>
            <p:ph type="body" sz="quarter" idx="63" hasCustomPrompt="1"/>
          </p:nvPr>
        </p:nvSpPr>
        <p:spPr>
          <a:xfrm>
            <a:off x="4843410" y="3857783"/>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Name13</a:t>
            </a:r>
            <a:endParaRPr lang="ko-KR" altLang="en-US" dirty="0"/>
          </a:p>
        </p:txBody>
      </p:sp>
      <p:sp>
        <p:nvSpPr>
          <p:cNvPr id="73" name="텍스트 개체 틀 30"/>
          <p:cNvSpPr>
            <a:spLocks noGrp="1"/>
          </p:cNvSpPr>
          <p:nvPr>
            <p:ph type="body" sz="quarter" idx="67" hasCustomPrompt="1"/>
          </p:nvPr>
        </p:nvSpPr>
        <p:spPr>
          <a:xfrm>
            <a:off x="5743566" y="3857783"/>
            <a:ext cx="792000" cy="162000"/>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Name14</a:t>
            </a:r>
            <a:endParaRPr lang="ko-KR" altLang="en-US" dirty="0"/>
          </a:p>
        </p:txBody>
      </p:sp>
      <p:sp>
        <p:nvSpPr>
          <p:cNvPr id="74" name="그림 개체 틀 7"/>
          <p:cNvSpPr>
            <a:spLocks noGrp="1"/>
          </p:cNvSpPr>
          <p:nvPr>
            <p:ph type="pic" sz="quarter" idx="10" hasCustomPrompt="1"/>
          </p:nvPr>
        </p:nvSpPr>
        <p:spPr>
          <a:xfrm>
            <a:off x="342625" y="951142"/>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75" name="텍스트 개체 틀 32"/>
          <p:cNvSpPr>
            <a:spLocks noGrp="1"/>
          </p:cNvSpPr>
          <p:nvPr>
            <p:ph type="body" sz="quarter" idx="15" hasCustomPrompt="1"/>
          </p:nvPr>
        </p:nvSpPr>
        <p:spPr>
          <a:xfrm>
            <a:off x="342625" y="2051694"/>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a:t>
            </a:r>
            <a:endParaRPr lang="ko-KR" altLang="en-US" dirty="0"/>
          </a:p>
        </p:txBody>
      </p:sp>
      <p:sp>
        <p:nvSpPr>
          <p:cNvPr id="76" name="텍스트 개체 틀 34"/>
          <p:cNvSpPr>
            <a:spLocks noGrp="1"/>
          </p:cNvSpPr>
          <p:nvPr>
            <p:ph type="body" sz="quarter" idx="16" hasCustomPrompt="1"/>
          </p:nvPr>
        </p:nvSpPr>
        <p:spPr>
          <a:xfrm>
            <a:off x="342625" y="2316713"/>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77" name="그림 개체 틀 7"/>
          <p:cNvSpPr>
            <a:spLocks noGrp="1"/>
          </p:cNvSpPr>
          <p:nvPr>
            <p:ph type="pic" sz="quarter" idx="17" hasCustomPrompt="1"/>
          </p:nvPr>
        </p:nvSpPr>
        <p:spPr>
          <a:xfrm>
            <a:off x="1242782" y="951142"/>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78" name="텍스트 개체 틀 32"/>
          <p:cNvSpPr>
            <a:spLocks noGrp="1"/>
          </p:cNvSpPr>
          <p:nvPr>
            <p:ph type="body" sz="quarter" idx="18" hasCustomPrompt="1"/>
          </p:nvPr>
        </p:nvSpPr>
        <p:spPr>
          <a:xfrm>
            <a:off x="1242782" y="2051694"/>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(Responsibility2)</a:t>
            </a:r>
            <a:endParaRPr lang="ko-KR" altLang="en-US" dirty="0"/>
          </a:p>
        </p:txBody>
      </p:sp>
      <p:sp>
        <p:nvSpPr>
          <p:cNvPr id="79" name="텍스트 개체 틀 34"/>
          <p:cNvSpPr>
            <a:spLocks noGrp="1"/>
          </p:cNvSpPr>
          <p:nvPr>
            <p:ph type="body" sz="quarter" idx="20" hasCustomPrompt="1"/>
          </p:nvPr>
        </p:nvSpPr>
        <p:spPr>
          <a:xfrm>
            <a:off x="1242782" y="2316713"/>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80" name="그림 개체 틀 7"/>
          <p:cNvSpPr>
            <a:spLocks noGrp="1"/>
          </p:cNvSpPr>
          <p:nvPr>
            <p:ph type="pic" sz="quarter" idx="21" hasCustomPrompt="1"/>
          </p:nvPr>
        </p:nvSpPr>
        <p:spPr>
          <a:xfrm>
            <a:off x="2142939" y="951142"/>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81" name="텍스트 개체 틀 32"/>
          <p:cNvSpPr>
            <a:spLocks noGrp="1"/>
          </p:cNvSpPr>
          <p:nvPr>
            <p:ph type="body" sz="quarter" idx="22" hasCustomPrompt="1"/>
          </p:nvPr>
        </p:nvSpPr>
        <p:spPr>
          <a:xfrm>
            <a:off x="2142939" y="2051694"/>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(Responsibility3)</a:t>
            </a:r>
            <a:endParaRPr lang="ko-KR" altLang="en-US" dirty="0"/>
          </a:p>
        </p:txBody>
      </p:sp>
      <p:sp>
        <p:nvSpPr>
          <p:cNvPr id="82" name="텍스트 개체 틀 34"/>
          <p:cNvSpPr>
            <a:spLocks noGrp="1"/>
          </p:cNvSpPr>
          <p:nvPr>
            <p:ph type="body" sz="quarter" idx="24" hasCustomPrompt="1"/>
          </p:nvPr>
        </p:nvSpPr>
        <p:spPr>
          <a:xfrm>
            <a:off x="2142939" y="2316713"/>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83" name="그림 개체 틀 7"/>
          <p:cNvSpPr>
            <a:spLocks noGrp="1"/>
          </p:cNvSpPr>
          <p:nvPr>
            <p:ph type="pic" sz="quarter" idx="25" hasCustomPrompt="1"/>
          </p:nvPr>
        </p:nvSpPr>
        <p:spPr>
          <a:xfrm>
            <a:off x="3043096" y="951142"/>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84" name="텍스트 개체 틀 32"/>
          <p:cNvSpPr>
            <a:spLocks noGrp="1"/>
          </p:cNvSpPr>
          <p:nvPr>
            <p:ph type="body" sz="quarter" idx="26" hasCustomPrompt="1"/>
          </p:nvPr>
        </p:nvSpPr>
        <p:spPr>
          <a:xfrm>
            <a:off x="3043096" y="2051694"/>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(Responsibility4)</a:t>
            </a:r>
            <a:endParaRPr lang="ko-KR" altLang="en-US" dirty="0"/>
          </a:p>
        </p:txBody>
      </p:sp>
      <p:sp>
        <p:nvSpPr>
          <p:cNvPr id="85" name="텍스트 개체 틀 34"/>
          <p:cNvSpPr>
            <a:spLocks noGrp="1"/>
          </p:cNvSpPr>
          <p:nvPr>
            <p:ph type="body" sz="quarter" idx="28" hasCustomPrompt="1"/>
          </p:nvPr>
        </p:nvSpPr>
        <p:spPr>
          <a:xfrm>
            <a:off x="3043096" y="2316713"/>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86" name="그림 개체 틀 7"/>
          <p:cNvSpPr>
            <a:spLocks noGrp="1"/>
          </p:cNvSpPr>
          <p:nvPr>
            <p:ph type="pic" sz="quarter" idx="29" hasCustomPrompt="1"/>
          </p:nvPr>
        </p:nvSpPr>
        <p:spPr>
          <a:xfrm>
            <a:off x="3943253" y="951142"/>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87" name="텍스트 개체 틀 32"/>
          <p:cNvSpPr>
            <a:spLocks noGrp="1"/>
          </p:cNvSpPr>
          <p:nvPr>
            <p:ph type="body" sz="quarter" idx="30" hasCustomPrompt="1"/>
          </p:nvPr>
        </p:nvSpPr>
        <p:spPr>
          <a:xfrm>
            <a:off x="3943253" y="2051694"/>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(Responsibility5)</a:t>
            </a:r>
            <a:endParaRPr lang="ko-KR" altLang="en-US" dirty="0"/>
          </a:p>
        </p:txBody>
      </p:sp>
      <p:sp>
        <p:nvSpPr>
          <p:cNvPr id="88" name="텍스트 개체 틀 34"/>
          <p:cNvSpPr>
            <a:spLocks noGrp="1"/>
          </p:cNvSpPr>
          <p:nvPr>
            <p:ph type="body" sz="quarter" idx="32" hasCustomPrompt="1"/>
          </p:nvPr>
        </p:nvSpPr>
        <p:spPr>
          <a:xfrm>
            <a:off x="3943253" y="2316713"/>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89" name="그림 개체 틀 7"/>
          <p:cNvSpPr>
            <a:spLocks noGrp="1"/>
          </p:cNvSpPr>
          <p:nvPr>
            <p:ph type="pic" sz="quarter" idx="33" hasCustomPrompt="1"/>
          </p:nvPr>
        </p:nvSpPr>
        <p:spPr>
          <a:xfrm>
            <a:off x="4843410" y="951142"/>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90" name="텍스트 개체 틀 32"/>
          <p:cNvSpPr>
            <a:spLocks noGrp="1"/>
          </p:cNvSpPr>
          <p:nvPr>
            <p:ph type="body" sz="quarter" idx="34" hasCustomPrompt="1"/>
          </p:nvPr>
        </p:nvSpPr>
        <p:spPr>
          <a:xfrm>
            <a:off x="4843410" y="2051694"/>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(Responsibility6)</a:t>
            </a:r>
            <a:endParaRPr lang="ko-KR" altLang="en-US" dirty="0"/>
          </a:p>
        </p:txBody>
      </p:sp>
      <p:sp>
        <p:nvSpPr>
          <p:cNvPr id="91" name="텍스트 개체 틀 34"/>
          <p:cNvSpPr>
            <a:spLocks noGrp="1"/>
          </p:cNvSpPr>
          <p:nvPr>
            <p:ph type="body" sz="quarter" idx="36" hasCustomPrompt="1"/>
          </p:nvPr>
        </p:nvSpPr>
        <p:spPr>
          <a:xfrm>
            <a:off x="4843410" y="2316713"/>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92" name="그림 개체 틀 7"/>
          <p:cNvSpPr>
            <a:spLocks noGrp="1"/>
          </p:cNvSpPr>
          <p:nvPr>
            <p:ph type="pic" sz="quarter" idx="37" hasCustomPrompt="1"/>
          </p:nvPr>
        </p:nvSpPr>
        <p:spPr>
          <a:xfrm>
            <a:off x="5743567" y="951142"/>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93" name="텍스트 개체 틀 32"/>
          <p:cNvSpPr>
            <a:spLocks noGrp="1"/>
          </p:cNvSpPr>
          <p:nvPr>
            <p:ph type="body" sz="quarter" idx="38" hasCustomPrompt="1"/>
          </p:nvPr>
        </p:nvSpPr>
        <p:spPr>
          <a:xfrm>
            <a:off x="5743566" y="2051694"/>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(Responsibility7)</a:t>
            </a:r>
            <a:endParaRPr lang="ko-KR" altLang="en-US" dirty="0"/>
          </a:p>
        </p:txBody>
      </p:sp>
      <p:sp>
        <p:nvSpPr>
          <p:cNvPr id="94" name="텍스트 개체 틀 34"/>
          <p:cNvSpPr>
            <a:spLocks noGrp="1"/>
          </p:cNvSpPr>
          <p:nvPr>
            <p:ph type="body" sz="quarter" idx="40" hasCustomPrompt="1"/>
          </p:nvPr>
        </p:nvSpPr>
        <p:spPr>
          <a:xfrm>
            <a:off x="5743566" y="2316713"/>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95" name="그림 개체 틀 7"/>
          <p:cNvSpPr>
            <a:spLocks noGrp="1"/>
          </p:cNvSpPr>
          <p:nvPr>
            <p:ph type="pic" sz="quarter" idx="41" hasCustomPrompt="1"/>
          </p:nvPr>
        </p:nvSpPr>
        <p:spPr>
          <a:xfrm>
            <a:off x="342625" y="2929773"/>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96" name="텍스트 개체 틀 32"/>
          <p:cNvSpPr>
            <a:spLocks noGrp="1"/>
          </p:cNvSpPr>
          <p:nvPr>
            <p:ph type="body" sz="quarter" idx="42" hasCustomPrompt="1"/>
          </p:nvPr>
        </p:nvSpPr>
        <p:spPr>
          <a:xfrm>
            <a:off x="342625" y="4030325"/>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(Responsibility8)</a:t>
            </a:r>
            <a:endParaRPr lang="ko-KR" altLang="en-US" dirty="0"/>
          </a:p>
        </p:txBody>
      </p:sp>
      <p:sp>
        <p:nvSpPr>
          <p:cNvPr id="97" name="텍스트 개체 틀 34"/>
          <p:cNvSpPr>
            <a:spLocks noGrp="1"/>
          </p:cNvSpPr>
          <p:nvPr>
            <p:ph type="body" sz="quarter" idx="44" hasCustomPrompt="1"/>
          </p:nvPr>
        </p:nvSpPr>
        <p:spPr>
          <a:xfrm>
            <a:off x="342625" y="4295345"/>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98" name="그림 개체 틀 7"/>
          <p:cNvSpPr>
            <a:spLocks noGrp="1"/>
          </p:cNvSpPr>
          <p:nvPr>
            <p:ph type="pic" sz="quarter" idx="45" hasCustomPrompt="1"/>
          </p:nvPr>
        </p:nvSpPr>
        <p:spPr>
          <a:xfrm>
            <a:off x="1242782" y="2929773"/>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99" name="텍스트 개체 틀 32"/>
          <p:cNvSpPr>
            <a:spLocks noGrp="1"/>
          </p:cNvSpPr>
          <p:nvPr>
            <p:ph type="body" sz="quarter" idx="46" hasCustomPrompt="1"/>
          </p:nvPr>
        </p:nvSpPr>
        <p:spPr>
          <a:xfrm>
            <a:off x="1242782" y="4030325"/>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(Responsibility9)</a:t>
            </a:r>
            <a:endParaRPr lang="ko-KR" altLang="en-US" dirty="0"/>
          </a:p>
        </p:txBody>
      </p:sp>
      <p:sp>
        <p:nvSpPr>
          <p:cNvPr id="100" name="텍스트 개체 틀 34"/>
          <p:cNvSpPr>
            <a:spLocks noGrp="1"/>
          </p:cNvSpPr>
          <p:nvPr>
            <p:ph type="body" sz="quarter" idx="48" hasCustomPrompt="1"/>
          </p:nvPr>
        </p:nvSpPr>
        <p:spPr>
          <a:xfrm>
            <a:off x="1242782" y="4295345"/>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01" name="그림 개체 틀 7"/>
          <p:cNvSpPr>
            <a:spLocks noGrp="1"/>
          </p:cNvSpPr>
          <p:nvPr>
            <p:ph type="pic" sz="quarter" idx="49" hasCustomPrompt="1"/>
          </p:nvPr>
        </p:nvSpPr>
        <p:spPr>
          <a:xfrm>
            <a:off x="2142939" y="2929773"/>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02" name="텍스트 개체 틀 32"/>
          <p:cNvSpPr>
            <a:spLocks noGrp="1"/>
          </p:cNvSpPr>
          <p:nvPr>
            <p:ph type="body" sz="quarter" idx="50" hasCustomPrompt="1"/>
          </p:nvPr>
        </p:nvSpPr>
        <p:spPr>
          <a:xfrm>
            <a:off x="2142939" y="4030325"/>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(Responsibility10)</a:t>
            </a:r>
            <a:endParaRPr lang="ko-KR" altLang="en-US" dirty="0"/>
          </a:p>
        </p:txBody>
      </p:sp>
      <p:sp>
        <p:nvSpPr>
          <p:cNvPr id="103" name="텍스트 개체 틀 34"/>
          <p:cNvSpPr>
            <a:spLocks noGrp="1"/>
          </p:cNvSpPr>
          <p:nvPr>
            <p:ph type="body" sz="quarter" idx="52" hasCustomPrompt="1"/>
          </p:nvPr>
        </p:nvSpPr>
        <p:spPr>
          <a:xfrm>
            <a:off x="2142939" y="4295345"/>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04" name="그림 개체 틀 7"/>
          <p:cNvSpPr>
            <a:spLocks noGrp="1"/>
          </p:cNvSpPr>
          <p:nvPr>
            <p:ph type="pic" sz="quarter" idx="53" hasCustomPrompt="1"/>
          </p:nvPr>
        </p:nvSpPr>
        <p:spPr>
          <a:xfrm>
            <a:off x="3043096" y="2929773"/>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05" name="텍스트 개체 틀 32"/>
          <p:cNvSpPr>
            <a:spLocks noGrp="1"/>
          </p:cNvSpPr>
          <p:nvPr>
            <p:ph type="body" sz="quarter" idx="54" hasCustomPrompt="1"/>
          </p:nvPr>
        </p:nvSpPr>
        <p:spPr>
          <a:xfrm>
            <a:off x="3043096" y="4030325"/>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(Responsibility11)</a:t>
            </a:r>
            <a:endParaRPr lang="ko-KR" altLang="en-US" dirty="0"/>
          </a:p>
        </p:txBody>
      </p:sp>
      <p:sp>
        <p:nvSpPr>
          <p:cNvPr id="106" name="텍스트 개체 틀 34"/>
          <p:cNvSpPr>
            <a:spLocks noGrp="1"/>
          </p:cNvSpPr>
          <p:nvPr>
            <p:ph type="body" sz="quarter" idx="56" hasCustomPrompt="1"/>
          </p:nvPr>
        </p:nvSpPr>
        <p:spPr>
          <a:xfrm>
            <a:off x="3043096" y="4295345"/>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07" name="그림 개체 틀 7"/>
          <p:cNvSpPr>
            <a:spLocks noGrp="1"/>
          </p:cNvSpPr>
          <p:nvPr>
            <p:ph type="pic" sz="quarter" idx="57" hasCustomPrompt="1"/>
          </p:nvPr>
        </p:nvSpPr>
        <p:spPr>
          <a:xfrm>
            <a:off x="3943253" y="2929773"/>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08" name="텍스트 개체 틀 32"/>
          <p:cNvSpPr>
            <a:spLocks noGrp="1"/>
          </p:cNvSpPr>
          <p:nvPr>
            <p:ph type="body" sz="quarter" idx="58" hasCustomPrompt="1"/>
          </p:nvPr>
        </p:nvSpPr>
        <p:spPr>
          <a:xfrm>
            <a:off x="3943253" y="4030325"/>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(Responsibility12)</a:t>
            </a:r>
            <a:endParaRPr lang="ko-KR" altLang="en-US" dirty="0"/>
          </a:p>
        </p:txBody>
      </p:sp>
      <p:sp>
        <p:nvSpPr>
          <p:cNvPr id="109" name="텍스트 개체 틀 34"/>
          <p:cNvSpPr>
            <a:spLocks noGrp="1"/>
          </p:cNvSpPr>
          <p:nvPr>
            <p:ph type="body" sz="quarter" idx="60" hasCustomPrompt="1"/>
          </p:nvPr>
        </p:nvSpPr>
        <p:spPr>
          <a:xfrm>
            <a:off x="3943253" y="4295345"/>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10" name="그림 개체 틀 7"/>
          <p:cNvSpPr>
            <a:spLocks noGrp="1"/>
          </p:cNvSpPr>
          <p:nvPr>
            <p:ph type="pic" sz="quarter" idx="61" hasCustomPrompt="1"/>
          </p:nvPr>
        </p:nvSpPr>
        <p:spPr>
          <a:xfrm>
            <a:off x="4843410" y="2929773"/>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11" name="텍스트 개체 틀 32"/>
          <p:cNvSpPr>
            <a:spLocks noGrp="1"/>
          </p:cNvSpPr>
          <p:nvPr>
            <p:ph type="body" sz="quarter" idx="62" hasCustomPrompt="1"/>
          </p:nvPr>
        </p:nvSpPr>
        <p:spPr>
          <a:xfrm>
            <a:off x="4843410" y="4030325"/>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(Responsibility13)</a:t>
            </a:r>
            <a:endParaRPr lang="ko-KR" altLang="en-US" dirty="0"/>
          </a:p>
        </p:txBody>
      </p:sp>
      <p:sp>
        <p:nvSpPr>
          <p:cNvPr id="112" name="텍스트 개체 틀 34"/>
          <p:cNvSpPr>
            <a:spLocks noGrp="1"/>
          </p:cNvSpPr>
          <p:nvPr>
            <p:ph type="body" sz="quarter" idx="64" hasCustomPrompt="1"/>
          </p:nvPr>
        </p:nvSpPr>
        <p:spPr>
          <a:xfrm>
            <a:off x="4843410" y="4295345"/>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13" name="그림 개체 틀 7"/>
          <p:cNvSpPr>
            <a:spLocks noGrp="1"/>
          </p:cNvSpPr>
          <p:nvPr>
            <p:ph type="pic" sz="quarter" idx="65" hasCustomPrompt="1"/>
          </p:nvPr>
        </p:nvSpPr>
        <p:spPr>
          <a:xfrm>
            <a:off x="5743567" y="2929773"/>
            <a:ext cx="792000" cy="792000"/>
          </a:xfrm>
          <a:prstGeom prst="ellipse">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14" name="텍스트 개체 틀 32"/>
          <p:cNvSpPr>
            <a:spLocks noGrp="1"/>
          </p:cNvSpPr>
          <p:nvPr>
            <p:ph type="body" sz="quarter" idx="66" hasCustomPrompt="1"/>
          </p:nvPr>
        </p:nvSpPr>
        <p:spPr>
          <a:xfrm>
            <a:off x="5743566" y="4030325"/>
            <a:ext cx="792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(Responsibility14)</a:t>
            </a:r>
            <a:endParaRPr lang="ko-KR" altLang="en-US" dirty="0"/>
          </a:p>
        </p:txBody>
      </p:sp>
      <p:sp>
        <p:nvSpPr>
          <p:cNvPr id="115" name="텍스트 개체 틀 34"/>
          <p:cNvSpPr>
            <a:spLocks noGrp="1"/>
          </p:cNvSpPr>
          <p:nvPr>
            <p:ph type="body" sz="quarter" idx="68" hasCustomPrompt="1"/>
          </p:nvPr>
        </p:nvSpPr>
        <p:spPr>
          <a:xfrm>
            <a:off x="5743566" y="4295345"/>
            <a:ext cx="792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cxnSp>
        <p:nvCxnSpPr>
          <p:cNvPr id="116" name="직선 연결선 115"/>
          <p:cNvCxnSpPr>
            <a:cxnSpLocks/>
          </p:cNvCxnSpPr>
          <p:nvPr userDrawn="1"/>
        </p:nvCxnSpPr>
        <p:spPr>
          <a:xfrm>
            <a:off x="342625" y="224977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7" name="직선 연결선 116"/>
          <p:cNvCxnSpPr>
            <a:cxnSpLocks/>
          </p:cNvCxnSpPr>
          <p:nvPr userDrawn="1"/>
        </p:nvCxnSpPr>
        <p:spPr>
          <a:xfrm>
            <a:off x="1242782" y="224977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8" name="직선 연결선 117"/>
          <p:cNvCxnSpPr>
            <a:cxnSpLocks/>
          </p:cNvCxnSpPr>
          <p:nvPr userDrawn="1"/>
        </p:nvCxnSpPr>
        <p:spPr>
          <a:xfrm>
            <a:off x="2142939" y="224977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9" name="직선 연결선 118"/>
          <p:cNvCxnSpPr>
            <a:cxnSpLocks/>
          </p:cNvCxnSpPr>
          <p:nvPr userDrawn="1"/>
        </p:nvCxnSpPr>
        <p:spPr>
          <a:xfrm>
            <a:off x="3043096" y="224977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0" name="직선 연결선 119"/>
          <p:cNvCxnSpPr>
            <a:cxnSpLocks/>
          </p:cNvCxnSpPr>
          <p:nvPr userDrawn="1"/>
        </p:nvCxnSpPr>
        <p:spPr>
          <a:xfrm>
            <a:off x="3943253" y="224977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1" name="직선 연결선 120"/>
          <p:cNvCxnSpPr>
            <a:cxnSpLocks/>
          </p:cNvCxnSpPr>
          <p:nvPr userDrawn="1"/>
        </p:nvCxnSpPr>
        <p:spPr>
          <a:xfrm>
            <a:off x="4843410" y="224977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2" name="직선 연결선 121"/>
          <p:cNvCxnSpPr>
            <a:cxnSpLocks/>
          </p:cNvCxnSpPr>
          <p:nvPr userDrawn="1"/>
        </p:nvCxnSpPr>
        <p:spPr>
          <a:xfrm>
            <a:off x="5743567" y="2249776"/>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3" name="직선 연결선 122"/>
          <p:cNvCxnSpPr>
            <a:cxnSpLocks/>
          </p:cNvCxnSpPr>
          <p:nvPr userDrawn="1"/>
        </p:nvCxnSpPr>
        <p:spPr>
          <a:xfrm>
            <a:off x="342625" y="422840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4" name="직선 연결선 123"/>
          <p:cNvCxnSpPr>
            <a:cxnSpLocks/>
          </p:cNvCxnSpPr>
          <p:nvPr userDrawn="1"/>
        </p:nvCxnSpPr>
        <p:spPr>
          <a:xfrm>
            <a:off x="1242782" y="422840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5" name="직선 연결선 124"/>
          <p:cNvCxnSpPr>
            <a:cxnSpLocks/>
          </p:cNvCxnSpPr>
          <p:nvPr userDrawn="1"/>
        </p:nvCxnSpPr>
        <p:spPr>
          <a:xfrm>
            <a:off x="2142939" y="422840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6" name="직선 연결선 125"/>
          <p:cNvCxnSpPr>
            <a:cxnSpLocks/>
          </p:cNvCxnSpPr>
          <p:nvPr userDrawn="1"/>
        </p:nvCxnSpPr>
        <p:spPr>
          <a:xfrm>
            <a:off x="3043096" y="422840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9" name="직선 연결선 128"/>
          <p:cNvCxnSpPr>
            <a:cxnSpLocks/>
          </p:cNvCxnSpPr>
          <p:nvPr userDrawn="1"/>
        </p:nvCxnSpPr>
        <p:spPr>
          <a:xfrm>
            <a:off x="3943253" y="422840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4" name="직선 연결선 133"/>
          <p:cNvCxnSpPr>
            <a:cxnSpLocks/>
          </p:cNvCxnSpPr>
          <p:nvPr userDrawn="1"/>
        </p:nvCxnSpPr>
        <p:spPr>
          <a:xfrm>
            <a:off x="4843410" y="422840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a:cxnSpLocks/>
          </p:cNvCxnSpPr>
          <p:nvPr userDrawn="1"/>
        </p:nvCxnSpPr>
        <p:spPr>
          <a:xfrm>
            <a:off x="5743566" y="4228407"/>
            <a:ext cx="79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2695141"/>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Members : type 3">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4" name="그림 개체 틀 7"/>
          <p:cNvSpPr>
            <a:spLocks noGrp="1"/>
          </p:cNvSpPr>
          <p:nvPr>
            <p:ph type="pic" sz="quarter" idx="10" hasCustomPrompt="1"/>
          </p:nvPr>
        </p:nvSpPr>
        <p:spPr>
          <a:xfrm>
            <a:off x="354256" y="959647"/>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42" name="텍스트 개체 틀 32"/>
          <p:cNvSpPr>
            <a:spLocks noGrp="1"/>
          </p:cNvSpPr>
          <p:nvPr>
            <p:ph type="body" sz="quarter" idx="15" hasCustomPrompt="1"/>
          </p:nvPr>
        </p:nvSpPr>
        <p:spPr>
          <a:xfrm>
            <a:off x="1128027" y="1132193"/>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a:t>
            </a:r>
            <a:endParaRPr lang="ko-KR" altLang="en-US" dirty="0"/>
          </a:p>
        </p:txBody>
      </p:sp>
      <p:sp>
        <p:nvSpPr>
          <p:cNvPr id="44" name="텍스트 개체 틀 30"/>
          <p:cNvSpPr>
            <a:spLocks noGrp="1"/>
          </p:cNvSpPr>
          <p:nvPr>
            <p:ph type="body" sz="quarter" idx="14" hasCustomPrompt="1"/>
          </p:nvPr>
        </p:nvSpPr>
        <p:spPr>
          <a:xfrm>
            <a:off x="1128027" y="959651"/>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a:t>
            </a:r>
            <a:endParaRPr lang="ko-KR" altLang="en-US" dirty="0"/>
          </a:p>
        </p:txBody>
      </p:sp>
      <p:sp>
        <p:nvSpPr>
          <p:cNvPr id="45" name="텍스트 개체 틀 34"/>
          <p:cNvSpPr>
            <a:spLocks noGrp="1"/>
          </p:cNvSpPr>
          <p:nvPr>
            <p:ph type="body" sz="quarter" idx="16" hasCustomPrompt="1"/>
          </p:nvPr>
        </p:nvSpPr>
        <p:spPr>
          <a:xfrm>
            <a:off x="1128027" y="1397212"/>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27" name="그림 개체 틀 7"/>
          <p:cNvSpPr>
            <a:spLocks noGrp="1"/>
          </p:cNvSpPr>
          <p:nvPr>
            <p:ph type="pic" sz="quarter" idx="17" hasCustomPrompt="1"/>
          </p:nvPr>
        </p:nvSpPr>
        <p:spPr>
          <a:xfrm>
            <a:off x="1923595" y="959647"/>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28" name="텍스트 개체 틀 32"/>
          <p:cNvSpPr>
            <a:spLocks noGrp="1"/>
          </p:cNvSpPr>
          <p:nvPr>
            <p:ph type="body" sz="quarter" idx="18" hasCustomPrompt="1"/>
          </p:nvPr>
        </p:nvSpPr>
        <p:spPr>
          <a:xfrm>
            <a:off x="2689240" y="1126266"/>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(Responsibility2)</a:t>
            </a:r>
            <a:endParaRPr lang="ko-KR" altLang="en-US" dirty="0"/>
          </a:p>
        </p:txBody>
      </p:sp>
      <p:sp>
        <p:nvSpPr>
          <p:cNvPr id="130" name="텍스트 개체 틀 30"/>
          <p:cNvSpPr>
            <a:spLocks noGrp="1"/>
          </p:cNvSpPr>
          <p:nvPr>
            <p:ph type="body" sz="quarter" idx="19" hasCustomPrompt="1"/>
          </p:nvPr>
        </p:nvSpPr>
        <p:spPr>
          <a:xfrm>
            <a:off x="2689240" y="953724"/>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Name2</a:t>
            </a:r>
            <a:endParaRPr lang="ko-KR" altLang="en-US" dirty="0"/>
          </a:p>
        </p:txBody>
      </p:sp>
      <p:sp>
        <p:nvSpPr>
          <p:cNvPr id="131" name="텍스트 개체 틀 34"/>
          <p:cNvSpPr>
            <a:spLocks noGrp="1"/>
          </p:cNvSpPr>
          <p:nvPr>
            <p:ph type="body" sz="quarter" idx="20" hasCustomPrompt="1"/>
          </p:nvPr>
        </p:nvSpPr>
        <p:spPr>
          <a:xfrm>
            <a:off x="2689240" y="1391284"/>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32" name="그림 개체 틀 7"/>
          <p:cNvSpPr>
            <a:spLocks noGrp="1"/>
          </p:cNvSpPr>
          <p:nvPr>
            <p:ph type="pic" sz="quarter" idx="21" hasCustomPrompt="1"/>
          </p:nvPr>
        </p:nvSpPr>
        <p:spPr>
          <a:xfrm>
            <a:off x="3492934" y="959647"/>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33" name="텍스트 개체 틀 32"/>
          <p:cNvSpPr>
            <a:spLocks noGrp="1"/>
          </p:cNvSpPr>
          <p:nvPr>
            <p:ph type="body" sz="quarter" idx="22" hasCustomPrompt="1"/>
          </p:nvPr>
        </p:nvSpPr>
        <p:spPr>
          <a:xfrm>
            <a:off x="4250453" y="1124409"/>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(Responsibility3)</a:t>
            </a:r>
            <a:endParaRPr lang="ko-KR" altLang="en-US" dirty="0"/>
          </a:p>
        </p:txBody>
      </p:sp>
      <p:sp>
        <p:nvSpPr>
          <p:cNvPr id="135" name="텍스트 개체 틀 30"/>
          <p:cNvSpPr>
            <a:spLocks noGrp="1"/>
          </p:cNvSpPr>
          <p:nvPr>
            <p:ph type="body" sz="quarter" idx="23" hasCustomPrompt="1"/>
          </p:nvPr>
        </p:nvSpPr>
        <p:spPr>
          <a:xfrm>
            <a:off x="4250453" y="951867"/>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Name3</a:t>
            </a:r>
            <a:endParaRPr lang="ko-KR" altLang="en-US" dirty="0"/>
          </a:p>
        </p:txBody>
      </p:sp>
      <p:sp>
        <p:nvSpPr>
          <p:cNvPr id="136" name="텍스트 개체 틀 34"/>
          <p:cNvSpPr>
            <a:spLocks noGrp="1"/>
          </p:cNvSpPr>
          <p:nvPr>
            <p:ph type="body" sz="quarter" idx="24" hasCustomPrompt="1"/>
          </p:nvPr>
        </p:nvSpPr>
        <p:spPr>
          <a:xfrm>
            <a:off x="4250453" y="1389427"/>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37" name="그림 개체 틀 7"/>
          <p:cNvSpPr>
            <a:spLocks noGrp="1"/>
          </p:cNvSpPr>
          <p:nvPr>
            <p:ph type="pic" sz="quarter" idx="25" hasCustomPrompt="1"/>
          </p:nvPr>
        </p:nvSpPr>
        <p:spPr>
          <a:xfrm>
            <a:off x="5062272" y="959647"/>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38" name="텍스트 개체 틀 32"/>
          <p:cNvSpPr>
            <a:spLocks noGrp="1"/>
          </p:cNvSpPr>
          <p:nvPr>
            <p:ph type="body" sz="quarter" idx="26" hasCustomPrompt="1"/>
          </p:nvPr>
        </p:nvSpPr>
        <p:spPr>
          <a:xfrm>
            <a:off x="5811667" y="1118477"/>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(Responsibility4)</a:t>
            </a:r>
            <a:endParaRPr lang="ko-KR" altLang="en-US" dirty="0"/>
          </a:p>
        </p:txBody>
      </p:sp>
      <p:sp>
        <p:nvSpPr>
          <p:cNvPr id="140" name="텍스트 개체 틀 30"/>
          <p:cNvSpPr>
            <a:spLocks noGrp="1"/>
          </p:cNvSpPr>
          <p:nvPr>
            <p:ph type="body" sz="quarter" idx="27" hasCustomPrompt="1"/>
          </p:nvPr>
        </p:nvSpPr>
        <p:spPr>
          <a:xfrm>
            <a:off x="5811667" y="945935"/>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Name4</a:t>
            </a:r>
            <a:endParaRPr lang="ko-KR" altLang="en-US" dirty="0"/>
          </a:p>
        </p:txBody>
      </p:sp>
      <p:sp>
        <p:nvSpPr>
          <p:cNvPr id="141" name="텍스트 개체 틀 34"/>
          <p:cNvSpPr>
            <a:spLocks noGrp="1"/>
          </p:cNvSpPr>
          <p:nvPr>
            <p:ph type="body" sz="quarter" idx="28" hasCustomPrompt="1"/>
          </p:nvPr>
        </p:nvSpPr>
        <p:spPr>
          <a:xfrm>
            <a:off x="5811667" y="1383496"/>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42" name="그림 개체 틀 7"/>
          <p:cNvSpPr>
            <a:spLocks noGrp="1"/>
          </p:cNvSpPr>
          <p:nvPr>
            <p:ph type="pic" sz="quarter" idx="29" hasCustomPrompt="1"/>
          </p:nvPr>
        </p:nvSpPr>
        <p:spPr>
          <a:xfrm>
            <a:off x="342625" y="1927760"/>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43" name="텍스트 개체 틀 32"/>
          <p:cNvSpPr>
            <a:spLocks noGrp="1"/>
          </p:cNvSpPr>
          <p:nvPr>
            <p:ph type="body" sz="quarter" idx="30" hasCustomPrompt="1"/>
          </p:nvPr>
        </p:nvSpPr>
        <p:spPr>
          <a:xfrm>
            <a:off x="1128027" y="2100306"/>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(Responsibility5)</a:t>
            </a:r>
            <a:endParaRPr lang="ko-KR" altLang="en-US" dirty="0"/>
          </a:p>
        </p:txBody>
      </p:sp>
      <p:sp>
        <p:nvSpPr>
          <p:cNvPr id="145" name="텍스트 개체 틀 30"/>
          <p:cNvSpPr>
            <a:spLocks noGrp="1"/>
          </p:cNvSpPr>
          <p:nvPr>
            <p:ph type="body" sz="quarter" idx="31" hasCustomPrompt="1"/>
          </p:nvPr>
        </p:nvSpPr>
        <p:spPr>
          <a:xfrm>
            <a:off x="1128027" y="1927764"/>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Name5</a:t>
            </a:r>
            <a:endParaRPr lang="ko-KR" altLang="en-US" dirty="0"/>
          </a:p>
        </p:txBody>
      </p:sp>
      <p:sp>
        <p:nvSpPr>
          <p:cNvPr id="146" name="텍스트 개체 틀 34"/>
          <p:cNvSpPr>
            <a:spLocks noGrp="1"/>
          </p:cNvSpPr>
          <p:nvPr>
            <p:ph type="body" sz="quarter" idx="32" hasCustomPrompt="1"/>
          </p:nvPr>
        </p:nvSpPr>
        <p:spPr>
          <a:xfrm>
            <a:off x="1128027" y="2365324"/>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47" name="그림 개체 틀 7"/>
          <p:cNvSpPr>
            <a:spLocks noGrp="1"/>
          </p:cNvSpPr>
          <p:nvPr>
            <p:ph type="pic" sz="quarter" idx="33" hasCustomPrompt="1"/>
          </p:nvPr>
        </p:nvSpPr>
        <p:spPr>
          <a:xfrm>
            <a:off x="1923595" y="1927760"/>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48" name="텍스트 개체 틀 32"/>
          <p:cNvSpPr>
            <a:spLocks noGrp="1"/>
          </p:cNvSpPr>
          <p:nvPr>
            <p:ph type="body" sz="quarter" idx="34" hasCustomPrompt="1"/>
          </p:nvPr>
        </p:nvSpPr>
        <p:spPr>
          <a:xfrm>
            <a:off x="2689240" y="2100306"/>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(Responsibility6)</a:t>
            </a:r>
            <a:endParaRPr lang="ko-KR" altLang="en-US" dirty="0"/>
          </a:p>
        </p:txBody>
      </p:sp>
      <p:sp>
        <p:nvSpPr>
          <p:cNvPr id="150" name="텍스트 개체 틀 30"/>
          <p:cNvSpPr>
            <a:spLocks noGrp="1"/>
          </p:cNvSpPr>
          <p:nvPr>
            <p:ph type="body" sz="quarter" idx="35" hasCustomPrompt="1"/>
          </p:nvPr>
        </p:nvSpPr>
        <p:spPr>
          <a:xfrm>
            <a:off x="2689240" y="1927764"/>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Name6</a:t>
            </a:r>
            <a:endParaRPr lang="ko-KR" altLang="en-US" dirty="0"/>
          </a:p>
        </p:txBody>
      </p:sp>
      <p:sp>
        <p:nvSpPr>
          <p:cNvPr id="151" name="텍스트 개체 틀 34"/>
          <p:cNvSpPr>
            <a:spLocks noGrp="1"/>
          </p:cNvSpPr>
          <p:nvPr>
            <p:ph type="body" sz="quarter" idx="36" hasCustomPrompt="1"/>
          </p:nvPr>
        </p:nvSpPr>
        <p:spPr>
          <a:xfrm>
            <a:off x="2689240" y="2365324"/>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52" name="그림 개체 틀 7"/>
          <p:cNvSpPr>
            <a:spLocks noGrp="1"/>
          </p:cNvSpPr>
          <p:nvPr>
            <p:ph type="pic" sz="quarter" idx="37" hasCustomPrompt="1"/>
          </p:nvPr>
        </p:nvSpPr>
        <p:spPr>
          <a:xfrm>
            <a:off x="3492934" y="1927760"/>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53" name="텍스트 개체 틀 32"/>
          <p:cNvSpPr>
            <a:spLocks noGrp="1"/>
          </p:cNvSpPr>
          <p:nvPr>
            <p:ph type="body" sz="quarter" idx="38" hasCustomPrompt="1"/>
          </p:nvPr>
        </p:nvSpPr>
        <p:spPr>
          <a:xfrm>
            <a:off x="4250453" y="2100306"/>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(Responsibility7)</a:t>
            </a:r>
            <a:endParaRPr lang="ko-KR" altLang="en-US" dirty="0"/>
          </a:p>
        </p:txBody>
      </p:sp>
      <p:sp>
        <p:nvSpPr>
          <p:cNvPr id="155" name="텍스트 개체 틀 30"/>
          <p:cNvSpPr>
            <a:spLocks noGrp="1"/>
          </p:cNvSpPr>
          <p:nvPr>
            <p:ph type="body" sz="quarter" idx="39" hasCustomPrompt="1"/>
          </p:nvPr>
        </p:nvSpPr>
        <p:spPr>
          <a:xfrm>
            <a:off x="4250453" y="1927764"/>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Name7</a:t>
            </a:r>
            <a:endParaRPr lang="ko-KR" altLang="en-US" dirty="0"/>
          </a:p>
        </p:txBody>
      </p:sp>
      <p:sp>
        <p:nvSpPr>
          <p:cNvPr id="156" name="텍스트 개체 틀 34"/>
          <p:cNvSpPr>
            <a:spLocks noGrp="1"/>
          </p:cNvSpPr>
          <p:nvPr>
            <p:ph type="body" sz="quarter" idx="40" hasCustomPrompt="1"/>
          </p:nvPr>
        </p:nvSpPr>
        <p:spPr>
          <a:xfrm>
            <a:off x="4250453" y="2365324"/>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57" name="그림 개체 틀 7"/>
          <p:cNvSpPr>
            <a:spLocks noGrp="1"/>
          </p:cNvSpPr>
          <p:nvPr>
            <p:ph type="pic" sz="quarter" idx="41" hasCustomPrompt="1"/>
          </p:nvPr>
        </p:nvSpPr>
        <p:spPr>
          <a:xfrm>
            <a:off x="5050641" y="1927760"/>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58" name="텍스트 개체 틀 32"/>
          <p:cNvSpPr>
            <a:spLocks noGrp="1"/>
          </p:cNvSpPr>
          <p:nvPr>
            <p:ph type="body" sz="quarter" idx="42" hasCustomPrompt="1"/>
          </p:nvPr>
        </p:nvSpPr>
        <p:spPr>
          <a:xfrm>
            <a:off x="5811667" y="2100306"/>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(Responsibility8)</a:t>
            </a:r>
            <a:endParaRPr lang="ko-KR" altLang="en-US" dirty="0"/>
          </a:p>
        </p:txBody>
      </p:sp>
      <p:sp>
        <p:nvSpPr>
          <p:cNvPr id="160" name="텍스트 개체 틀 30"/>
          <p:cNvSpPr>
            <a:spLocks noGrp="1"/>
          </p:cNvSpPr>
          <p:nvPr>
            <p:ph type="body" sz="quarter" idx="43" hasCustomPrompt="1"/>
          </p:nvPr>
        </p:nvSpPr>
        <p:spPr>
          <a:xfrm>
            <a:off x="5811667" y="1927764"/>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Name8</a:t>
            </a:r>
            <a:endParaRPr lang="ko-KR" altLang="en-US" dirty="0"/>
          </a:p>
        </p:txBody>
      </p:sp>
      <p:sp>
        <p:nvSpPr>
          <p:cNvPr id="161" name="텍스트 개체 틀 34"/>
          <p:cNvSpPr>
            <a:spLocks noGrp="1"/>
          </p:cNvSpPr>
          <p:nvPr>
            <p:ph type="body" sz="quarter" idx="44" hasCustomPrompt="1"/>
          </p:nvPr>
        </p:nvSpPr>
        <p:spPr>
          <a:xfrm>
            <a:off x="5811667" y="2365324"/>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62" name="그림 개체 틀 7"/>
          <p:cNvSpPr>
            <a:spLocks noGrp="1"/>
          </p:cNvSpPr>
          <p:nvPr>
            <p:ph type="pic" sz="quarter" idx="45" hasCustomPrompt="1"/>
          </p:nvPr>
        </p:nvSpPr>
        <p:spPr>
          <a:xfrm>
            <a:off x="342625" y="2895202"/>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63" name="텍스트 개체 틀 32"/>
          <p:cNvSpPr>
            <a:spLocks noGrp="1"/>
          </p:cNvSpPr>
          <p:nvPr>
            <p:ph type="body" sz="quarter" idx="46" hasCustomPrompt="1"/>
          </p:nvPr>
        </p:nvSpPr>
        <p:spPr>
          <a:xfrm>
            <a:off x="1102825" y="3067748"/>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(Responsibility9)</a:t>
            </a:r>
            <a:endParaRPr lang="ko-KR" altLang="en-US" dirty="0"/>
          </a:p>
        </p:txBody>
      </p:sp>
      <p:sp>
        <p:nvSpPr>
          <p:cNvPr id="165" name="텍스트 개체 틀 30"/>
          <p:cNvSpPr>
            <a:spLocks noGrp="1"/>
          </p:cNvSpPr>
          <p:nvPr>
            <p:ph type="body" sz="quarter" idx="47" hasCustomPrompt="1"/>
          </p:nvPr>
        </p:nvSpPr>
        <p:spPr>
          <a:xfrm>
            <a:off x="1102825" y="2895206"/>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Name9</a:t>
            </a:r>
            <a:endParaRPr lang="ko-KR" altLang="en-US" dirty="0"/>
          </a:p>
        </p:txBody>
      </p:sp>
      <p:sp>
        <p:nvSpPr>
          <p:cNvPr id="166" name="텍스트 개체 틀 34"/>
          <p:cNvSpPr>
            <a:spLocks noGrp="1"/>
          </p:cNvSpPr>
          <p:nvPr>
            <p:ph type="body" sz="quarter" idx="48" hasCustomPrompt="1"/>
          </p:nvPr>
        </p:nvSpPr>
        <p:spPr>
          <a:xfrm>
            <a:off x="1102825" y="3332767"/>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67" name="그림 개체 틀 7"/>
          <p:cNvSpPr>
            <a:spLocks noGrp="1"/>
          </p:cNvSpPr>
          <p:nvPr>
            <p:ph type="pic" sz="quarter" idx="49" hasCustomPrompt="1"/>
          </p:nvPr>
        </p:nvSpPr>
        <p:spPr>
          <a:xfrm>
            <a:off x="1923595" y="2895202"/>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68" name="텍스트 개체 틀 32"/>
          <p:cNvSpPr>
            <a:spLocks noGrp="1"/>
          </p:cNvSpPr>
          <p:nvPr>
            <p:ph type="body" sz="quarter" idx="50" hasCustomPrompt="1"/>
          </p:nvPr>
        </p:nvSpPr>
        <p:spPr>
          <a:xfrm>
            <a:off x="2689240" y="3067748"/>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(Responsibility10)</a:t>
            </a:r>
            <a:endParaRPr lang="ko-KR" altLang="en-US" dirty="0"/>
          </a:p>
        </p:txBody>
      </p:sp>
      <p:sp>
        <p:nvSpPr>
          <p:cNvPr id="170" name="텍스트 개체 틀 30"/>
          <p:cNvSpPr>
            <a:spLocks noGrp="1"/>
          </p:cNvSpPr>
          <p:nvPr>
            <p:ph type="body" sz="quarter" idx="51" hasCustomPrompt="1"/>
          </p:nvPr>
        </p:nvSpPr>
        <p:spPr>
          <a:xfrm>
            <a:off x="2689240" y="2895206"/>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Name10</a:t>
            </a:r>
            <a:endParaRPr lang="ko-KR" altLang="en-US" dirty="0"/>
          </a:p>
        </p:txBody>
      </p:sp>
      <p:sp>
        <p:nvSpPr>
          <p:cNvPr id="171" name="텍스트 개체 틀 34"/>
          <p:cNvSpPr>
            <a:spLocks noGrp="1"/>
          </p:cNvSpPr>
          <p:nvPr>
            <p:ph type="body" sz="quarter" idx="52" hasCustomPrompt="1"/>
          </p:nvPr>
        </p:nvSpPr>
        <p:spPr>
          <a:xfrm>
            <a:off x="2689240" y="3332767"/>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72" name="그림 개체 틀 7"/>
          <p:cNvSpPr>
            <a:spLocks noGrp="1"/>
          </p:cNvSpPr>
          <p:nvPr>
            <p:ph type="pic" sz="quarter" idx="53" hasCustomPrompt="1"/>
          </p:nvPr>
        </p:nvSpPr>
        <p:spPr>
          <a:xfrm>
            <a:off x="3492934" y="2895202"/>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73" name="텍스트 개체 틀 32"/>
          <p:cNvSpPr>
            <a:spLocks noGrp="1"/>
          </p:cNvSpPr>
          <p:nvPr>
            <p:ph type="body" sz="quarter" idx="54" hasCustomPrompt="1"/>
          </p:nvPr>
        </p:nvSpPr>
        <p:spPr>
          <a:xfrm>
            <a:off x="4250453" y="3067748"/>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(Responsibility11)</a:t>
            </a:r>
            <a:endParaRPr lang="ko-KR" altLang="en-US" dirty="0"/>
          </a:p>
        </p:txBody>
      </p:sp>
      <p:sp>
        <p:nvSpPr>
          <p:cNvPr id="175" name="텍스트 개체 틀 30"/>
          <p:cNvSpPr>
            <a:spLocks noGrp="1"/>
          </p:cNvSpPr>
          <p:nvPr>
            <p:ph type="body" sz="quarter" idx="55" hasCustomPrompt="1"/>
          </p:nvPr>
        </p:nvSpPr>
        <p:spPr>
          <a:xfrm>
            <a:off x="4250453" y="2895206"/>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Name11</a:t>
            </a:r>
            <a:endParaRPr lang="ko-KR" altLang="en-US" dirty="0"/>
          </a:p>
        </p:txBody>
      </p:sp>
      <p:sp>
        <p:nvSpPr>
          <p:cNvPr id="176" name="텍스트 개체 틀 34"/>
          <p:cNvSpPr>
            <a:spLocks noGrp="1"/>
          </p:cNvSpPr>
          <p:nvPr>
            <p:ph type="body" sz="quarter" idx="56" hasCustomPrompt="1"/>
          </p:nvPr>
        </p:nvSpPr>
        <p:spPr>
          <a:xfrm>
            <a:off x="4250453" y="3332767"/>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77" name="그림 개체 틀 7"/>
          <p:cNvSpPr>
            <a:spLocks noGrp="1"/>
          </p:cNvSpPr>
          <p:nvPr>
            <p:ph type="pic" sz="quarter" idx="57" hasCustomPrompt="1"/>
          </p:nvPr>
        </p:nvSpPr>
        <p:spPr>
          <a:xfrm>
            <a:off x="5050641" y="2895202"/>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78" name="텍스트 개체 틀 32"/>
          <p:cNvSpPr>
            <a:spLocks noGrp="1"/>
          </p:cNvSpPr>
          <p:nvPr>
            <p:ph type="body" sz="quarter" idx="58" hasCustomPrompt="1"/>
          </p:nvPr>
        </p:nvSpPr>
        <p:spPr>
          <a:xfrm>
            <a:off x="5811667" y="3067748"/>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(Responsibility12)</a:t>
            </a:r>
            <a:endParaRPr lang="ko-KR" altLang="en-US" dirty="0"/>
          </a:p>
        </p:txBody>
      </p:sp>
      <p:sp>
        <p:nvSpPr>
          <p:cNvPr id="180" name="텍스트 개체 틀 30"/>
          <p:cNvSpPr>
            <a:spLocks noGrp="1"/>
          </p:cNvSpPr>
          <p:nvPr>
            <p:ph type="body" sz="quarter" idx="59" hasCustomPrompt="1"/>
          </p:nvPr>
        </p:nvSpPr>
        <p:spPr>
          <a:xfrm>
            <a:off x="5811667" y="2895206"/>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Name12</a:t>
            </a:r>
            <a:endParaRPr lang="ko-KR" altLang="en-US" dirty="0"/>
          </a:p>
        </p:txBody>
      </p:sp>
      <p:sp>
        <p:nvSpPr>
          <p:cNvPr id="181" name="텍스트 개체 틀 34"/>
          <p:cNvSpPr>
            <a:spLocks noGrp="1"/>
          </p:cNvSpPr>
          <p:nvPr>
            <p:ph type="body" sz="quarter" idx="60" hasCustomPrompt="1"/>
          </p:nvPr>
        </p:nvSpPr>
        <p:spPr>
          <a:xfrm>
            <a:off x="5811667" y="3332767"/>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82" name="그림 개체 틀 7"/>
          <p:cNvSpPr>
            <a:spLocks noGrp="1"/>
          </p:cNvSpPr>
          <p:nvPr>
            <p:ph type="pic" sz="quarter" idx="61" hasCustomPrompt="1"/>
          </p:nvPr>
        </p:nvSpPr>
        <p:spPr>
          <a:xfrm>
            <a:off x="342625" y="3868182"/>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83" name="텍스트 개체 틀 32"/>
          <p:cNvSpPr>
            <a:spLocks noGrp="1"/>
          </p:cNvSpPr>
          <p:nvPr>
            <p:ph type="body" sz="quarter" idx="62" hasCustomPrompt="1"/>
          </p:nvPr>
        </p:nvSpPr>
        <p:spPr>
          <a:xfrm>
            <a:off x="1102825" y="4040728"/>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(Responsibility13)</a:t>
            </a:r>
            <a:endParaRPr lang="ko-KR" altLang="en-US" dirty="0"/>
          </a:p>
        </p:txBody>
      </p:sp>
      <p:sp>
        <p:nvSpPr>
          <p:cNvPr id="185" name="텍스트 개체 틀 30"/>
          <p:cNvSpPr>
            <a:spLocks noGrp="1"/>
          </p:cNvSpPr>
          <p:nvPr>
            <p:ph type="body" sz="quarter" idx="63" hasCustomPrompt="1"/>
          </p:nvPr>
        </p:nvSpPr>
        <p:spPr>
          <a:xfrm>
            <a:off x="1102825" y="3868186"/>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Name13</a:t>
            </a:r>
            <a:endParaRPr lang="ko-KR" altLang="en-US" dirty="0"/>
          </a:p>
        </p:txBody>
      </p:sp>
      <p:sp>
        <p:nvSpPr>
          <p:cNvPr id="186" name="텍스트 개체 틀 34"/>
          <p:cNvSpPr>
            <a:spLocks noGrp="1"/>
          </p:cNvSpPr>
          <p:nvPr>
            <p:ph type="body" sz="quarter" idx="64" hasCustomPrompt="1"/>
          </p:nvPr>
        </p:nvSpPr>
        <p:spPr>
          <a:xfrm>
            <a:off x="1102825" y="4305748"/>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87" name="그림 개체 틀 7"/>
          <p:cNvSpPr>
            <a:spLocks noGrp="1"/>
          </p:cNvSpPr>
          <p:nvPr>
            <p:ph type="pic" sz="quarter" idx="65" hasCustomPrompt="1"/>
          </p:nvPr>
        </p:nvSpPr>
        <p:spPr>
          <a:xfrm>
            <a:off x="1923595" y="3868182"/>
            <a:ext cx="684000" cy="756000"/>
          </a:xfrm>
          <a:prstGeom prst="rect">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88" name="텍스트 개체 틀 32"/>
          <p:cNvSpPr>
            <a:spLocks noGrp="1"/>
          </p:cNvSpPr>
          <p:nvPr>
            <p:ph type="body" sz="quarter" idx="66" hasCustomPrompt="1"/>
          </p:nvPr>
        </p:nvSpPr>
        <p:spPr>
          <a:xfrm>
            <a:off x="2689240" y="4040728"/>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(Responsibility14)</a:t>
            </a:r>
            <a:endParaRPr lang="ko-KR" altLang="en-US" dirty="0"/>
          </a:p>
        </p:txBody>
      </p:sp>
      <p:sp>
        <p:nvSpPr>
          <p:cNvPr id="190" name="텍스트 개체 틀 30"/>
          <p:cNvSpPr>
            <a:spLocks noGrp="1"/>
          </p:cNvSpPr>
          <p:nvPr>
            <p:ph type="body" sz="quarter" idx="67" hasCustomPrompt="1"/>
          </p:nvPr>
        </p:nvSpPr>
        <p:spPr>
          <a:xfrm>
            <a:off x="2689240" y="3868186"/>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Name14</a:t>
            </a:r>
            <a:endParaRPr lang="ko-KR" altLang="en-US" dirty="0"/>
          </a:p>
        </p:txBody>
      </p:sp>
      <p:sp>
        <p:nvSpPr>
          <p:cNvPr id="191" name="텍스트 개체 틀 34"/>
          <p:cNvSpPr>
            <a:spLocks noGrp="1"/>
          </p:cNvSpPr>
          <p:nvPr>
            <p:ph type="body" sz="quarter" idx="68" hasCustomPrompt="1"/>
          </p:nvPr>
        </p:nvSpPr>
        <p:spPr>
          <a:xfrm>
            <a:off x="2689240" y="4305748"/>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cxnSp>
        <p:nvCxnSpPr>
          <p:cNvPr id="60" name="직선 연결선 59"/>
          <p:cNvCxnSpPr>
            <a:cxnSpLocks/>
          </p:cNvCxnSpPr>
          <p:nvPr userDrawn="1"/>
        </p:nvCxnSpPr>
        <p:spPr>
          <a:xfrm>
            <a:off x="1128027" y="1330275"/>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a:cxnSpLocks/>
          </p:cNvCxnSpPr>
          <p:nvPr userDrawn="1"/>
        </p:nvCxnSpPr>
        <p:spPr>
          <a:xfrm>
            <a:off x="2689240" y="132434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a:cxnSpLocks/>
          </p:cNvCxnSpPr>
          <p:nvPr userDrawn="1"/>
        </p:nvCxnSpPr>
        <p:spPr>
          <a:xfrm>
            <a:off x="1128027" y="229838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a:cxnSpLocks/>
          </p:cNvCxnSpPr>
          <p:nvPr userDrawn="1"/>
        </p:nvCxnSpPr>
        <p:spPr>
          <a:xfrm>
            <a:off x="2689240" y="229838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직선 연결선 65"/>
          <p:cNvCxnSpPr>
            <a:cxnSpLocks/>
          </p:cNvCxnSpPr>
          <p:nvPr userDrawn="1"/>
        </p:nvCxnSpPr>
        <p:spPr>
          <a:xfrm>
            <a:off x="1094424" y="3265830"/>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a:cxnSpLocks/>
          </p:cNvCxnSpPr>
          <p:nvPr userDrawn="1"/>
        </p:nvCxnSpPr>
        <p:spPr>
          <a:xfrm>
            <a:off x="2689240" y="3265830"/>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0" name="직선 연결선 69"/>
          <p:cNvCxnSpPr>
            <a:cxnSpLocks/>
          </p:cNvCxnSpPr>
          <p:nvPr userDrawn="1"/>
        </p:nvCxnSpPr>
        <p:spPr>
          <a:xfrm>
            <a:off x="1094424" y="4238810"/>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직선 연결선 70"/>
          <p:cNvCxnSpPr>
            <a:cxnSpLocks/>
          </p:cNvCxnSpPr>
          <p:nvPr userDrawn="1"/>
        </p:nvCxnSpPr>
        <p:spPr>
          <a:xfrm>
            <a:off x="2689240" y="4238810"/>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4" name="직선 연결선 83"/>
          <p:cNvCxnSpPr>
            <a:cxnSpLocks/>
          </p:cNvCxnSpPr>
          <p:nvPr userDrawn="1"/>
        </p:nvCxnSpPr>
        <p:spPr>
          <a:xfrm>
            <a:off x="4250453" y="132434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a:cxnSpLocks/>
          </p:cNvCxnSpPr>
          <p:nvPr userDrawn="1"/>
        </p:nvCxnSpPr>
        <p:spPr>
          <a:xfrm>
            <a:off x="4250453" y="229838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6" name="직선 연결선 85"/>
          <p:cNvCxnSpPr>
            <a:cxnSpLocks/>
          </p:cNvCxnSpPr>
          <p:nvPr userDrawn="1"/>
        </p:nvCxnSpPr>
        <p:spPr>
          <a:xfrm>
            <a:off x="4250453" y="3265830"/>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8" name="직선 연결선 87"/>
          <p:cNvCxnSpPr>
            <a:cxnSpLocks/>
          </p:cNvCxnSpPr>
          <p:nvPr userDrawn="1"/>
        </p:nvCxnSpPr>
        <p:spPr>
          <a:xfrm>
            <a:off x="5811667" y="132434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9" name="직선 연결선 88"/>
          <p:cNvCxnSpPr>
            <a:cxnSpLocks/>
          </p:cNvCxnSpPr>
          <p:nvPr userDrawn="1"/>
        </p:nvCxnSpPr>
        <p:spPr>
          <a:xfrm>
            <a:off x="5811667" y="229838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0" name="직선 연결선 89"/>
          <p:cNvCxnSpPr>
            <a:cxnSpLocks/>
          </p:cNvCxnSpPr>
          <p:nvPr userDrawn="1"/>
        </p:nvCxnSpPr>
        <p:spPr>
          <a:xfrm>
            <a:off x="5811667" y="3265830"/>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4748971"/>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Members : type 4">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1" name="그림 개체 틀 7"/>
          <p:cNvSpPr>
            <a:spLocks noGrp="1"/>
          </p:cNvSpPr>
          <p:nvPr>
            <p:ph type="pic" sz="quarter" idx="10" hasCustomPrompt="1"/>
          </p:nvPr>
        </p:nvSpPr>
        <p:spPr>
          <a:xfrm>
            <a:off x="354256" y="959647"/>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62" name="텍스트 개체 틀 32"/>
          <p:cNvSpPr>
            <a:spLocks noGrp="1"/>
          </p:cNvSpPr>
          <p:nvPr>
            <p:ph type="body" sz="quarter" idx="15" hasCustomPrompt="1"/>
          </p:nvPr>
        </p:nvSpPr>
        <p:spPr>
          <a:xfrm>
            <a:off x="1128027" y="1132193"/>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a:t>
            </a:r>
            <a:endParaRPr lang="ko-KR" altLang="en-US" dirty="0"/>
          </a:p>
        </p:txBody>
      </p:sp>
      <p:sp>
        <p:nvSpPr>
          <p:cNvPr id="63" name="텍스트 개체 틀 30"/>
          <p:cNvSpPr>
            <a:spLocks noGrp="1"/>
          </p:cNvSpPr>
          <p:nvPr>
            <p:ph type="body" sz="quarter" idx="14" hasCustomPrompt="1"/>
          </p:nvPr>
        </p:nvSpPr>
        <p:spPr>
          <a:xfrm>
            <a:off x="1128027" y="959651"/>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a:t>
            </a:r>
            <a:endParaRPr lang="ko-KR" altLang="en-US" dirty="0"/>
          </a:p>
        </p:txBody>
      </p:sp>
      <p:sp>
        <p:nvSpPr>
          <p:cNvPr id="64" name="텍스트 개체 틀 34"/>
          <p:cNvSpPr>
            <a:spLocks noGrp="1"/>
          </p:cNvSpPr>
          <p:nvPr>
            <p:ph type="body" sz="quarter" idx="16" hasCustomPrompt="1"/>
          </p:nvPr>
        </p:nvSpPr>
        <p:spPr>
          <a:xfrm>
            <a:off x="1128027" y="1397212"/>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65" name="그림 개체 틀 7"/>
          <p:cNvSpPr>
            <a:spLocks noGrp="1"/>
          </p:cNvSpPr>
          <p:nvPr>
            <p:ph type="pic" sz="quarter" idx="17" hasCustomPrompt="1"/>
          </p:nvPr>
        </p:nvSpPr>
        <p:spPr>
          <a:xfrm>
            <a:off x="1923595" y="959647"/>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66" name="텍스트 개체 틀 32"/>
          <p:cNvSpPr>
            <a:spLocks noGrp="1"/>
          </p:cNvSpPr>
          <p:nvPr>
            <p:ph type="body" sz="quarter" idx="18" hasCustomPrompt="1"/>
          </p:nvPr>
        </p:nvSpPr>
        <p:spPr>
          <a:xfrm>
            <a:off x="2689240" y="1126266"/>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(Responsibility2)</a:t>
            </a:r>
            <a:endParaRPr lang="ko-KR" altLang="en-US" dirty="0"/>
          </a:p>
        </p:txBody>
      </p:sp>
      <p:sp>
        <p:nvSpPr>
          <p:cNvPr id="67" name="텍스트 개체 틀 30"/>
          <p:cNvSpPr>
            <a:spLocks noGrp="1"/>
          </p:cNvSpPr>
          <p:nvPr>
            <p:ph type="body" sz="quarter" idx="19" hasCustomPrompt="1"/>
          </p:nvPr>
        </p:nvSpPr>
        <p:spPr>
          <a:xfrm>
            <a:off x="2689240" y="953724"/>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Name2</a:t>
            </a:r>
            <a:endParaRPr lang="ko-KR" altLang="en-US" dirty="0"/>
          </a:p>
        </p:txBody>
      </p:sp>
      <p:sp>
        <p:nvSpPr>
          <p:cNvPr id="68" name="텍스트 개체 틀 34"/>
          <p:cNvSpPr>
            <a:spLocks noGrp="1"/>
          </p:cNvSpPr>
          <p:nvPr>
            <p:ph type="body" sz="quarter" idx="20" hasCustomPrompt="1"/>
          </p:nvPr>
        </p:nvSpPr>
        <p:spPr>
          <a:xfrm>
            <a:off x="2689240" y="1391284"/>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69" name="그림 개체 틀 7"/>
          <p:cNvSpPr>
            <a:spLocks noGrp="1"/>
          </p:cNvSpPr>
          <p:nvPr>
            <p:ph type="pic" sz="quarter" idx="21" hasCustomPrompt="1"/>
          </p:nvPr>
        </p:nvSpPr>
        <p:spPr>
          <a:xfrm>
            <a:off x="3492934" y="959647"/>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70" name="텍스트 개체 틀 32"/>
          <p:cNvSpPr>
            <a:spLocks noGrp="1"/>
          </p:cNvSpPr>
          <p:nvPr>
            <p:ph type="body" sz="quarter" idx="22" hasCustomPrompt="1"/>
          </p:nvPr>
        </p:nvSpPr>
        <p:spPr>
          <a:xfrm>
            <a:off x="4250453" y="1124409"/>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(Responsibility3)</a:t>
            </a:r>
            <a:endParaRPr lang="ko-KR" altLang="en-US" dirty="0"/>
          </a:p>
        </p:txBody>
      </p:sp>
      <p:sp>
        <p:nvSpPr>
          <p:cNvPr id="71" name="텍스트 개체 틀 30"/>
          <p:cNvSpPr>
            <a:spLocks noGrp="1"/>
          </p:cNvSpPr>
          <p:nvPr>
            <p:ph type="body" sz="quarter" idx="23" hasCustomPrompt="1"/>
          </p:nvPr>
        </p:nvSpPr>
        <p:spPr>
          <a:xfrm>
            <a:off x="4250453" y="951867"/>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Name3</a:t>
            </a:r>
            <a:endParaRPr lang="ko-KR" altLang="en-US" dirty="0"/>
          </a:p>
        </p:txBody>
      </p:sp>
      <p:sp>
        <p:nvSpPr>
          <p:cNvPr id="72" name="텍스트 개체 틀 34"/>
          <p:cNvSpPr>
            <a:spLocks noGrp="1"/>
          </p:cNvSpPr>
          <p:nvPr>
            <p:ph type="body" sz="quarter" idx="24" hasCustomPrompt="1"/>
          </p:nvPr>
        </p:nvSpPr>
        <p:spPr>
          <a:xfrm>
            <a:off x="4250453" y="1389427"/>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73" name="그림 개체 틀 7"/>
          <p:cNvSpPr>
            <a:spLocks noGrp="1"/>
          </p:cNvSpPr>
          <p:nvPr>
            <p:ph type="pic" sz="quarter" idx="25" hasCustomPrompt="1"/>
          </p:nvPr>
        </p:nvSpPr>
        <p:spPr>
          <a:xfrm>
            <a:off x="5062272" y="959647"/>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74" name="텍스트 개체 틀 32"/>
          <p:cNvSpPr>
            <a:spLocks noGrp="1"/>
          </p:cNvSpPr>
          <p:nvPr>
            <p:ph type="body" sz="quarter" idx="26" hasCustomPrompt="1"/>
          </p:nvPr>
        </p:nvSpPr>
        <p:spPr>
          <a:xfrm>
            <a:off x="5811667" y="1118477"/>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(Responsibility4)</a:t>
            </a:r>
            <a:endParaRPr lang="ko-KR" altLang="en-US" dirty="0"/>
          </a:p>
        </p:txBody>
      </p:sp>
      <p:sp>
        <p:nvSpPr>
          <p:cNvPr id="75" name="텍스트 개체 틀 30"/>
          <p:cNvSpPr>
            <a:spLocks noGrp="1"/>
          </p:cNvSpPr>
          <p:nvPr>
            <p:ph type="body" sz="quarter" idx="27" hasCustomPrompt="1"/>
          </p:nvPr>
        </p:nvSpPr>
        <p:spPr>
          <a:xfrm>
            <a:off x="5811667" y="945935"/>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Name4</a:t>
            </a:r>
            <a:endParaRPr lang="ko-KR" altLang="en-US" dirty="0"/>
          </a:p>
        </p:txBody>
      </p:sp>
      <p:sp>
        <p:nvSpPr>
          <p:cNvPr id="76" name="텍스트 개체 틀 34"/>
          <p:cNvSpPr>
            <a:spLocks noGrp="1"/>
          </p:cNvSpPr>
          <p:nvPr>
            <p:ph type="body" sz="quarter" idx="28" hasCustomPrompt="1"/>
          </p:nvPr>
        </p:nvSpPr>
        <p:spPr>
          <a:xfrm>
            <a:off x="5811667" y="1383496"/>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77" name="그림 개체 틀 7"/>
          <p:cNvSpPr>
            <a:spLocks noGrp="1"/>
          </p:cNvSpPr>
          <p:nvPr>
            <p:ph type="pic" sz="quarter" idx="29" hasCustomPrompt="1"/>
          </p:nvPr>
        </p:nvSpPr>
        <p:spPr>
          <a:xfrm>
            <a:off x="342625" y="1927760"/>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78" name="텍스트 개체 틀 32"/>
          <p:cNvSpPr>
            <a:spLocks noGrp="1"/>
          </p:cNvSpPr>
          <p:nvPr>
            <p:ph type="body" sz="quarter" idx="30" hasCustomPrompt="1"/>
          </p:nvPr>
        </p:nvSpPr>
        <p:spPr>
          <a:xfrm>
            <a:off x="1128027" y="2100306"/>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(Responsibility5)</a:t>
            </a:r>
            <a:endParaRPr lang="ko-KR" altLang="en-US" dirty="0"/>
          </a:p>
        </p:txBody>
      </p:sp>
      <p:sp>
        <p:nvSpPr>
          <p:cNvPr id="79" name="텍스트 개체 틀 30"/>
          <p:cNvSpPr>
            <a:spLocks noGrp="1"/>
          </p:cNvSpPr>
          <p:nvPr>
            <p:ph type="body" sz="quarter" idx="31" hasCustomPrompt="1"/>
          </p:nvPr>
        </p:nvSpPr>
        <p:spPr>
          <a:xfrm>
            <a:off x="1128027" y="1927764"/>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Name5</a:t>
            </a:r>
            <a:endParaRPr lang="ko-KR" altLang="en-US" dirty="0"/>
          </a:p>
        </p:txBody>
      </p:sp>
      <p:sp>
        <p:nvSpPr>
          <p:cNvPr id="80" name="텍스트 개체 틀 34"/>
          <p:cNvSpPr>
            <a:spLocks noGrp="1"/>
          </p:cNvSpPr>
          <p:nvPr>
            <p:ph type="body" sz="quarter" idx="32" hasCustomPrompt="1"/>
          </p:nvPr>
        </p:nvSpPr>
        <p:spPr>
          <a:xfrm>
            <a:off x="1128027" y="2365324"/>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81" name="그림 개체 틀 7"/>
          <p:cNvSpPr>
            <a:spLocks noGrp="1"/>
          </p:cNvSpPr>
          <p:nvPr>
            <p:ph type="pic" sz="quarter" idx="33" hasCustomPrompt="1"/>
          </p:nvPr>
        </p:nvSpPr>
        <p:spPr>
          <a:xfrm>
            <a:off x="1923595" y="1927760"/>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82" name="텍스트 개체 틀 32"/>
          <p:cNvSpPr>
            <a:spLocks noGrp="1"/>
          </p:cNvSpPr>
          <p:nvPr>
            <p:ph type="body" sz="quarter" idx="34" hasCustomPrompt="1"/>
          </p:nvPr>
        </p:nvSpPr>
        <p:spPr>
          <a:xfrm>
            <a:off x="2689240" y="2100306"/>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(Responsibility6)</a:t>
            </a:r>
            <a:endParaRPr lang="ko-KR" altLang="en-US" dirty="0"/>
          </a:p>
        </p:txBody>
      </p:sp>
      <p:sp>
        <p:nvSpPr>
          <p:cNvPr id="83" name="텍스트 개체 틀 30"/>
          <p:cNvSpPr>
            <a:spLocks noGrp="1"/>
          </p:cNvSpPr>
          <p:nvPr>
            <p:ph type="body" sz="quarter" idx="35" hasCustomPrompt="1"/>
          </p:nvPr>
        </p:nvSpPr>
        <p:spPr>
          <a:xfrm>
            <a:off x="2689240" y="1927764"/>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Name6</a:t>
            </a:r>
            <a:endParaRPr lang="ko-KR" altLang="en-US" dirty="0"/>
          </a:p>
        </p:txBody>
      </p:sp>
      <p:sp>
        <p:nvSpPr>
          <p:cNvPr id="84" name="텍스트 개체 틀 34"/>
          <p:cNvSpPr>
            <a:spLocks noGrp="1"/>
          </p:cNvSpPr>
          <p:nvPr>
            <p:ph type="body" sz="quarter" idx="36" hasCustomPrompt="1"/>
          </p:nvPr>
        </p:nvSpPr>
        <p:spPr>
          <a:xfrm>
            <a:off x="2689240" y="2365324"/>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85" name="그림 개체 틀 7"/>
          <p:cNvSpPr>
            <a:spLocks noGrp="1"/>
          </p:cNvSpPr>
          <p:nvPr>
            <p:ph type="pic" sz="quarter" idx="37" hasCustomPrompt="1"/>
          </p:nvPr>
        </p:nvSpPr>
        <p:spPr>
          <a:xfrm>
            <a:off x="3492934" y="1927760"/>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86" name="텍스트 개체 틀 32"/>
          <p:cNvSpPr>
            <a:spLocks noGrp="1"/>
          </p:cNvSpPr>
          <p:nvPr>
            <p:ph type="body" sz="quarter" idx="38" hasCustomPrompt="1"/>
          </p:nvPr>
        </p:nvSpPr>
        <p:spPr>
          <a:xfrm>
            <a:off x="4250453" y="2100306"/>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(Responsibility7)</a:t>
            </a:r>
            <a:endParaRPr lang="ko-KR" altLang="en-US" dirty="0"/>
          </a:p>
        </p:txBody>
      </p:sp>
      <p:sp>
        <p:nvSpPr>
          <p:cNvPr id="87" name="텍스트 개체 틀 30"/>
          <p:cNvSpPr>
            <a:spLocks noGrp="1"/>
          </p:cNvSpPr>
          <p:nvPr>
            <p:ph type="body" sz="quarter" idx="39" hasCustomPrompt="1"/>
          </p:nvPr>
        </p:nvSpPr>
        <p:spPr>
          <a:xfrm>
            <a:off x="4250453" y="1927764"/>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Name7</a:t>
            </a:r>
            <a:endParaRPr lang="ko-KR" altLang="en-US" dirty="0"/>
          </a:p>
        </p:txBody>
      </p:sp>
      <p:sp>
        <p:nvSpPr>
          <p:cNvPr id="88" name="텍스트 개체 틀 34"/>
          <p:cNvSpPr>
            <a:spLocks noGrp="1"/>
          </p:cNvSpPr>
          <p:nvPr>
            <p:ph type="body" sz="quarter" idx="40" hasCustomPrompt="1"/>
          </p:nvPr>
        </p:nvSpPr>
        <p:spPr>
          <a:xfrm>
            <a:off x="4250453" y="2365324"/>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89" name="그림 개체 틀 7"/>
          <p:cNvSpPr>
            <a:spLocks noGrp="1"/>
          </p:cNvSpPr>
          <p:nvPr>
            <p:ph type="pic" sz="quarter" idx="41" hasCustomPrompt="1"/>
          </p:nvPr>
        </p:nvSpPr>
        <p:spPr>
          <a:xfrm>
            <a:off x="5050641" y="1927760"/>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90" name="텍스트 개체 틀 32"/>
          <p:cNvSpPr>
            <a:spLocks noGrp="1"/>
          </p:cNvSpPr>
          <p:nvPr>
            <p:ph type="body" sz="quarter" idx="42" hasCustomPrompt="1"/>
          </p:nvPr>
        </p:nvSpPr>
        <p:spPr>
          <a:xfrm>
            <a:off x="5811667" y="2100306"/>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(Responsibility8)</a:t>
            </a:r>
            <a:endParaRPr lang="ko-KR" altLang="en-US" dirty="0"/>
          </a:p>
        </p:txBody>
      </p:sp>
      <p:sp>
        <p:nvSpPr>
          <p:cNvPr id="91" name="텍스트 개체 틀 30"/>
          <p:cNvSpPr>
            <a:spLocks noGrp="1"/>
          </p:cNvSpPr>
          <p:nvPr>
            <p:ph type="body" sz="quarter" idx="43" hasCustomPrompt="1"/>
          </p:nvPr>
        </p:nvSpPr>
        <p:spPr>
          <a:xfrm>
            <a:off x="5811667" y="1927764"/>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Name8</a:t>
            </a:r>
            <a:endParaRPr lang="ko-KR" altLang="en-US" dirty="0"/>
          </a:p>
        </p:txBody>
      </p:sp>
      <p:sp>
        <p:nvSpPr>
          <p:cNvPr id="92" name="텍스트 개체 틀 34"/>
          <p:cNvSpPr>
            <a:spLocks noGrp="1"/>
          </p:cNvSpPr>
          <p:nvPr>
            <p:ph type="body" sz="quarter" idx="44" hasCustomPrompt="1"/>
          </p:nvPr>
        </p:nvSpPr>
        <p:spPr>
          <a:xfrm>
            <a:off x="5811667" y="2365324"/>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93" name="그림 개체 틀 7"/>
          <p:cNvSpPr>
            <a:spLocks noGrp="1"/>
          </p:cNvSpPr>
          <p:nvPr>
            <p:ph type="pic" sz="quarter" idx="45" hasCustomPrompt="1"/>
          </p:nvPr>
        </p:nvSpPr>
        <p:spPr>
          <a:xfrm>
            <a:off x="342625" y="2895202"/>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94" name="텍스트 개체 틀 32"/>
          <p:cNvSpPr>
            <a:spLocks noGrp="1"/>
          </p:cNvSpPr>
          <p:nvPr>
            <p:ph type="body" sz="quarter" idx="46" hasCustomPrompt="1"/>
          </p:nvPr>
        </p:nvSpPr>
        <p:spPr>
          <a:xfrm>
            <a:off x="1102825" y="3067748"/>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(Responsibility9)</a:t>
            </a:r>
            <a:endParaRPr lang="ko-KR" altLang="en-US" dirty="0"/>
          </a:p>
        </p:txBody>
      </p:sp>
      <p:sp>
        <p:nvSpPr>
          <p:cNvPr id="95" name="텍스트 개체 틀 30"/>
          <p:cNvSpPr>
            <a:spLocks noGrp="1"/>
          </p:cNvSpPr>
          <p:nvPr>
            <p:ph type="body" sz="quarter" idx="47" hasCustomPrompt="1"/>
          </p:nvPr>
        </p:nvSpPr>
        <p:spPr>
          <a:xfrm>
            <a:off x="1102825" y="2895206"/>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Name9</a:t>
            </a:r>
            <a:endParaRPr lang="ko-KR" altLang="en-US" dirty="0"/>
          </a:p>
        </p:txBody>
      </p:sp>
      <p:sp>
        <p:nvSpPr>
          <p:cNvPr id="96" name="텍스트 개체 틀 34"/>
          <p:cNvSpPr>
            <a:spLocks noGrp="1"/>
          </p:cNvSpPr>
          <p:nvPr>
            <p:ph type="body" sz="quarter" idx="48" hasCustomPrompt="1"/>
          </p:nvPr>
        </p:nvSpPr>
        <p:spPr>
          <a:xfrm>
            <a:off x="1102825" y="3332767"/>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97" name="그림 개체 틀 7"/>
          <p:cNvSpPr>
            <a:spLocks noGrp="1"/>
          </p:cNvSpPr>
          <p:nvPr>
            <p:ph type="pic" sz="quarter" idx="49" hasCustomPrompt="1"/>
          </p:nvPr>
        </p:nvSpPr>
        <p:spPr>
          <a:xfrm>
            <a:off x="1923595" y="2895202"/>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98" name="텍스트 개체 틀 32"/>
          <p:cNvSpPr>
            <a:spLocks noGrp="1"/>
          </p:cNvSpPr>
          <p:nvPr>
            <p:ph type="body" sz="quarter" idx="50" hasCustomPrompt="1"/>
          </p:nvPr>
        </p:nvSpPr>
        <p:spPr>
          <a:xfrm>
            <a:off x="2689240" y="3067748"/>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(Responsibility10)</a:t>
            </a:r>
            <a:endParaRPr lang="ko-KR" altLang="en-US" dirty="0"/>
          </a:p>
        </p:txBody>
      </p:sp>
      <p:sp>
        <p:nvSpPr>
          <p:cNvPr id="99" name="텍스트 개체 틀 30"/>
          <p:cNvSpPr>
            <a:spLocks noGrp="1"/>
          </p:cNvSpPr>
          <p:nvPr>
            <p:ph type="body" sz="quarter" idx="51" hasCustomPrompt="1"/>
          </p:nvPr>
        </p:nvSpPr>
        <p:spPr>
          <a:xfrm>
            <a:off x="2689240" y="2895206"/>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Name10</a:t>
            </a:r>
            <a:endParaRPr lang="ko-KR" altLang="en-US" dirty="0"/>
          </a:p>
        </p:txBody>
      </p:sp>
      <p:sp>
        <p:nvSpPr>
          <p:cNvPr id="100" name="텍스트 개체 틀 34"/>
          <p:cNvSpPr>
            <a:spLocks noGrp="1"/>
          </p:cNvSpPr>
          <p:nvPr>
            <p:ph type="body" sz="quarter" idx="52" hasCustomPrompt="1"/>
          </p:nvPr>
        </p:nvSpPr>
        <p:spPr>
          <a:xfrm>
            <a:off x="2689240" y="3332767"/>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01" name="그림 개체 틀 7"/>
          <p:cNvSpPr>
            <a:spLocks noGrp="1"/>
          </p:cNvSpPr>
          <p:nvPr>
            <p:ph type="pic" sz="quarter" idx="53" hasCustomPrompt="1"/>
          </p:nvPr>
        </p:nvSpPr>
        <p:spPr>
          <a:xfrm>
            <a:off x="3492934" y="2895202"/>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02" name="텍스트 개체 틀 32"/>
          <p:cNvSpPr>
            <a:spLocks noGrp="1"/>
          </p:cNvSpPr>
          <p:nvPr>
            <p:ph type="body" sz="quarter" idx="54" hasCustomPrompt="1"/>
          </p:nvPr>
        </p:nvSpPr>
        <p:spPr>
          <a:xfrm>
            <a:off x="4250453" y="3067748"/>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(Responsibility11)</a:t>
            </a:r>
            <a:endParaRPr lang="ko-KR" altLang="en-US" dirty="0"/>
          </a:p>
        </p:txBody>
      </p:sp>
      <p:sp>
        <p:nvSpPr>
          <p:cNvPr id="103" name="텍스트 개체 틀 30"/>
          <p:cNvSpPr>
            <a:spLocks noGrp="1"/>
          </p:cNvSpPr>
          <p:nvPr>
            <p:ph type="body" sz="quarter" idx="55" hasCustomPrompt="1"/>
          </p:nvPr>
        </p:nvSpPr>
        <p:spPr>
          <a:xfrm>
            <a:off x="4250453" y="2895206"/>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Name11</a:t>
            </a:r>
            <a:endParaRPr lang="ko-KR" altLang="en-US" dirty="0"/>
          </a:p>
        </p:txBody>
      </p:sp>
      <p:sp>
        <p:nvSpPr>
          <p:cNvPr id="104" name="텍스트 개체 틀 34"/>
          <p:cNvSpPr>
            <a:spLocks noGrp="1"/>
          </p:cNvSpPr>
          <p:nvPr>
            <p:ph type="body" sz="quarter" idx="56" hasCustomPrompt="1"/>
          </p:nvPr>
        </p:nvSpPr>
        <p:spPr>
          <a:xfrm>
            <a:off x="4250453" y="3332767"/>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05" name="그림 개체 틀 7"/>
          <p:cNvSpPr>
            <a:spLocks noGrp="1"/>
          </p:cNvSpPr>
          <p:nvPr>
            <p:ph type="pic" sz="quarter" idx="57" hasCustomPrompt="1"/>
          </p:nvPr>
        </p:nvSpPr>
        <p:spPr>
          <a:xfrm>
            <a:off x="5050641" y="2895202"/>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06" name="텍스트 개체 틀 32"/>
          <p:cNvSpPr>
            <a:spLocks noGrp="1"/>
          </p:cNvSpPr>
          <p:nvPr>
            <p:ph type="body" sz="quarter" idx="58" hasCustomPrompt="1"/>
          </p:nvPr>
        </p:nvSpPr>
        <p:spPr>
          <a:xfrm>
            <a:off x="5811667" y="3067748"/>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(Responsibility12)</a:t>
            </a:r>
            <a:endParaRPr lang="ko-KR" altLang="en-US" dirty="0"/>
          </a:p>
        </p:txBody>
      </p:sp>
      <p:sp>
        <p:nvSpPr>
          <p:cNvPr id="107" name="텍스트 개체 틀 30"/>
          <p:cNvSpPr>
            <a:spLocks noGrp="1"/>
          </p:cNvSpPr>
          <p:nvPr>
            <p:ph type="body" sz="quarter" idx="59" hasCustomPrompt="1"/>
          </p:nvPr>
        </p:nvSpPr>
        <p:spPr>
          <a:xfrm>
            <a:off x="5811667" y="2895206"/>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Name12</a:t>
            </a:r>
            <a:endParaRPr lang="ko-KR" altLang="en-US" dirty="0"/>
          </a:p>
        </p:txBody>
      </p:sp>
      <p:sp>
        <p:nvSpPr>
          <p:cNvPr id="108" name="텍스트 개체 틀 34"/>
          <p:cNvSpPr>
            <a:spLocks noGrp="1"/>
          </p:cNvSpPr>
          <p:nvPr>
            <p:ph type="body" sz="quarter" idx="60" hasCustomPrompt="1"/>
          </p:nvPr>
        </p:nvSpPr>
        <p:spPr>
          <a:xfrm>
            <a:off x="5811667" y="3332767"/>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09" name="그림 개체 틀 7"/>
          <p:cNvSpPr>
            <a:spLocks noGrp="1"/>
          </p:cNvSpPr>
          <p:nvPr>
            <p:ph type="pic" sz="quarter" idx="61" hasCustomPrompt="1"/>
          </p:nvPr>
        </p:nvSpPr>
        <p:spPr>
          <a:xfrm>
            <a:off x="342625" y="3868182"/>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10" name="텍스트 개체 틀 32"/>
          <p:cNvSpPr>
            <a:spLocks noGrp="1"/>
          </p:cNvSpPr>
          <p:nvPr>
            <p:ph type="body" sz="quarter" idx="62" hasCustomPrompt="1"/>
          </p:nvPr>
        </p:nvSpPr>
        <p:spPr>
          <a:xfrm>
            <a:off x="1102825" y="4040728"/>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(Responsibility13)</a:t>
            </a:r>
            <a:endParaRPr lang="ko-KR" altLang="en-US" dirty="0"/>
          </a:p>
        </p:txBody>
      </p:sp>
      <p:sp>
        <p:nvSpPr>
          <p:cNvPr id="111" name="텍스트 개체 틀 30"/>
          <p:cNvSpPr>
            <a:spLocks noGrp="1"/>
          </p:cNvSpPr>
          <p:nvPr>
            <p:ph type="body" sz="quarter" idx="63" hasCustomPrompt="1"/>
          </p:nvPr>
        </p:nvSpPr>
        <p:spPr>
          <a:xfrm>
            <a:off x="1102825" y="3868186"/>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Name13</a:t>
            </a:r>
            <a:endParaRPr lang="ko-KR" altLang="en-US" dirty="0"/>
          </a:p>
        </p:txBody>
      </p:sp>
      <p:sp>
        <p:nvSpPr>
          <p:cNvPr id="112" name="텍스트 개체 틀 34"/>
          <p:cNvSpPr>
            <a:spLocks noGrp="1"/>
          </p:cNvSpPr>
          <p:nvPr>
            <p:ph type="body" sz="quarter" idx="64" hasCustomPrompt="1"/>
          </p:nvPr>
        </p:nvSpPr>
        <p:spPr>
          <a:xfrm>
            <a:off x="1102825" y="4305748"/>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13" name="그림 개체 틀 7"/>
          <p:cNvSpPr>
            <a:spLocks noGrp="1"/>
          </p:cNvSpPr>
          <p:nvPr>
            <p:ph type="pic" sz="quarter" idx="65" hasCustomPrompt="1"/>
          </p:nvPr>
        </p:nvSpPr>
        <p:spPr>
          <a:xfrm>
            <a:off x="1923595" y="3868182"/>
            <a:ext cx="684000" cy="756000"/>
          </a:xfrm>
          <a:prstGeom prst="teardrop">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ko-KR" altLang="en-US" sz="1000" dirty="0">
                <a:solidFill>
                  <a:schemeClr val="bg1">
                    <a:lumMod val="65000"/>
                  </a:schemeClr>
                </a:solidFill>
              </a:defRPr>
            </a:lvl1pPr>
          </a:lstStyle>
          <a:p>
            <a:pPr marL="0" lvl="0" indent="0" algn="ctr"/>
            <a:r>
              <a:rPr lang="en-US" altLang="ko-KR" dirty="0"/>
              <a:t>Insert Image</a:t>
            </a:r>
            <a:endParaRPr lang="ko-KR" altLang="en-US" dirty="0"/>
          </a:p>
        </p:txBody>
      </p:sp>
      <p:sp>
        <p:nvSpPr>
          <p:cNvPr id="114" name="텍스트 개체 틀 32"/>
          <p:cNvSpPr>
            <a:spLocks noGrp="1"/>
          </p:cNvSpPr>
          <p:nvPr>
            <p:ph type="body" sz="quarter" idx="66" hasCustomPrompt="1"/>
          </p:nvPr>
        </p:nvSpPr>
        <p:spPr>
          <a:xfrm>
            <a:off x="2689240" y="4040728"/>
            <a:ext cx="723900" cy="173490"/>
          </a:xfrm>
          <a:prstGeom prst="rect">
            <a:avLst/>
          </a:prstGeom>
        </p:spPr>
        <p:txBody>
          <a:bodyPr lIns="0" tIns="0" rIns="0" bIns="0"/>
          <a:lstStyle>
            <a:lvl1pPr marL="0" indent="0" algn="l">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(Responsibility14)</a:t>
            </a:r>
            <a:endParaRPr lang="ko-KR" altLang="en-US" dirty="0"/>
          </a:p>
        </p:txBody>
      </p:sp>
      <p:sp>
        <p:nvSpPr>
          <p:cNvPr id="115" name="텍스트 개체 틀 30"/>
          <p:cNvSpPr>
            <a:spLocks noGrp="1"/>
          </p:cNvSpPr>
          <p:nvPr>
            <p:ph type="body" sz="quarter" idx="67" hasCustomPrompt="1"/>
          </p:nvPr>
        </p:nvSpPr>
        <p:spPr>
          <a:xfrm>
            <a:off x="2689240" y="3868186"/>
            <a:ext cx="723900" cy="209207"/>
          </a:xfrm>
          <a:prstGeom prst="rect">
            <a:avLst/>
          </a:prstGeom>
        </p:spPr>
        <p:txBody>
          <a:bodyPr lIns="0" tIns="0" rIns="0" bIns="0"/>
          <a:lstStyle>
            <a:lvl1pPr marL="0" indent="0" algn="l">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Name14</a:t>
            </a:r>
            <a:endParaRPr lang="ko-KR" altLang="en-US" dirty="0"/>
          </a:p>
        </p:txBody>
      </p:sp>
      <p:sp>
        <p:nvSpPr>
          <p:cNvPr id="116" name="텍스트 개체 틀 34"/>
          <p:cNvSpPr>
            <a:spLocks noGrp="1"/>
          </p:cNvSpPr>
          <p:nvPr>
            <p:ph type="body" sz="quarter" idx="68" hasCustomPrompt="1"/>
          </p:nvPr>
        </p:nvSpPr>
        <p:spPr>
          <a:xfrm>
            <a:off x="2689240" y="4305748"/>
            <a:ext cx="723900" cy="381062"/>
          </a:xfrm>
          <a:prstGeom prst="rect">
            <a:avLst/>
          </a:prstGeom>
        </p:spPr>
        <p:txBody>
          <a:bodyPr lIns="0" tIns="0" rIns="0" bIns="0"/>
          <a:lstStyle>
            <a:lvl1pPr marL="0" indent="0" algn="l">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cxnSp>
        <p:nvCxnSpPr>
          <p:cNvPr id="117" name="직선 연결선 116"/>
          <p:cNvCxnSpPr>
            <a:cxnSpLocks/>
          </p:cNvCxnSpPr>
          <p:nvPr userDrawn="1"/>
        </p:nvCxnSpPr>
        <p:spPr>
          <a:xfrm>
            <a:off x="1128027" y="1330275"/>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8" name="직선 연결선 117"/>
          <p:cNvCxnSpPr>
            <a:cxnSpLocks/>
          </p:cNvCxnSpPr>
          <p:nvPr userDrawn="1"/>
        </p:nvCxnSpPr>
        <p:spPr>
          <a:xfrm>
            <a:off x="2689240" y="132434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9" name="직선 연결선 118"/>
          <p:cNvCxnSpPr>
            <a:cxnSpLocks/>
          </p:cNvCxnSpPr>
          <p:nvPr userDrawn="1"/>
        </p:nvCxnSpPr>
        <p:spPr>
          <a:xfrm>
            <a:off x="1128027" y="229838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0" name="직선 연결선 119"/>
          <p:cNvCxnSpPr>
            <a:cxnSpLocks/>
          </p:cNvCxnSpPr>
          <p:nvPr userDrawn="1"/>
        </p:nvCxnSpPr>
        <p:spPr>
          <a:xfrm>
            <a:off x="2689240" y="229838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1" name="직선 연결선 120"/>
          <p:cNvCxnSpPr>
            <a:cxnSpLocks/>
          </p:cNvCxnSpPr>
          <p:nvPr userDrawn="1"/>
        </p:nvCxnSpPr>
        <p:spPr>
          <a:xfrm>
            <a:off x="1094424" y="3265830"/>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2" name="직선 연결선 121"/>
          <p:cNvCxnSpPr>
            <a:cxnSpLocks/>
          </p:cNvCxnSpPr>
          <p:nvPr userDrawn="1"/>
        </p:nvCxnSpPr>
        <p:spPr>
          <a:xfrm>
            <a:off x="2689240" y="3265830"/>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3" name="직선 연결선 122"/>
          <p:cNvCxnSpPr>
            <a:cxnSpLocks/>
          </p:cNvCxnSpPr>
          <p:nvPr userDrawn="1"/>
        </p:nvCxnSpPr>
        <p:spPr>
          <a:xfrm>
            <a:off x="1094424" y="4238810"/>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4" name="직선 연결선 123"/>
          <p:cNvCxnSpPr>
            <a:cxnSpLocks/>
          </p:cNvCxnSpPr>
          <p:nvPr userDrawn="1"/>
        </p:nvCxnSpPr>
        <p:spPr>
          <a:xfrm>
            <a:off x="2689240" y="4238810"/>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5" name="직선 연결선 124"/>
          <p:cNvCxnSpPr>
            <a:cxnSpLocks/>
          </p:cNvCxnSpPr>
          <p:nvPr userDrawn="1"/>
        </p:nvCxnSpPr>
        <p:spPr>
          <a:xfrm>
            <a:off x="4250453" y="132434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6" name="직선 연결선 125"/>
          <p:cNvCxnSpPr>
            <a:cxnSpLocks/>
          </p:cNvCxnSpPr>
          <p:nvPr userDrawn="1"/>
        </p:nvCxnSpPr>
        <p:spPr>
          <a:xfrm>
            <a:off x="4250453" y="229838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9" name="직선 연결선 128"/>
          <p:cNvCxnSpPr>
            <a:cxnSpLocks/>
          </p:cNvCxnSpPr>
          <p:nvPr userDrawn="1"/>
        </p:nvCxnSpPr>
        <p:spPr>
          <a:xfrm>
            <a:off x="4250453" y="3265830"/>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4" name="직선 연결선 133"/>
          <p:cNvCxnSpPr>
            <a:cxnSpLocks/>
          </p:cNvCxnSpPr>
          <p:nvPr userDrawn="1"/>
        </p:nvCxnSpPr>
        <p:spPr>
          <a:xfrm>
            <a:off x="5811667" y="132434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a:cxnSpLocks/>
          </p:cNvCxnSpPr>
          <p:nvPr userDrawn="1"/>
        </p:nvCxnSpPr>
        <p:spPr>
          <a:xfrm>
            <a:off x="5811667" y="2298388"/>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4" name="직선 연결선 143"/>
          <p:cNvCxnSpPr>
            <a:cxnSpLocks/>
          </p:cNvCxnSpPr>
          <p:nvPr userDrawn="1"/>
        </p:nvCxnSpPr>
        <p:spPr>
          <a:xfrm>
            <a:off x="5811667" y="3265830"/>
            <a:ext cx="7239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664675"/>
      </p:ext>
    </p:extLst>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Members : type 5">
    <p:spTree>
      <p:nvGrpSpPr>
        <p:cNvPr id="1" name=""/>
        <p:cNvGrpSpPr/>
        <p:nvPr/>
      </p:nvGrpSpPr>
      <p:grpSpPr>
        <a:xfrm>
          <a:off x="0" y="0"/>
          <a:ext cx="0" cy="0"/>
          <a:chOff x="0" y="0"/>
          <a:chExt cx="0" cy="0"/>
        </a:xfrm>
      </p:grpSpPr>
      <p:sp>
        <p:nvSpPr>
          <p:cNvPr id="4" name="그림 개체 틀 7"/>
          <p:cNvSpPr>
            <a:spLocks noGrp="1"/>
          </p:cNvSpPr>
          <p:nvPr>
            <p:ph type="pic" sz="quarter" idx="10" hasCustomPrompt="1"/>
          </p:nvPr>
        </p:nvSpPr>
        <p:spPr>
          <a:xfrm>
            <a:off x="342625" y="1938934"/>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p>
        </p:txBody>
      </p:sp>
      <p:sp>
        <p:nvSpPr>
          <p:cNvPr id="3" name="Title 2"/>
          <p:cNvSpPr>
            <a:spLocks noGrp="1"/>
          </p:cNvSpPr>
          <p:nvPr>
            <p:ph type="title"/>
          </p:nvPr>
        </p:nvSpPr>
        <p:spPr/>
        <p:txBody>
          <a:bodyPr/>
          <a:lstStyle/>
          <a:p>
            <a:r>
              <a:rPr lang="en-US" dirty="0"/>
              <a:t>Click to edit Master title style</a:t>
            </a:r>
          </a:p>
        </p:txBody>
      </p:sp>
      <p:sp>
        <p:nvSpPr>
          <p:cNvPr id="42" name="텍스트 개체 틀 32"/>
          <p:cNvSpPr>
            <a:spLocks noGrp="1"/>
          </p:cNvSpPr>
          <p:nvPr>
            <p:ph type="body" sz="quarter" idx="15" hasCustomPrompt="1"/>
          </p:nvPr>
        </p:nvSpPr>
        <p:spPr>
          <a:xfrm>
            <a:off x="342625" y="1519910"/>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a:t>
            </a:r>
            <a:endParaRPr lang="ko-KR" altLang="en-US" dirty="0"/>
          </a:p>
        </p:txBody>
      </p:sp>
      <p:sp>
        <p:nvSpPr>
          <p:cNvPr id="44" name="텍스트 개체 틀 30"/>
          <p:cNvSpPr>
            <a:spLocks noGrp="1"/>
          </p:cNvSpPr>
          <p:nvPr>
            <p:ph type="body" sz="quarter" idx="14" hasCustomPrompt="1"/>
          </p:nvPr>
        </p:nvSpPr>
        <p:spPr>
          <a:xfrm>
            <a:off x="342625" y="164645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a:t>
            </a:r>
            <a:endParaRPr lang="ko-KR" altLang="en-US" dirty="0"/>
          </a:p>
        </p:txBody>
      </p:sp>
      <p:sp>
        <p:nvSpPr>
          <p:cNvPr id="45" name="텍스트 개체 틀 34"/>
          <p:cNvSpPr>
            <a:spLocks noGrp="1"/>
          </p:cNvSpPr>
          <p:nvPr>
            <p:ph type="body" sz="quarter" idx="16" hasCustomPrompt="1"/>
          </p:nvPr>
        </p:nvSpPr>
        <p:spPr>
          <a:xfrm>
            <a:off x="342625" y="979711"/>
            <a:ext cx="828000" cy="381062"/>
          </a:xfrm>
          <a:prstGeom prst="rect">
            <a:avLst/>
          </a:prstGeom>
        </p:spPr>
        <p:txBody>
          <a:bodyPr lIns="0" tIns="0" rIns="0" bIns="0" anchor="b"/>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27" name="그림 개체 틀 7"/>
          <p:cNvSpPr>
            <a:spLocks noGrp="1"/>
          </p:cNvSpPr>
          <p:nvPr>
            <p:ph type="pic" sz="quarter" idx="17" hasCustomPrompt="1"/>
          </p:nvPr>
        </p:nvSpPr>
        <p:spPr>
          <a:xfrm>
            <a:off x="1236782" y="1938934"/>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endParaRPr lang="ko-KR" altLang="en-US" dirty="0"/>
          </a:p>
        </p:txBody>
      </p:sp>
      <p:sp>
        <p:nvSpPr>
          <p:cNvPr id="128" name="텍스트 개체 틀 32"/>
          <p:cNvSpPr>
            <a:spLocks noGrp="1"/>
          </p:cNvSpPr>
          <p:nvPr>
            <p:ph type="body" sz="quarter" idx="18" hasCustomPrompt="1"/>
          </p:nvPr>
        </p:nvSpPr>
        <p:spPr>
          <a:xfrm>
            <a:off x="1236782" y="1519910"/>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(Responsibility2)</a:t>
            </a:r>
            <a:endParaRPr lang="ko-KR" altLang="en-US" dirty="0"/>
          </a:p>
        </p:txBody>
      </p:sp>
      <p:sp>
        <p:nvSpPr>
          <p:cNvPr id="130" name="텍스트 개체 틀 30"/>
          <p:cNvSpPr>
            <a:spLocks noGrp="1"/>
          </p:cNvSpPr>
          <p:nvPr>
            <p:ph type="body" sz="quarter" idx="19" hasCustomPrompt="1"/>
          </p:nvPr>
        </p:nvSpPr>
        <p:spPr>
          <a:xfrm>
            <a:off x="1236782" y="164645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Name2</a:t>
            </a:r>
            <a:endParaRPr lang="ko-KR" altLang="en-US" dirty="0"/>
          </a:p>
        </p:txBody>
      </p:sp>
      <p:sp>
        <p:nvSpPr>
          <p:cNvPr id="131" name="텍스트 개체 틀 34"/>
          <p:cNvSpPr>
            <a:spLocks noGrp="1"/>
          </p:cNvSpPr>
          <p:nvPr>
            <p:ph type="body" sz="quarter" idx="20" hasCustomPrompt="1"/>
          </p:nvPr>
        </p:nvSpPr>
        <p:spPr>
          <a:xfrm>
            <a:off x="1236782" y="979711"/>
            <a:ext cx="828000" cy="381062"/>
          </a:xfrm>
          <a:prstGeom prst="rect">
            <a:avLst/>
          </a:prstGeom>
        </p:spPr>
        <p:txBody>
          <a:bodyPr lIns="0" tIns="0" rIns="0" bIns="0" anchor="b"/>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32" name="그림 개체 틀 7"/>
          <p:cNvSpPr>
            <a:spLocks noGrp="1"/>
          </p:cNvSpPr>
          <p:nvPr>
            <p:ph type="pic" sz="quarter" idx="21" hasCustomPrompt="1"/>
          </p:nvPr>
        </p:nvSpPr>
        <p:spPr>
          <a:xfrm>
            <a:off x="2130939" y="1938934"/>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endParaRPr lang="ko-KR" altLang="en-US" dirty="0"/>
          </a:p>
        </p:txBody>
      </p:sp>
      <p:sp>
        <p:nvSpPr>
          <p:cNvPr id="133" name="텍스트 개체 틀 32"/>
          <p:cNvSpPr>
            <a:spLocks noGrp="1"/>
          </p:cNvSpPr>
          <p:nvPr>
            <p:ph type="body" sz="quarter" idx="22" hasCustomPrompt="1"/>
          </p:nvPr>
        </p:nvSpPr>
        <p:spPr>
          <a:xfrm>
            <a:off x="2130939" y="1519910"/>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(Responsibility3)</a:t>
            </a:r>
            <a:endParaRPr lang="ko-KR" altLang="en-US" dirty="0"/>
          </a:p>
        </p:txBody>
      </p:sp>
      <p:sp>
        <p:nvSpPr>
          <p:cNvPr id="135" name="텍스트 개체 틀 30"/>
          <p:cNvSpPr>
            <a:spLocks noGrp="1"/>
          </p:cNvSpPr>
          <p:nvPr>
            <p:ph type="body" sz="quarter" idx="23" hasCustomPrompt="1"/>
          </p:nvPr>
        </p:nvSpPr>
        <p:spPr>
          <a:xfrm>
            <a:off x="2130939" y="164645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Name3</a:t>
            </a:r>
            <a:endParaRPr lang="ko-KR" altLang="en-US" dirty="0"/>
          </a:p>
        </p:txBody>
      </p:sp>
      <p:sp>
        <p:nvSpPr>
          <p:cNvPr id="136" name="텍스트 개체 틀 34"/>
          <p:cNvSpPr>
            <a:spLocks noGrp="1"/>
          </p:cNvSpPr>
          <p:nvPr>
            <p:ph type="body" sz="quarter" idx="24" hasCustomPrompt="1"/>
          </p:nvPr>
        </p:nvSpPr>
        <p:spPr>
          <a:xfrm>
            <a:off x="2130939" y="979711"/>
            <a:ext cx="828000" cy="381062"/>
          </a:xfrm>
          <a:prstGeom prst="rect">
            <a:avLst/>
          </a:prstGeom>
        </p:spPr>
        <p:txBody>
          <a:bodyPr lIns="0" tIns="0" rIns="0" bIns="0" anchor="b"/>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37" name="그림 개체 틀 7"/>
          <p:cNvSpPr>
            <a:spLocks noGrp="1"/>
          </p:cNvSpPr>
          <p:nvPr>
            <p:ph type="pic" sz="quarter" idx="25" hasCustomPrompt="1"/>
          </p:nvPr>
        </p:nvSpPr>
        <p:spPr>
          <a:xfrm>
            <a:off x="3025096" y="1938934"/>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endParaRPr lang="ko-KR" altLang="en-US" dirty="0"/>
          </a:p>
        </p:txBody>
      </p:sp>
      <p:sp>
        <p:nvSpPr>
          <p:cNvPr id="138" name="텍스트 개체 틀 32"/>
          <p:cNvSpPr>
            <a:spLocks noGrp="1"/>
          </p:cNvSpPr>
          <p:nvPr>
            <p:ph type="body" sz="quarter" idx="26" hasCustomPrompt="1"/>
          </p:nvPr>
        </p:nvSpPr>
        <p:spPr>
          <a:xfrm>
            <a:off x="3025096" y="1519910"/>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(Responsibility4)</a:t>
            </a:r>
            <a:endParaRPr lang="ko-KR" altLang="en-US" dirty="0"/>
          </a:p>
        </p:txBody>
      </p:sp>
      <p:sp>
        <p:nvSpPr>
          <p:cNvPr id="140" name="텍스트 개체 틀 30"/>
          <p:cNvSpPr>
            <a:spLocks noGrp="1"/>
          </p:cNvSpPr>
          <p:nvPr>
            <p:ph type="body" sz="quarter" idx="27" hasCustomPrompt="1"/>
          </p:nvPr>
        </p:nvSpPr>
        <p:spPr>
          <a:xfrm>
            <a:off x="3025096" y="164645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Name4</a:t>
            </a:r>
            <a:endParaRPr lang="ko-KR" altLang="en-US" dirty="0"/>
          </a:p>
        </p:txBody>
      </p:sp>
      <p:sp>
        <p:nvSpPr>
          <p:cNvPr id="141" name="텍스트 개체 틀 34"/>
          <p:cNvSpPr>
            <a:spLocks noGrp="1"/>
          </p:cNvSpPr>
          <p:nvPr>
            <p:ph type="body" sz="quarter" idx="28" hasCustomPrompt="1"/>
          </p:nvPr>
        </p:nvSpPr>
        <p:spPr>
          <a:xfrm>
            <a:off x="3025096" y="979711"/>
            <a:ext cx="828000" cy="381062"/>
          </a:xfrm>
          <a:prstGeom prst="rect">
            <a:avLst/>
          </a:prstGeom>
        </p:spPr>
        <p:txBody>
          <a:bodyPr lIns="0" tIns="0" rIns="0" bIns="0" anchor="b"/>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42" name="그림 개체 틀 7"/>
          <p:cNvSpPr>
            <a:spLocks noGrp="1"/>
          </p:cNvSpPr>
          <p:nvPr>
            <p:ph type="pic" sz="quarter" idx="29" hasCustomPrompt="1"/>
          </p:nvPr>
        </p:nvSpPr>
        <p:spPr>
          <a:xfrm>
            <a:off x="3919253" y="1938934"/>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endParaRPr lang="ko-KR" altLang="en-US" dirty="0"/>
          </a:p>
        </p:txBody>
      </p:sp>
      <p:sp>
        <p:nvSpPr>
          <p:cNvPr id="143" name="텍스트 개체 틀 32"/>
          <p:cNvSpPr>
            <a:spLocks noGrp="1"/>
          </p:cNvSpPr>
          <p:nvPr>
            <p:ph type="body" sz="quarter" idx="30" hasCustomPrompt="1"/>
          </p:nvPr>
        </p:nvSpPr>
        <p:spPr>
          <a:xfrm>
            <a:off x="3919253" y="1519910"/>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(Responsibility5)</a:t>
            </a:r>
            <a:endParaRPr lang="ko-KR" altLang="en-US" dirty="0"/>
          </a:p>
        </p:txBody>
      </p:sp>
      <p:sp>
        <p:nvSpPr>
          <p:cNvPr id="145" name="텍스트 개체 틀 30"/>
          <p:cNvSpPr>
            <a:spLocks noGrp="1"/>
          </p:cNvSpPr>
          <p:nvPr>
            <p:ph type="body" sz="quarter" idx="31" hasCustomPrompt="1"/>
          </p:nvPr>
        </p:nvSpPr>
        <p:spPr>
          <a:xfrm>
            <a:off x="3919253" y="164645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Name5</a:t>
            </a:r>
            <a:endParaRPr lang="ko-KR" altLang="en-US" dirty="0"/>
          </a:p>
        </p:txBody>
      </p:sp>
      <p:sp>
        <p:nvSpPr>
          <p:cNvPr id="146" name="텍스트 개체 틀 34"/>
          <p:cNvSpPr>
            <a:spLocks noGrp="1"/>
          </p:cNvSpPr>
          <p:nvPr>
            <p:ph type="body" sz="quarter" idx="32" hasCustomPrompt="1"/>
          </p:nvPr>
        </p:nvSpPr>
        <p:spPr>
          <a:xfrm>
            <a:off x="3919253" y="979711"/>
            <a:ext cx="828000" cy="381062"/>
          </a:xfrm>
          <a:prstGeom prst="rect">
            <a:avLst/>
          </a:prstGeom>
        </p:spPr>
        <p:txBody>
          <a:bodyPr lIns="0" tIns="0" rIns="0" bIns="0" anchor="b"/>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47" name="그림 개체 틀 7"/>
          <p:cNvSpPr>
            <a:spLocks noGrp="1"/>
          </p:cNvSpPr>
          <p:nvPr>
            <p:ph type="pic" sz="quarter" idx="33" hasCustomPrompt="1"/>
          </p:nvPr>
        </p:nvSpPr>
        <p:spPr>
          <a:xfrm>
            <a:off x="4813410" y="1938934"/>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endParaRPr lang="ko-KR" altLang="en-US" dirty="0"/>
          </a:p>
        </p:txBody>
      </p:sp>
      <p:sp>
        <p:nvSpPr>
          <p:cNvPr id="148" name="텍스트 개체 틀 32"/>
          <p:cNvSpPr>
            <a:spLocks noGrp="1"/>
          </p:cNvSpPr>
          <p:nvPr>
            <p:ph type="body" sz="quarter" idx="34" hasCustomPrompt="1"/>
          </p:nvPr>
        </p:nvSpPr>
        <p:spPr>
          <a:xfrm>
            <a:off x="4813410" y="1519910"/>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(Responsibility6)</a:t>
            </a:r>
            <a:endParaRPr lang="ko-KR" altLang="en-US" dirty="0"/>
          </a:p>
        </p:txBody>
      </p:sp>
      <p:sp>
        <p:nvSpPr>
          <p:cNvPr id="150" name="텍스트 개체 틀 30"/>
          <p:cNvSpPr>
            <a:spLocks noGrp="1"/>
          </p:cNvSpPr>
          <p:nvPr>
            <p:ph type="body" sz="quarter" idx="35" hasCustomPrompt="1"/>
          </p:nvPr>
        </p:nvSpPr>
        <p:spPr>
          <a:xfrm>
            <a:off x="4813410" y="164645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Name6</a:t>
            </a:r>
            <a:endParaRPr lang="ko-KR" altLang="en-US" dirty="0"/>
          </a:p>
        </p:txBody>
      </p:sp>
      <p:sp>
        <p:nvSpPr>
          <p:cNvPr id="151" name="텍스트 개체 틀 34"/>
          <p:cNvSpPr>
            <a:spLocks noGrp="1"/>
          </p:cNvSpPr>
          <p:nvPr>
            <p:ph type="body" sz="quarter" idx="36" hasCustomPrompt="1"/>
          </p:nvPr>
        </p:nvSpPr>
        <p:spPr>
          <a:xfrm>
            <a:off x="4813410" y="979711"/>
            <a:ext cx="828000" cy="381062"/>
          </a:xfrm>
          <a:prstGeom prst="rect">
            <a:avLst/>
          </a:prstGeom>
        </p:spPr>
        <p:txBody>
          <a:bodyPr lIns="0" tIns="0" rIns="0" bIns="0" anchor="b"/>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52" name="그림 개체 틀 7"/>
          <p:cNvSpPr>
            <a:spLocks noGrp="1"/>
          </p:cNvSpPr>
          <p:nvPr>
            <p:ph type="pic" sz="quarter" idx="37" hasCustomPrompt="1"/>
          </p:nvPr>
        </p:nvSpPr>
        <p:spPr>
          <a:xfrm>
            <a:off x="5707567" y="1938934"/>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endParaRPr lang="ko-KR" altLang="en-US" dirty="0"/>
          </a:p>
        </p:txBody>
      </p:sp>
      <p:sp>
        <p:nvSpPr>
          <p:cNvPr id="153" name="텍스트 개체 틀 32"/>
          <p:cNvSpPr>
            <a:spLocks noGrp="1"/>
          </p:cNvSpPr>
          <p:nvPr>
            <p:ph type="body" sz="quarter" idx="38" hasCustomPrompt="1"/>
          </p:nvPr>
        </p:nvSpPr>
        <p:spPr>
          <a:xfrm>
            <a:off x="5707567" y="1519910"/>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(Responsibility7)</a:t>
            </a:r>
            <a:endParaRPr lang="ko-KR" altLang="en-US" dirty="0"/>
          </a:p>
        </p:txBody>
      </p:sp>
      <p:sp>
        <p:nvSpPr>
          <p:cNvPr id="155" name="텍스트 개체 틀 30"/>
          <p:cNvSpPr>
            <a:spLocks noGrp="1"/>
          </p:cNvSpPr>
          <p:nvPr>
            <p:ph type="body" sz="quarter" idx="39" hasCustomPrompt="1"/>
          </p:nvPr>
        </p:nvSpPr>
        <p:spPr>
          <a:xfrm>
            <a:off x="5707567" y="164645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Name7</a:t>
            </a:r>
            <a:endParaRPr lang="ko-KR" altLang="en-US" dirty="0"/>
          </a:p>
        </p:txBody>
      </p:sp>
      <p:sp>
        <p:nvSpPr>
          <p:cNvPr id="156" name="텍스트 개체 틀 34"/>
          <p:cNvSpPr>
            <a:spLocks noGrp="1"/>
          </p:cNvSpPr>
          <p:nvPr>
            <p:ph type="body" sz="quarter" idx="40" hasCustomPrompt="1"/>
          </p:nvPr>
        </p:nvSpPr>
        <p:spPr>
          <a:xfrm>
            <a:off x="5707567" y="979711"/>
            <a:ext cx="828000" cy="381062"/>
          </a:xfrm>
          <a:prstGeom prst="rect">
            <a:avLst/>
          </a:prstGeom>
        </p:spPr>
        <p:txBody>
          <a:bodyPr lIns="0" tIns="0" rIns="0" bIns="0" anchor="b"/>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57" name="그림 개체 틀 7"/>
          <p:cNvSpPr>
            <a:spLocks noGrp="1"/>
          </p:cNvSpPr>
          <p:nvPr>
            <p:ph type="pic" sz="quarter" idx="41" hasCustomPrompt="1"/>
          </p:nvPr>
        </p:nvSpPr>
        <p:spPr>
          <a:xfrm>
            <a:off x="342625" y="2813666"/>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endParaRPr lang="ko-KR" altLang="en-US" dirty="0"/>
          </a:p>
        </p:txBody>
      </p:sp>
      <p:sp>
        <p:nvSpPr>
          <p:cNvPr id="158" name="텍스트 개체 틀 32"/>
          <p:cNvSpPr>
            <a:spLocks noGrp="1"/>
          </p:cNvSpPr>
          <p:nvPr>
            <p:ph type="body" sz="quarter" idx="42" hasCustomPrompt="1"/>
          </p:nvPr>
        </p:nvSpPr>
        <p:spPr>
          <a:xfrm>
            <a:off x="342625" y="3943013"/>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(Responsibility8)</a:t>
            </a:r>
            <a:endParaRPr lang="ko-KR" altLang="en-US" dirty="0"/>
          </a:p>
        </p:txBody>
      </p:sp>
      <p:sp>
        <p:nvSpPr>
          <p:cNvPr id="160" name="텍스트 개체 틀 30"/>
          <p:cNvSpPr>
            <a:spLocks noGrp="1"/>
          </p:cNvSpPr>
          <p:nvPr>
            <p:ph type="body" sz="quarter" idx="43" hasCustomPrompt="1"/>
          </p:nvPr>
        </p:nvSpPr>
        <p:spPr>
          <a:xfrm>
            <a:off x="342625" y="377047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Name8</a:t>
            </a:r>
            <a:endParaRPr lang="ko-KR" altLang="en-US" dirty="0"/>
          </a:p>
        </p:txBody>
      </p:sp>
      <p:sp>
        <p:nvSpPr>
          <p:cNvPr id="161" name="텍스트 개체 틀 34"/>
          <p:cNvSpPr>
            <a:spLocks noGrp="1"/>
          </p:cNvSpPr>
          <p:nvPr>
            <p:ph type="body" sz="quarter" idx="44" hasCustomPrompt="1"/>
          </p:nvPr>
        </p:nvSpPr>
        <p:spPr>
          <a:xfrm>
            <a:off x="342625" y="4193745"/>
            <a:ext cx="828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62" name="그림 개체 틀 7"/>
          <p:cNvSpPr>
            <a:spLocks noGrp="1"/>
          </p:cNvSpPr>
          <p:nvPr>
            <p:ph type="pic" sz="quarter" idx="45" hasCustomPrompt="1"/>
          </p:nvPr>
        </p:nvSpPr>
        <p:spPr>
          <a:xfrm>
            <a:off x="1236782" y="2813666"/>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endParaRPr lang="ko-KR" altLang="en-US" dirty="0"/>
          </a:p>
        </p:txBody>
      </p:sp>
      <p:sp>
        <p:nvSpPr>
          <p:cNvPr id="163" name="텍스트 개체 틀 32"/>
          <p:cNvSpPr>
            <a:spLocks noGrp="1"/>
          </p:cNvSpPr>
          <p:nvPr>
            <p:ph type="body" sz="quarter" idx="46" hasCustomPrompt="1"/>
          </p:nvPr>
        </p:nvSpPr>
        <p:spPr>
          <a:xfrm>
            <a:off x="1236782" y="3943013"/>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(Responsibility9)</a:t>
            </a:r>
            <a:endParaRPr lang="ko-KR" altLang="en-US" dirty="0"/>
          </a:p>
        </p:txBody>
      </p:sp>
      <p:sp>
        <p:nvSpPr>
          <p:cNvPr id="165" name="텍스트 개체 틀 30"/>
          <p:cNvSpPr>
            <a:spLocks noGrp="1"/>
          </p:cNvSpPr>
          <p:nvPr>
            <p:ph type="body" sz="quarter" idx="47" hasCustomPrompt="1"/>
          </p:nvPr>
        </p:nvSpPr>
        <p:spPr>
          <a:xfrm>
            <a:off x="1236782" y="377047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Name9</a:t>
            </a:r>
            <a:endParaRPr lang="ko-KR" altLang="en-US" dirty="0"/>
          </a:p>
        </p:txBody>
      </p:sp>
      <p:sp>
        <p:nvSpPr>
          <p:cNvPr id="166" name="텍스트 개체 틀 34"/>
          <p:cNvSpPr>
            <a:spLocks noGrp="1"/>
          </p:cNvSpPr>
          <p:nvPr>
            <p:ph type="body" sz="quarter" idx="48" hasCustomPrompt="1"/>
          </p:nvPr>
        </p:nvSpPr>
        <p:spPr>
          <a:xfrm>
            <a:off x="1236782" y="4193745"/>
            <a:ext cx="828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67" name="그림 개체 틀 7"/>
          <p:cNvSpPr>
            <a:spLocks noGrp="1"/>
          </p:cNvSpPr>
          <p:nvPr>
            <p:ph type="pic" sz="quarter" idx="49" hasCustomPrompt="1"/>
          </p:nvPr>
        </p:nvSpPr>
        <p:spPr>
          <a:xfrm>
            <a:off x="2130939" y="2813666"/>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endParaRPr lang="ko-KR" altLang="en-US" dirty="0"/>
          </a:p>
        </p:txBody>
      </p:sp>
      <p:sp>
        <p:nvSpPr>
          <p:cNvPr id="168" name="텍스트 개체 틀 32"/>
          <p:cNvSpPr>
            <a:spLocks noGrp="1"/>
          </p:cNvSpPr>
          <p:nvPr>
            <p:ph type="body" sz="quarter" idx="50" hasCustomPrompt="1"/>
          </p:nvPr>
        </p:nvSpPr>
        <p:spPr>
          <a:xfrm>
            <a:off x="2130939" y="3943013"/>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(Responsibility10)</a:t>
            </a:r>
            <a:endParaRPr lang="ko-KR" altLang="en-US" dirty="0"/>
          </a:p>
        </p:txBody>
      </p:sp>
      <p:sp>
        <p:nvSpPr>
          <p:cNvPr id="170" name="텍스트 개체 틀 30"/>
          <p:cNvSpPr>
            <a:spLocks noGrp="1"/>
          </p:cNvSpPr>
          <p:nvPr>
            <p:ph type="body" sz="quarter" idx="51" hasCustomPrompt="1"/>
          </p:nvPr>
        </p:nvSpPr>
        <p:spPr>
          <a:xfrm>
            <a:off x="2130939" y="377047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Name10</a:t>
            </a:r>
            <a:endParaRPr lang="ko-KR" altLang="en-US" dirty="0"/>
          </a:p>
        </p:txBody>
      </p:sp>
      <p:sp>
        <p:nvSpPr>
          <p:cNvPr id="171" name="텍스트 개체 틀 34"/>
          <p:cNvSpPr>
            <a:spLocks noGrp="1"/>
          </p:cNvSpPr>
          <p:nvPr>
            <p:ph type="body" sz="quarter" idx="52" hasCustomPrompt="1"/>
          </p:nvPr>
        </p:nvSpPr>
        <p:spPr>
          <a:xfrm>
            <a:off x="2130939" y="4193745"/>
            <a:ext cx="828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72" name="그림 개체 틀 7"/>
          <p:cNvSpPr>
            <a:spLocks noGrp="1"/>
          </p:cNvSpPr>
          <p:nvPr>
            <p:ph type="pic" sz="quarter" idx="53" hasCustomPrompt="1"/>
          </p:nvPr>
        </p:nvSpPr>
        <p:spPr>
          <a:xfrm>
            <a:off x="3025096" y="2813666"/>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endParaRPr lang="ko-KR" altLang="en-US" dirty="0"/>
          </a:p>
        </p:txBody>
      </p:sp>
      <p:sp>
        <p:nvSpPr>
          <p:cNvPr id="173" name="텍스트 개체 틀 32"/>
          <p:cNvSpPr>
            <a:spLocks noGrp="1"/>
          </p:cNvSpPr>
          <p:nvPr>
            <p:ph type="body" sz="quarter" idx="54" hasCustomPrompt="1"/>
          </p:nvPr>
        </p:nvSpPr>
        <p:spPr>
          <a:xfrm>
            <a:off x="3025096" y="3943013"/>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(Responsibility11)</a:t>
            </a:r>
            <a:endParaRPr lang="ko-KR" altLang="en-US" dirty="0"/>
          </a:p>
        </p:txBody>
      </p:sp>
      <p:sp>
        <p:nvSpPr>
          <p:cNvPr id="175" name="텍스트 개체 틀 30"/>
          <p:cNvSpPr>
            <a:spLocks noGrp="1"/>
          </p:cNvSpPr>
          <p:nvPr>
            <p:ph type="body" sz="quarter" idx="55" hasCustomPrompt="1"/>
          </p:nvPr>
        </p:nvSpPr>
        <p:spPr>
          <a:xfrm>
            <a:off x="3025096" y="377047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Name11</a:t>
            </a:r>
            <a:endParaRPr lang="ko-KR" altLang="en-US" dirty="0"/>
          </a:p>
        </p:txBody>
      </p:sp>
      <p:sp>
        <p:nvSpPr>
          <p:cNvPr id="176" name="텍스트 개체 틀 34"/>
          <p:cNvSpPr>
            <a:spLocks noGrp="1"/>
          </p:cNvSpPr>
          <p:nvPr>
            <p:ph type="body" sz="quarter" idx="56" hasCustomPrompt="1"/>
          </p:nvPr>
        </p:nvSpPr>
        <p:spPr>
          <a:xfrm>
            <a:off x="3025096" y="4193745"/>
            <a:ext cx="828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77" name="그림 개체 틀 7"/>
          <p:cNvSpPr>
            <a:spLocks noGrp="1"/>
          </p:cNvSpPr>
          <p:nvPr>
            <p:ph type="pic" sz="quarter" idx="57" hasCustomPrompt="1"/>
          </p:nvPr>
        </p:nvSpPr>
        <p:spPr>
          <a:xfrm>
            <a:off x="3919253" y="2813666"/>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endParaRPr lang="ko-KR" altLang="en-US" dirty="0"/>
          </a:p>
        </p:txBody>
      </p:sp>
      <p:sp>
        <p:nvSpPr>
          <p:cNvPr id="178" name="텍스트 개체 틀 32"/>
          <p:cNvSpPr>
            <a:spLocks noGrp="1"/>
          </p:cNvSpPr>
          <p:nvPr>
            <p:ph type="body" sz="quarter" idx="58" hasCustomPrompt="1"/>
          </p:nvPr>
        </p:nvSpPr>
        <p:spPr>
          <a:xfrm>
            <a:off x="3919253" y="3943013"/>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(Responsibility12)</a:t>
            </a:r>
            <a:endParaRPr lang="ko-KR" altLang="en-US" dirty="0"/>
          </a:p>
        </p:txBody>
      </p:sp>
      <p:sp>
        <p:nvSpPr>
          <p:cNvPr id="180" name="텍스트 개체 틀 30"/>
          <p:cNvSpPr>
            <a:spLocks noGrp="1"/>
          </p:cNvSpPr>
          <p:nvPr>
            <p:ph type="body" sz="quarter" idx="59" hasCustomPrompt="1"/>
          </p:nvPr>
        </p:nvSpPr>
        <p:spPr>
          <a:xfrm>
            <a:off x="3919253" y="377047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Name12</a:t>
            </a:r>
            <a:endParaRPr lang="ko-KR" altLang="en-US" dirty="0"/>
          </a:p>
        </p:txBody>
      </p:sp>
      <p:sp>
        <p:nvSpPr>
          <p:cNvPr id="181" name="텍스트 개체 틀 34"/>
          <p:cNvSpPr>
            <a:spLocks noGrp="1"/>
          </p:cNvSpPr>
          <p:nvPr>
            <p:ph type="body" sz="quarter" idx="60" hasCustomPrompt="1"/>
          </p:nvPr>
        </p:nvSpPr>
        <p:spPr>
          <a:xfrm>
            <a:off x="3919253" y="4193745"/>
            <a:ext cx="828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82" name="그림 개체 틀 7"/>
          <p:cNvSpPr>
            <a:spLocks noGrp="1"/>
          </p:cNvSpPr>
          <p:nvPr>
            <p:ph type="pic" sz="quarter" idx="61" hasCustomPrompt="1"/>
          </p:nvPr>
        </p:nvSpPr>
        <p:spPr>
          <a:xfrm>
            <a:off x="4813410" y="2813666"/>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endParaRPr lang="ko-KR" altLang="en-US" dirty="0"/>
          </a:p>
        </p:txBody>
      </p:sp>
      <p:sp>
        <p:nvSpPr>
          <p:cNvPr id="183" name="텍스트 개체 틀 32"/>
          <p:cNvSpPr>
            <a:spLocks noGrp="1"/>
          </p:cNvSpPr>
          <p:nvPr>
            <p:ph type="body" sz="quarter" idx="62" hasCustomPrompt="1"/>
          </p:nvPr>
        </p:nvSpPr>
        <p:spPr>
          <a:xfrm>
            <a:off x="4813410" y="3943013"/>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(Responsibility13)</a:t>
            </a:r>
            <a:endParaRPr lang="ko-KR" altLang="en-US" dirty="0"/>
          </a:p>
        </p:txBody>
      </p:sp>
      <p:sp>
        <p:nvSpPr>
          <p:cNvPr id="185" name="텍스트 개체 틀 30"/>
          <p:cNvSpPr>
            <a:spLocks noGrp="1"/>
          </p:cNvSpPr>
          <p:nvPr>
            <p:ph type="body" sz="quarter" idx="63" hasCustomPrompt="1"/>
          </p:nvPr>
        </p:nvSpPr>
        <p:spPr>
          <a:xfrm>
            <a:off x="4813410" y="377047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Name13</a:t>
            </a:r>
            <a:endParaRPr lang="ko-KR" altLang="en-US" dirty="0"/>
          </a:p>
        </p:txBody>
      </p:sp>
      <p:sp>
        <p:nvSpPr>
          <p:cNvPr id="186" name="텍스트 개체 틀 34"/>
          <p:cNvSpPr>
            <a:spLocks noGrp="1"/>
          </p:cNvSpPr>
          <p:nvPr>
            <p:ph type="body" sz="quarter" idx="64" hasCustomPrompt="1"/>
          </p:nvPr>
        </p:nvSpPr>
        <p:spPr>
          <a:xfrm>
            <a:off x="4813410" y="4193745"/>
            <a:ext cx="828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187" name="그림 개체 틀 7"/>
          <p:cNvSpPr>
            <a:spLocks noGrp="1"/>
          </p:cNvSpPr>
          <p:nvPr>
            <p:ph type="pic" sz="quarter" idx="65" hasCustomPrompt="1"/>
          </p:nvPr>
        </p:nvSpPr>
        <p:spPr>
          <a:xfrm>
            <a:off x="5707567" y="2813666"/>
            <a:ext cx="828000" cy="828000"/>
          </a:xfrm>
          <a:prstGeom prst="diamond">
            <a:avLst/>
          </a:prstGeom>
          <a:solidFill>
            <a:schemeClr val="bg2">
              <a:lumMod val="85000"/>
            </a:schemeClr>
          </a:solidFill>
          <a:ln w="127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lgn="ctr">
              <a:buNone/>
              <a:defRPr lang="ko-KR" altLang="en-US" sz="900" dirty="0">
                <a:solidFill>
                  <a:schemeClr val="bg1">
                    <a:lumMod val="65000"/>
                  </a:schemeClr>
                </a:solidFill>
              </a:defRPr>
            </a:lvl1pPr>
          </a:lstStyle>
          <a:p>
            <a:pPr marL="0" lvl="0" indent="0" algn="ctr"/>
            <a:r>
              <a:rPr lang="en-US" altLang="ko-KR" dirty="0"/>
              <a:t>Insert Image</a:t>
            </a:r>
            <a:endParaRPr lang="ko-KR" altLang="en-US" dirty="0"/>
          </a:p>
        </p:txBody>
      </p:sp>
      <p:sp>
        <p:nvSpPr>
          <p:cNvPr id="188" name="텍스트 개체 틀 32"/>
          <p:cNvSpPr>
            <a:spLocks noGrp="1"/>
          </p:cNvSpPr>
          <p:nvPr>
            <p:ph type="body" sz="quarter" idx="66" hasCustomPrompt="1"/>
          </p:nvPr>
        </p:nvSpPr>
        <p:spPr>
          <a:xfrm>
            <a:off x="5707567" y="3943013"/>
            <a:ext cx="828000" cy="173490"/>
          </a:xfrm>
          <a:prstGeom prst="rect">
            <a:avLst/>
          </a:prstGeom>
        </p:spPr>
        <p:txBody>
          <a:bodyPr lIns="0" tIns="0" rIns="0" bIns="0"/>
          <a:lstStyle>
            <a:lvl1pPr marL="0" indent="0" algn="ctr">
              <a:buFont typeface="Arial" panose="020B0604020202020204" pitchFamily="34" charset="0"/>
              <a:buNone/>
              <a:defRPr lang="ko-KR" altLang="en-US" sz="700" kern="1200" dirty="0">
                <a:gradFill>
                  <a:gsLst>
                    <a:gs pos="0">
                      <a:schemeClr val="accent1"/>
                    </a:gs>
                    <a:gs pos="100000">
                      <a:schemeClr val="accent1"/>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(Responsibility14)</a:t>
            </a:r>
            <a:endParaRPr lang="ko-KR" altLang="en-US" dirty="0"/>
          </a:p>
        </p:txBody>
      </p:sp>
      <p:sp>
        <p:nvSpPr>
          <p:cNvPr id="190" name="텍스트 개체 틀 30"/>
          <p:cNvSpPr>
            <a:spLocks noGrp="1"/>
          </p:cNvSpPr>
          <p:nvPr>
            <p:ph type="body" sz="quarter" idx="67" hasCustomPrompt="1"/>
          </p:nvPr>
        </p:nvSpPr>
        <p:spPr>
          <a:xfrm>
            <a:off x="5707567" y="3770471"/>
            <a:ext cx="828000" cy="209207"/>
          </a:xfrm>
          <a:prstGeom prst="rect">
            <a:avLst/>
          </a:prstGeom>
        </p:spPr>
        <p:txBody>
          <a:bodyPr lIns="0" tIns="0" rIns="0" bIns="0"/>
          <a:lstStyle>
            <a:lvl1pPr marL="0" indent="0" algn="ctr">
              <a:buFont typeface="Arial" panose="020B0604020202020204" pitchFamily="34" charset="0"/>
              <a:buNone/>
              <a:defRPr lang="ko-KR" altLang="en-US" sz="1000" b="1" kern="1200" dirty="0">
                <a:gradFill>
                  <a:gsLst>
                    <a:gs pos="0">
                      <a:schemeClr val="tx2"/>
                    </a:gs>
                    <a:gs pos="100000">
                      <a:schemeClr val="tx2"/>
                    </a:gs>
                  </a:gsLst>
                  <a:lin ang="5400000" scaled="0"/>
                </a:gradFill>
                <a:latin typeface="Roboto Condensed Regular"/>
                <a:ea typeface="Roboto Light" pitchFamily="2" charset="0"/>
                <a:cs typeface="Roboto Condensed Regular"/>
              </a:defRPr>
            </a:lvl1pPr>
            <a:lvl2pPr marL="457178" indent="0">
              <a:buNone/>
              <a:defRPr sz="500"/>
            </a:lvl2pPr>
            <a:lvl3pPr marL="914355" indent="0">
              <a:buNone/>
              <a:defRPr sz="500"/>
            </a:lvl3pPr>
            <a:lvl4pPr marL="1371532" indent="0">
              <a:buNone/>
              <a:defRPr sz="500"/>
            </a:lvl4pPr>
            <a:lvl5pPr marL="1828709" indent="0">
              <a:buNone/>
              <a:defRPr sz="500"/>
            </a:lvl5pPr>
          </a:lstStyle>
          <a:p>
            <a:pPr lvl="0"/>
            <a:r>
              <a:rPr lang="en-US" altLang="ko-KR" dirty="0"/>
              <a:t>Name14</a:t>
            </a:r>
            <a:endParaRPr lang="ko-KR" altLang="en-US" dirty="0"/>
          </a:p>
        </p:txBody>
      </p:sp>
      <p:sp>
        <p:nvSpPr>
          <p:cNvPr id="191" name="텍스트 개체 틀 34"/>
          <p:cNvSpPr>
            <a:spLocks noGrp="1"/>
          </p:cNvSpPr>
          <p:nvPr>
            <p:ph type="body" sz="quarter" idx="68" hasCustomPrompt="1"/>
          </p:nvPr>
        </p:nvSpPr>
        <p:spPr>
          <a:xfrm>
            <a:off x="5707567" y="4193745"/>
            <a:ext cx="828000" cy="381062"/>
          </a:xfrm>
          <a:prstGeom prst="rect">
            <a:avLst/>
          </a:prstGeom>
        </p:spPr>
        <p:txBody>
          <a:bodyPr lIns="0" tIns="0" rIns="0" bIns="0"/>
          <a:lstStyle>
            <a:lvl1pPr marL="0" indent="0" algn="ctr">
              <a:buFont typeface="Arial" panose="020B0604020202020204" pitchFamily="34" charset="0"/>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vl2pPr marL="457178"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2pPr>
            <a:lvl3pPr marL="914355"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3pPr>
            <a:lvl4pPr marL="1371532" indent="0" algn="l">
              <a:buNone/>
              <a:defRPr lang="ko-KR" altLang="en-US" sz="700" kern="1200" dirty="0" smtClean="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4pPr>
            <a:lvl5pPr marL="1828709" indent="0" algn="l">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5pPr>
          </a:lstStyle>
          <a:p>
            <a:pPr lvl="0"/>
            <a:r>
              <a:rPr lang="en-US" altLang="ko-KR" dirty="0"/>
              <a:t>Explanation about this person</a:t>
            </a:r>
            <a:endParaRPr lang="ko-KR" altLang="en-US" dirty="0"/>
          </a:p>
        </p:txBody>
      </p:sp>
      <p:sp>
        <p:nvSpPr>
          <p:cNvPr id="60" name="다이아몬드 59"/>
          <p:cNvSpPr>
            <a:spLocks/>
          </p:cNvSpPr>
          <p:nvPr userDrawn="1"/>
        </p:nvSpPr>
        <p:spPr>
          <a:xfrm>
            <a:off x="789704" y="2376300"/>
            <a:ext cx="828000" cy="828000"/>
          </a:xfrm>
          <a:prstGeom prst="diamond">
            <a:avLst/>
          </a:prstGeom>
          <a:pattFill prst="solidDmnd">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buFont typeface="Arial" panose="020B0604020202020204" pitchFamily="34" charset="0"/>
              <a:buNone/>
            </a:pPr>
            <a:endParaRPr lang="ko-KR" altLang="en-US" sz="900" dirty="0"/>
          </a:p>
        </p:txBody>
      </p:sp>
      <p:sp>
        <p:nvSpPr>
          <p:cNvPr id="61" name="다이아몬드 60"/>
          <p:cNvSpPr>
            <a:spLocks/>
          </p:cNvSpPr>
          <p:nvPr userDrawn="1"/>
        </p:nvSpPr>
        <p:spPr>
          <a:xfrm>
            <a:off x="1683861" y="2376300"/>
            <a:ext cx="828000" cy="828000"/>
          </a:xfrm>
          <a:prstGeom prst="diamond">
            <a:avLst/>
          </a:prstGeom>
          <a:pattFill prst="solidDmnd">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buFont typeface="Arial" panose="020B0604020202020204" pitchFamily="34" charset="0"/>
              <a:buNone/>
            </a:pPr>
            <a:endParaRPr lang="ko-KR" altLang="en-US" sz="900" dirty="0"/>
          </a:p>
        </p:txBody>
      </p:sp>
      <p:sp>
        <p:nvSpPr>
          <p:cNvPr id="62" name="다이아몬드 61"/>
          <p:cNvSpPr>
            <a:spLocks/>
          </p:cNvSpPr>
          <p:nvPr userDrawn="1"/>
        </p:nvSpPr>
        <p:spPr>
          <a:xfrm>
            <a:off x="2578018" y="2376300"/>
            <a:ext cx="828000" cy="828000"/>
          </a:xfrm>
          <a:prstGeom prst="diamond">
            <a:avLst/>
          </a:prstGeom>
          <a:pattFill prst="solidDmnd">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buFont typeface="Arial" panose="020B0604020202020204" pitchFamily="34" charset="0"/>
              <a:buNone/>
            </a:pPr>
            <a:endParaRPr lang="ko-KR" altLang="en-US" sz="900" dirty="0"/>
          </a:p>
        </p:txBody>
      </p:sp>
      <p:sp>
        <p:nvSpPr>
          <p:cNvPr id="63" name="다이아몬드 62"/>
          <p:cNvSpPr>
            <a:spLocks/>
          </p:cNvSpPr>
          <p:nvPr userDrawn="1"/>
        </p:nvSpPr>
        <p:spPr>
          <a:xfrm>
            <a:off x="3472175" y="2376300"/>
            <a:ext cx="828000" cy="828000"/>
          </a:xfrm>
          <a:prstGeom prst="diamond">
            <a:avLst/>
          </a:prstGeom>
          <a:pattFill prst="solidDmnd">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buFont typeface="Arial" panose="020B0604020202020204" pitchFamily="34" charset="0"/>
              <a:buNone/>
            </a:pPr>
            <a:endParaRPr lang="ko-KR" altLang="en-US" sz="900" dirty="0"/>
          </a:p>
        </p:txBody>
      </p:sp>
      <p:sp>
        <p:nvSpPr>
          <p:cNvPr id="64" name="다이아몬드 63"/>
          <p:cNvSpPr>
            <a:spLocks/>
          </p:cNvSpPr>
          <p:nvPr userDrawn="1"/>
        </p:nvSpPr>
        <p:spPr>
          <a:xfrm>
            <a:off x="4366332" y="2376300"/>
            <a:ext cx="828000" cy="828000"/>
          </a:xfrm>
          <a:prstGeom prst="diamond">
            <a:avLst/>
          </a:prstGeom>
          <a:pattFill prst="solidDmnd">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buFont typeface="Arial" panose="020B0604020202020204" pitchFamily="34" charset="0"/>
              <a:buNone/>
            </a:pPr>
            <a:endParaRPr lang="ko-KR" altLang="en-US" sz="900" dirty="0"/>
          </a:p>
        </p:txBody>
      </p:sp>
      <p:sp>
        <p:nvSpPr>
          <p:cNvPr id="65" name="다이아몬드 64"/>
          <p:cNvSpPr>
            <a:spLocks/>
          </p:cNvSpPr>
          <p:nvPr userDrawn="1"/>
        </p:nvSpPr>
        <p:spPr>
          <a:xfrm>
            <a:off x="5260488" y="2376300"/>
            <a:ext cx="828000" cy="828000"/>
          </a:xfrm>
          <a:prstGeom prst="diamond">
            <a:avLst/>
          </a:prstGeom>
          <a:pattFill prst="solidDmnd">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algn="ctr">
              <a:buFont typeface="Arial" panose="020B0604020202020204" pitchFamily="34" charset="0"/>
              <a:buNone/>
            </a:pPr>
            <a:endParaRPr lang="ko-KR" altLang="en-US" sz="900" dirty="0"/>
          </a:p>
        </p:txBody>
      </p:sp>
      <p:cxnSp>
        <p:nvCxnSpPr>
          <p:cNvPr id="67" name="직선 연결선 66"/>
          <p:cNvCxnSpPr>
            <a:cxnSpLocks/>
          </p:cNvCxnSpPr>
          <p:nvPr userDrawn="1"/>
        </p:nvCxnSpPr>
        <p:spPr>
          <a:xfrm>
            <a:off x="342625" y="1446808"/>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8" name="직선 연결선 67"/>
          <p:cNvCxnSpPr>
            <a:cxnSpLocks/>
          </p:cNvCxnSpPr>
          <p:nvPr userDrawn="1"/>
        </p:nvCxnSpPr>
        <p:spPr>
          <a:xfrm>
            <a:off x="1236782" y="1446808"/>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9" name="직선 연결선 68"/>
          <p:cNvCxnSpPr>
            <a:cxnSpLocks/>
          </p:cNvCxnSpPr>
          <p:nvPr userDrawn="1"/>
        </p:nvCxnSpPr>
        <p:spPr>
          <a:xfrm>
            <a:off x="2130939" y="1446808"/>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0" name="직선 연결선 69"/>
          <p:cNvCxnSpPr>
            <a:cxnSpLocks/>
          </p:cNvCxnSpPr>
          <p:nvPr userDrawn="1"/>
        </p:nvCxnSpPr>
        <p:spPr>
          <a:xfrm>
            <a:off x="3025096" y="1446808"/>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직선 연결선 70"/>
          <p:cNvCxnSpPr>
            <a:cxnSpLocks/>
          </p:cNvCxnSpPr>
          <p:nvPr userDrawn="1"/>
        </p:nvCxnSpPr>
        <p:spPr>
          <a:xfrm>
            <a:off x="3919253" y="1446808"/>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직선 연결선 71"/>
          <p:cNvCxnSpPr>
            <a:cxnSpLocks/>
          </p:cNvCxnSpPr>
          <p:nvPr userDrawn="1"/>
        </p:nvCxnSpPr>
        <p:spPr>
          <a:xfrm>
            <a:off x="4813410" y="1446808"/>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3" name="직선 연결선 72"/>
          <p:cNvCxnSpPr>
            <a:cxnSpLocks/>
          </p:cNvCxnSpPr>
          <p:nvPr userDrawn="1"/>
        </p:nvCxnSpPr>
        <p:spPr>
          <a:xfrm>
            <a:off x="5707567" y="1446808"/>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4" name="직선 연결선 73"/>
          <p:cNvCxnSpPr>
            <a:cxnSpLocks/>
          </p:cNvCxnSpPr>
          <p:nvPr userDrawn="1"/>
        </p:nvCxnSpPr>
        <p:spPr>
          <a:xfrm>
            <a:off x="342625" y="4122853"/>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5" name="직선 연결선 74"/>
          <p:cNvCxnSpPr>
            <a:cxnSpLocks/>
          </p:cNvCxnSpPr>
          <p:nvPr userDrawn="1"/>
        </p:nvCxnSpPr>
        <p:spPr>
          <a:xfrm>
            <a:off x="1236782" y="4122853"/>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6" name="직선 연결선 75"/>
          <p:cNvCxnSpPr>
            <a:cxnSpLocks/>
          </p:cNvCxnSpPr>
          <p:nvPr userDrawn="1"/>
        </p:nvCxnSpPr>
        <p:spPr>
          <a:xfrm>
            <a:off x="2130939" y="4122853"/>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7" name="직선 연결선 76"/>
          <p:cNvCxnSpPr>
            <a:cxnSpLocks/>
          </p:cNvCxnSpPr>
          <p:nvPr userDrawn="1"/>
        </p:nvCxnSpPr>
        <p:spPr>
          <a:xfrm>
            <a:off x="3025096" y="4122853"/>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8" name="직선 연결선 77"/>
          <p:cNvCxnSpPr>
            <a:cxnSpLocks/>
          </p:cNvCxnSpPr>
          <p:nvPr userDrawn="1"/>
        </p:nvCxnSpPr>
        <p:spPr>
          <a:xfrm>
            <a:off x="3919253" y="4122853"/>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9" name="직선 연결선 78"/>
          <p:cNvCxnSpPr>
            <a:cxnSpLocks/>
          </p:cNvCxnSpPr>
          <p:nvPr userDrawn="1"/>
        </p:nvCxnSpPr>
        <p:spPr>
          <a:xfrm>
            <a:off x="4813410" y="4122853"/>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0" name="직선 연결선 79"/>
          <p:cNvCxnSpPr>
            <a:cxnSpLocks/>
          </p:cNvCxnSpPr>
          <p:nvPr userDrawn="1"/>
        </p:nvCxnSpPr>
        <p:spPr>
          <a:xfrm>
            <a:off x="5707567" y="4122853"/>
            <a:ext cx="828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8358097"/>
      </p:ext>
    </p:extLst>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Member Profile ">
    <p:bg>
      <p:bgPr>
        <a:solidFill>
          <a:schemeClr val="accent3">
            <a:lumMod val="85000"/>
          </a:schemeClr>
        </a:solidFill>
        <a:effectLst/>
      </p:bgPr>
    </p:bg>
    <p:spTree>
      <p:nvGrpSpPr>
        <p:cNvPr id="1" name=""/>
        <p:cNvGrpSpPr/>
        <p:nvPr/>
      </p:nvGrpSpPr>
      <p:grpSpPr>
        <a:xfrm>
          <a:off x="0" y="0"/>
          <a:ext cx="0" cy="0"/>
          <a:chOff x="0" y="0"/>
          <a:chExt cx="0" cy="0"/>
        </a:xfrm>
      </p:grpSpPr>
      <p:sp>
        <p:nvSpPr>
          <p:cNvPr id="30" name="그림 개체 틀 29"/>
          <p:cNvSpPr>
            <a:spLocks noGrp="1"/>
          </p:cNvSpPr>
          <p:nvPr>
            <p:ph type="pic" sz="quarter" idx="10" hasCustomPrompt="1"/>
          </p:nvPr>
        </p:nvSpPr>
        <p:spPr>
          <a:xfrm>
            <a:off x="3258000" y="463500"/>
            <a:ext cx="3600000" cy="4680000"/>
          </a:xfrm>
          <a:prstGeom prst="rect">
            <a:avLst/>
          </a:prstGeom>
        </p:spPr>
        <p:txBody>
          <a:bodyPr anchor="ctr"/>
          <a:lstStyle>
            <a:lvl1pPr marL="0" indent="0" algn="ctr">
              <a:buNone/>
              <a:defRPr sz="1000"/>
            </a:lvl1pPr>
          </a:lstStyle>
          <a:p>
            <a:r>
              <a:rPr lang="en-US" altLang="ko-KR" dirty="0"/>
              <a:t>Insert Image</a:t>
            </a:r>
            <a:endParaRPr lang="ko-KR" altLang="en-US" dirty="0"/>
          </a:p>
        </p:txBody>
      </p:sp>
      <p:sp>
        <p:nvSpPr>
          <p:cNvPr id="36" name="텍스트 개체 틀 35"/>
          <p:cNvSpPr>
            <a:spLocks noGrp="1"/>
          </p:cNvSpPr>
          <p:nvPr>
            <p:ph type="body" sz="quarter" idx="11" hasCustomPrompt="1"/>
          </p:nvPr>
        </p:nvSpPr>
        <p:spPr>
          <a:xfrm>
            <a:off x="548600" y="1040756"/>
            <a:ext cx="2592360" cy="230832"/>
          </a:xfrm>
          <a:prstGeom prst="rect">
            <a:avLst/>
          </a:prstGeom>
        </p:spPr>
        <p:txBody>
          <a:bodyPr lIns="0" tIns="0" rIns="0" bIns="0"/>
          <a:lstStyle>
            <a:lvl1pPr marL="0" indent="0">
              <a:buNone/>
              <a:defRPr lang="ko-KR" altLang="en-US" sz="1400" kern="1200" dirty="0">
                <a:gradFill>
                  <a:gsLst>
                    <a:gs pos="0">
                      <a:schemeClr val="accent3"/>
                    </a:gs>
                    <a:gs pos="100000">
                      <a:schemeClr val="accent3"/>
                    </a:gs>
                  </a:gsLst>
                  <a:lin ang="5400000" scaled="0"/>
                </a:gradFill>
                <a:latin typeface="Roboto Condensed Regular"/>
                <a:ea typeface="Roboto Light" pitchFamily="2" charset="0"/>
                <a:cs typeface="Roboto Condensed Regular"/>
              </a:defRPr>
            </a:lvl1pPr>
            <a:lvl5pPr>
              <a:defRPr/>
            </a:lvl5pPr>
          </a:lstStyle>
          <a:p>
            <a:pPr lvl="0"/>
            <a:r>
              <a:rPr lang="en-US" altLang="ko-KR" dirty="0"/>
              <a:t>Responsibility</a:t>
            </a:r>
            <a:endParaRPr lang="ko-KR" altLang="en-US" dirty="0"/>
          </a:p>
        </p:txBody>
      </p:sp>
      <p:sp>
        <p:nvSpPr>
          <p:cNvPr id="38" name="텍스트 개체 틀 37"/>
          <p:cNvSpPr>
            <a:spLocks noGrp="1"/>
          </p:cNvSpPr>
          <p:nvPr>
            <p:ph type="body" sz="quarter" idx="12" hasCustomPrompt="1"/>
          </p:nvPr>
        </p:nvSpPr>
        <p:spPr>
          <a:xfrm>
            <a:off x="548600" y="1250899"/>
            <a:ext cx="2592360" cy="384721"/>
          </a:xfrm>
          <a:prstGeom prst="rect">
            <a:avLst/>
          </a:prstGeom>
        </p:spPr>
        <p:txBody>
          <a:bodyPr lIns="0" tIns="0" rIns="0" bIns="0"/>
          <a:lstStyle>
            <a:lvl1pPr marL="0" indent="0">
              <a:buNone/>
              <a:defRPr lang="ko-KR" altLang="en-US" sz="2200" b="1" kern="1200" dirty="0">
                <a:gradFill>
                  <a:gsLst>
                    <a:gs pos="0">
                      <a:srgbClr val="2F3540"/>
                    </a:gs>
                    <a:gs pos="100000">
                      <a:schemeClr val="tx2"/>
                    </a:gs>
                  </a:gsLst>
                  <a:lin ang="5400000" scaled="0"/>
                </a:gradFill>
                <a:latin typeface="Roboto Condensed Regular"/>
                <a:ea typeface="Roboto Light" pitchFamily="2" charset="0"/>
                <a:cs typeface="Roboto Condensed Regular"/>
              </a:defRPr>
            </a:lvl1pPr>
          </a:lstStyle>
          <a:p>
            <a:pPr lvl="0"/>
            <a:r>
              <a:rPr lang="en-US" altLang="ko-KR" dirty="0"/>
              <a:t>Member Name</a:t>
            </a:r>
            <a:endParaRPr lang="ko-KR" altLang="en-US" dirty="0"/>
          </a:p>
        </p:txBody>
      </p:sp>
      <p:sp>
        <p:nvSpPr>
          <p:cNvPr id="40" name="텍스트 개체 틀 39"/>
          <p:cNvSpPr>
            <a:spLocks noGrp="1"/>
          </p:cNvSpPr>
          <p:nvPr>
            <p:ph type="body" sz="quarter" idx="13" hasCustomPrompt="1"/>
          </p:nvPr>
        </p:nvSpPr>
        <p:spPr>
          <a:xfrm>
            <a:off x="548600" y="1856992"/>
            <a:ext cx="2592360" cy="906849"/>
          </a:xfrm>
          <a:prstGeom prst="rect">
            <a:avLst/>
          </a:prstGeom>
        </p:spPr>
        <p:txBody>
          <a:bodyPr lIns="0" tIns="0" rIns="0" bIns="0"/>
          <a:lstStyle>
            <a:lvl1pPr marL="0" indent="0" algn="l">
              <a:buNone/>
              <a:defRPr lang="ko-KR" altLang="en-US" sz="8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dirty="0"/>
              <a:t>Explanation about this person</a:t>
            </a:r>
          </a:p>
        </p:txBody>
      </p:sp>
      <p:cxnSp>
        <p:nvCxnSpPr>
          <p:cNvPr id="10" name="직선 연결선 9"/>
          <p:cNvCxnSpPr/>
          <p:nvPr userDrawn="1"/>
        </p:nvCxnSpPr>
        <p:spPr>
          <a:xfrm>
            <a:off x="728600" y="1699419"/>
            <a:ext cx="158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자유형 11">
            <a:hlinkClick r:id="rId2" action="ppaction://hlinksldjump"/>
          </p:cNvPr>
          <p:cNvSpPr/>
          <p:nvPr userDrawn="1"/>
        </p:nvSpPr>
        <p:spPr>
          <a:xfrm>
            <a:off x="6355547" y="303212"/>
            <a:ext cx="180020" cy="180020"/>
          </a:xfrm>
          <a:custGeom>
            <a:avLst/>
            <a:gdLst>
              <a:gd name="connsiteX0" fmla="*/ 47410 w 180020"/>
              <a:gd name="connsiteY0" fmla="*/ 109200 h 180020"/>
              <a:gd name="connsiteX1" fmla="*/ 47410 w 180020"/>
              <a:gd name="connsiteY1" fmla="*/ 120154 h 180020"/>
              <a:gd name="connsiteX2" fmla="*/ 132611 w 180020"/>
              <a:gd name="connsiteY2" fmla="*/ 120154 h 180020"/>
              <a:gd name="connsiteX3" fmla="*/ 132611 w 180020"/>
              <a:gd name="connsiteY3" fmla="*/ 109200 h 180020"/>
              <a:gd name="connsiteX4" fmla="*/ 47410 w 180020"/>
              <a:gd name="connsiteY4" fmla="*/ 84533 h 180020"/>
              <a:gd name="connsiteX5" fmla="*/ 47410 w 180020"/>
              <a:gd name="connsiteY5" fmla="*/ 95487 h 180020"/>
              <a:gd name="connsiteX6" fmla="*/ 132611 w 180020"/>
              <a:gd name="connsiteY6" fmla="*/ 95487 h 180020"/>
              <a:gd name="connsiteX7" fmla="*/ 132611 w 180020"/>
              <a:gd name="connsiteY7" fmla="*/ 84533 h 180020"/>
              <a:gd name="connsiteX8" fmla="*/ 47410 w 180020"/>
              <a:gd name="connsiteY8" fmla="*/ 59866 h 180020"/>
              <a:gd name="connsiteX9" fmla="*/ 47410 w 180020"/>
              <a:gd name="connsiteY9" fmla="*/ 70820 h 180020"/>
              <a:gd name="connsiteX10" fmla="*/ 132611 w 180020"/>
              <a:gd name="connsiteY10" fmla="*/ 70820 h 180020"/>
              <a:gd name="connsiteX11" fmla="*/ 132611 w 180020"/>
              <a:gd name="connsiteY11" fmla="*/ 59866 h 180020"/>
              <a:gd name="connsiteX12" fmla="*/ 90010 w 180020"/>
              <a:gd name="connsiteY12" fmla="*/ 0 h 180020"/>
              <a:gd name="connsiteX13" fmla="*/ 180020 w 180020"/>
              <a:gd name="connsiteY13" fmla="*/ 90010 h 180020"/>
              <a:gd name="connsiteX14" fmla="*/ 90010 w 180020"/>
              <a:gd name="connsiteY14" fmla="*/ 180020 h 180020"/>
              <a:gd name="connsiteX15" fmla="*/ 0 w 180020"/>
              <a:gd name="connsiteY15" fmla="*/ 90010 h 180020"/>
              <a:gd name="connsiteX16" fmla="*/ 90010 w 180020"/>
              <a:gd name="connsiteY16"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0020" h="180020">
                <a:moveTo>
                  <a:pt x="47410" y="109200"/>
                </a:moveTo>
                <a:lnTo>
                  <a:pt x="47410" y="120154"/>
                </a:lnTo>
                <a:lnTo>
                  <a:pt x="132611" y="120154"/>
                </a:lnTo>
                <a:lnTo>
                  <a:pt x="132611" y="109200"/>
                </a:lnTo>
                <a:close/>
                <a:moveTo>
                  <a:pt x="47410" y="84533"/>
                </a:moveTo>
                <a:lnTo>
                  <a:pt x="47410" y="95487"/>
                </a:lnTo>
                <a:lnTo>
                  <a:pt x="132611" y="95487"/>
                </a:lnTo>
                <a:lnTo>
                  <a:pt x="132611" y="84533"/>
                </a:lnTo>
                <a:close/>
                <a:moveTo>
                  <a:pt x="47410" y="59866"/>
                </a:moveTo>
                <a:lnTo>
                  <a:pt x="47410" y="70820"/>
                </a:lnTo>
                <a:lnTo>
                  <a:pt x="132611" y="70820"/>
                </a:lnTo>
                <a:lnTo>
                  <a:pt x="132611" y="59866"/>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chemeClr val="accent3"/>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lvl="0" algn="ctr"/>
            <a:endParaRPr lang="en-US" dirty="0"/>
          </a:p>
        </p:txBody>
      </p:sp>
      <p:sp>
        <p:nvSpPr>
          <p:cNvPr id="13" name="자유형 12">
            <a:hlinkClick r:id="" action="ppaction://hlinkshowjump?jump=nextslide"/>
          </p:cNvPr>
          <p:cNvSpPr/>
          <p:nvPr userDrawn="1"/>
        </p:nvSpPr>
        <p:spPr>
          <a:xfrm>
            <a:off x="6148777" y="303212"/>
            <a:ext cx="180020" cy="180020"/>
          </a:xfrm>
          <a:custGeom>
            <a:avLst/>
            <a:gdLst>
              <a:gd name="connsiteX0" fmla="*/ 70888 w 180020"/>
              <a:gd name="connsiteY0" fmla="*/ 36035 h 180020"/>
              <a:gd name="connsiteX1" fmla="*/ 70888 w 180020"/>
              <a:gd name="connsiteY1" fmla="*/ 53498 h 180020"/>
              <a:gd name="connsiteX2" fmla="*/ 115338 w 180020"/>
              <a:gd name="connsiteY2" fmla="*/ 90010 h 180020"/>
              <a:gd name="connsiteX3" fmla="*/ 70888 w 180020"/>
              <a:gd name="connsiteY3" fmla="*/ 126523 h 180020"/>
              <a:gd name="connsiteX4" fmla="*/ 70888 w 180020"/>
              <a:gd name="connsiteY4" fmla="*/ 143985 h 180020"/>
              <a:gd name="connsiteX5" fmla="*/ 135975 w 180020"/>
              <a:gd name="connsiteY5" fmla="*/ 90010 h 180020"/>
              <a:gd name="connsiteX6" fmla="*/ 90010 w 180020"/>
              <a:gd name="connsiteY6" fmla="*/ 0 h 180020"/>
              <a:gd name="connsiteX7" fmla="*/ 180020 w 180020"/>
              <a:gd name="connsiteY7" fmla="*/ 90010 h 180020"/>
              <a:gd name="connsiteX8" fmla="*/ 90010 w 180020"/>
              <a:gd name="connsiteY8" fmla="*/ 180020 h 180020"/>
              <a:gd name="connsiteX9" fmla="*/ 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8" y="36035"/>
                </a:moveTo>
                <a:lnTo>
                  <a:pt x="70888" y="53498"/>
                </a:lnTo>
                <a:lnTo>
                  <a:pt x="115338" y="90010"/>
                </a:lnTo>
                <a:lnTo>
                  <a:pt x="70888" y="126523"/>
                </a:lnTo>
                <a:lnTo>
                  <a:pt x="70888" y="143985"/>
                </a:lnTo>
                <a:lnTo>
                  <a:pt x="135975" y="90010"/>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rgbClr val="2F3540">
              <a:alpha val="20000"/>
            </a:srgbClr>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lvl="0" algn="ctr"/>
            <a:endParaRPr lang="en-US" dirty="0"/>
          </a:p>
        </p:txBody>
      </p:sp>
      <p:sp>
        <p:nvSpPr>
          <p:cNvPr id="14" name="자유형 13">
            <a:hlinkClick r:id="" action="ppaction://hlinkshowjump?jump=previousslide"/>
          </p:cNvPr>
          <p:cNvSpPr/>
          <p:nvPr userDrawn="1"/>
        </p:nvSpPr>
        <p:spPr>
          <a:xfrm flipH="1">
            <a:off x="5942006" y="303212"/>
            <a:ext cx="180020" cy="180020"/>
          </a:xfrm>
          <a:custGeom>
            <a:avLst/>
            <a:gdLst>
              <a:gd name="connsiteX0" fmla="*/ 70889 w 180020"/>
              <a:gd name="connsiteY0" fmla="*/ 36035 h 180020"/>
              <a:gd name="connsiteX1" fmla="*/ 135976 w 180020"/>
              <a:gd name="connsiteY1" fmla="*/ 90010 h 180020"/>
              <a:gd name="connsiteX2" fmla="*/ 70889 w 180020"/>
              <a:gd name="connsiteY2" fmla="*/ 143985 h 180020"/>
              <a:gd name="connsiteX3" fmla="*/ 70889 w 180020"/>
              <a:gd name="connsiteY3" fmla="*/ 126523 h 180020"/>
              <a:gd name="connsiteX4" fmla="*/ 115339 w 180020"/>
              <a:gd name="connsiteY4" fmla="*/ 90010 h 180020"/>
              <a:gd name="connsiteX5" fmla="*/ 70889 w 180020"/>
              <a:gd name="connsiteY5" fmla="*/ 53498 h 180020"/>
              <a:gd name="connsiteX6" fmla="*/ 90010 w 180020"/>
              <a:gd name="connsiteY6" fmla="*/ 0 h 180020"/>
              <a:gd name="connsiteX7" fmla="*/ 0 w 180020"/>
              <a:gd name="connsiteY7" fmla="*/ 90010 h 180020"/>
              <a:gd name="connsiteX8" fmla="*/ 90010 w 180020"/>
              <a:gd name="connsiteY8" fmla="*/ 180020 h 180020"/>
              <a:gd name="connsiteX9" fmla="*/ 18002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9" y="36035"/>
                </a:moveTo>
                <a:lnTo>
                  <a:pt x="135976" y="90010"/>
                </a:lnTo>
                <a:lnTo>
                  <a:pt x="70889" y="143985"/>
                </a:lnTo>
                <a:lnTo>
                  <a:pt x="70889" y="126523"/>
                </a:lnTo>
                <a:lnTo>
                  <a:pt x="115339" y="90010"/>
                </a:lnTo>
                <a:lnTo>
                  <a:pt x="70889" y="53498"/>
                </a:lnTo>
                <a:close/>
                <a:moveTo>
                  <a:pt x="90010" y="0"/>
                </a:moveTo>
                <a:cubicBezTo>
                  <a:pt x="40299" y="0"/>
                  <a:pt x="0" y="40299"/>
                  <a:pt x="0" y="90010"/>
                </a:cubicBezTo>
                <a:cubicBezTo>
                  <a:pt x="0" y="139721"/>
                  <a:pt x="40299" y="180020"/>
                  <a:pt x="90010" y="180020"/>
                </a:cubicBezTo>
                <a:cubicBezTo>
                  <a:pt x="139721" y="180020"/>
                  <a:pt x="180020" y="139721"/>
                  <a:pt x="180020" y="90010"/>
                </a:cubicBezTo>
                <a:cubicBezTo>
                  <a:pt x="180020" y="40299"/>
                  <a:pt x="139721" y="0"/>
                  <a:pt x="90010" y="0"/>
                </a:cubicBezTo>
                <a:close/>
              </a:path>
            </a:pathLst>
          </a:custGeom>
          <a:solidFill>
            <a:srgbClr val="2F3540">
              <a:alpha val="20000"/>
            </a:srgbClr>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lvl="0" algn="ctr"/>
            <a:endParaRPr lang="en-US" dirty="0"/>
          </a:p>
        </p:txBody>
      </p:sp>
    </p:spTree>
    <p:extLst>
      <p:ext uri="{BB962C8B-B14F-4D97-AF65-F5344CB8AC3E}">
        <p14:creationId xmlns:p14="http://schemas.microsoft.com/office/powerpoint/2010/main" val="259256439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700" fill="hold"/>
                                        <p:tgtEl>
                                          <p:spTgt spid="10"/>
                                        </p:tgtEl>
                                        <p:attrNameLst>
                                          <p:attrName>ppt_x</p:attrName>
                                        </p:attrNameLst>
                                      </p:cBhvr>
                                      <p:tavLst>
                                        <p:tav tm="0">
                                          <p:val>
                                            <p:strVal val="#ppt_x-#ppt_w/2"/>
                                          </p:val>
                                        </p:tav>
                                        <p:tav tm="100000">
                                          <p:val>
                                            <p:strVal val="#ppt_x"/>
                                          </p:val>
                                        </p:tav>
                                      </p:tavLst>
                                    </p:anim>
                                    <p:anim calcmode="lin" valueType="num">
                                      <p:cBhvr>
                                        <p:cTn id="8" dur="700" fill="hold"/>
                                        <p:tgtEl>
                                          <p:spTgt spid="10"/>
                                        </p:tgtEl>
                                        <p:attrNameLst>
                                          <p:attrName>ppt_y</p:attrName>
                                        </p:attrNameLst>
                                      </p:cBhvr>
                                      <p:tavLst>
                                        <p:tav tm="0">
                                          <p:val>
                                            <p:strVal val="#ppt_y"/>
                                          </p:val>
                                        </p:tav>
                                        <p:tav tm="100000">
                                          <p:val>
                                            <p:strVal val="#ppt_y"/>
                                          </p:val>
                                        </p:tav>
                                      </p:tavLst>
                                    </p:anim>
                                    <p:anim calcmode="lin" valueType="num">
                                      <p:cBhvr>
                                        <p:cTn id="9" dur="700" fill="hold"/>
                                        <p:tgtEl>
                                          <p:spTgt spid="10"/>
                                        </p:tgtEl>
                                        <p:attrNameLst>
                                          <p:attrName>ppt_w</p:attrName>
                                        </p:attrNameLst>
                                      </p:cBhvr>
                                      <p:tavLst>
                                        <p:tav tm="0">
                                          <p:val>
                                            <p:fltVal val="0"/>
                                          </p:val>
                                        </p:tav>
                                        <p:tav tm="100000">
                                          <p:val>
                                            <p:strVal val="#ppt_w"/>
                                          </p:val>
                                        </p:tav>
                                      </p:tavLst>
                                    </p:anim>
                                    <p:anim calcmode="lin" valueType="num">
                                      <p:cBhvr>
                                        <p:cTn id="10" dur="7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History">
    <p:spTree>
      <p:nvGrpSpPr>
        <p:cNvPr id="1" name=""/>
        <p:cNvGrpSpPr/>
        <p:nvPr/>
      </p:nvGrpSpPr>
      <p:grpSpPr>
        <a:xfrm>
          <a:off x="0" y="0"/>
          <a:ext cx="0" cy="0"/>
          <a:chOff x="0" y="0"/>
          <a:chExt cx="0" cy="0"/>
        </a:xfrm>
      </p:grpSpPr>
      <p:sp>
        <p:nvSpPr>
          <p:cNvPr id="28" name="텍스트 개체 틀 27"/>
          <p:cNvSpPr>
            <a:spLocks noGrp="1"/>
          </p:cNvSpPr>
          <p:nvPr>
            <p:ph type="body" sz="quarter" idx="15" hasCustomPrompt="1"/>
          </p:nvPr>
        </p:nvSpPr>
        <p:spPr>
          <a:xfrm>
            <a:off x="342625" y="3652429"/>
            <a:ext cx="1368000" cy="682872"/>
          </a:xfrm>
          <a:prstGeom prst="rect">
            <a:avLst/>
          </a:prstGeom>
        </p:spPr>
        <p:txBody>
          <a:bodyPr lIns="0" tIns="0" rIns="0" bIns="0"/>
          <a:lstStyle>
            <a:lvl1pPr marL="0" indent="0">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dirty="0"/>
              <a:t>Content Text Here</a:t>
            </a:r>
            <a:endParaRPr lang="ko-KR" altLang="en-US" dirty="0"/>
          </a:p>
        </p:txBody>
      </p:sp>
      <p:sp>
        <p:nvSpPr>
          <p:cNvPr id="3" name="Title 2"/>
          <p:cNvSpPr>
            <a:spLocks noGrp="1"/>
          </p:cNvSpPr>
          <p:nvPr>
            <p:ph type="title"/>
          </p:nvPr>
        </p:nvSpPr>
        <p:spPr/>
        <p:txBody>
          <a:bodyPr/>
          <a:lstStyle/>
          <a:p>
            <a:r>
              <a:rPr lang="en-US" dirty="0"/>
              <a:t>Click to edit Master title style</a:t>
            </a:r>
          </a:p>
        </p:txBody>
      </p:sp>
      <p:sp>
        <p:nvSpPr>
          <p:cNvPr id="4" name="그림 개체 틀 3"/>
          <p:cNvSpPr>
            <a:spLocks noGrp="1"/>
          </p:cNvSpPr>
          <p:nvPr>
            <p:ph type="pic" sz="quarter" idx="10" hasCustomPrompt="1"/>
          </p:nvPr>
        </p:nvSpPr>
        <p:spPr>
          <a:xfrm>
            <a:off x="342625" y="1174941"/>
            <a:ext cx="1544400" cy="2160000"/>
          </a:xfrm>
          <a:prstGeom prst="rect">
            <a:avLst/>
          </a:prstGeom>
          <a:solidFill>
            <a:schemeClr val="tx2">
              <a:alpha val="20000"/>
            </a:schemeClr>
          </a:solidFill>
        </p:spPr>
        <p:txBody>
          <a:bodyPr anchor="ctr"/>
          <a:lstStyle>
            <a:lvl1pPr marL="0" indent="0" algn="ctr">
              <a:buNone/>
              <a:defRPr sz="1000"/>
            </a:lvl1pPr>
          </a:lstStyle>
          <a:p>
            <a:r>
              <a:rPr lang="en-US" altLang="ko-KR" dirty="0"/>
              <a:t>Insert Image</a:t>
            </a:r>
            <a:endParaRPr lang="ko-KR" altLang="en-US" dirty="0"/>
          </a:p>
        </p:txBody>
      </p:sp>
      <p:sp>
        <p:nvSpPr>
          <p:cNvPr id="10" name="그림 개체 틀 3"/>
          <p:cNvSpPr>
            <a:spLocks noGrp="1"/>
          </p:cNvSpPr>
          <p:nvPr>
            <p:ph type="pic" sz="quarter" idx="11" hasCustomPrompt="1"/>
          </p:nvPr>
        </p:nvSpPr>
        <p:spPr>
          <a:xfrm>
            <a:off x="1887025" y="1174941"/>
            <a:ext cx="1544400" cy="2160000"/>
          </a:xfrm>
          <a:prstGeom prst="rect">
            <a:avLst/>
          </a:prstGeom>
          <a:solidFill>
            <a:schemeClr val="tx2">
              <a:alpha val="20000"/>
            </a:schemeClr>
          </a:solidFill>
        </p:spPr>
        <p:txBody>
          <a:bodyPr anchor="ctr"/>
          <a:lstStyle>
            <a:lvl1pPr marL="0" indent="0" algn="ctr">
              <a:buNone/>
              <a:defRPr sz="1000"/>
            </a:lvl1pPr>
          </a:lstStyle>
          <a:p>
            <a:r>
              <a:rPr lang="en-US" altLang="ko-KR" dirty="0"/>
              <a:t>Insert Image</a:t>
            </a:r>
            <a:endParaRPr lang="ko-KR" altLang="en-US" dirty="0"/>
          </a:p>
        </p:txBody>
      </p:sp>
      <p:sp>
        <p:nvSpPr>
          <p:cNvPr id="11" name="그림 개체 틀 3"/>
          <p:cNvSpPr>
            <a:spLocks noGrp="1"/>
          </p:cNvSpPr>
          <p:nvPr>
            <p:ph type="pic" sz="quarter" idx="12" hasCustomPrompt="1"/>
          </p:nvPr>
        </p:nvSpPr>
        <p:spPr>
          <a:xfrm>
            <a:off x="3431425" y="1174941"/>
            <a:ext cx="1544400" cy="2160000"/>
          </a:xfrm>
          <a:prstGeom prst="rect">
            <a:avLst/>
          </a:prstGeom>
          <a:solidFill>
            <a:schemeClr val="tx2">
              <a:alpha val="20000"/>
            </a:schemeClr>
          </a:solidFill>
        </p:spPr>
        <p:txBody>
          <a:bodyPr anchor="ctr"/>
          <a:lstStyle>
            <a:lvl1pPr marL="0" indent="0" algn="ctr">
              <a:buNone/>
              <a:defRPr sz="1000"/>
            </a:lvl1pPr>
          </a:lstStyle>
          <a:p>
            <a:r>
              <a:rPr lang="en-US" altLang="ko-KR" dirty="0"/>
              <a:t>Insert Image</a:t>
            </a:r>
            <a:endParaRPr lang="ko-KR" altLang="en-US" dirty="0"/>
          </a:p>
        </p:txBody>
      </p:sp>
      <p:sp>
        <p:nvSpPr>
          <p:cNvPr id="12" name="그림 개체 틀 3"/>
          <p:cNvSpPr>
            <a:spLocks noGrp="1"/>
          </p:cNvSpPr>
          <p:nvPr>
            <p:ph type="pic" sz="quarter" idx="13" hasCustomPrompt="1"/>
          </p:nvPr>
        </p:nvSpPr>
        <p:spPr>
          <a:xfrm>
            <a:off x="4975825" y="1174941"/>
            <a:ext cx="1544400" cy="2160000"/>
          </a:xfrm>
          <a:prstGeom prst="rect">
            <a:avLst/>
          </a:prstGeom>
          <a:solidFill>
            <a:schemeClr val="tx2">
              <a:alpha val="20000"/>
            </a:schemeClr>
          </a:solidFill>
        </p:spPr>
        <p:txBody>
          <a:bodyPr anchor="ctr"/>
          <a:lstStyle>
            <a:lvl1pPr marL="0" indent="0" algn="ctr">
              <a:buNone/>
              <a:defRPr sz="1000"/>
            </a:lvl1pPr>
          </a:lstStyle>
          <a:p>
            <a:r>
              <a:rPr lang="en-US" altLang="ko-KR" dirty="0"/>
              <a:t>Insert Image</a:t>
            </a:r>
            <a:endParaRPr lang="ko-KR" altLang="en-US" dirty="0"/>
          </a:p>
        </p:txBody>
      </p:sp>
      <p:sp>
        <p:nvSpPr>
          <p:cNvPr id="26" name="텍스트 개체 틀 25"/>
          <p:cNvSpPr>
            <a:spLocks noGrp="1"/>
          </p:cNvSpPr>
          <p:nvPr>
            <p:ph type="body" sz="quarter" idx="14" hasCustomPrompt="1"/>
          </p:nvPr>
        </p:nvSpPr>
        <p:spPr>
          <a:xfrm>
            <a:off x="342625" y="3394869"/>
            <a:ext cx="690969" cy="254632"/>
          </a:xfrm>
          <a:prstGeom prst="rect">
            <a:avLst/>
          </a:prstGeom>
        </p:spPr>
        <p:txBody>
          <a:bodyPr lIns="0" tIns="0" rIns="0" bIns="0"/>
          <a:lstStyle>
            <a:lvl1pPr marL="0" indent="0">
              <a:buNone/>
              <a:defRPr lang="ko-KR" altLang="en-US" sz="1600" kern="1200" dirty="0">
                <a:gradFill>
                  <a:gsLst>
                    <a:gs pos="0">
                      <a:schemeClr val="accent1"/>
                    </a:gs>
                    <a:gs pos="100000">
                      <a:schemeClr val="accent1"/>
                    </a:gs>
                  </a:gsLst>
                  <a:lin ang="5400000" scaled="0"/>
                </a:gradFill>
                <a:latin typeface="Bebas Neue" pitchFamily="34" charset="0"/>
                <a:ea typeface="+mn-ea"/>
                <a:cs typeface="+mn-cs"/>
              </a:defRPr>
            </a:lvl1pPr>
          </a:lstStyle>
          <a:p>
            <a:pPr lvl="0"/>
            <a:r>
              <a:rPr lang="en-US" altLang="ko-KR" dirty="0"/>
              <a:t>Year</a:t>
            </a:r>
            <a:endParaRPr lang="ko-KR" altLang="en-US" dirty="0"/>
          </a:p>
        </p:txBody>
      </p:sp>
      <p:sp>
        <p:nvSpPr>
          <p:cNvPr id="31" name="텍스트 개체 틀 27"/>
          <p:cNvSpPr>
            <a:spLocks noGrp="1"/>
          </p:cNvSpPr>
          <p:nvPr>
            <p:ph type="body" sz="quarter" idx="16" hasCustomPrompt="1"/>
          </p:nvPr>
        </p:nvSpPr>
        <p:spPr>
          <a:xfrm>
            <a:off x="1887025" y="3652429"/>
            <a:ext cx="1368000" cy="682872"/>
          </a:xfrm>
          <a:prstGeom prst="rect">
            <a:avLst/>
          </a:prstGeom>
        </p:spPr>
        <p:txBody>
          <a:bodyPr lIns="0" tIns="0" rIns="0" bIns="0"/>
          <a:lstStyle>
            <a:lvl1pPr marL="0" indent="0">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dirty="0"/>
              <a:t>Content Text Here</a:t>
            </a:r>
            <a:endParaRPr lang="ko-KR" altLang="en-US" dirty="0"/>
          </a:p>
        </p:txBody>
      </p:sp>
      <p:sp>
        <p:nvSpPr>
          <p:cNvPr id="32" name="텍스트 개체 틀 25"/>
          <p:cNvSpPr>
            <a:spLocks noGrp="1"/>
          </p:cNvSpPr>
          <p:nvPr>
            <p:ph type="body" sz="quarter" idx="17" hasCustomPrompt="1"/>
          </p:nvPr>
        </p:nvSpPr>
        <p:spPr>
          <a:xfrm>
            <a:off x="1887025" y="3394869"/>
            <a:ext cx="690969" cy="254632"/>
          </a:xfrm>
          <a:prstGeom prst="rect">
            <a:avLst/>
          </a:prstGeom>
        </p:spPr>
        <p:txBody>
          <a:bodyPr lIns="0" tIns="0" rIns="0" bIns="0"/>
          <a:lstStyle>
            <a:lvl1pPr marL="0" indent="0">
              <a:buNone/>
              <a:defRPr lang="ko-KR" altLang="en-US" sz="1600" kern="1200" dirty="0">
                <a:gradFill>
                  <a:gsLst>
                    <a:gs pos="0">
                      <a:schemeClr val="accent1"/>
                    </a:gs>
                    <a:gs pos="100000">
                      <a:schemeClr val="accent1"/>
                    </a:gs>
                  </a:gsLst>
                  <a:lin ang="5400000" scaled="0"/>
                </a:gradFill>
                <a:latin typeface="Bebas Neue" pitchFamily="34" charset="0"/>
                <a:ea typeface="+mn-ea"/>
                <a:cs typeface="+mn-cs"/>
              </a:defRPr>
            </a:lvl1pPr>
          </a:lstStyle>
          <a:p>
            <a:pPr lvl="0"/>
            <a:r>
              <a:rPr lang="en-US" altLang="ko-KR" dirty="0"/>
              <a:t>Year</a:t>
            </a:r>
            <a:endParaRPr lang="ko-KR" altLang="en-US" dirty="0"/>
          </a:p>
        </p:txBody>
      </p:sp>
      <p:sp>
        <p:nvSpPr>
          <p:cNvPr id="33" name="텍스트 개체 틀 27"/>
          <p:cNvSpPr>
            <a:spLocks noGrp="1"/>
          </p:cNvSpPr>
          <p:nvPr>
            <p:ph type="body" sz="quarter" idx="18" hasCustomPrompt="1"/>
          </p:nvPr>
        </p:nvSpPr>
        <p:spPr>
          <a:xfrm>
            <a:off x="3431425" y="3652429"/>
            <a:ext cx="1368000" cy="682872"/>
          </a:xfrm>
          <a:prstGeom prst="rect">
            <a:avLst/>
          </a:prstGeom>
        </p:spPr>
        <p:txBody>
          <a:bodyPr lIns="0" tIns="0" rIns="0" bIns="0"/>
          <a:lstStyle>
            <a:lvl1pPr marL="0" indent="0">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dirty="0"/>
              <a:t>Content Text Here</a:t>
            </a:r>
            <a:endParaRPr lang="ko-KR" altLang="en-US" dirty="0"/>
          </a:p>
        </p:txBody>
      </p:sp>
      <p:sp>
        <p:nvSpPr>
          <p:cNvPr id="34" name="텍스트 개체 틀 25"/>
          <p:cNvSpPr>
            <a:spLocks noGrp="1"/>
          </p:cNvSpPr>
          <p:nvPr>
            <p:ph type="body" sz="quarter" idx="19" hasCustomPrompt="1"/>
          </p:nvPr>
        </p:nvSpPr>
        <p:spPr>
          <a:xfrm>
            <a:off x="3431425" y="3394869"/>
            <a:ext cx="690969" cy="254632"/>
          </a:xfrm>
          <a:prstGeom prst="rect">
            <a:avLst/>
          </a:prstGeom>
        </p:spPr>
        <p:txBody>
          <a:bodyPr lIns="0" tIns="0" rIns="0" bIns="0"/>
          <a:lstStyle>
            <a:lvl1pPr marL="0" indent="0">
              <a:buNone/>
              <a:defRPr lang="ko-KR" altLang="en-US" sz="1600" kern="1200" dirty="0">
                <a:gradFill>
                  <a:gsLst>
                    <a:gs pos="0">
                      <a:schemeClr val="accent1"/>
                    </a:gs>
                    <a:gs pos="100000">
                      <a:schemeClr val="accent1"/>
                    </a:gs>
                  </a:gsLst>
                  <a:lin ang="5400000" scaled="0"/>
                </a:gradFill>
                <a:latin typeface="Bebas Neue" pitchFamily="34" charset="0"/>
                <a:ea typeface="+mn-ea"/>
                <a:cs typeface="+mn-cs"/>
              </a:defRPr>
            </a:lvl1pPr>
          </a:lstStyle>
          <a:p>
            <a:pPr lvl="0"/>
            <a:r>
              <a:rPr lang="en-US" altLang="ko-KR" dirty="0"/>
              <a:t>Year</a:t>
            </a:r>
            <a:endParaRPr lang="ko-KR" altLang="en-US" dirty="0"/>
          </a:p>
        </p:txBody>
      </p:sp>
      <p:sp>
        <p:nvSpPr>
          <p:cNvPr id="35" name="텍스트 개체 틀 27"/>
          <p:cNvSpPr>
            <a:spLocks noGrp="1"/>
          </p:cNvSpPr>
          <p:nvPr>
            <p:ph type="body" sz="quarter" idx="20" hasCustomPrompt="1"/>
          </p:nvPr>
        </p:nvSpPr>
        <p:spPr>
          <a:xfrm>
            <a:off x="4975825" y="3652429"/>
            <a:ext cx="1368000" cy="682872"/>
          </a:xfrm>
          <a:prstGeom prst="rect">
            <a:avLst/>
          </a:prstGeom>
        </p:spPr>
        <p:txBody>
          <a:bodyPr lIns="0" tIns="0" rIns="0" bIns="0"/>
          <a:lstStyle>
            <a:lvl1pPr marL="0" indent="0">
              <a:buNone/>
              <a:defRPr lang="ko-KR" altLang="en-US" sz="700" kern="1200" dirty="0">
                <a:gradFill>
                  <a:gsLst>
                    <a:gs pos="0">
                      <a:schemeClr val="tx1">
                        <a:alpha val="50000"/>
                      </a:schemeClr>
                    </a:gs>
                    <a:gs pos="100000">
                      <a:schemeClr val="tx1">
                        <a:alpha val="50000"/>
                      </a:schemeClr>
                    </a:gs>
                  </a:gsLst>
                  <a:lin ang="5400000" scaled="0"/>
                </a:gradFill>
                <a:latin typeface="+mn-lt"/>
                <a:ea typeface="Roboto Light" pitchFamily="2" charset="0"/>
                <a:cs typeface="Roboto Condensed Regular"/>
              </a:defRPr>
            </a:lvl1pPr>
          </a:lstStyle>
          <a:p>
            <a:pPr lvl="0"/>
            <a:r>
              <a:rPr lang="en-US" altLang="ko-KR" dirty="0"/>
              <a:t>Content Text Here</a:t>
            </a:r>
            <a:endParaRPr lang="ko-KR" altLang="en-US" dirty="0"/>
          </a:p>
        </p:txBody>
      </p:sp>
      <p:sp>
        <p:nvSpPr>
          <p:cNvPr id="36" name="텍스트 개체 틀 25"/>
          <p:cNvSpPr>
            <a:spLocks noGrp="1"/>
          </p:cNvSpPr>
          <p:nvPr>
            <p:ph type="body" sz="quarter" idx="21" hasCustomPrompt="1"/>
          </p:nvPr>
        </p:nvSpPr>
        <p:spPr>
          <a:xfrm>
            <a:off x="4975825" y="3394869"/>
            <a:ext cx="690969" cy="254632"/>
          </a:xfrm>
          <a:prstGeom prst="rect">
            <a:avLst/>
          </a:prstGeom>
        </p:spPr>
        <p:txBody>
          <a:bodyPr lIns="0" tIns="0" rIns="0" bIns="0"/>
          <a:lstStyle>
            <a:lvl1pPr marL="0" indent="0">
              <a:buNone/>
              <a:defRPr lang="ko-KR" altLang="en-US" sz="1600" kern="1200" dirty="0">
                <a:gradFill>
                  <a:gsLst>
                    <a:gs pos="0">
                      <a:schemeClr val="accent1"/>
                    </a:gs>
                    <a:gs pos="100000">
                      <a:schemeClr val="accent1"/>
                    </a:gs>
                  </a:gsLst>
                  <a:lin ang="5400000" scaled="0"/>
                </a:gradFill>
                <a:latin typeface="Bebas Neue" pitchFamily="34" charset="0"/>
                <a:ea typeface="+mn-ea"/>
                <a:cs typeface="+mn-cs"/>
              </a:defRPr>
            </a:lvl1pPr>
          </a:lstStyle>
          <a:p>
            <a:pPr lvl="0"/>
            <a:r>
              <a:rPr lang="en-US" altLang="ko-KR" dirty="0"/>
              <a:t>Year</a:t>
            </a:r>
            <a:endParaRPr lang="ko-KR" altLang="en-US" dirty="0"/>
          </a:p>
        </p:txBody>
      </p:sp>
    </p:spTree>
    <p:extLst>
      <p:ext uri="{BB962C8B-B14F-4D97-AF65-F5344CB8AC3E}">
        <p14:creationId xmlns:p14="http://schemas.microsoft.com/office/powerpoint/2010/main" val="1997567214"/>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Our work : type 1">
    <p:spTree>
      <p:nvGrpSpPr>
        <p:cNvPr id="1" name=""/>
        <p:cNvGrpSpPr/>
        <p:nvPr/>
      </p:nvGrpSpPr>
      <p:grpSpPr>
        <a:xfrm>
          <a:off x="0" y="0"/>
          <a:ext cx="0" cy="0"/>
          <a:chOff x="0" y="0"/>
          <a:chExt cx="0" cy="0"/>
        </a:xfrm>
      </p:grpSpPr>
      <p:sp>
        <p:nvSpPr>
          <p:cNvPr id="5" name="그림 개체 틀 4"/>
          <p:cNvSpPr>
            <a:spLocks noGrp="1"/>
          </p:cNvSpPr>
          <p:nvPr>
            <p:ph type="pic" sz="quarter" idx="10" hasCustomPrompt="1"/>
          </p:nvPr>
        </p:nvSpPr>
        <p:spPr>
          <a:xfrm>
            <a:off x="0" y="1181101"/>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3" name="Title 2"/>
          <p:cNvSpPr>
            <a:spLocks noGrp="1"/>
          </p:cNvSpPr>
          <p:nvPr>
            <p:ph type="title"/>
          </p:nvPr>
        </p:nvSpPr>
        <p:spPr/>
        <p:txBody>
          <a:bodyPr/>
          <a:lstStyle/>
          <a:p>
            <a:r>
              <a:rPr lang="en-US" dirty="0"/>
              <a:t>Click to edit Master title style</a:t>
            </a:r>
          </a:p>
        </p:txBody>
      </p:sp>
      <p:sp>
        <p:nvSpPr>
          <p:cNvPr id="6" name="그림 개체 틀 4"/>
          <p:cNvSpPr>
            <a:spLocks noGrp="1"/>
          </p:cNvSpPr>
          <p:nvPr>
            <p:ph type="pic" sz="quarter" idx="11" hasCustomPrompt="1"/>
          </p:nvPr>
        </p:nvSpPr>
        <p:spPr>
          <a:xfrm>
            <a:off x="1147500" y="1181101"/>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7" name="그림 개체 틀 4"/>
          <p:cNvSpPr>
            <a:spLocks noGrp="1"/>
          </p:cNvSpPr>
          <p:nvPr>
            <p:ph type="pic" sz="quarter" idx="12" hasCustomPrompt="1"/>
          </p:nvPr>
        </p:nvSpPr>
        <p:spPr>
          <a:xfrm>
            <a:off x="2295000" y="1181101"/>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8" name="그림 개체 틀 4"/>
          <p:cNvSpPr>
            <a:spLocks noGrp="1"/>
          </p:cNvSpPr>
          <p:nvPr>
            <p:ph type="pic" sz="quarter" idx="13" hasCustomPrompt="1"/>
          </p:nvPr>
        </p:nvSpPr>
        <p:spPr>
          <a:xfrm>
            <a:off x="3442500" y="1181101"/>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9" name="그림 개체 틀 4"/>
          <p:cNvSpPr>
            <a:spLocks noGrp="1"/>
          </p:cNvSpPr>
          <p:nvPr>
            <p:ph type="pic" sz="quarter" idx="14" hasCustomPrompt="1"/>
          </p:nvPr>
        </p:nvSpPr>
        <p:spPr>
          <a:xfrm>
            <a:off x="4590000" y="1181101"/>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0" name="그림 개체 틀 4"/>
          <p:cNvSpPr>
            <a:spLocks noGrp="1"/>
          </p:cNvSpPr>
          <p:nvPr>
            <p:ph type="pic" sz="quarter" idx="15" hasCustomPrompt="1"/>
          </p:nvPr>
        </p:nvSpPr>
        <p:spPr>
          <a:xfrm>
            <a:off x="5737500" y="1181101"/>
            <a:ext cx="1120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1" name="그림 개체 틀 4"/>
          <p:cNvSpPr>
            <a:spLocks noGrp="1"/>
          </p:cNvSpPr>
          <p:nvPr>
            <p:ph type="pic" sz="quarter" idx="16" hasCustomPrompt="1"/>
          </p:nvPr>
        </p:nvSpPr>
        <p:spPr>
          <a:xfrm>
            <a:off x="0" y="2333101"/>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2" name="그림 개체 틀 4"/>
          <p:cNvSpPr>
            <a:spLocks noGrp="1"/>
          </p:cNvSpPr>
          <p:nvPr>
            <p:ph type="pic" sz="quarter" idx="17" hasCustomPrompt="1"/>
          </p:nvPr>
        </p:nvSpPr>
        <p:spPr>
          <a:xfrm>
            <a:off x="1147500" y="2333101"/>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3" name="그림 개체 틀 4"/>
          <p:cNvSpPr>
            <a:spLocks noGrp="1"/>
          </p:cNvSpPr>
          <p:nvPr>
            <p:ph type="pic" sz="quarter" idx="18" hasCustomPrompt="1"/>
          </p:nvPr>
        </p:nvSpPr>
        <p:spPr>
          <a:xfrm>
            <a:off x="2295000" y="2333101"/>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4" name="그림 개체 틀 4"/>
          <p:cNvSpPr>
            <a:spLocks noGrp="1"/>
          </p:cNvSpPr>
          <p:nvPr>
            <p:ph type="pic" sz="quarter" idx="19" hasCustomPrompt="1"/>
          </p:nvPr>
        </p:nvSpPr>
        <p:spPr>
          <a:xfrm>
            <a:off x="3442500" y="2333101"/>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5" name="그림 개체 틀 4"/>
          <p:cNvSpPr>
            <a:spLocks noGrp="1"/>
          </p:cNvSpPr>
          <p:nvPr>
            <p:ph type="pic" sz="quarter" idx="20" hasCustomPrompt="1"/>
          </p:nvPr>
        </p:nvSpPr>
        <p:spPr>
          <a:xfrm>
            <a:off x="4590000" y="2333101"/>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6" name="그림 개체 틀 4"/>
          <p:cNvSpPr>
            <a:spLocks noGrp="1"/>
          </p:cNvSpPr>
          <p:nvPr>
            <p:ph type="pic" sz="quarter" idx="21" hasCustomPrompt="1"/>
          </p:nvPr>
        </p:nvSpPr>
        <p:spPr>
          <a:xfrm>
            <a:off x="5737500" y="2333101"/>
            <a:ext cx="1120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22" name="Text Placeholder 28"/>
          <p:cNvSpPr>
            <a:spLocks noGrp="1"/>
          </p:cNvSpPr>
          <p:nvPr>
            <p:ph type="body" sz="quarter" idx="22" hasCustomPrompt="1"/>
          </p:nvPr>
        </p:nvSpPr>
        <p:spPr>
          <a:xfrm>
            <a:off x="342625" y="3656438"/>
            <a:ext cx="6192942" cy="877462"/>
          </a:xfrm>
          <a:prstGeom prst="rect">
            <a:avLst/>
          </a:prstGeom>
        </p:spPr>
        <p:txBody>
          <a:bodyPr lIns="0" tIns="0" rIns="0" bIns="0" numCol="2" spcCol="216000">
            <a:noAutofit/>
          </a:bodyPr>
          <a:lstStyle>
            <a:lvl1pPr marL="0" indent="0" algn="just">
              <a:buNone/>
              <a:tabLst/>
              <a:defRPr lang="en-US" sz="8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sz="800">
                <a:gradFill flip="none" rotWithShape="1">
                  <a:gsLst>
                    <a:gs pos="0">
                      <a:srgbClr val="2F3540"/>
                    </a:gs>
                    <a:gs pos="100000">
                      <a:srgbClr val="2F3540"/>
                    </a:gs>
                  </a:gsLst>
                  <a:lin ang="0" scaled="1"/>
                  <a:tileRect/>
                </a:gradFill>
                <a:latin typeface="Roboto Condensed Light"/>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Tree>
    <p:extLst>
      <p:ext uri="{BB962C8B-B14F-4D97-AF65-F5344CB8AC3E}">
        <p14:creationId xmlns:p14="http://schemas.microsoft.com/office/powerpoint/2010/main" val="1480101371"/>
      </p:ext>
    </p:extLst>
  </p:cSld>
  <p:clrMapOvr>
    <a:masterClrMapping/>
  </p:clrMapOvr>
  <p:transition spd="med">
    <p:fade/>
  </p:transition>
  <p:extLst>
    <p:ext uri="{DCECCB84-F9BA-43D5-87BE-67443E8EF086}">
      <p15:sldGuideLst xmlns:p15="http://schemas.microsoft.com/office/powerpoint/2012/main">
        <p15:guide id="1" orient="horz" pos="1620" userDrawn="1">
          <p15:clr>
            <a:srgbClr val="FBAE40"/>
          </p15:clr>
        </p15:guide>
        <p15:guide id="2" pos="216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Our work : type 2">
    <p:spTree>
      <p:nvGrpSpPr>
        <p:cNvPr id="1" name=""/>
        <p:cNvGrpSpPr/>
        <p:nvPr/>
      </p:nvGrpSpPr>
      <p:grpSpPr>
        <a:xfrm>
          <a:off x="0" y="0"/>
          <a:ext cx="0" cy="0"/>
          <a:chOff x="0" y="0"/>
          <a:chExt cx="0" cy="0"/>
        </a:xfrm>
      </p:grpSpPr>
      <p:sp>
        <p:nvSpPr>
          <p:cNvPr id="5" name="그림 개체 틀 4"/>
          <p:cNvSpPr>
            <a:spLocks noGrp="1"/>
          </p:cNvSpPr>
          <p:nvPr>
            <p:ph type="pic" sz="quarter" idx="10" hasCustomPrompt="1"/>
          </p:nvPr>
        </p:nvSpPr>
        <p:spPr>
          <a:xfrm>
            <a:off x="0" y="2839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3" name="Title 2"/>
          <p:cNvSpPr>
            <a:spLocks noGrp="1"/>
          </p:cNvSpPr>
          <p:nvPr>
            <p:ph type="title"/>
          </p:nvPr>
        </p:nvSpPr>
        <p:spPr/>
        <p:txBody>
          <a:bodyPr/>
          <a:lstStyle/>
          <a:p>
            <a:r>
              <a:rPr lang="en-US" dirty="0"/>
              <a:t>Click to edit Master title style</a:t>
            </a:r>
          </a:p>
        </p:txBody>
      </p:sp>
      <p:sp>
        <p:nvSpPr>
          <p:cNvPr id="6" name="그림 개체 틀 4"/>
          <p:cNvSpPr>
            <a:spLocks noGrp="1"/>
          </p:cNvSpPr>
          <p:nvPr>
            <p:ph type="pic" sz="quarter" idx="11" hasCustomPrompt="1"/>
          </p:nvPr>
        </p:nvSpPr>
        <p:spPr>
          <a:xfrm>
            <a:off x="1147500" y="2839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7" name="그림 개체 틀 4"/>
          <p:cNvSpPr>
            <a:spLocks noGrp="1"/>
          </p:cNvSpPr>
          <p:nvPr>
            <p:ph type="pic" sz="quarter" idx="12" hasCustomPrompt="1"/>
          </p:nvPr>
        </p:nvSpPr>
        <p:spPr>
          <a:xfrm>
            <a:off x="2295000" y="2839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8" name="그림 개체 틀 4"/>
          <p:cNvSpPr>
            <a:spLocks noGrp="1"/>
          </p:cNvSpPr>
          <p:nvPr>
            <p:ph type="pic" sz="quarter" idx="13" hasCustomPrompt="1"/>
          </p:nvPr>
        </p:nvSpPr>
        <p:spPr>
          <a:xfrm>
            <a:off x="3442500" y="2839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9" name="그림 개체 틀 4"/>
          <p:cNvSpPr>
            <a:spLocks noGrp="1"/>
          </p:cNvSpPr>
          <p:nvPr>
            <p:ph type="pic" sz="quarter" idx="14" hasCustomPrompt="1"/>
          </p:nvPr>
        </p:nvSpPr>
        <p:spPr>
          <a:xfrm>
            <a:off x="4590000" y="2839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0" name="그림 개체 틀 4"/>
          <p:cNvSpPr>
            <a:spLocks noGrp="1"/>
          </p:cNvSpPr>
          <p:nvPr>
            <p:ph type="pic" sz="quarter" idx="15" hasCustomPrompt="1"/>
          </p:nvPr>
        </p:nvSpPr>
        <p:spPr>
          <a:xfrm>
            <a:off x="5737500" y="2839500"/>
            <a:ext cx="1120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1" name="그림 개체 틀 4"/>
          <p:cNvSpPr>
            <a:spLocks noGrp="1"/>
          </p:cNvSpPr>
          <p:nvPr>
            <p:ph type="pic" sz="quarter" idx="16" hasCustomPrompt="1"/>
          </p:nvPr>
        </p:nvSpPr>
        <p:spPr>
          <a:xfrm>
            <a:off x="0" y="3991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2" name="그림 개체 틀 4"/>
          <p:cNvSpPr>
            <a:spLocks noGrp="1"/>
          </p:cNvSpPr>
          <p:nvPr>
            <p:ph type="pic" sz="quarter" idx="17" hasCustomPrompt="1"/>
          </p:nvPr>
        </p:nvSpPr>
        <p:spPr>
          <a:xfrm>
            <a:off x="1147500" y="3991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3" name="그림 개체 틀 4"/>
          <p:cNvSpPr>
            <a:spLocks noGrp="1"/>
          </p:cNvSpPr>
          <p:nvPr>
            <p:ph type="pic" sz="quarter" idx="18" hasCustomPrompt="1"/>
          </p:nvPr>
        </p:nvSpPr>
        <p:spPr>
          <a:xfrm>
            <a:off x="2295000" y="3991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4" name="그림 개체 틀 4"/>
          <p:cNvSpPr>
            <a:spLocks noGrp="1"/>
          </p:cNvSpPr>
          <p:nvPr>
            <p:ph type="pic" sz="quarter" idx="19" hasCustomPrompt="1"/>
          </p:nvPr>
        </p:nvSpPr>
        <p:spPr>
          <a:xfrm>
            <a:off x="3442500" y="3991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5" name="그림 개체 틀 4"/>
          <p:cNvSpPr>
            <a:spLocks noGrp="1"/>
          </p:cNvSpPr>
          <p:nvPr>
            <p:ph type="pic" sz="quarter" idx="20" hasCustomPrompt="1"/>
          </p:nvPr>
        </p:nvSpPr>
        <p:spPr>
          <a:xfrm>
            <a:off x="4590000" y="3991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6" name="그림 개체 틀 4"/>
          <p:cNvSpPr>
            <a:spLocks noGrp="1"/>
          </p:cNvSpPr>
          <p:nvPr>
            <p:ph type="pic" sz="quarter" idx="21" hasCustomPrompt="1"/>
          </p:nvPr>
        </p:nvSpPr>
        <p:spPr>
          <a:xfrm>
            <a:off x="5737500" y="3991500"/>
            <a:ext cx="1120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22" name="Text Placeholder 28"/>
          <p:cNvSpPr>
            <a:spLocks noGrp="1"/>
          </p:cNvSpPr>
          <p:nvPr>
            <p:ph type="body" sz="quarter" idx="22" hasCustomPrompt="1"/>
          </p:nvPr>
        </p:nvSpPr>
        <p:spPr>
          <a:xfrm>
            <a:off x="342625" y="970963"/>
            <a:ext cx="6192942" cy="529803"/>
          </a:xfrm>
          <a:prstGeom prst="rect">
            <a:avLst/>
          </a:prstGeom>
        </p:spPr>
        <p:txBody>
          <a:bodyPr lIns="0" tIns="0" rIns="0" bIns="0" numCol="2" spcCol="216000">
            <a:noAutofit/>
          </a:bodyPr>
          <a:lstStyle>
            <a:lvl1pPr marL="0" indent="0" algn="just">
              <a:buNone/>
              <a:tabLst/>
              <a:defRPr lang="en-US" sz="8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sz="800">
                <a:gradFill flip="none" rotWithShape="1">
                  <a:gsLst>
                    <a:gs pos="0">
                      <a:srgbClr val="2F3540"/>
                    </a:gs>
                    <a:gs pos="100000">
                      <a:srgbClr val="2F3540"/>
                    </a:gs>
                  </a:gsLst>
                  <a:lin ang="0" scaled="1"/>
                  <a:tileRect/>
                </a:gradFill>
                <a:latin typeface="Roboto Condensed Light"/>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17" name="그림 개체 틀 4"/>
          <p:cNvSpPr>
            <a:spLocks noGrp="1"/>
          </p:cNvSpPr>
          <p:nvPr>
            <p:ph type="pic" sz="quarter" idx="23" hasCustomPrompt="1"/>
          </p:nvPr>
        </p:nvSpPr>
        <p:spPr>
          <a:xfrm>
            <a:off x="0" y="1687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8" name="그림 개체 틀 4"/>
          <p:cNvSpPr>
            <a:spLocks noGrp="1"/>
          </p:cNvSpPr>
          <p:nvPr>
            <p:ph type="pic" sz="quarter" idx="24" hasCustomPrompt="1"/>
          </p:nvPr>
        </p:nvSpPr>
        <p:spPr>
          <a:xfrm>
            <a:off x="1147500" y="1687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19" name="그림 개체 틀 4"/>
          <p:cNvSpPr>
            <a:spLocks noGrp="1"/>
          </p:cNvSpPr>
          <p:nvPr>
            <p:ph type="pic" sz="quarter" idx="25" hasCustomPrompt="1"/>
          </p:nvPr>
        </p:nvSpPr>
        <p:spPr>
          <a:xfrm>
            <a:off x="2295000" y="1687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20" name="그림 개체 틀 4"/>
          <p:cNvSpPr>
            <a:spLocks noGrp="1"/>
          </p:cNvSpPr>
          <p:nvPr>
            <p:ph type="pic" sz="quarter" idx="26" hasCustomPrompt="1"/>
          </p:nvPr>
        </p:nvSpPr>
        <p:spPr>
          <a:xfrm>
            <a:off x="3442500" y="1687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21" name="그림 개체 틀 4"/>
          <p:cNvSpPr>
            <a:spLocks noGrp="1"/>
          </p:cNvSpPr>
          <p:nvPr>
            <p:ph type="pic" sz="quarter" idx="27" hasCustomPrompt="1"/>
          </p:nvPr>
        </p:nvSpPr>
        <p:spPr>
          <a:xfrm>
            <a:off x="4590000" y="1687500"/>
            <a:ext cx="1147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
        <p:nvSpPr>
          <p:cNvPr id="23" name="그림 개체 틀 4"/>
          <p:cNvSpPr>
            <a:spLocks noGrp="1"/>
          </p:cNvSpPr>
          <p:nvPr>
            <p:ph type="pic" sz="quarter" idx="28" hasCustomPrompt="1"/>
          </p:nvPr>
        </p:nvSpPr>
        <p:spPr>
          <a:xfrm>
            <a:off x="5737500" y="1687500"/>
            <a:ext cx="1120500" cy="1152000"/>
          </a:xfrm>
          <a:prstGeom prst="rect">
            <a:avLst/>
          </a:prstGeom>
          <a:solidFill>
            <a:schemeClr val="accent3">
              <a:lumMod val="85000"/>
            </a:schemeClr>
          </a:solidFill>
        </p:spPr>
        <p:txBody>
          <a:bodyPr anchor="ctr"/>
          <a:lstStyle>
            <a:lvl1pPr marL="0" indent="0" algn="ctr">
              <a:buNone/>
              <a:defRPr sz="1000"/>
            </a:lvl1pPr>
          </a:lstStyle>
          <a:p>
            <a:r>
              <a:rPr lang="en-US" altLang="ko-KR" dirty="0"/>
              <a:t>Insert Image</a:t>
            </a:r>
            <a:endParaRPr lang="ko-KR" altLang="en-US" dirty="0"/>
          </a:p>
        </p:txBody>
      </p:sp>
    </p:spTree>
    <p:extLst>
      <p:ext uri="{BB962C8B-B14F-4D97-AF65-F5344CB8AC3E}">
        <p14:creationId xmlns:p14="http://schemas.microsoft.com/office/powerpoint/2010/main" val="3009677733"/>
      </p:ext>
    </p:extLst>
  </p:cSld>
  <p:clrMapOvr>
    <a:masterClrMapping/>
  </p:clrMapOvr>
  <p:transition spd="med">
    <p:fade/>
  </p:transition>
  <p:extLst>
    <p:ext uri="{DCECCB84-F9BA-43D5-87BE-67443E8EF086}">
      <p15:sldGuideLst xmlns:p15="http://schemas.microsoft.com/office/powerpoint/2012/main">
        <p15:guide id="1" orient="horz" pos="1620" userDrawn="1">
          <p15:clr>
            <a:srgbClr val="FBAE40"/>
          </p15:clr>
        </p15:guide>
        <p15:guide id="2" pos="216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Full Width Columns:Top">
    <p:spTree>
      <p:nvGrpSpPr>
        <p:cNvPr id="1" name=""/>
        <p:cNvGrpSpPr/>
        <p:nvPr/>
      </p:nvGrpSpPr>
      <p:grpSpPr>
        <a:xfrm>
          <a:off x="0" y="0"/>
          <a:ext cx="0" cy="0"/>
          <a:chOff x="0" y="0"/>
          <a:chExt cx="0" cy="0"/>
        </a:xfrm>
      </p:grpSpPr>
      <p:sp>
        <p:nvSpPr>
          <p:cNvPr id="4" name="그림 개체 틀 3"/>
          <p:cNvSpPr>
            <a:spLocks noGrp="1"/>
          </p:cNvSpPr>
          <p:nvPr>
            <p:ph type="pic" sz="quarter" idx="15" hasCustomPrompt="1"/>
          </p:nvPr>
        </p:nvSpPr>
        <p:spPr>
          <a:xfrm>
            <a:off x="0" y="886980"/>
            <a:ext cx="6858000" cy="3240000"/>
          </a:xfrm>
          <a:prstGeom prst="rect">
            <a:avLst/>
          </a:prstGeom>
          <a:pattFill prst="ltDnDiag">
            <a:fgClr>
              <a:schemeClr val="accent6">
                <a:lumMod val="75000"/>
              </a:schemeClr>
            </a:fgClr>
            <a:bgClr>
              <a:schemeClr val="accent6"/>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0" indent="0" algn="ctr">
              <a:buNone/>
              <a:defRPr lang="ko-KR" altLang="en-US" sz="1000" kern="1200" baseline="0" dirty="0">
                <a:solidFill>
                  <a:schemeClr val="tx1"/>
                </a:solidFill>
                <a:latin typeface="+mn-lt"/>
                <a:ea typeface="+mn-ea"/>
                <a:cs typeface="+mn-cs"/>
              </a:defRPr>
            </a:lvl1pPr>
          </a:lstStyle>
          <a:p>
            <a:pPr marL="0" lvl="0" indent="0" algn="ctr" defTabSz="914355" rtl="0" eaLnBrk="1" latinLnBrk="1" hangingPunct="1">
              <a:spcBef>
                <a:spcPct val="20000"/>
              </a:spcBef>
              <a:buFont typeface="Arial" pitchFamily="34" charset="0"/>
              <a:buNone/>
            </a:pPr>
            <a:r>
              <a:rPr lang="en-US" altLang="ko-KR" dirty="0"/>
              <a:t>Insert Image</a:t>
            </a:r>
            <a:endParaRPr lang="ko-KR" altLang="en-US" dirty="0"/>
          </a:p>
        </p:txBody>
      </p:sp>
      <p:sp>
        <p:nvSpPr>
          <p:cNvPr id="29" name="Text Placeholder 28"/>
          <p:cNvSpPr>
            <a:spLocks noGrp="1"/>
          </p:cNvSpPr>
          <p:nvPr>
            <p:ph type="body" sz="quarter" idx="14" hasCustomPrompt="1"/>
          </p:nvPr>
        </p:nvSpPr>
        <p:spPr>
          <a:xfrm>
            <a:off x="342625" y="4227936"/>
            <a:ext cx="6192942" cy="496888"/>
          </a:xfrm>
          <a:prstGeom prst="rect">
            <a:avLst/>
          </a:prstGeom>
        </p:spPr>
        <p:txBody>
          <a:bodyPr lIns="0" tIns="0" rIns="0" bIns="0" numCol="2" spcCol="216000">
            <a:noAutofit/>
          </a:bodyPr>
          <a:lstStyle>
            <a:lvl1pPr marL="0" indent="0" algn="just">
              <a:buNone/>
              <a:tabLst/>
              <a:defRPr lang="en-US" sz="8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sz="800">
                <a:gradFill flip="none" rotWithShape="1">
                  <a:gsLst>
                    <a:gs pos="0">
                      <a:srgbClr val="2F3540"/>
                    </a:gs>
                    <a:gs pos="100000">
                      <a:srgbClr val="2F3540"/>
                    </a:gs>
                  </a:gsLst>
                  <a:lin ang="0" scaled="1"/>
                  <a:tileRect/>
                </a:gradFill>
                <a:latin typeface="Roboto Condensed Light"/>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 name="Title 2"/>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368218632"/>
      </p:ext>
    </p:extLst>
  </p:cSld>
  <p:clrMapOvr>
    <a:masterClrMapping/>
  </p:clrMapOvr>
  <p:transition spd="med">
    <p:fade/>
  </p:transition>
  <p:extLst>
    <p:ext uri="{DCECCB84-F9BA-43D5-87BE-67443E8EF086}">
      <p15:sldGuideLst xmlns:p15="http://schemas.microsoft.com/office/powerpoint/2012/main">
        <p15:guide id="1" orient="horz" pos="1620">
          <p15:clr>
            <a:srgbClr val="FBAE40"/>
          </p15:clr>
        </p15:guide>
        <p15:guide id="2"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Full Width Columns:Bottom">
    <p:spTree>
      <p:nvGrpSpPr>
        <p:cNvPr id="1" name=""/>
        <p:cNvGrpSpPr/>
        <p:nvPr/>
      </p:nvGrpSpPr>
      <p:grpSpPr>
        <a:xfrm>
          <a:off x="0" y="0"/>
          <a:ext cx="0" cy="0"/>
          <a:chOff x="0" y="0"/>
          <a:chExt cx="0" cy="0"/>
        </a:xfrm>
      </p:grpSpPr>
      <p:sp>
        <p:nvSpPr>
          <p:cNvPr id="4" name="그림 개체 틀 3"/>
          <p:cNvSpPr>
            <a:spLocks noGrp="1"/>
          </p:cNvSpPr>
          <p:nvPr>
            <p:ph type="pic" sz="quarter" idx="15" hasCustomPrompt="1"/>
          </p:nvPr>
        </p:nvSpPr>
        <p:spPr>
          <a:xfrm>
            <a:off x="0" y="1527263"/>
            <a:ext cx="6858000" cy="3240000"/>
          </a:xfrm>
          <a:prstGeom prst="rect">
            <a:avLst/>
          </a:prstGeom>
          <a:pattFill prst="ltDnDiag">
            <a:fgClr>
              <a:schemeClr val="accent6">
                <a:lumMod val="75000"/>
              </a:schemeClr>
            </a:fgClr>
            <a:bgClr>
              <a:schemeClr val="accent6"/>
            </a:bgClr>
          </a:pattFill>
          <a:ln>
            <a:noFill/>
          </a:ln>
        </p:spPr>
        <p:txBody>
          <a:bodyPr anchor="ctr"/>
          <a:lstStyle>
            <a:lvl1pPr marL="342884" indent="-342884" algn="ctr">
              <a:buNone/>
              <a:defRPr lang="ko-KR" altLang="en-US" sz="1000" baseline="0" dirty="0"/>
            </a:lvl1pPr>
          </a:lstStyle>
          <a:p>
            <a:pPr marL="0" lvl="0" indent="0"/>
            <a:r>
              <a:rPr lang="en-US" altLang="ko-KR" dirty="0"/>
              <a:t>Insert Image</a:t>
            </a:r>
            <a:endParaRPr lang="ko-KR" altLang="en-US" dirty="0"/>
          </a:p>
        </p:txBody>
      </p:sp>
      <p:sp>
        <p:nvSpPr>
          <p:cNvPr id="29" name="Text Placeholder 28"/>
          <p:cNvSpPr>
            <a:spLocks noGrp="1"/>
          </p:cNvSpPr>
          <p:nvPr>
            <p:ph type="body" sz="quarter" idx="14" hasCustomPrompt="1"/>
          </p:nvPr>
        </p:nvSpPr>
        <p:spPr>
          <a:xfrm>
            <a:off x="342626" y="900528"/>
            <a:ext cx="6192942" cy="496888"/>
          </a:xfrm>
          <a:prstGeom prst="rect">
            <a:avLst/>
          </a:prstGeom>
        </p:spPr>
        <p:txBody>
          <a:bodyPr lIns="0" tIns="0" rIns="0" bIns="0" numCol="2"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flip="none" rotWithShape="1">
                  <a:gsLst>
                    <a:gs pos="0">
                      <a:srgbClr val="2F3540"/>
                    </a:gs>
                    <a:gs pos="100000">
                      <a:srgbClr val="2F3540"/>
                    </a:gs>
                  </a:gsLst>
                  <a:lin ang="0" scaled="1"/>
                  <a:tileRect/>
                </a:gradFill>
                <a:latin typeface="Roboto Condensed Light"/>
                <a:ea typeface="+mn-ea"/>
                <a:cs typeface="+mn-cs"/>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 name="Title 2"/>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437109404"/>
      </p:ext>
    </p:extLst>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 Columns:Left">
    <p:spTree>
      <p:nvGrpSpPr>
        <p:cNvPr id="1" name=""/>
        <p:cNvGrpSpPr/>
        <p:nvPr/>
      </p:nvGrpSpPr>
      <p:grpSpPr>
        <a:xfrm>
          <a:off x="0" y="0"/>
          <a:ext cx="0" cy="0"/>
          <a:chOff x="0" y="0"/>
          <a:chExt cx="0" cy="0"/>
        </a:xfrm>
      </p:grpSpPr>
      <p:sp>
        <p:nvSpPr>
          <p:cNvPr id="7" name="그림 개체 틀 6"/>
          <p:cNvSpPr>
            <a:spLocks noGrp="1"/>
          </p:cNvSpPr>
          <p:nvPr>
            <p:ph type="pic" sz="quarter" idx="15" hasCustomPrompt="1"/>
          </p:nvPr>
        </p:nvSpPr>
        <p:spPr>
          <a:xfrm>
            <a:off x="342625" y="886982"/>
            <a:ext cx="4067175" cy="3882681"/>
          </a:xfrm>
          <a:prstGeom prst="rect">
            <a:avLst/>
          </a:prstGeom>
          <a:pattFill prst="ltDnDiag">
            <a:fgClr>
              <a:schemeClr val="accent6">
                <a:lumMod val="75000"/>
              </a:schemeClr>
            </a:fgClr>
            <a:bgClr>
              <a:schemeClr val="accent6"/>
            </a:bgClr>
          </a:pattFill>
          <a:ln>
            <a:noFill/>
          </a:ln>
        </p:spPr>
        <p:txBody>
          <a:bodyPr anchor="ctr"/>
          <a:lstStyle>
            <a:lvl1pPr marL="342884" indent="-342884" algn="ctr">
              <a:buNone/>
              <a:defRPr lang="ko-KR" altLang="en-US" sz="1000" baseline="0"/>
            </a:lvl1pPr>
          </a:lstStyle>
          <a:p>
            <a:pPr marL="0" lvl="0" indent="0"/>
            <a:r>
              <a:rPr lang="en-US" altLang="ko-KR" dirty="0"/>
              <a:t>Insert Image</a:t>
            </a:r>
            <a:endParaRPr lang="ko-KR" altLang="en-US" dirty="0"/>
          </a:p>
        </p:txBody>
      </p:sp>
      <p:sp>
        <p:nvSpPr>
          <p:cNvPr id="29" name="Text Placeholder 28"/>
          <p:cNvSpPr>
            <a:spLocks noGrp="1"/>
          </p:cNvSpPr>
          <p:nvPr>
            <p:ph type="body" sz="quarter" idx="14" hasCustomPrompt="1"/>
          </p:nvPr>
        </p:nvSpPr>
        <p:spPr>
          <a:xfrm>
            <a:off x="4581525" y="862544"/>
            <a:ext cx="1943100" cy="3882681"/>
          </a:xfrm>
          <a:prstGeom prst="rect">
            <a:avLst/>
          </a:prstGeom>
        </p:spPr>
        <p:txBody>
          <a:bodyPr lIns="0" tIns="0" rIns="0" bIns="0" numCol="1" spcCol="216000">
            <a:noAutofit/>
          </a:bodyPr>
          <a:lstStyle>
            <a:lvl1pPr marL="0" indent="0" algn="just">
              <a:buNone/>
              <a:tabLst/>
              <a:defRPr lang="en-US" sz="80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0033639"/>
      </p:ext>
    </p:extLst>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 Columns:Right">
    <p:spTree>
      <p:nvGrpSpPr>
        <p:cNvPr id="1" name=""/>
        <p:cNvGrpSpPr/>
        <p:nvPr/>
      </p:nvGrpSpPr>
      <p:grpSpPr>
        <a:xfrm>
          <a:off x="0" y="0"/>
          <a:ext cx="0" cy="0"/>
          <a:chOff x="0" y="0"/>
          <a:chExt cx="0" cy="0"/>
        </a:xfrm>
      </p:grpSpPr>
      <p:sp>
        <p:nvSpPr>
          <p:cNvPr id="4" name="그림 개체 틀 3"/>
          <p:cNvSpPr>
            <a:spLocks noGrp="1"/>
          </p:cNvSpPr>
          <p:nvPr>
            <p:ph type="pic" sz="quarter" idx="15" hasCustomPrompt="1"/>
          </p:nvPr>
        </p:nvSpPr>
        <p:spPr>
          <a:xfrm>
            <a:off x="2468392" y="886982"/>
            <a:ext cx="4067175" cy="3882681"/>
          </a:xfrm>
          <a:prstGeom prst="rect">
            <a:avLst/>
          </a:prstGeom>
          <a:pattFill prst="ltDnDiag">
            <a:fgClr>
              <a:schemeClr val="accent6">
                <a:lumMod val="75000"/>
              </a:schemeClr>
            </a:fgClr>
            <a:bgClr>
              <a:schemeClr val="accent6"/>
            </a:bgClr>
          </a:pattFill>
          <a:ln>
            <a:noFill/>
          </a:ln>
        </p:spPr>
        <p:txBody>
          <a:bodyPr anchor="ctr"/>
          <a:lstStyle>
            <a:lvl1pPr marL="0" indent="0" algn="ctr" defTabSz="914355" rtl="0" eaLnBrk="1" latinLnBrk="1" hangingPunct="1">
              <a:spcBef>
                <a:spcPct val="20000"/>
              </a:spcBef>
              <a:buFont typeface="Arial" pitchFamily="34" charset="0"/>
              <a:buNone/>
              <a:defRPr lang="ko-KR" altLang="en-US" sz="1000" baseline="0"/>
            </a:lvl1pPr>
          </a:lstStyle>
          <a:p>
            <a:pPr marL="0" lvl="0" indent="0" algn="ctr" defTabSz="914355" rtl="0" eaLnBrk="1" latinLnBrk="1" hangingPunct="1">
              <a:spcBef>
                <a:spcPct val="20000"/>
              </a:spcBef>
              <a:buFont typeface="Arial" pitchFamily="34" charset="0"/>
              <a:buNone/>
            </a:pPr>
            <a:r>
              <a:rPr lang="en-US" altLang="ko-KR" dirty="0"/>
              <a:t>Insert Image</a:t>
            </a:r>
            <a:endParaRPr lang="ko-KR" altLang="en-US" dirty="0"/>
          </a:p>
        </p:txBody>
      </p:sp>
      <p:sp>
        <p:nvSpPr>
          <p:cNvPr id="29" name="Text Placeholder 28"/>
          <p:cNvSpPr>
            <a:spLocks noGrp="1"/>
          </p:cNvSpPr>
          <p:nvPr>
            <p:ph type="body" sz="quarter" idx="14" hasCustomPrompt="1"/>
          </p:nvPr>
        </p:nvSpPr>
        <p:spPr>
          <a:xfrm>
            <a:off x="342626" y="862544"/>
            <a:ext cx="1943100" cy="38826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81547983"/>
      </p:ext>
    </p:extLst>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 Vertical Columns : Left">
    <p:spTree>
      <p:nvGrpSpPr>
        <p:cNvPr id="1" name=""/>
        <p:cNvGrpSpPr/>
        <p:nvPr/>
      </p:nvGrpSpPr>
      <p:grpSpPr>
        <a:xfrm>
          <a:off x="0" y="0"/>
          <a:ext cx="0" cy="0"/>
          <a:chOff x="0" y="0"/>
          <a:chExt cx="0" cy="0"/>
        </a:xfrm>
      </p:grpSpPr>
      <p:sp>
        <p:nvSpPr>
          <p:cNvPr id="4" name="그림 개체 틀 3"/>
          <p:cNvSpPr>
            <a:spLocks noGrp="1"/>
          </p:cNvSpPr>
          <p:nvPr>
            <p:ph type="pic" sz="quarter" idx="16" hasCustomPrompt="1"/>
          </p:nvPr>
        </p:nvSpPr>
        <p:spPr>
          <a:xfrm>
            <a:off x="342625" y="879476"/>
            <a:ext cx="4067175" cy="1850577"/>
          </a:xfrm>
          <a:prstGeom prst="rect">
            <a:avLst/>
          </a:prstGeom>
          <a:pattFill prst="ltDnDiag">
            <a:fgClr>
              <a:schemeClr val="accent6">
                <a:lumMod val="75000"/>
              </a:schemeClr>
            </a:fgClr>
            <a:bgClr>
              <a:schemeClr val="accent6"/>
            </a:bgClr>
          </a:pattFill>
          <a:ln>
            <a:noFill/>
          </a:ln>
        </p:spPr>
        <p:txBody>
          <a:bodyPr anchor="ctr"/>
          <a:lstStyle>
            <a:lvl1pPr marL="0" indent="0" algn="ctr" defTabSz="914355" rtl="0" eaLnBrk="1" latinLnBrk="1" hangingPunct="1">
              <a:spcBef>
                <a:spcPct val="20000"/>
              </a:spcBef>
              <a:buFont typeface="Arial" pitchFamily="34" charset="0"/>
              <a:buNone/>
              <a:defRPr lang="ko-KR" altLang="en-US" sz="1000" baseline="0"/>
            </a:lvl1pPr>
          </a:lstStyle>
          <a:p>
            <a:pPr marL="0" lvl="0" indent="0" algn="ctr" defTabSz="914355" rtl="0" eaLnBrk="1" latinLnBrk="1" hangingPunct="1">
              <a:spcBef>
                <a:spcPct val="20000"/>
              </a:spcBef>
              <a:buFont typeface="Arial" pitchFamily="34" charset="0"/>
              <a:buNone/>
            </a:pPr>
            <a:r>
              <a:rPr lang="en-US" altLang="ko-KR" dirty="0"/>
              <a:t>Insert Image</a:t>
            </a:r>
            <a:endParaRPr lang="ko-KR" altLang="en-US" dirty="0"/>
          </a:p>
        </p:txBody>
      </p:sp>
      <p:sp>
        <p:nvSpPr>
          <p:cNvPr id="7" name="그림 개체 틀 6"/>
          <p:cNvSpPr>
            <a:spLocks noGrp="1"/>
          </p:cNvSpPr>
          <p:nvPr>
            <p:ph type="pic" sz="quarter" idx="17" hasCustomPrompt="1"/>
          </p:nvPr>
        </p:nvSpPr>
        <p:spPr>
          <a:xfrm>
            <a:off x="342625" y="2916689"/>
            <a:ext cx="4067175" cy="1850577"/>
          </a:xfrm>
          <a:prstGeom prst="rect">
            <a:avLst/>
          </a:prstGeom>
          <a:pattFill prst="ltDnDiag">
            <a:fgClr>
              <a:schemeClr val="accent6">
                <a:lumMod val="75000"/>
              </a:schemeClr>
            </a:fgClr>
            <a:bgClr>
              <a:schemeClr val="accent6"/>
            </a:bgClr>
          </a:pattFill>
          <a:ln>
            <a:noFill/>
          </a:ln>
        </p:spPr>
        <p:txBody>
          <a:bodyPr anchor="ctr"/>
          <a:lstStyle>
            <a:lvl1pPr marL="0" indent="0" algn="ctr" defTabSz="914355" rtl="0" eaLnBrk="1" latinLnBrk="1" hangingPunct="1">
              <a:spcBef>
                <a:spcPct val="20000"/>
              </a:spcBef>
              <a:buFont typeface="Arial" pitchFamily="34" charset="0"/>
              <a:buNone/>
              <a:defRPr lang="ko-KR" altLang="en-US" sz="1000" baseline="0"/>
            </a:lvl1pPr>
          </a:lstStyle>
          <a:p>
            <a:pPr marL="0" lvl="0" indent="0" algn="ctr" defTabSz="914355" rtl="0" eaLnBrk="1" latinLnBrk="1" hangingPunct="1">
              <a:spcBef>
                <a:spcPct val="20000"/>
              </a:spcBef>
              <a:buFont typeface="Arial" pitchFamily="34" charset="0"/>
              <a:buNone/>
            </a:pPr>
            <a:r>
              <a:rPr lang="en-US" altLang="ko-KR" dirty="0"/>
              <a:t>Insert Image</a:t>
            </a:r>
            <a:endParaRPr lang="ko-KR" altLang="en-US" dirty="0"/>
          </a:p>
        </p:txBody>
      </p:sp>
      <p:sp>
        <p:nvSpPr>
          <p:cNvPr id="29" name="Text Placeholder 28"/>
          <p:cNvSpPr>
            <a:spLocks noGrp="1"/>
          </p:cNvSpPr>
          <p:nvPr>
            <p:ph type="body" sz="quarter" idx="14" hasCustomPrompt="1"/>
          </p:nvPr>
        </p:nvSpPr>
        <p:spPr>
          <a:xfrm>
            <a:off x="4592467" y="862543"/>
            <a:ext cx="1943100" cy="1850577"/>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
        <p:nvSpPr>
          <p:cNvPr id="9" name="Text Placeholder 28"/>
          <p:cNvSpPr>
            <a:spLocks noGrp="1"/>
          </p:cNvSpPr>
          <p:nvPr>
            <p:ph type="body" sz="quarter" idx="15" hasCustomPrompt="1"/>
          </p:nvPr>
        </p:nvSpPr>
        <p:spPr>
          <a:xfrm>
            <a:off x="4592467" y="2899756"/>
            <a:ext cx="1943100" cy="1850577"/>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Tree>
    <p:extLst>
      <p:ext uri="{BB962C8B-B14F-4D97-AF65-F5344CB8AC3E}">
        <p14:creationId xmlns:p14="http://schemas.microsoft.com/office/powerpoint/2010/main" val="388255643"/>
      </p:ext>
    </p:extLst>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 Vertical Columns : Right">
    <p:spTree>
      <p:nvGrpSpPr>
        <p:cNvPr id="1" name=""/>
        <p:cNvGrpSpPr/>
        <p:nvPr/>
      </p:nvGrpSpPr>
      <p:grpSpPr>
        <a:xfrm>
          <a:off x="0" y="0"/>
          <a:ext cx="0" cy="0"/>
          <a:chOff x="0" y="0"/>
          <a:chExt cx="0" cy="0"/>
        </a:xfrm>
      </p:grpSpPr>
      <p:sp>
        <p:nvSpPr>
          <p:cNvPr id="4" name="그림 개체 틀 3"/>
          <p:cNvSpPr>
            <a:spLocks noGrp="1"/>
          </p:cNvSpPr>
          <p:nvPr>
            <p:ph type="pic" sz="quarter" idx="16" hasCustomPrompt="1"/>
          </p:nvPr>
        </p:nvSpPr>
        <p:spPr>
          <a:xfrm>
            <a:off x="2468392" y="879476"/>
            <a:ext cx="4067175" cy="1850577"/>
          </a:xfrm>
          <a:prstGeom prst="rect">
            <a:avLst/>
          </a:prstGeom>
          <a:pattFill prst="ltDnDiag">
            <a:fgClr>
              <a:schemeClr val="accent6">
                <a:lumMod val="75000"/>
              </a:schemeClr>
            </a:fgClr>
            <a:bgClr>
              <a:schemeClr val="accent6"/>
            </a:bgClr>
          </a:pattFill>
          <a:ln>
            <a:noFill/>
          </a:ln>
        </p:spPr>
        <p:txBody>
          <a:bodyPr anchor="ctr"/>
          <a:lstStyle>
            <a:lvl1pPr marL="0" indent="0" algn="ctr" defTabSz="914355" rtl="0" eaLnBrk="1" latinLnBrk="1" hangingPunct="1">
              <a:spcBef>
                <a:spcPct val="20000"/>
              </a:spcBef>
              <a:buFont typeface="Arial" pitchFamily="34" charset="0"/>
              <a:buNone/>
              <a:defRPr lang="ko-KR" altLang="en-US" sz="1000" baseline="0"/>
            </a:lvl1pPr>
          </a:lstStyle>
          <a:p>
            <a:pPr marL="0" lvl="0" indent="0" algn="ctr" defTabSz="914355" rtl="0" eaLnBrk="1" latinLnBrk="1" hangingPunct="1">
              <a:spcBef>
                <a:spcPct val="20000"/>
              </a:spcBef>
              <a:buFont typeface="Arial" pitchFamily="34" charset="0"/>
              <a:buNone/>
            </a:pPr>
            <a:r>
              <a:rPr lang="en-US" altLang="ko-KR" dirty="0"/>
              <a:t>Insert Image</a:t>
            </a:r>
            <a:endParaRPr lang="ko-KR" altLang="en-US" dirty="0"/>
          </a:p>
        </p:txBody>
      </p:sp>
      <p:sp>
        <p:nvSpPr>
          <p:cNvPr id="7" name="그림 개체 틀 6"/>
          <p:cNvSpPr>
            <a:spLocks noGrp="1"/>
          </p:cNvSpPr>
          <p:nvPr>
            <p:ph type="pic" sz="quarter" idx="17" hasCustomPrompt="1"/>
          </p:nvPr>
        </p:nvSpPr>
        <p:spPr>
          <a:xfrm>
            <a:off x="2468392" y="2916689"/>
            <a:ext cx="4067175" cy="1850577"/>
          </a:xfrm>
          <a:prstGeom prst="rect">
            <a:avLst/>
          </a:prstGeom>
          <a:pattFill prst="ltDnDiag">
            <a:fgClr>
              <a:schemeClr val="accent6">
                <a:lumMod val="75000"/>
              </a:schemeClr>
            </a:fgClr>
            <a:bgClr>
              <a:schemeClr val="accent6"/>
            </a:bgClr>
          </a:pattFill>
          <a:ln>
            <a:noFill/>
          </a:ln>
        </p:spPr>
        <p:txBody>
          <a:bodyPr anchor="ctr"/>
          <a:lstStyle>
            <a:lvl1pPr marL="0" indent="0" algn="ctr" defTabSz="914355" rtl="0" eaLnBrk="1" latinLnBrk="1" hangingPunct="1">
              <a:spcBef>
                <a:spcPct val="20000"/>
              </a:spcBef>
              <a:buFont typeface="Arial" pitchFamily="34" charset="0"/>
              <a:buNone/>
              <a:defRPr lang="ko-KR" altLang="en-US" sz="1000" baseline="0" dirty="0"/>
            </a:lvl1pPr>
          </a:lstStyle>
          <a:p>
            <a:pPr marL="0" lvl="0" indent="0" algn="ctr" defTabSz="914355" rtl="0" eaLnBrk="1" latinLnBrk="1" hangingPunct="1">
              <a:spcBef>
                <a:spcPct val="20000"/>
              </a:spcBef>
              <a:buFont typeface="Arial" pitchFamily="34" charset="0"/>
              <a:buNone/>
            </a:pPr>
            <a:r>
              <a:rPr lang="en-US" altLang="ko-KR" dirty="0"/>
              <a:t>Insert Image</a:t>
            </a:r>
            <a:endParaRPr lang="ko-KR" altLang="en-US" dirty="0"/>
          </a:p>
        </p:txBody>
      </p:sp>
      <p:sp>
        <p:nvSpPr>
          <p:cNvPr id="29" name="Text Placeholder 28"/>
          <p:cNvSpPr>
            <a:spLocks noGrp="1"/>
          </p:cNvSpPr>
          <p:nvPr>
            <p:ph type="body" sz="quarter" idx="14" hasCustomPrompt="1"/>
          </p:nvPr>
        </p:nvSpPr>
        <p:spPr>
          <a:xfrm>
            <a:off x="342625" y="862543"/>
            <a:ext cx="1943100" cy="1850577"/>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
        <p:nvSpPr>
          <p:cNvPr id="9" name="Text Placeholder 28"/>
          <p:cNvSpPr>
            <a:spLocks noGrp="1"/>
          </p:cNvSpPr>
          <p:nvPr>
            <p:ph type="body" sz="quarter" idx="15" hasCustomPrompt="1"/>
          </p:nvPr>
        </p:nvSpPr>
        <p:spPr>
          <a:xfrm>
            <a:off x="342625" y="2899756"/>
            <a:ext cx="1943100" cy="1850577"/>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Tree>
    <p:extLst>
      <p:ext uri="{BB962C8B-B14F-4D97-AF65-F5344CB8AC3E}">
        <p14:creationId xmlns:p14="http://schemas.microsoft.com/office/powerpoint/2010/main" val="1969667905"/>
      </p:ext>
    </p:extLst>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 Columns:Top">
    <p:spTree>
      <p:nvGrpSpPr>
        <p:cNvPr id="1" name=""/>
        <p:cNvGrpSpPr/>
        <p:nvPr/>
      </p:nvGrpSpPr>
      <p:grpSpPr>
        <a:xfrm>
          <a:off x="0" y="0"/>
          <a:ext cx="0" cy="0"/>
          <a:chOff x="0" y="0"/>
          <a:chExt cx="0" cy="0"/>
        </a:xfrm>
      </p:grpSpPr>
      <p:sp>
        <p:nvSpPr>
          <p:cNvPr id="4" name="그림 개체 틀 3"/>
          <p:cNvSpPr>
            <a:spLocks noGrp="1"/>
          </p:cNvSpPr>
          <p:nvPr>
            <p:ph type="pic" sz="quarter" idx="16" hasCustomPrompt="1"/>
          </p:nvPr>
        </p:nvSpPr>
        <p:spPr>
          <a:xfrm>
            <a:off x="342625" y="879475"/>
            <a:ext cx="3005414" cy="3305352"/>
          </a:xfrm>
          <a:prstGeom prst="rect">
            <a:avLst/>
          </a:prstGeom>
          <a:pattFill prst="ltDnDiag">
            <a:fgClr>
              <a:schemeClr val="accent6">
                <a:lumMod val="75000"/>
              </a:schemeClr>
            </a:fgClr>
            <a:bgClr>
              <a:schemeClr val="accent6"/>
            </a:bgClr>
          </a:pattFill>
          <a:ln>
            <a:noFill/>
          </a:ln>
        </p:spPr>
        <p:txBody>
          <a:bodyPr anchor="ctr"/>
          <a:lstStyle>
            <a:lvl1pPr marL="0" indent="0" algn="ctr" defTabSz="914355" rtl="0" eaLnBrk="1" latinLnBrk="1" hangingPunct="1">
              <a:spcBef>
                <a:spcPct val="20000"/>
              </a:spcBef>
              <a:buFont typeface="Arial" pitchFamily="34" charset="0"/>
              <a:buNone/>
              <a:defRPr lang="ko-KR" altLang="en-US" sz="1000" baseline="0"/>
            </a:lvl1pPr>
          </a:lstStyle>
          <a:p>
            <a:pPr marL="0" lvl="0" indent="0" algn="ctr" defTabSz="914355" rtl="0" eaLnBrk="1" latinLnBrk="1" hangingPunct="1">
              <a:spcBef>
                <a:spcPct val="20000"/>
              </a:spcBef>
              <a:buFont typeface="Arial" pitchFamily="34" charset="0"/>
              <a:buNone/>
            </a:pPr>
            <a:r>
              <a:rPr lang="en-US" altLang="ko-KR" dirty="0"/>
              <a:t>Insert Image</a:t>
            </a:r>
            <a:endParaRPr lang="ko-KR" altLang="en-US" dirty="0"/>
          </a:p>
        </p:txBody>
      </p:sp>
      <p:sp>
        <p:nvSpPr>
          <p:cNvPr id="9" name="그림 개체 틀 8"/>
          <p:cNvSpPr>
            <a:spLocks noGrp="1"/>
          </p:cNvSpPr>
          <p:nvPr>
            <p:ph type="pic" sz="quarter" idx="17" hasCustomPrompt="1"/>
          </p:nvPr>
        </p:nvSpPr>
        <p:spPr>
          <a:xfrm>
            <a:off x="3508775" y="879476"/>
            <a:ext cx="3026792" cy="3305352"/>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a:lvl1pPr>
          </a:lstStyle>
          <a:p>
            <a:pPr marL="0" marR="0" lvl="0" indent="0" algn="l"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29" name="Text Placeholder 28"/>
          <p:cNvSpPr>
            <a:spLocks noGrp="1"/>
          </p:cNvSpPr>
          <p:nvPr>
            <p:ph type="body" sz="quarter" idx="14" hasCustomPrompt="1"/>
          </p:nvPr>
        </p:nvSpPr>
        <p:spPr>
          <a:xfrm>
            <a:off x="342625" y="4275131"/>
            <a:ext cx="3005414" cy="522648"/>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
        <p:nvSpPr>
          <p:cNvPr id="6" name="Text Placeholder 28"/>
          <p:cNvSpPr>
            <a:spLocks noGrp="1"/>
          </p:cNvSpPr>
          <p:nvPr>
            <p:ph type="body" sz="quarter" idx="15" hasCustomPrompt="1"/>
          </p:nvPr>
        </p:nvSpPr>
        <p:spPr>
          <a:xfrm>
            <a:off x="3508775" y="4275131"/>
            <a:ext cx="3026792" cy="522648"/>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Tree>
    <p:extLst>
      <p:ext uri="{BB962C8B-B14F-4D97-AF65-F5344CB8AC3E}">
        <p14:creationId xmlns:p14="http://schemas.microsoft.com/office/powerpoint/2010/main" val="3064275757"/>
      </p:ext>
    </p:extLst>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 Columns:Bottom">
    <p:spTree>
      <p:nvGrpSpPr>
        <p:cNvPr id="1" name=""/>
        <p:cNvGrpSpPr/>
        <p:nvPr/>
      </p:nvGrpSpPr>
      <p:grpSpPr>
        <a:xfrm>
          <a:off x="0" y="0"/>
          <a:ext cx="0" cy="0"/>
          <a:chOff x="0" y="0"/>
          <a:chExt cx="0" cy="0"/>
        </a:xfrm>
      </p:grpSpPr>
      <p:sp>
        <p:nvSpPr>
          <p:cNvPr id="4" name="그림 개체 틀 3"/>
          <p:cNvSpPr>
            <a:spLocks noGrp="1"/>
          </p:cNvSpPr>
          <p:nvPr>
            <p:ph type="pic" sz="quarter" idx="16" hasCustomPrompt="1"/>
          </p:nvPr>
        </p:nvSpPr>
        <p:spPr>
          <a:xfrm>
            <a:off x="342623" y="1461912"/>
            <a:ext cx="3005414" cy="3305352"/>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a:lvl1pPr>
          </a:lstStyle>
          <a:p>
            <a:pPr marL="0" marR="0" lvl="0" indent="0" algn="l"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9" name="그림 개체 틀 8"/>
          <p:cNvSpPr>
            <a:spLocks noGrp="1"/>
          </p:cNvSpPr>
          <p:nvPr>
            <p:ph type="pic" sz="quarter" idx="17" hasCustomPrompt="1"/>
          </p:nvPr>
        </p:nvSpPr>
        <p:spPr>
          <a:xfrm>
            <a:off x="3508775" y="1461912"/>
            <a:ext cx="3026792" cy="3305352"/>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a:lvl1pPr>
          </a:lstStyle>
          <a:p>
            <a:pPr marL="0" marR="0" lvl="0" indent="0" algn="l"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29" name="Text Placeholder 28"/>
          <p:cNvSpPr>
            <a:spLocks noGrp="1"/>
          </p:cNvSpPr>
          <p:nvPr>
            <p:ph type="body" sz="quarter" idx="14" hasCustomPrompt="1"/>
          </p:nvPr>
        </p:nvSpPr>
        <p:spPr>
          <a:xfrm>
            <a:off x="342625" y="862544"/>
            <a:ext cx="3005414" cy="576792"/>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
        <p:nvSpPr>
          <p:cNvPr id="6" name="Text Placeholder 28"/>
          <p:cNvSpPr>
            <a:spLocks noGrp="1"/>
          </p:cNvSpPr>
          <p:nvPr>
            <p:ph type="body" sz="quarter" idx="15" hasCustomPrompt="1"/>
          </p:nvPr>
        </p:nvSpPr>
        <p:spPr>
          <a:xfrm>
            <a:off x="3508775" y="862544"/>
            <a:ext cx="3026792" cy="576792"/>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Tree>
    <p:extLst>
      <p:ext uri="{BB962C8B-B14F-4D97-AF65-F5344CB8AC3E}">
        <p14:creationId xmlns:p14="http://schemas.microsoft.com/office/powerpoint/2010/main" val="2289199819"/>
      </p:ext>
    </p:extLst>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 Columns:Top">
    <p:spTree>
      <p:nvGrpSpPr>
        <p:cNvPr id="1" name=""/>
        <p:cNvGrpSpPr/>
        <p:nvPr/>
      </p:nvGrpSpPr>
      <p:grpSpPr>
        <a:xfrm>
          <a:off x="0" y="0"/>
          <a:ext cx="0" cy="0"/>
          <a:chOff x="0" y="0"/>
          <a:chExt cx="0" cy="0"/>
        </a:xfrm>
      </p:grpSpPr>
      <p:sp>
        <p:nvSpPr>
          <p:cNvPr id="29" name="Text Placeholder 28"/>
          <p:cNvSpPr>
            <a:spLocks noGrp="1"/>
          </p:cNvSpPr>
          <p:nvPr userDrawn="1">
            <p:ph type="body" sz="quarter" idx="14" hasCustomPrompt="1"/>
          </p:nvPr>
        </p:nvSpPr>
        <p:spPr>
          <a:xfrm>
            <a:off x="342626" y="4162176"/>
            <a:ext cx="1943100" cy="658180"/>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13" name="Text Placeholder 28"/>
          <p:cNvSpPr>
            <a:spLocks noGrp="1"/>
          </p:cNvSpPr>
          <p:nvPr userDrawn="1">
            <p:ph type="body" sz="quarter" idx="15" hasCustomPrompt="1"/>
          </p:nvPr>
        </p:nvSpPr>
        <p:spPr>
          <a:xfrm>
            <a:off x="2467546" y="4162176"/>
            <a:ext cx="1943100" cy="658180"/>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14" name="Text Placeholder 28"/>
          <p:cNvSpPr>
            <a:spLocks noGrp="1"/>
          </p:cNvSpPr>
          <p:nvPr userDrawn="1">
            <p:ph type="body" sz="quarter" idx="16" hasCustomPrompt="1"/>
          </p:nvPr>
        </p:nvSpPr>
        <p:spPr>
          <a:xfrm>
            <a:off x="4592467" y="4162176"/>
            <a:ext cx="1943100" cy="658180"/>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4" name="그림 개체 틀 3"/>
          <p:cNvSpPr>
            <a:spLocks noGrp="1"/>
          </p:cNvSpPr>
          <p:nvPr userDrawn="1">
            <p:ph type="pic" sz="quarter" idx="17" hasCustomPrompt="1"/>
          </p:nvPr>
        </p:nvSpPr>
        <p:spPr>
          <a:xfrm>
            <a:off x="342626" y="879479"/>
            <a:ext cx="1943100" cy="3181423"/>
          </a:xfrm>
          <a:prstGeom prst="rect">
            <a:avLst/>
          </a:prstGeom>
          <a:pattFill prst="ltDnDiag">
            <a:fgClr>
              <a:schemeClr val="accent6">
                <a:lumMod val="75000"/>
              </a:schemeClr>
            </a:fgClr>
            <a:bgClr>
              <a:schemeClr val="accent6"/>
            </a:bgClr>
          </a:pattFill>
          <a:ln>
            <a:noFill/>
          </a:ln>
        </p:spPr>
        <p:txBody>
          <a:bodyPr anchor="ctr"/>
          <a:lstStyle>
            <a:lvl1pPr marL="0" indent="0" algn="ctr" defTabSz="914355" rtl="0" eaLnBrk="1" latinLnBrk="1" hangingPunct="1">
              <a:spcBef>
                <a:spcPct val="20000"/>
              </a:spcBef>
              <a:buFont typeface="Arial" pitchFamily="34" charset="0"/>
              <a:buNone/>
              <a:defRPr lang="ko-KR" altLang="en-US" sz="1000" baseline="0" dirty="0"/>
            </a:lvl1pPr>
          </a:lstStyle>
          <a:p>
            <a:pPr marL="0" lvl="0" indent="0" algn="ctr" defTabSz="914355" rtl="0" eaLnBrk="1" latinLnBrk="1" hangingPunct="1">
              <a:spcBef>
                <a:spcPct val="20000"/>
              </a:spcBef>
              <a:buFont typeface="Arial" pitchFamily="34" charset="0"/>
              <a:buNone/>
            </a:pPr>
            <a:r>
              <a:rPr lang="en-US" altLang="ko-KR" dirty="0"/>
              <a:t>Insert Image</a:t>
            </a:r>
            <a:endParaRPr lang="ko-KR" altLang="en-US" dirty="0"/>
          </a:p>
        </p:txBody>
      </p:sp>
      <p:sp>
        <p:nvSpPr>
          <p:cNvPr id="6" name="그림 개체 틀 5"/>
          <p:cNvSpPr>
            <a:spLocks noGrp="1"/>
          </p:cNvSpPr>
          <p:nvPr>
            <p:ph type="pic" sz="quarter" idx="18" hasCustomPrompt="1"/>
          </p:nvPr>
        </p:nvSpPr>
        <p:spPr>
          <a:xfrm>
            <a:off x="2467546" y="879479"/>
            <a:ext cx="1943100" cy="3181423"/>
          </a:xfrm>
          <a:prstGeom prst="rect">
            <a:avLst/>
          </a:prstGeom>
          <a:pattFill prst="ltDnDiag">
            <a:fgClr>
              <a:schemeClr val="accent6">
                <a:lumMod val="75000"/>
              </a:schemeClr>
            </a:fgClr>
            <a:bgClr>
              <a:schemeClr val="accent6"/>
            </a:bgClr>
          </a:pattFill>
          <a:ln>
            <a:noFill/>
          </a:ln>
        </p:spPr>
        <p:txBody>
          <a:bodyPr anchor="ctr"/>
          <a:lstStyle>
            <a:lvl1pPr marL="0" indent="0" algn="ctr" defTabSz="914355" rtl="0" eaLnBrk="1" latinLnBrk="1" hangingPunct="1">
              <a:spcBef>
                <a:spcPct val="20000"/>
              </a:spcBef>
              <a:buFont typeface="Arial" pitchFamily="34" charset="0"/>
              <a:buNone/>
              <a:defRPr lang="ko-KR" altLang="en-US" sz="1000" baseline="0" dirty="0"/>
            </a:lvl1pPr>
          </a:lstStyle>
          <a:p>
            <a:pPr marL="0" lvl="0" indent="0" algn="ctr" defTabSz="914355" rtl="0" eaLnBrk="1" latinLnBrk="1" hangingPunct="1">
              <a:spcBef>
                <a:spcPct val="20000"/>
              </a:spcBef>
              <a:buFont typeface="Arial" pitchFamily="34" charset="0"/>
              <a:buNone/>
            </a:pPr>
            <a:r>
              <a:rPr lang="en-US" altLang="ko-KR" dirty="0"/>
              <a:t>Insert Image</a:t>
            </a:r>
            <a:endParaRPr lang="ko-KR" altLang="en-US" dirty="0"/>
          </a:p>
        </p:txBody>
      </p:sp>
      <p:sp>
        <p:nvSpPr>
          <p:cNvPr id="8" name="그림 개체 틀 7"/>
          <p:cNvSpPr>
            <a:spLocks noGrp="1"/>
          </p:cNvSpPr>
          <p:nvPr>
            <p:ph type="pic" sz="quarter" idx="19" hasCustomPrompt="1"/>
          </p:nvPr>
        </p:nvSpPr>
        <p:spPr>
          <a:xfrm>
            <a:off x="4592467" y="879479"/>
            <a:ext cx="1943100" cy="3181423"/>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3" name="Title 2"/>
          <p:cNvSpPr>
            <a:spLocks noGrp="1"/>
          </p:cNvSpPr>
          <p:nvPr userDrawn="1">
            <p:ph type="title"/>
          </p:nvPr>
        </p:nvSpPr>
        <p:spPr/>
        <p:txBody>
          <a:bodyPr/>
          <a:lstStyle/>
          <a:p>
            <a:r>
              <a:rPr lang="en-US"/>
              <a:t>Click to edit Master title style</a:t>
            </a:r>
          </a:p>
        </p:txBody>
      </p:sp>
    </p:spTree>
    <p:extLst>
      <p:ext uri="{BB962C8B-B14F-4D97-AF65-F5344CB8AC3E}">
        <p14:creationId xmlns:p14="http://schemas.microsoft.com/office/powerpoint/2010/main" val="2775402430"/>
      </p:ext>
    </p:extLst>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3 Columns:Bottom">
    <p:spTree>
      <p:nvGrpSpPr>
        <p:cNvPr id="1" name=""/>
        <p:cNvGrpSpPr/>
        <p:nvPr/>
      </p:nvGrpSpPr>
      <p:grpSpPr>
        <a:xfrm>
          <a:off x="0" y="0"/>
          <a:ext cx="0" cy="0"/>
          <a:chOff x="0" y="0"/>
          <a:chExt cx="0" cy="0"/>
        </a:xfrm>
      </p:grpSpPr>
      <p:sp>
        <p:nvSpPr>
          <p:cNvPr id="29" name="Text Placeholder 28"/>
          <p:cNvSpPr>
            <a:spLocks noGrp="1"/>
          </p:cNvSpPr>
          <p:nvPr>
            <p:ph type="body" sz="quarter" idx="14" hasCustomPrompt="1"/>
          </p:nvPr>
        </p:nvSpPr>
        <p:spPr>
          <a:xfrm>
            <a:off x="342626" y="862547"/>
            <a:ext cx="1943100" cy="700967"/>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13" name="Text Placeholder 28"/>
          <p:cNvSpPr>
            <a:spLocks noGrp="1"/>
          </p:cNvSpPr>
          <p:nvPr userDrawn="1">
            <p:ph type="body" sz="quarter" idx="15" hasCustomPrompt="1"/>
          </p:nvPr>
        </p:nvSpPr>
        <p:spPr>
          <a:xfrm>
            <a:off x="2467546" y="862547"/>
            <a:ext cx="1943100" cy="700967"/>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14" name="Text Placeholder 28"/>
          <p:cNvSpPr>
            <a:spLocks noGrp="1"/>
          </p:cNvSpPr>
          <p:nvPr userDrawn="1">
            <p:ph type="body" sz="quarter" idx="16" hasCustomPrompt="1"/>
          </p:nvPr>
        </p:nvSpPr>
        <p:spPr>
          <a:xfrm>
            <a:off x="4592467" y="862547"/>
            <a:ext cx="1943100" cy="700967"/>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4" name="그림 개체 틀 3"/>
          <p:cNvSpPr>
            <a:spLocks noGrp="1"/>
          </p:cNvSpPr>
          <p:nvPr userDrawn="1">
            <p:ph type="pic" sz="quarter" idx="17" hasCustomPrompt="1"/>
          </p:nvPr>
        </p:nvSpPr>
        <p:spPr>
          <a:xfrm>
            <a:off x="342626" y="1585844"/>
            <a:ext cx="1943100" cy="3181423"/>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6" name="그림 개체 틀 5"/>
          <p:cNvSpPr>
            <a:spLocks noGrp="1"/>
          </p:cNvSpPr>
          <p:nvPr>
            <p:ph type="pic" sz="quarter" idx="18" hasCustomPrompt="1"/>
          </p:nvPr>
        </p:nvSpPr>
        <p:spPr>
          <a:xfrm>
            <a:off x="2467546" y="1585844"/>
            <a:ext cx="1943100" cy="3181423"/>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8" name="그림 개체 틀 7"/>
          <p:cNvSpPr>
            <a:spLocks noGrp="1"/>
          </p:cNvSpPr>
          <p:nvPr>
            <p:ph type="pic" sz="quarter" idx="19" hasCustomPrompt="1"/>
          </p:nvPr>
        </p:nvSpPr>
        <p:spPr>
          <a:xfrm>
            <a:off x="4592467" y="1585844"/>
            <a:ext cx="1943100" cy="3181423"/>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59544626"/>
      </p:ext>
    </p:extLst>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4 Columns:Top">
    <p:spTree>
      <p:nvGrpSpPr>
        <p:cNvPr id="1" name=""/>
        <p:cNvGrpSpPr/>
        <p:nvPr/>
      </p:nvGrpSpPr>
      <p:grpSpPr>
        <a:xfrm>
          <a:off x="0" y="0"/>
          <a:ext cx="0" cy="0"/>
          <a:chOff x="0" y="0"/>
          <a:chExt cx="0" cy="0"/>
        </a:xfrm>
      </p:grpSpPr>
      <p:sp>
        <p:nvSpPr>
          <p:cNvPr id="4" name="그림 개체 틀 3"/>
          <p:cNvSpPr>
            <a:spLocks noGrp="1"/>
          </p:cNvSpPr>
          <p:nvPr>
            <p:ph type="pic" sz="quarter" idx="18" hasCustomPrompt="1"/>
          </p:nvPr>
        </p:nvSpPr>
        <p:spPr>
          <a:xfrm>
            <a:off x="333375" y="879476"/>
            <a:ext cx="1439863" cy="3316641"/>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6" name="그림 개체 틀 5"/>
          <p:cNvSpPr>
            <a:spLocks noGrp="1"/>
          </p:cNvSpPr>
          <p:nvPr>
            <p:ph type="pic" sz="quarter" idx="19" hasCustomPrompt="1"/>
          </p:nvPr>
        </p:nvSpPr>
        <p:spPr>
          <a:xfrm>
            <a:off x="1922365" y="879476"/>
            <a:ext cx="1439863" cy="3316641"/>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8" name="그림 개체 틀 7"/>
          <p:cNvSpPr>
            <a:spLocks noGrp="1"/>
          </p:cNvSpPr>
          <p:nvPr>
            <p:ph type="pic" sz="quarter" idx="20" hasCustomPrompt="1"/>
          </p:nvPr>
        </p:nvSpPr>
        <p:spPr>
          <a:xfrm>
            <a:off x="3511355" y="879476"/>
            <a:ext cx="1439863" cy="3316641"/>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10" name="그림 개체 틀 9"/>
          <p:cNvSpPr>
            <a:spLocks noGrp="1"/>
          </p:cNvSpPr>
          <p:nvPr>
            <p:ph type="pic" sz="quarter" idx="21" hasCustomPrompt="1"/>
          </p:nvPr>
        </p:nvSpPr>
        <p:spPr>
          <a:xfrm>
            <a:off x="5100344" y="879476"/>
            <a:ext cx="1439863" cy="3316641"/>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29" name="Text Placeholder 28"/>
          <p:cNvSpPr>
            <a:spLocks noGrp="1"/>
          </p:cNvSpPr>
          <p:nvPr>
            <p:ph type="body" sz="quarter" idx="14" hasCustomPrompt="1"/>
          </p:nvPr>
        </p:nvSpPr>
        <p:spPr>
          <a:xfrm>
            <a:off x="333375" y="4280346"/>
            <a:ext cx="1439863" cy="608044"/>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
        <p:nvSpPr>
          <p:cNvPr id="19" name="Text Placeholder 28"/>
          <p:cNvSpPr>
            <a:spLocks noGrp="1"/>
          </p:cNvSpPr>
          <p:nvPr>
            <p:ph type="body" sz="quarter" idx="15" hasCustomPrompt="1"/>
          </p:nvPr>
        </p:nvSpPr>
        <p:spPr>
          <a:xfrm>
            <a:off x="1922365" y="4280346"/>
            <a:ext cx="1439863" cy="608044"/>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20" name="Text Placeholder 28"/>
          <p:cNvSpPr>
            <a:spLocks noGrp="1"/>
          </p:cNvSpPr>
          <p:nvPr>
            <p:ph type="body" sz="quarter" idx="16" hasCustomPrompt="1"/>
          </p:nvPr>
        </p:nvSpPr>
        <p:spPr>
          <a:xfrm>
            <a:off x="3511355" y="4280346"/>
            <a:ext cx="1439863" cy="608044"/>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21" name="Text Placeholder 28"/>
          <p:cNvSpPr>
            <a:spLocks noGrp="1"/>
          </p:cNvSpPr>
          <p:nvPr>
            <p:ph type="body" sz="quarter" idx="17" hasCustomPrompt="1"/>
          </p:nvPr>
        </p:nvSpPr>
        <p:spPr>
          <a:xfrm>
            <a:off x="5100344" y="4280346"/>
            <a:ext cx="1439863" cy="608044"/>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Tree>
    <p:extLst>
      <p:ext uri="{BB962C8B-B14F-4D97-AF65-F5344CB8AC3E}">
        <p14:creationId xmlns:p14="http://schemas.microsoft.com/office/powerpoint/2010/main" val="1551698821"/>
      </p:ext>
    </p:extLst>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4 Columns:Bottom">
    <p:spTree>
      <p:nvGrpSpPr>
        <p:cNvPr id="1" name=""/>
        <p:cNvGrpSpPr/>
        <p:nvPr/>
      </p:nvGrpSpPr>
      <p:grpSpPr>
        <a:xfrm>
          <a:off x="0" y="0"/>
          <a:ext cx="0" cy="0"/>
          <a:chOff x="0" y="0"/>
          <a:chExt cx="0" cy="0"/>
        </a:xfrm>
      </p:grpSpPr>
      <p:sp>
        <p:nvSpPr>
          <p:cNvPr id="4" name="그림 개체 틀 3"/>
          <p:cNvSpPr>
            <a:spLocks noGrp="1"/>
          </p:cNvSpPr>
          <p:nvPr>
            <p:ph type="pic" sz="quarter" idx="18" hasCustomPrompt="1"/>
          </p:nvPr>
        </p:nvSpPr>
        <p:spPr>
          <a:xfrm>
            <a:off x="333375" y="1450625"/>
            <a:ext cx="1439863" cy="3316641"/>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6" name="그림 개체 틀 5"/>
          <p:cNvSpPr>
            <a:spLocks noGrp="1"/>
          </p:cNvSpPr>
          <p:nvPr>
            <p:ph type="pic" sz="quarter" idx="19" hasCustomPrompt="1"/>
          </p:nvPr>
        </p:nvSpPr>
        <p:spPr>
          <a:xfrm>
            <a:off x="1922365" y="1450625"/>
            <a:ext cx="1439863" cy="3316641"/>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8" name="그림 개체 틀 7"/>
          <p:cNvSpPr>
            <a:spLocks noGrp="1"/>
          </p:cNvSpPr>
          <p:nvPr>
            <p:ph type="pic" sz="quarter" idx="20" hasCustomPrompt="1"/>
          </p:nvPr>
        </p:nvSpPr>
        <p:spPr>
          <a:xfrm>
            <a:off x="3511355" y="1450625"/>
            <a:ext cx="1439863" cy="3316641"/>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10" name="그림 개체 틀 9"/>
          <p:cNvSpPr>
            <a:spLocks noGrp="1"/>
          </p:cNvSpPr>
          <p:nvPr>
            <p:ph type="pic" sz="quarter" idx="21" hasCustomPrompt="1"/>
          </p:nvPr>
        </p:nvSpPr>
        <p:spPr>
          <a:xfrm>
            <a:off x="5100344" y="1450625"/>
            <a:ext cx="1439863" cy="3316641"/>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29" name="Text Placeholder 28"/>
          <p:cNvSpPr>
            <a:spLocks noGrp="1"/>
          </p:cNvSpPr>
          <p:nvPr>
            <p:ph type="body" sz="quarter" idx="14" hasCustomPrompt="1"/>
          </p:nvPr>
        </p:nvSpPr>
        <p:spPr>
          <a:xfrm>
            <a:off x="333375" y="862767"/>
            <a:ext cx="1439863" cy="608044"/>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
        <p:nvSpPr>
          <p:cNvPr id="19" name="Text Placeholder 28"/>
          <p:cNvSpPr>
            <a:spLocks noGrp="1"/>
          </p:cNvSpPr>
          <p:nvPr>
            <p:ph type="body" sz="quarter" idx="15" hasCustomPrompt="1"/>
          </p:nvPr>
        </p:nvSpPr>
        <p:spPr>
          <a:xfrm>
            <a:off x="1922365" y="862767"/>
            <a:ext cx="1439863" cy="608044"/>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20" name="Text Placeholder 28"/>
          <p:cNvSpPr>
            <a:spLocks noGrp="1"/>
          </p:cNvSpPr>
          <p:nvPr>
            <p:ph type="body" sz="quarter" idx="16" hasCustomPrompt="1"/>
          </p:nvPr>
        </p:nvSpPr>
        <p:spPr>
          <a:xfrm>
            <a:off x="3511355" y="862767"/>
            <a:ext cx="1439863" cy="608044"/>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21" name="Text Placeholder 28"/>
          <p:cNvSpPr>
            <a:spLocks noGrp="1"/>
          </p:cNvSpPr>
          <p:nvPr>
            <p:ph type="body" sz="quarter" idx="17" hasCustomPrompt="1"/>
          </p:nvPr>
        </p:nvSpPr>
        <p:spPr>
          <a:xfrm>
            <a:off x="5100344" y="862767"/>
            <a:ext cx="1439863" cy="608044"/>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Tree>
    <p:extLst>
      <p:ext uri="{BB962C8B-B14F-4D97-AF65-F5344CB8AC3E}">
        <p14:creationId xmlns:p14="http://schemas.microsoft.com/office/powerpoint/2010/main" val="4100536950"/>
      </p:ext>
    </p:extLst>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4 Columns:2x2">
    <p:spTree>
      <p:nvGrpSpPr>
        <p:cNvPr id="1" name=""/>
        <p:cNvGrpSpPr/>
        <p:nvPr/>
      </p:nvGrpSpPr>
      <p:grpSpPr>
        <a:xfrm>
          <a:off x="0" y="0"/>
          <a:ext cx="0" cy="0"/>
          <a:chOff x="0" y="0"/>
          <a:chExt cx="0" cy="0"/>
        </a:xfrm>
      </p:grpSpPr>
      <p:sp>
        <p:nvSpPr>
          <p:cNvPr id="4" name="그림 개체 틀 3"/>
          <p:cNvSpPr>
            <a:spLocks noGrp="1"/>
          </p:cNvSpPr>
          <p:nvPr>
            <p:ph type="pic" sz="quarter" idx="18" hasCustomPrompt="1"/>
          </p:nvPr>
        </p:nvSpPr>
        <p:spPr>
          <a:xfrm>
            <a:off x="333375" y="879479"/>
            <a:ext cx="3022601"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6" name="그림 개체 틀 5"/>
          <p:cNvSpPr>
            <a:spLocks noGrp="1"/>
          </p:cNvSpPr>
          <p:nvPr>
            <p:ph type="pic" sz="quarter" idx="19" hasCustomPrompt="1"/>
          </p:nvPr>
        </p:nvSpPr>
        <p:spPr>
          <a:xfrm>
            <a:off x="3517606" y="879479"/>
            <a:ext cx="3022601"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8" name="그림 개체 틀 7"/>
          <p:cNvSpPr>
            <a:spLocks noGrp="1"/>
          </p:cNvSpPr>
          <p:nvPr>
            <p:ph type="pic" sz="quarter" idx="20" hasCustomPrompt="1"/>
          </p:nvPr>
        </p:nvSpPr>
        <p:spPr>
          <a:xfrm>
            <a:off x="333375" y="2890364"/>
            <a:ext cx="3022601"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11" name="그림 개체 틀 10"/>
          <p:cNvSpPr>
            <a:spLocks noGrp="1"/>
          </p:cNvSpPr>
          <p:nvPr>
            <p:ph type="pic" sz="quarter" idx="21" hasCustomPrompt="1"/>
          </p:nvPr>
        </p:nvSpPr>
        <p:spPr>
          <a:xfrm>
            <a:off x="3517606" y="2890364"/>
            <a:ext cx="3022601"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29" name="Text Placeholder 28"/>
          <p:cNvSpPr>
            <a:spLocks noGrp="1"/>
          </p:cNvSpPr>
          <p:nvPr>
            <p:ph type="body" sz="quarter" idx="14" hasCustomPrompt="1"/>
          </p:nvPr>
        </p:nvSpPr>
        <p:spPr>
          <a:xfrm>
            <a:off x="333375" y="2486962"/>
            <a:ext cx="3022601"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
        <p:nvSpPr>
          <p:cNvPr id="14" name="Text Placeholder 28"/>
          <p:cNvSpPr>
            <a:spLocks noGrp="1"/>
          </p:cNvSpPr>
          <p:nvPr>
            <p:ph type="body" sz="quarter" idx="15" hasCustomPrompt="1"/>
          </p:nvPr>
        </p:nvSpPr>
        <p:spPr>
          <a:xfrm>
            <a:off x="3517606" y="2486962"/>
            <a:ext cx="3022601"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16" name="Text Placeholder 28"/>
          <p:cNvSpPr>
            <a:spLocks noGrp="1"/>
          </p:cNvSpPr>
          <p:nvPr>
            <p:ph type="body" sz="quarter" idx="16" hasCustomPrompt="1"/>
          </p:nvPr>
        </p:nvSpPr>
        <p:spPr>
          <a:xfrm>
            <a:off x="333375" y="4503518"/>
            <a:ext cx="3022601"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18" name="Text Placeholder 28"/>
          <p:cNvSpPr>
            <a:spLocks noGrp="1"/>
          </p:cNvSpPr>
          <p:nvPr>
            <p:ph type="body" sz="quarter" idx="17" hasCustomPrompt="1"/>
          </p:nvPr>
        </p:nvSpPr>
        <p:spPr>
          <a:xfrm>
            <a:off x="3517606" y="4503518"/>
            <a:ext cx="3022601"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Tree>
    <p:extLst>
      <p:ext uri="{BB962C8B-B14F-4D97-AF65-F5344CB8AC3E}">
        <p14:creationId xmlns:p14="http://schemas.microsoft.com/office/powerpoint/2010/main" val="548066399"/>
      </p:ext>
    </p:extLst>
  </p:cSld>
  <p:clrMapOvr>
    <a:masterClrMapping/>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6 Columns:3x2">
    <p:spTree>
      <p:nvGrpSpPr>
        <p:cNvPr id="1" name=""/>
        <p:cNvGrpSpPr/>
        <p:nvPr/>
      </p:nvGrpSpPr>
      <p:grpSpPr>
        <a:xfrm>
          <a:off x="0" y="0"/>
          <a:ext cx="0" cy="0"/>
          <a:chOff x="0" y="0"/>
          <a:chExt cx="0" cy="0"/>
        </a:xfrm>
      </p:grpSpPr>
      <p:sp>
        <p:nvSpPr>
          <p:cNvPr id="14" name="그림 개체 틀 13"/>
          <p:cNvSpPr>
            <a:spLocks noGrp="1"/>
          </p:cNvSpPr>
          <p:nvPr>
            <p:ph type="pic" sz="quarter" idx="25" hasCustomPrompt="1"/>
          </p:nvPr>
        </p:nvSpPr>
        <p:spPr>
          <a:xfrm>
            <a:off x="342626" y="2892092"/>
            <a:ext cx="1943100"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16" name="그림 개체 틀 15"/>
          <p:cNvSpPr>
            <a:spLocks noGrp="1"/>
          </p:cNvSpPr>
          <p:nvPr>
            <p:ph type="pic" sz="quarter" idx="26" hasCustomPrompt="1"/>
          </p:nvPr>
        </p:nvSpPr>
        <p:spPr>
          <a:xfrm>
            <a:off x="2467546" y="2892092"/>
            <a:ext cx="1943100"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18" name="그림 개체 틀 17"/>
          <p:cNvSpPr>
            <a:spLocks noGrp="1"/>
          </p:cNvSpPr>
          <p:nvPr>
            <p:ph type="pic" sz="quarter" idx="27" hasCustomPrompt="1"/>
          </p:nvPr>
        </p:nvSpPr>
        <p:spPr>
          <a:xfrm>
            <a:off x="4592467" y="2892092"/>
            <a:ext cx="1943100"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4" name="그림 개체 틀 3"/>
          <p:cNvSpPr>
            <a:spLocks noGrp="1"/>
          </p:cNvSpPr>
          <p:nvPr>
            <p:ph type="pic" sz="quarter" idx="22" hasCustomPrompt="1"/>
          </p:nvPr>
        </p:nvSpPr>
        <p:spPr>
          <a:xfrm>
            <a:off x="342626" y="879479"/>
            <a:ext cx="1943100"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6" name="그림 개체 틀 5"/>
          <p:cNvSpPr>
            <a:spLocks noGrp="1"/>
          </p:cNvSpPr>
          <p:nvPr>
            <p:ph type="pic" sz="quarter" idx="23" hasCustomPrompt="1"/>
          </p:nvPr>
        </p:nvSpPr>
        <p:spPr>
          <a:xfrm>
            <a:off x="2467546" y="879479"/>
            <a:ext cx="1943100"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8" name="그림 개체 틀 7"/>
          <p:cNvSpPr>
            <a:spLocks noGrp="1"/>
          </p:cNvSpPr>
          <p:nvPr>
            <p:ph type="pic" sz="quarter" idx="24" hasCustomPrompt="1"/>
          </p:nvPr>
        </p:nvSpPr>
        <p:spPr>
          <a:xfrm>
            <a:off x="4592467" y="879479"/>
            <a:ext cx="1943100"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29" name="Text Placeholder 28"/>
          <p:cNvSpPr>
            <a:spLocks noGrp="1"/>
          </p:cNvSpPr>
          <p:nvPr>
            <p:ph type="body" sz="quarter" idx="14" hasCustomPrompt="1"/>
          </p:nvPr>
        </p:nvSpPr>
        <p:spPr>
          <a:xfrm>
            <a:off x="342626" y="2486962"/>
            <a:ext cx="1943100"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
        <p:nvSpPr>
          <p:cNvPr id="11" name="Text Placeholder 28"/>
          <p:cNvSpPr>
            <a:spLocks noGrp="1"/>
          </p:cNvSpPr>
          <p:nvPr>
            <p:ph type="body" sz="quarter" idx="17" hasCustomPrompt="1"/>
          </p:nvPr>
        </p:nvSpPr>
        <p:spPr>
          <a:xfrm>
            <a:off x="2467546" y="2486962"/>
            <a:ext cx="1943100"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13" name="Text Placeholder 28"/>
          <p:cNvSpPr>
            <a:spLocks noGrp="1"/>
          </p:cNvSpPr>
          <p:nvPr>
            <p:ph type="body" sz="quarter" idx="18" hasCustomPrompt="1"/>
          </p:nvPr>
        </p:nvSpPr>
        <p:spPr>
          <a:xfrm>
            <a:off x="4592467" y="2486962"/>
            <a:ext cx="1943100"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21" name="Text Placeholder 28"/>
          <p:cNvSpPr>
            <a:spLocks noGrp="1"/>
          </p:cNvSpPr>
          <p:nvPr>
            <p:ph type="body" sz="quarter" idx="19" hasCustomPrompt="1"/>
          </p:nvPr>
        </p:nvSpPr>
        <p:spPr>
          <a:xfrm>
            <a:off x="342626" y="4499575"/>
            <a:ext cx="1943100"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23" name="Text Placeholder 28"/>
          <p:cNvSpPr>
            <a:spLocks noGrp="1"/>
          </p:cNvSpPr>
          <p:nvPr>
            <p:ph type="body" sz="quarter" idx="20" hasCustomPrompt="1"/>
          </p:nvPr>
        </p:nvSpPr>
        <p:spPr>
          <a:xfrm>
            <a:off x="2467546" y="4499575"/>
            <a:ext cx="1943100"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25" name="Text Placeholder 28"/>
          <p:cNvSpPr>
            <a:spLocks noGrp="1"/>
          </p:cNvSpPr>
          <p:nvPr>
            <p:ph type="body" sz="quarter" idx="21" hasCustomPrompt="1"/>
          </p:nvPr>
        </p:nvSpPr>
        <p:spPr>
          <a:xfrm>
            <a:off x="4592467" y="4499575"/>
            <a:ext cx="1943100"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Tree>
    <p:extLst>
      <p:ext uri="{BB962C8B-B14F-4D97-AF65-F5344CB8AC3E}">
        <p14:creationId xmlns:p14="http://schemas.microsoft.com/office/powerpoint/2010/main" val="3223478188"/>
      </p:ext>
    </p:extLst>
  </p:cSld>
  <p:clrMapOvr>
    <a:masterClrMapping/>
  </p:clrMapOvr>
  <p:transition spd="med">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8 Columns:4x2">
    <p:spTree>
      <p:nvGrpSpPr>
        <p:cNvPr id="1" name=""/>
        <p:cNvGrpSpPr/>
        <p:nvPr/>
      </p:nvGrpSpPr>
      <p:grpSpPr>
        <a:xfrm>
          <a:off x="0" y="0"/>
          <a:ext cx="0" cy="0"/>
          <a:chOff x="0" y="0"/>
          <a:chExt cx="0" cy="0"/>
        </a:xfrm>
      </p:grpSpPr>
      <p:sp>
        <p:nvSpPr>
          <p:cNvPr id="4" name="그림 개체 틀 3"/>
          <p:cNvSpPr>
            <a:spLocks noGrp="1"/>
          </p:cNvSpPr>
          <p:nvPr>
            <p:ph type="pic" sz="quarter" idx="27" hasCustomPrompt="1"/>
          </p:nvPr>
        </p:nvSpPr>
        <p:spPr>
          <a:xfrm>
            <a:off x="333375" y="879479"/>
            <a:ext cx="1439863"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6" name="그림 개체 틀 5"/>
          <p:cNvSpPr>
            <a:spLocks noGrp="1"/>
          </p:cNvSpPr>
          <p:nvPr>
            <p:ph type="pic" sz="quarter" idx="28" hasCustomPrompt="1"/>
          </p:nvPr>
        </p:nvSpPr>
        <p:spPr>
          <a:xfrm>
            <a:off x="1916113" y="879479"/>
            <a:ext cx="1439863"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8" name="그림 개체 틀 7"/>
          <p:cNvSpPr>
            <a:spLocks noGrp="1"/>
          </p:cNvSpPr>
          <p:nvPr>
            <p:ph type="pic" sz="quarter" idx="29" hasCustomPrompt="1"/>
          </p:nvPr>
        </p:nvSpPr>
        <p:spPr>
          <a:xfrm>
            <a:off x="3511150" y="879479"/>
            <a:ext cx="1439863"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11" name="그림 개체 틀 10"/>
          <p:cNvSpPr>
            <a:spLocks noGrp="1"/>
          </p:cNvSpPr>
          <p:nvPr>
            <p:ph type="pic" sz="quarter" idx="30" hasCustomPrompt="1"/>
          </p:nvPr>
        </p:nvSpPr>
        <p:spPr>
          <a:xfrm>
            <a:off x="5100344" y="879479"/>
            <a:ext cx="1439863"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13" name="그림 개체 틀 12"/>
          <p:cNvSpPr>
            <a:spLocks noGrp="1"/>
          </p:cNvSpPr>
          <p:nvPr>
            <p:ph type="pic" sz="quarter" idx="31" hasCustomPrompt="1"/>
          </p:nvPr>
        </p:nvSpPr>
        <p:spPr>
          <a:xfrm>
            <a:off x="333375" y="2890367"/>
            <a:ext cx="1439863"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15" name="그림 개체 틀 14"/>
          <p:cNvSpPr>
            <a:spLocks noGrp="1"/>
          </p:cNvSpPr>
          <p:nvPr>
            <p:ph type="pic" sz="quarter" idx="32" hasCustomPrompt="1"/>
          </p:nvPr>
        </p:nvSpPr>
        <p:spPr>
          <a:xfrm>
            <a:off x="1916113" y="2890367"/>
            <a:ext cx="1439863"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20" name="그림 개체 틀 19"/>
          <p:cNvSpPr>
            <a:spLocks noGrp="1"/>
          </p:cNvSpPr>
          <p:nvPr>
            <p:ph type="pic" sz="quarter" idx="33" hasCustomPrompt="1"/>
          </p:nvPr>
        </p:nvSpPr>
        <p:spPr>
          <a:xfrm>
            <a:off x="3511150" y="2890367"/>
            <a:ext cx="1439863"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22" name="그림 개체 틀 21"/>
          <p:cNvSpPr>
            <a:spLocks noGrp="1"/>
          </p:cNvSpPr>
          <p:nvPr>
            <p:ph type="pic" sz="quarter" idx="34" hasCustomPrompt="1"/>
          </p:nvPr>
        </p:nvSpPr>
        <p:spPr>
          <a:xfrm>
            <a:off x="5100344" y="2890367"/>
            <a:ext cx="1439863" cy="1532475"/>
          </a:xfrm>
          <a:prstGeom prst="rect">
            <a:avLst/>
          </a:prstGeom>
          <a:pattFill prst="ltDnDiag">
            <a:fgClr>
              <a:schemeClr val="accent6">
                <a:lumMod val="75000"/>
              </a:schemeClr>
            </a:fgClr>
            <a:bgClr>
              <a:schemeClr val="accent6"/>
            </a:bgClr>
          </a:pattFill>
          <a:ln>
            <a:noFill/>
          </a:ln>
        </p:spPr>
        <p:txBody>
          <a:bodyPr anchor="ctr"/>
          <a:lstStyle>
            <a:lvl1pPr marL="0" marR="0" indent="0" algn="ctr" defTabSz="914355" rtl="0" eaLnBrk="1" fontAlgn="auto" latinLnBrk="1" hangingPunct="1">
              <a:lnSpc>
                <a:spcPct val="100000"/>
              </a:lnSpc>
              <a:spcBef>
                <a:spcPct val="20000"/>
              </a:spcBef>
              <a:spcAft>
                <a:spcPts val="0"/>
              </a:spcAft>
              <a:buClrTx/>
              <a:buSzTx/>
              <a:buFont typeface="Arial" pitchFamily="34" charset="0"/>
              <a:buNone/>
              <a:tabLst/>
              <a:defRPr lang="ko-KR" altLang="en-US" sz="1000" baseline="0" dirty="0"/>
            </a:lvl1pPr>
          </a:lstStyle>
          <a:p>
            <a:pPr marL="0" marR="0" lvl="0" indent="0" algn="ctr" defTabSz="914355"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29" name="Text Placeholder 28"/>
          <p:cNvSpPr>
            <a:spLocks noGrp="1"/>
          </p:cNvSpPr>
          <p:nvPr>
            <p:ph type="body" sz="quarter" idx="14" hasCustomPrompt="1"/>
          </p:nvPr>
        </p:nvSpPr>
        <p:spPr>
          <a:xfrm>
            <a:off x="333375" y="2486962"/>
            <a:ext cx="1439863"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
        <p:nvSpPr>
          <p:cNvPr id="17" name="Text Placeholder 28"/>
          <p:cNvSpPr>
            <a:spLocks noGrp="1"/>
          </p:cNvSpPr>
          <p:nvPr>
            <p:ph type="body" sz="quarter" idx="20" hasCustomPrompt="1"/>
          </p:nvPr>
        </p:nvSpPr>
        <p:spPr>
          <a:xfrm>
            <a:off x="1916113" y="2486962"/>
            <a:ext cx="1439863"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19" name="Text Placeholder 28"/>
          <p:cNvSpPr>
            <a:spLocks noGrp="1"/>
          </p:cNvSpPr>
          <p:nvPr>
            <p:ph type="body" sz="quarter" idx="21" hasCustomPrompt="1"/>
          </p:nvPr>
        </p:nvSpPr>
        <p:spPr>
          <a:xfrm>
            <a:off x="3511150" y="2486962"/>
            <a:ext cx="1439863"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28" name="Text Placeholder 28"/>
          <p:cNvSpPr>
            <a:spLocks noGrp="1"/>
          </p:cNvSpPr>
          <p:nvPr>
            <p:ph type="body" sz="quarter" idx="22" hasCustomPrompt="1"/>
          </p:nvPr>
        </p:nvSpPr>
        <p:spPr>
          <a:xfrm>
            <a:off x="5100344" y="2486962"/>
            <a:ext cx="1439863"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1" name="Text Placeholder 28"/>
          <p:cNvSpPr>
            <a:spLocks noGrp="1"/>
          </p:cNvSpPr>
          <p:nvPr>
            <p:ph type="body" sz="quarter" idx="23" hasCustomPrompt="1"/>
          </p:nvPr>
        </p:nvSpPr>
        <p:spPr>
          <a:xfrm>
            <a:off x="333375" y="4497850"/>
            <a:ext cx="1439863"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3" name="Text Placeholder 28"/>
          <p:cNvSpPr>
            <a:spLocks noGrp="1"/>
          </p:cNvSpPr>
          <p:nvPr>
            <p:ph type="body" sz="quarter" idx="24" hasCustomPrompt="1"/>
          </p:nvPr>
        </p:nvSpPr>
        <p:spPr>
          <a:xfrm>
            <a:off x="1916113" y="4497850"/>
            <a:ext cx="1439863"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5" name="Text Placeholder 28"/>
          <p:cNvSpPr>
            <a:spLocks noGrp="1"/>
          </p:cNvSpPr>
          <p:nvPr>
            <p:ph type="body" sz="quarter" idx="25" hasCustomPrompt="1"/>
          </p:nvPr>
        </p:nvSpPr>
        <p:spPr>
          <a:xfrm>
            <a:off x="3511150" y="4497850"/>
            <a:ext cx="1439863"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
        <p:nvSpPr>
          <p:cNvPr id="37" name="Text Placeholder 28"/>
          <p:cNvSpPr>
            <a:spLocks noGrp="1"/>
          </p:cNvSpPr>
          <p:nvPr>
            <p:ph type="body" sz="quarter" idx="26" hasCustomPrompt="1"/>
          </p:nvPr>
        </p:nvSpPr>
        <p:spPr>
          <a:xfrm>
            <a:off x="5100344" y="4497850"/>
            <a:ext cx="1439863" cy="359381"/>
          </a:xfrm>
          <a:prstGeom prst="rect">
            <a:avLst/>
          </a:prstGeom>
        </p:spPr>
        <p:txBody>
          <a:bodyPr lIns="0" tIns="0" rIns="0" bIns="0" numCol="1" spcCol="216000">
            <a:noAutofit/>
          </a:bodyPr>
          <a:lstStyle>
            <a:lvl1pPr marL="0" indent="0" algn="just">
              <a:buNone/>
              <a:tabLst/>
              <a:defRPr lang="en-US" sz="800" b="0" kern="1200" dirty="0" smtClean="0">
                <a:gradFill>
                  <a:gsLst>
                    <a:gs pos="0">
                      <a:schemeClr val="tx1">
                        <a:alpha val="70000"/>
                      </a:schemeClr>
                    </a:gs>
                    <a:gs pos="100000">
                      <a:schemeClr val="tx1">
                        <a:alpha val="70000"/>
                      </a:schemeClr>
                    </a:gs>
                  </a:gsLst>
                  <a:lin ang="5400000" scaled="0"/>
                </a:gradFill>
                <a:latin typeface="+mn-lt"/>
                <a:ea typeface="+mn-ea"/>
                <a:cs typeface="Roboto Condensed Regular"/>
              </a:defRPr>
            </a:lvl1pPr>
            <a:lvl2pPr marL="0" indent="0" algn="just">
              <a:buNone/>
              <a:tabLst/>
              <a:defRPr lang="en-US" sz="800" kern="1200" dirty="0">
                <a:gradFill>
                  <a:gsLst>
                    <a:gs pos="0">
                      <a:schemeClr val="tx1">
                        <a:alpha val="70000"/>
                      </a:schemeClr>
                    </a:gs>
                    <a:gs pos="100000">
                      <a:schemeClr val="tx1">
                        <a:alpha val="70000"/>
                      </a:schemeClr>
                    </a:gs>
                  </a:gsLst>
                  <a:lin ang="5400000" scaled="0"/>
                </a:gradFill>
                <a:latin typeface="+mn-lt"/>
                <a:ea typeface="+mn-ea"/>
                <a:cs typeface="Roboto Condensed Regular"/>
              </a:defRPr>
            </a:lvl2pPr>
            <a:lvl3pPr marL="0" indent="0">
              <a:buNone/>
              <a:tabLst/>
              <a:defRPr sz="800">
                <a:gradFill flip="none" rotWithShape="1">
                  <a:gsLst>
                    <a:gs pos="0">
                      <a:srgbClr val="2F3540"/>
                    </a:gs>
                    <a:gs pos="100000">
                      <a:srgbClr val="2F3540"/>
                    </a:gs>
                  </a:gsLst>
                  <a:lin ang="0" scaled="1"/>
                  <a:tileRect/>
                </a:gradFill>
                <a:latin typeface="Roboto Condensed Light"/>
              </a:defRPr>
            </a:lvl3pPr>
            <a:lvl4pPr marL="0" indent="0">
              <a:buNone/>
              <a:tabLst/>
              <a:defRPr sz="800">
                <a:gradFill flip="none" rotWithShape="1">
                  <a:gsLst>
                    <a:gs pos="0">
                      <a:srgbClr val="2F3540"/>
                    </a:gs>
                    <a:gs pos="100000">
                      <a:srgbClr val="2F3540"/>
                    </a:gs>
                  </a:gsLst>
                  <a:lin ang="0" scaled="1"/>
                  <a:tileRect/>
                </a:gradFill>
                <a:latin typeface="Roboto Condensed Light"/>
              </a:defRPr>
            </a:lvl4pPr>
            <a:lvl5pPr marL="0" indent="0">
              <a:buNone/>
              <a:tabLst/>
              <a:defRPr sz="800">
                <a:gradFill flip="none" rotWithShape="1">
                  <a:gsLst>
                    <a:gs pos="0">
                      <a:srgbClr val="2F3540"/>
                    </a:gs>
                    <a:gs pos="100000">
                      <a:srgbClr val="2F3540"/>
                    </a:gs>
                  </a:gsLst>
                  <a:lin ang="0" scaled="1"/>
                  <a:tileRect/>
                </a:gradFill>
                <a:latin typeface="Roboto Condensed Light"/>
              </a:defRPr>
            </a:lvl5pPr>
          </a:lstStyle>
          <a:p>
            <a:pPr lvl="0"/>
            <a:r>
              <a:rPr lang="en-US" dirty="0"/>
              <a:t>Click to edit Master text styles</a:t>
            </a:r>
          </a:p>
        </p:txBody>
      </p:sp>
    </p:spTree>
    <p:extLst>
      <p:ext uri="{BB962C8B-B14F-4D97-AF65-F5344CB8AC3E}">
        <p14:creationId xmlns:p14="http://schemas.microsoft.com/office/powerpoint/2010/main" val="3449768015"/>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 Target="../slides/slide109.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pSp>
        <p:nvGrpSpPr>
          <p:cNvPr id="36" name="그룹 35"/>
          <p:cNvGrpSpPr/>
          <p:nvPr userDrawn="1"/>
        </p:nvGrpSpPr>
        <p:grpSpPr>
          <a:xfrm>
            <a:off x="4306537" y="4767265"/>
            <a:ext cx="2218091" cy="376237"/>
            <a:chOff x="6206772" y="4767262"/>
            <a:chExt cx="2218091" cy="376237"/>
          </a:xfrm>
        </p:grpSpPr>
        <p:sp>
          <p:nvSpPr>
            <p:cNvPr id="37" name="Oval 8"/>
            <p:cNvSpPr>
              <a:spLocks noChangeAspect="1"/>
            </p:cNvSpPr>
            <p:nvPr userDrawn="1"/>
          </p:nvSpPr>
          <p:spPr>
            <a:xfrm flipH="1">
              <a:off x="8244863" y="4866581"/>
              <a:ext cx="180000" cy="180000"/>
            </a:xfrm>
            <a:prstGeom prst="ellipse">
              <a:avLst/>
            </a:prstGeom>
            <a:solidFill>
              <a:schemeClr val="tx2">
                <a:alpha val="25000"/>
              </a:schemeClr>
            </a:solidFill>
            <a:ln>
              <a:noFill/>
            </a:ln>
          </p:spPr>
          <p:style>
            <a:lnRef idx="2">
              <a:schemeClr val="dk1"/>
            </a:lnRef>
            <a:fillRef idx="1">
              <a:schemeClr val="lt1"/>
            </a:fillRef>
            <a:effectRef idx="0">
              <a:schemeClr val="dk1"/>
            </a:effectRef>
            <a:fontRef idx="minor">
              <a:schemeClr val="dk1"/>
            </a:fontRef>
          </p:style>
          <p:txBody>
            <a:bodyPr lIns="0" tIns="0" rIns="0" bIns="10800" rtlCol="0" anchor="ctr"/>
            <a:lstStyle/>
            <a:p>
              <a:pPr algn="ctr"/>
              <a:endParaRPr lang="en-US" sz="900" dirty="0">
                <a:gradFill flip="none" rotWithShape="1">
                  <a:gsLst>
                    <a:gs pos="0">
                      <a:srgbClr val="FFFFFF"/>
                    </a:gs>
                    <a:gs pos="100000">
                      <a:schemeClr val="bg1"/>
                    </a:gs>
                  </a:gsLst>
                  <a:lin ang="0" scaled="1"/>
                  <a:tileRect/>
                </a:gradFill>
                <a:latin typeface="Bebas Neue"/>
              </a:endParaRPr>
            </a:p>
          </p:txBody>
        </p:sp>
        <p:sp>
          <p:nvSpPr>
            <p:cNvPr id="39" name="바닥글 개체 틀 3"/>
            <p:cNvSpPr txBox="1">
              <a:spLocks/>
            </p:cNvSpPr>
            <p:nvPr userDrawn="1"/>
          </p:nvSpPr>
          <p:spPr>
            <a:xfrm>
              <a:off x="6206772" y="4767262"/>
              <a:ext cx="2029178" cy="376237"/>
            </a:xfrm>
            <a:prstGeom prst="rect">
              <a:avLst/>
            </a:prstGeom>
          </p:spPr>
          <p:txBody>
            <a:bodyPr anchor="ctr"/>
            <a:lstStyle>
              <a:defPPr>
                <a:defRPr lang="ko-KR"/>
              </a:defPPr>
              <a:lvl1pPr marL="0" marR="0" indent="0" algn="r" defTabSz="914400" rtl="0" eaLnBrk="1" fontAlgn="auto" latinLnBrk="0" hangingPunct="1">
                <a:lnSpc>
                  <a:spcPct val="100000"/>
                </a:lnSpc>
                <a:spcBef>
                  <a:spcPts val="0"/>
                </a:spcBef>
                <a:buClrTx/>
                <a:buSzTx/>
                <a:buFont typeface="Arial" pitchFamily="34" charset="0"/>
                <a:buNone/>
                <a:tabLst/>
                <a:defRPr sz="6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sz="600" dirty="0">
                  <a:solidFill>
                    <a:schemeClr val="tx1">
                      <a:alpha val="50000"/>
                    </a:schemeClr>
                  </a:solidFill>
                  <a:latin typeface="Roboto Condensed Regular"/>
                  <a:ea typeface="Roboto Light" pitchFamily="2" charset="0"/>
                  <a:cs typeface="Roboto Condensed Regular"/>
                </a:rPr>
                <a:t>contact us_ </a:t>
              </a:r>
              <a:r>
                <a:rPr lang="en-US" sz="600" dirty="0">
                  <a:solidFill>
                    <a:schemeClr val="tx1">
                      <a:alpha val="50000"/>
                    </a:schemeClr>
                  </a:solidFill>
                  <a:latin typeface="Roboto Condensed Light"/>
                  <a:ea typeface="Roboto Light" pitchFamily="2" charset="0"/>
                </a:rPr>
                <a:t>awesome@gmail.com</a:t>
              </a:r>
            </a:p>
          </p:txBody>
        </p:sp>
      </p:grpSp>
      <p:sp>
        <p:nvSpPr>
          <p:cNvPr id="2" name="제목 개체 틀 1"/>
          <p:cNvSpPr>
            <a:spLocks noGrp="1"/>
          </p:cNvSpPr>
          <p:nvPr>
            <p:ph type="title"/>
          </p:nvPr>
        </p:nvSpPr>
        <p:spPr>
          <a:xfrm>
            <a:off x="342625" y="303213"/>
            <a:ext cx="5110956" cy="467469"/>
          </a:xfrm>
          <a:prstGeom prst="rect">
            <a:avLst/>
          </a:prstGeom>
        </p:spPr>
        <p:txBody>
          <a:bodyPr vert="horz" lIns="0" tIns="0" rIns="0" bIns="0" rtlCol="0" anchor="t">
            <a:noAutofit/>
          </a:bodyPr>
          <a:lstStyle/>
          <a:p>
            <a:r>
              <a:rPr lang="en-US" altLang="ko-KR" dirty="0"/>
              <a:t>Click to edit master title style</a:t>
            </a:r>
            <a:endParaRPr lang="ko-KR" altLang="en-US" dirty="0"/>
          </a:p>
        </p:txBody>
      </p:sp>
      <p:cxnSp>
        <p:nvCxnSpPr>
          <p:cNvPr id="22" name="직선 연결선 25"/>
          <p:cNvCxnSpPr/>
          <p:nvPr/>
        </p:nvCxnSpPr>
        <p:spPr>
          <a:xfrm>
            <a:off x="342627" y="706449"/>
            <a:ext cx="243027"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슬라이드 번호 개체 틀 4"/>
          <p:cNvSpPr txBox="1">
            <a:spLocks/>
          </p:cNvSpPr>
          <p:nvPr/>
        </p:nvSpPr>
        <p:spPr>
          <a:xfrm>
            <a:off x="6279447" y="4867231"/>
            <a:ext cx="310358" cy="180000"/>
          </a:xfrm>
          <a:prstGeom prst="rect">
            <a:avLst/>
          </a:prstGeom>
        </p:spPr>
        <p:txBody>
          <a:bodyPr tIns="0" bIns="0" anchor="ctr"/>
          <a:lstStyle>
            <a:defPPr>
              <a:defRPr lang="ko-KR"/>
            </a:defPPr>
            <a:lvl1pPr marL="0" algn="ctr" defTabSz="914400" rtl="0" eaLnBrk="1" latinLnBrk="1" hangingPunct="1">
              <a:defRPr sz="900" kern="1200">
                <a:gradFill flip="none" rotWithShape="1">
                  <a:gsLst>
                    <a:gs pos="0">
                      <a:schemeClr val="bg1"/>
                    </a:gs>
                    <a:gs pos="100000">
                      <a:schemeClr val="bg1"/>
                    </a:gs>
                  </a:gsLst>
                  <a:lin ang="0" scaled="1"/>
                  <a:tileRect/>
                </a:gradFill>
                <a:latin typeface="Bebas Neue"/>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DFEC24EB-3711-4D66-BFBD-A4C517DC603E}" type="slidenum">
              <a:rPr lang="ko-KR" altLang="en-US" sz="900" b="1" baseline="0" smtClean="0">
                <a:solidFill>
                  <a:schemeClr val="bg2"/>
                </a:solidFill>
                <a:latin typeface="Roboto Condensed Regular" pitchFamily="2" charset="0"/>
              </a:rPr>
              <a:pPr/>
              <a:t>‹#›</a:t>
            </a:fld>
            <a:endParaRPr lang="ko-KR" altLang="en-US" sz="900" b="1" baseline="0" dirty="0">
              <a:solidFill>
                <a:schemeClr val="bg2"/>
              </a:solidFill>
              <a:latin typeface="Roboto Condensed Regular" pitchFamily="2" charset="0"/>
            </a:endParaRPr>
          </a:p>
        </p:txBody>
      </p:sp>
      <p:sp>
        <p:nvSpPr>
          <p:cNvPr id="33" name="자유형 32">
            <a:hlinkClick r:id="rId38" action="ppaction://hlinksldjump"/>
          </p:cNvPr>
          <p:cNvSpPr/>
          <p:nvPr userDrawn="1"/>
        </p:nvSpPr>
        <p:spPr>
          <a:xfrm>
            <a:off x="6355547" y="303212"/>
            <a:ext cx="180020" cy="180020"/>
          </a:xfrm>
          <a:custGeom>
            <a:avLst/>
            <a:gdLst>
              <a:gd name="connsiteX0" fmla="*/ 47410 w 180020"/>
              <a:gd name="connsiteY0" fmla="*/ 109200 h 180020"/>
              <a:gd name="connsiteX1" fmla="*/ 47410 w 180020"/>
              <a:gd name="connsiteY1" fmla="*/ 120154 h 180020"/>
              <a:gd name="connsiteX2" fmla="*/ 132611 w 180020"/>
              <a:gd name="connsiteY2" fmla="*/ 120154 h 180020"/>
              <a:gd name="connsiteX3" fmla="*/ 132611 w 180020"/>
              <a:gd name="connsiteY3" fmla="*/ 109200 h 180020"/>
              <a:gd name="connsiteX4" fmla="*/ 47410 w 180020"/>
              <a:gd name="connsiteY4" fmla="*/ 84533 h 180020"/>
              <a:gd name="connsiteX5" fmla="*/ 47410 w 180020"/>
              <a:gd name="connsiteY5" fmla="*/ 95487 h 180020"/>
              <a:gd name="connsiteX6" fmla="*/ 132611 w 180020"/>
              <a:gd name="connsiteY6" fmla="*/ 95487 h 180020"/>
              <a:gd name="connsiteX7" fmla="*/ 132611 w 180020"/>
              <a:gd name="connsiteY7" fmla="*/ 84533 h 180020"/>
              <a:gd name="connsiteX8" fmla="*/ 47410 w 180020"/>
              <a:gd name="connsiteY8" fmla="*/ 59866 h 180020"/>
              <a:gd name="connsiteX9" fmla="*/ 47410 w 180020"/>
              <a:gd name="connsiteY9" fmla="*/ 70820 h 180020"/>
              <a:gd name="connsiteX10" fmla="*/ 132611 w 180020"/>
              <a:gd name="connsiteY10" fmla="*/ 70820 h 180020"/>
              <a:gd name="connsiteX11" fmla="*/ 132611 w 180020"/>
              <a:gd name="connsiteY11" fmla="*/ 59866 h 180020"/>
              <a:gd name="connsiteX12" fmla="*/ 90010 w 180020"/>
              <a:gd name="connsiteY12" fmla="*/ 0 h 180020"/>
              <a:gd name="connsiteX13" fmla="*/ 180020 w 180020"/>
              <a:gd name="connsiteY13" fmla="*/ 90010 h 180020"/>
              <a:gd name="connsiteX14" fmla="*/ 90010 w 180020"/>
              <a:gd name="connsiteY14" fmla="*/ 180020 h 180020"/>
              <a:gd name="connsiteX15" fmla="*/ 0 w 180020"/>
              <a:gd name="connsiteY15" fmla="*/ 90010 h 180020"/>
              <a:gd name="connsiteX16" fmla="*/ 90010 w 180020"/>
              <a:gd name="connsiteY16"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0020" h="180020">
                <a:moveTo>
                  <a:pt x="47410" y="109200"/>
                </a:moveTo>
                <a:lnTo>
                  <a:pt x="47410" y="120154"/>
                </a:lnTo>
                <a:lnTo>
                  <a:pt x="132611" y="120154"/>
                </a:lnTo>
                <a:lnTo>
                  <a:pt x="132611" y="109200"/>
                </a:lnTo>
                <a:close/>
                <a:moveTo>
                  <a:pt x="47410" y="84533"/>
                </a:moveTo>
                <a:lnTo>
                  <a:pt x="47410" y="95487"/>
                </a:lnTo>
                <a:lnTo>
                  <a:pt x="132611" y="95487"/>
                </a:lnTo>
                <a:lnTo>
                  <a:pt x="132611" y="84533"/>
                </a:lnTo>
                <a:close/>
                <a:moveTo>
                  <a:pt x="47410" y="59866"/>
                </a:moveTo>
                <a:lnTo>
                  <a:pt x="47410" y="70820"/>
                </a:lnTo>
                <a:lnTo>
                  <a:pt x="132611" y="70820"/>
                </a:lnTo>
                <a:lnTo>
                  <a:pt x="132611" y="59866"/>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chemeClr val="accent1"/>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en-US" sz="2514" dirty="0"/>
          </a:p>
        </p:txBody>
      </p:sp>
      <p:sp>
        <p:nvSpPr>
          <p:cNvPr id="34" name="자유형 33">
            <a:hlinkClick r:id="" action="ppaction://hlinkshowjump?jump=nextslide"/>
          </p:cNvPr>
          <p:cNvSpPr/>
          <p:nvPr userDrawn="1"/>
        </p:nvSpPr>
        <p:spPr>
          <a:xfrm>
            <a:off x="6148777" y="303212"/>
            <a:ext cx="180020" cy="180020"/>
          </a:xfrm>
          <a:custGeom>
            <a:avLst/>
            <a:gdLst>
              <a:gd name="connsiteX0" fmla="*/ 70888 w 180020"/>
              <a:gd name="connsiteY0" fmla="*/ 36035 h 180020"/>
              <a:gd name="connsiteX1" fmla="*/ 70888 w 180020"/>
              <a:gd name="connsiteY1" fmla="*/ 53498 h 180020"/>
              <a:gd name="connsiteX2" fmla="*/ 115338 w 180020"/>
              <a:gd name="connsiteY2" fmla="*/ 90010 h 180020"/>
              <a:gd name="connsiteX3" fmla="*/ 70888 w 180020"/>
              <a:gd name="connsiteY3" fmla="*/ 126523 h 180020"/>
              <a:gd name="connsiteX4" fmla="*/ 70888 w 180020"/>
              <a:gd name="connsiteY4" fmla="*/ 143985 h 180020"/>
              <a:gd name="connsiteX5" fmla="*/ 135975 w 180020"/>
              <a:gd name="connsiteY5" fmla="*/ 90010 h 180020"/>
              <a:gd name="connsiteX6" fmla="*/ 90010 w 180020"/>
              <a:gd name="connsiteY6" fmla="*/ 0 h 180020"/>
              <a:gd name="connsiteX7" fmla="*/ 180020 w 180020"/>
              <a:gd name="connsiteY7" fmla="*/ 90010 h 180020"/>
              <a:gd name="connsiteX8" fmla="*/ 90010 w 180020"/>
              <a:gd name="connsiteY8" fmla="*/ 180020 h 180020"/>
              <a:gd name="connsiteX9" fmla="*/ 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8" y="36035"/>
                </a:moveTo>
                <a:lnTo>
                  <a:pt x="70888" y="53498"/>
                </a:lnTo>
                <a:lnTo>
                  <a:pt x="115338" y="90010"/>
                </a:lnTo>
                <a:lnTo>
                  <a:pt x="70888" y="126523"/>
                </a:lnTo>
                <a:lnTo>
                  <a:pt x="70888" y="143985"/>
                </a:lnTo>
                <a:lnTo>
                  <a:pt x="135975" y="90010"/>
                </a:lnTo>
                <a:close/>
                <a:moveTo>
                  <a:pt x="90010" y="0"/>
                </a:moveTo>
                <a:cubicBezTo>
                  <a:pt x="139721" y="0"/>
                  <a:pt x="180020" y="40299"/>
                  <a:pt x="180020" y="90010"/>
                </a:cubicBezTo>
                <a:cubicBezTo>
                  <a:pt x="180020" y="139721"/>
                  <a:pt x="139721" y="180020"/>
                  <a:pt x="90010" y="180020"/>
                </a:cubicBezTo>
                <a:cubicBezTo>
                  <a:pt x="40299" y="180020"/>
                  <a:pt x="0" y="139721"/>
                  <a:pt x="0" y="90010"/>
                </a:cubicBezTo>
                <a:cubicBezTo>
                  <a:pt x="0" y="40299"/>
                  <a:pt x="40299" y="0"/>
                  <a:pt x="90010" y="0"/>
                </a:cubicBezTo>
                <a:close/>
              </a:path>
            </a:pathLst>
          </a:custGeom>
          <a:solidFill>
            <a:schemeClr val="tx1">
              <a:alpha val="20000"/>
            </a:schemeClr>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en-US" sz="2514" dirty="0"/>
          </a:p>
        </p:txBody>
      </p:sp>
      <p:sp>
        <p:nvSpPr>
          <p:cNvPr id="35" name="자유형 34">
            <a:hlinkClick r:id="" action="ppaction://hlinkshowjump?jump=previousslide"/>
          </p:cNvPr>
          <p:cNvSpPr/>
          <p:nvPr userDrawn="1"/>
        </p:nvSpPr>
        <p:spPr>
          <a:xfrm flipH="1">
            <a:off x="5942006" y="303212"/>
            <a:ext cx="180020" cy="180020"/>
          </a:xfrm>
          <a:custGeom>
            <a:avLst/>
            <a:gdLst>
              <a:gd name="connsiteX0" fmla="*/ 70889 w 180020"/>
              <a:gd name="connsiteY0" fmla="*/ 36035 h 180020"/>
              <a:gd name="connsiteX1" fmla="*/ 135976 w 180020"/>
              <a:gd name="connsiteY1" fmla="*/ 90010 h 180020"/>
              <a:gd name="connsiteX2" fmla="*/ 70889 w 180020"/>
              <a:gd name="connsiteY2" fmla="*/ 143985 h 180020"/>
              <a:gd name="connsiteX3" fmla="*/ 70889 w 180020"/>
              <a:gd name="connsiteY3" fmla="*/ 126523 h 180020"/>
              <a:gd name="connsiteX4" fmla="*/ 115339 w 180020"/>
              <a:gd name="connsiteY4" fmla="*/ 90010 h 180020"/>
              <a:gd name="connsiteX5" fmla="*/ 70889 w 180020"/>
              <a:gd name="connsiteY5" fmla="*/ 53498 h 180020"/>
              <a:gd name="connsiteX6" fmla="*/ 90010 w 180020"/>
              <a:gd name="connsiteY6" fmla="*/ 0 h 180020"/>
              <a:gd name="connsiteX7" fmla="*/ 0 w 180020"/>
              <a:gd name="connsiteY7" fmla="*/ 90010 h 180020"/>
              <a:gd name="connsiteX8" fmla="*/ 90010 w 180020"/>
              <a:gd name="connsiteY8" fmla="*/ 180020 h 180020"/>
              <a:gd name="connsiteX9" fmla="*/ 180020 w 180020"/>
              <a:gd name="connsiteY9" fmla="*/ 90010 h 180020"/>
              <a:gd name="connsiteX10" fmla="*/ 90010 w 180020"/>
              <a:gd name="connsiteY10" fmla="*/ 0 h 18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020" h="180020">
                <a:moveTo>
                  <a:pt x="70889" y="36035"/>
                </a:moveTo>
                <a:lnTo>
                  <a:pt x="135976" y="90010"/>
                </a:lnTo>
                <a:lnTo>
                  <a:pt x="70889" y="143985"/>
                </a:lnTo>
                <a:lnTo>
                  <a:pt x="70889" y="126523"/>
                </a:lnTo>
                <a:lnTo>
                  <a:pt x="115339" y="90010"/>
                </a:lnTo>
                <a:lnTo>
                  <a:pt x="70889" y="53498"/>
                </a:lnTo>
                <a:close/>
                <a:moveTo>
                  <a:pt x="90010" y="0"/>
                </a:moveTo>
                <a:cubicBezTo>
                  <a:pt x="40299" y="0"/>
                  <a:pt x="0" y="40299"/>
                  <a:pt x="0" y="90010"/>
                </a:cubicBezTo>
                <a:cubicBezTo>
                  <a:pt x="0" y="139721"/>
                  <a:pt x="40299" y="180020"/>
                  <a:pt x="90010" y="180020"/>
                </a:cubicBezTo>
                <a:cubicBezTo>
                  <a:pt x="139721" y="180020"/>
                  <a:pt x="180020" y="139721"/>
                  <a:pt x="180020" y="90010"/>
                </a:cubicBezTo>
                <a:cubicBezTo>
                  <a:pt x="180020" y="40299"/>
                  <a:pt x="139721" y="0"/>
                  <a:pt x="90010" y="0"/>
                </a:cubicBezTo>
                <a:close/>
              </a:path>
            </a:pathLst>
          </a:custGeom>
          <a:solidFill>
            <a:schemeClr val="tx1">
              <a:alpha val="20000"/>
            </a:schemeClr>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en-US" sz="2514" dirty="0"/>
          </a:p>
        </p:txBody>
      </p:sp>
      <p:grpSp>
        <p:nvGrpSpPr>
          <p:cNvPr id="40" name="그룹 39"/>
          <p:cNvGrpSpPr/>
          <p:nvPr userDrawn="1"/>
        </p:nvGrpSpPr>
        <p:grpSpPr>
          <a:xfrm>
            <a:off x="333377" y="4914902"/>
            <a:ext cx="903112" cy="82551"/>
            <a:chOff x="719313" y="4914900"/>
            <a:chExt cx="903112" cy="82551"/>
          </a:xfrm>
        </p:grpSpPr>
        <p:grpSp>
          <p:nvGrpSpPr>
            <p:cNvPr id="41" name="그룹 40"/>
            <p:cNvGrpSpPr/>
            <p:nvPr/>
          </p:nvGrpSpPr>
          <p:grpSpPr>
            <a:xfrm>
              <a:off x="835025" y="4914900"/>
              <a:ext cx="787400" cy="82551"/>
              <a:chOff x="835025" y="4914900"/>
              <a:chExt cx="787400" cy="82551"/>
            </a:xfrm>
          </p:grpSpPr>
          <p:sp>
            <p:nvSpPr>
              <p:cNvPr id="62" name="Freeform 13"/>
              <p:cNvSpPr>
                <a:spLocks noEditPoints="1"/>
              </p:cNvSpPr>
              <p:nvPr userDrawn="1"/>
            </p:nvSpPr>
            <p:spPr bwMode="auto">
              <a:xfrm>
                <a:off x="835025" y="4914900"/>
                <a:ext cx="74613" cy="80963"/>
              </a:xfrm>
              <a:custGeom>
                <a:avLst/>
                <a:gdLst>
                  <a:gd name="T0" fmla="*/ 19 w 47"/>
                  <a:gd name="T1" fmla="*/ 0 h 51"/>
                  <a:gd name="T2" fmla="*/ 28 w 47"/>
                  <a:gd name="T3" fmla="*/ 0 h 51"/>
                  <a:gd name="T4" fmla="*/ 47 w 47"/>
                  <a:gd name="T5" fmla="*/ 51 h 51"/>
                  <a:gd name="T6" fmla="*/ 37 w 47"/>
                  <a:gd name="T7" fmla="*/ 51 h 51"/>
                  <a:gd name="T8" fmla="*/ 33 w 47"/>
                  <a:gd name="T9" fmla="*/ 37 h 51"/>
                  <a:gd name="T10" fmla="*/ 13 w 47"/>
                  <a:gd name="T11" fmla="*/ 37 h 51"/>
                  <a:gd name="T12" fmla="*/ 9 w 47"/>
                  <a:gd name="T13" fmla="*/ 51 h 51"/>
                  <a:gd name="T14" fmla="*/ 0 w 47"/>
                  <a:gd name="T15" fmla="*/ 51 h 51"/>
                  <a:gd name="T16" fmla="*/ 19 w 47"/>
                  <a:gd name="T17" fmla="*/ 0 h 51"/>
                  <a:gd name="T18" fmla="*/ 16 w 47"/>
                  <a:gd name="T19" fmla="*/ 30 h 51"/>
                  <a:gd name="T20" fmla="*/ 31 w 47"/>
                  <a:gd name="T21" fmla="*/ 30 h 51"/>
                  <a:gd name="T22" fmla="*/ 23 w 47"/>
                  <a:gd name="T23" fmla="*/ 9 h 51"/>
                  <a:gd name="T24" fmla="*/ 23 w 47"/>
                  <a:gd name="T25" fmla="*/ 9 h 51"/>
                  <a:gd name="T26" fmla="*/ 16 w 47"/>
                  <a:gd name="T27" fmla="*/ 3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51">
                    <a:moveTo>
                      <a:pt x="19" y="0"/>
                    </a:moveTo>
                    <a:lnTo>
                      <a:pt x="28" y="0"/>
                    </a:lnTo>
                    <a:lnTo>
                      <a:pt x="47" y="51"/>
                    </a:lnTo>
                    <a:lnTo>
                      <a:pt x="37" y="51"/>
                    </a:lnTo>
                    <a:lnTo>
                      <a:pt x="33" y="37"/>
                    </a:lnTo>
                    <a:lnTo>
                      <a:pt x="13" y="37"/>
                    </a:lnTo>
                    <a:lnTo>
                      <a:pt x="9" y="51"/>
                    </a:lnTo>
                    <a:lnTo>
                      <a:pt x="0" y="51"/>
                    </a:lnTo>
                    <a:lnTo>
                      <a:pt x="19" y="0"/>
                    </a:lnTo>
                    <a:close/>
                    <a:moveTo>
                      <a:pt x="16" y="30"/>
                    </a:moveTo>
                    <a:lnTo>
                      <a:pt x="31" y="30"/>
                    </a:lnTo>
                    <a:lnTo>
                      <a:pt x="23" y="9"/>
                    </a:lnTo>
                    <a:lnTo>
                      <a:pt x="23" y="9"/>
                    </a:lnTo>
                    <a:lnTo>
                      <a:pt x="16" y="3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66" name="Freeform 14"/>
              <p:cNvSpPr>
                <a:spLocks/>
              </p:cNvSpPr>
              <p:nvPr userDrawn="1"/>
            </p:nvSpPr>
            <p:spPr bwMode="auto">
              <a:xfrm>
                <a:off x="908050" y="4937125"/>
                <a:ext cx="82550" cy="58738"/>
              </a:xfrm>
              <a:custGeom>
                <a:avLst/>
                <a:gdLst>
                  <a:gd name="T0" fmla="*/ 0 w 52"/>
                  <a:gd name="T1" fmla="*/ 0 h 37"/>
                  <a:gd name="T2" fmla="*/ 8 w 52"/>
                  <a:gd name="T3" fmla="*/ 0 h 37"/>
                  <a:gd name="T4" fmla="*/ 16 w 52"/>
                  <a:gd name="T5" fmla="*/ 27 h 37"/>
                  <a:gd name="T6" fmla="*/ 16 w 52"/>
                  <a:gd name="T7" fmla="*/ 27 h 37"/>
                  <a:gd name="T8" fmla="*/ 22 w 52"/>
                  <a:gd name="T9" fmla="*/ 0 h 37"/>
                  <a:gd name="T10" fmla="*/ 30 w 52"/>
                  <a:gd name="T11" fmla="*/ 0 h 37"/>
                  <a:gd name="T12" fmla="*/ 37 w 52"/>
                  <a:gd name="T13" fmla="*/ 27 h 37"/>
                  <a:gd name="T14" fmla="*/ 37 w 52"/>
                  <a:gd name="T15" fmla="*/ 27 h 37"/>
                  <a:gd name="T16" fmla="*/ 44 w 52"/>
                  <a:gd name="T17" fmla="*/ 0 h 37"/>
                  <a:gd name="T18" fmla="*/ 52 w 52"/>
                  <a:gd name="T19" fmla="*/ 0 h 37"/>
                  <a:gd name="T20" fmla="*/ 41 w 52"/>
                  <a:gd name="T21" fmla="*/ 37 h 37"/>
                  <a:gd name="T22" fmla="*/ 33 w 52"/>
                  <a:gd name="T23" fmla="*/ 37 h 37"/>
                  <a:gd name="T24" fmla="*/ 26 w 52"/>
                  <a:gd name="T25" fmla="*/ 9 h 37"/>
                  <a:gd name="T26" fmla="*/ 26 w 52"/>
                  <a:gd name="T27" fmla="*/ 9 h 37"/>
                  <a:gd name="T28" fmla="*/ 19 w 52"/>
                  <a:gd name="T29" fmla="*/ 37 h 37"/>
                  <a:gd name="T30" fmla="*/ 11 w 52"/>
                  <a:gd name="T31" fmla="*/ 37 h 37"/>
                  <a:gd name="T32" fmla="*/ 0 w 52"/>
                  <a:gd name="T33"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37">
                    <a:moveTo>
                      <a:pt x="0" y="0"/>
                    </a:moveTo>
                    <a:lnTo>
                      <a:pt x="8" y="0"/>
                    </a:lnTo>
                    <a:lnTo>
                      <a:pt x="16" y="27"/>
                    </a:lnTo>
                    <a:lnTo>
                      <a:pt x="16" y="27"/>
                    </a:lnTo>
                    <a:lnTo>
                      <a:pt x="22" y="0"/>
                    </a:lnTo>
                    <a:lnTo>
                      <a:pt x="30" y="0"/>
                    </a:lnTo>
                    <a:lnTo>
                      <a:pt x="37" y="27"/>
                    </a:lnTo>
                    <a:lnTo>
                      <a:pt x="37" y="27"/>
                    </a:lnTo>
                    <a:lnTo>
                      <a:pt x="44" y="0"/>
                    </a:lnTo>
                    <a:lnTo>
                      <a:pt x="52" y="0"/>
                    </a:lnTo>
                    <a:lnTo>
                      <a:pt x="41" y="37"/>
                    </a:lnTo>
                    <a:lnTo>
                      <a:pt x="33" y="37"/>
                    </a:lnTo>
                    <a:lnTo>
                      <a:pt x="26" y="9"/>
                    </a:lnTo>
                    <a:lnTo>
                      <a:pt x="26" y="9"/>
                    </a:lnTo>
                    <a:lnTo>
                      <a:pt x="19" y="37"/>
                    </a:lnTo>
                    <a:lnTo>
                      <a:pt x="11" y="37"/>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67" name="Freeform 15"/>
              <p:cNvSpPr>
                <a:spLocks noEditPoints="1"/>
              </p:cNvSpPr>
              <p:nvPr userDrawn="1"/>
            </p:nvSpPr>
            <p:spPr bwMode="auto">
              <a:xfrm>
                <a:off x="995363" y="4935538"/>
                <a:ext cx="55563" cy="61913"/>
              </a:xfrm>
              <a:custGeom>
                <a:avLst/>
                <a:gdLst>
                  <a:gd name="T0" fmla="*/ 13 w 57"/>
                  <a:gd name="T1" fmla="*/ 33 h 61"/>
                  <a:gd name="T2" fmla="*/ 28 w 57"/>
                  <a:gd name="T3" fmla="*/ 50 h 61"/>
                  <a:gd name="T4" fmla="*/ 42 w 57"/>
                  <a:gd name="T5" fmla="*/ 41 h 61"/>
                  <a:gd name="T6" fmla="*/ 54 w 57"/>
                  <a:gd name="T7" fmla="*/ 41 h 61"/>
                  <a:gd name="T8" fmla="*/ 28 w 57"/>
                  <a:gd name="T9" fmla="*/ 61 h 61"/>
                  <a:gd name="T10" fmla="*/ 0 w 57"/>
                  <a:gd name="T11" fmla="*/ 30 h 61"/>
                  <a:gd name="T12" fmla="*/ 28 w 57"/>
                  <a:gd name="T13" fmla="*/ 0 h 61"/>
                  <a:gd name="T14" fmla="*/ 55 w 57"/>
                  <a:gd name="T15" fmla="*/ 33 h 61"/>
                  <a:gd name="T16" fmla="*/ 13 w 57"/>
                  <a:gd name="T17" fmla="*/ 33 h 61"/>
                  <a:gd name="T18" fmla="*/ 42 w 57"/>
                  <a:gd name="T19" fmla="*/ 25 h 61"/>
                  <a:gd name="T20" fmla="*/ 28 w 57"/>
                  <a:gd name="T21" fmla="*/ 10 h 61"/>
                  <a:gd name="T22" fmla="*/ 13 w 57"/>
                  <a:gd name="T23" fmla="*/ 25 h 61"/>
                  <a:gd name="T24" fmla="*/ 42 w 57"/>
                  <a:gd name="T2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61">
                    <a:moveTo>
                      <a:pt x="13" y="33"/>
                    </a:moveTo>
                    <a:cubicBezTo>
                      <a:pt x="13" y="42"/>
                      <a:pt x="18" y="50"/>
                      <a:pt x="28" y="50"/>
                    </a:cubicBezTo>
                    <a:cubicBezTo>
                      <a:pt x="36" y="50"/>
                      <a:pt x="40" y="47"/>
                      <a:pt x="42" y="41"/>
                    </a:cubicBezTo>
                    <a:cubicBezTo>
                      <a:pt x="54" y="41"/>
                      <a:pt x="54" y="41"/>
                      <a:pt x="54" y="41"/>
                    </a:cubicBezTo>
                    <a:cubicBezTo>
                      <a:pt x="52" y="54"/>
                      <a:pt x="41" y="61"/>
                      <a:pt x="28" y="61"/>
                    </a:cubicBezTo>
                    <a:cubicBezTo>
                      <a:pt x="10" y="61"/>
                      <a:pt x="0" y="48"/>
                      <a:pt x="0" y="30"/>
                    </a:cubicBezTo>
                    <a:cubicBezTo>
                      <a:pt x="0" y="14"/>
                      <a:pt x="11" y="0"/>
                      <a:pt x="28" y="0"/>
                    </a:cubicBezTo>
                    <a:cubicBezTo>
                      <a:pt x="46" y="0"/>
                      <a:pt x="57" y="16"/>
                      <a:pt x="55" y="33"/>
                    </a:cubicBezTo>
                    <a:lnTo>
                      <a:pt x="13" y="33"/>
                    </a:lnTo>
                    <a:close/>
                    <a:moveTo>
                      <a:pt x="42" y="25"/>
                    </a:moveTo>
                    <a:cubicBezTo>
                      <a:pt x="42" y="17"/>
                      <a:pt x="36" y="10"/>
                      <a:pt x="28" y="10"/>
                    </a:cubicBezTo>
                    <a:cubicBezTo>
                      <a:pt x="19" y="10"/>
                      <a:pt x="13" y="16"/>
                      <a:pt x="13" y="25"/>
                    </a:cubicBezTo>
                    <a:lnTo>
                      <a:pt x="42" y="2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68" name="Freeform 16"/>
              <p:cNvSpPr>
                <a:spLocks/>
              </p:cNvSpPr>
              <p:nvPr userDrawn="1"/>
            </p:nvSpPr>
            <p:spPr bwMode="auto">
              <a:xfrm>
                <a:off x="1055688" y="4935538"/>
                <a:ext cx="50800" cy="61913"/>
              </a:xfrm>
              <a:custGeom>
                <a:avLst/>
                <a:gdLst>
                  <a:gd name="T0" fmla="*/ 12 w 51"/>
                  <a:gd name="T1" fmla="*/ 40 h 61"/>
                  <a:gd name="T2" fmla="*/ 25 w 51"/>
                  <a:gd name="T3" fmla="*/ 50 h 61"/>
                  <a:gd name="T4" fmla="*/ 38 w 51"/>
                  <a:gd name="T5" fmla="*/ 43 h 61"/>
                  <a:gd name="T6" fmla="*/ 19 w 51"/>
                  <a:gd name="T7" fmla="*/ 33 h 61"/>
                  <a:gd name="T8" fmla="*/ 1 w 51"/>
                  <a:gd name="T9" fmla="*/ 16 h 61"/>
                  <a:gd name="T10" fmla="*/ 25 w 51"/>
                  <a:gd name="T11" fmla="*/ 0 h 61"/>
                  <a:gd name="T12" fmla="*/ 49 w 51"/>
                  <a:gd name="T13" fmla="*/ 17 h 61"/>
                  <a:gd name="T14" fmla="*/ 36 w 51"/>
                  <a:gd name="T15" fmla="*/ 17 h 61"/>
                  <a:gd name="T16" fmla="*/ 24 w 51"/>
                  <a:gd name="T17" fmla="*/ 10 h 61"/>
                  <a:gd name="T18" fmla="*/ 14 w 51"/>
                  <a:gd name="T19" fmla="*/ 16 h 61"/>
                  <a:gd name="T20" fmla="*/ 32 w 51"/>
                  <a:gd name="T21" fmla="*/ 25 h 61"/>
                  <a:gd name="T22" fmla="*/ 51 w 51"/>
                  <a:gd name="T23" fmla="*/ 42 h 61"/>
                  <a:gd name="T24" fmla="*/ 25 w 51"/>
                  <a:gd name="T25" fmla="*/ 61 h 61"/>
                  <a:gd name="T26" fmla="*/ 0 w 51"/>
                  <a:gd name="T27" fmla="*/ 40 h 61"/>
                  <a:gd name="T28" fmla="*/ 12 w 51"/>
                  <a:gd name="T29" fmla="*/ 4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61">
                    <a:moveTo>
                      <a:pt x="12" y="40"/>
                    </a:moveTo>
                    <a:cubicBezTo>
                      <a:pt x="13" y="48"/>
                      <a:pt x="19" y="50"/>
                      <a:pt x="25" y="50"/>
                    </a:cubicBezTo>
                    <a:cubicBezTo>
                      <a:pt x="30" y="50"/>
                      <a:pt x="39" y="49"/>
                      <a:pt x="38" y="43"/>
                    </a:cubicBezTo>
                    <a:cubicBezTo>
                      <a:pt x="38" y="36"/>
                      <a:pt x="29" y="35"/>
                      <a:pt x="19" y="33"/>
                    </a:cubicBezTo>
                    <a:cubicBezTo>
                      <a:pt x="10" y="31"/>
                      <a:pt x="1" y="28"/>
                      <a:pt x="1" y="16"/>
                    </a:cubicBezTo>
                    <a:cubicBezTo>
                      <a:pt x="1" y="4"/>
                      <a:pt x="15" y="0"/>
                      <a:pt x="25" y="0"/>
                    </a:cubicBezTo>
                    <a:cubicBezTo>
                      <a:pt x="37" y="0"/>
                      <a:pt x="48" y="5"/>
                      <a:pt x="49" y="17"/>
                    </a:cubicBezTo>
                    <a:cubicBezTo>
                      <a:pt x="36" y="17"/>
                      <a:pt x="36" y="17"/>
                      <a:pt x="36" y="17"/>
                    </a:cubicBezTo>
                    <a:cubicBezTo>
                      <a:pt x="35" y="11"/>
                      <a:pt x="30" y="10"/>
                      <a:pt x="24" y="10"/>
                    </a:cubicBezTo>
                    <a:cubicBezTo>
                      <a:pt x="20" y="10"/>
                      <a:pt x="14" y="11"/>
                      <a:pt x="14" y="16"/>
                    </a:cubicBezTo>
                    <a:cubicBezTo>
                      <a:pt x="14" y="22"/>
                      <a:pt x="23" y="23"/>
                      <a:pt x="32" y="25"/>
                    </a:cubicBezTo>
                    <a:cubicBezTo>
                      <a:pt x="42" y="27"/>
                      <a:pt x="51" y="30"/>
                      <a:pt x="51" y="42"/>
                    </a:cubicBezTo>
                    <a:cubicBezTo>
                      <a:pt x="51" y="56"/>
                      <a:pt x="37" y="61"/>
                      <a:pt x="25" y="61"/>
                    </a:cubicBezTo>
                    <a:cubicBezTo>
                      <a:pt x="11" y="61"/>
                      <a:pt x="0" y="54"/>
                      <a:pt x="0" y="40"/>
                    </a:cubicBezTo>
                    <a:lnTo>
                      <a:pt x="12" y="4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69" name="Freeform 17"/>
              <p:cNvSpPr>
                <a:spLocks noEditPoints="1"/>
              </p:cNvSpPr>
              <p:nvPr userDrawn="1"/>
            </p:nvSpPr>
            <p:spPr bwMode="auto">
              <a:xfrm>
                <a:off x="1112838" y="4935538"/>
                <a:ext cx="57150" cy="61913"/>
              </a:xfrm>
              <a:custGeom>
                <a:avLst/>
                <a:gdLst>
                  <a:gd name="T0" fmla="*/ 0 w 58"/>
                  <a:gd name="T1" fmla="*/ 30 h 61"/>
                  <a:gd name="T2" fmla="*/ 29 w 58"/>
                  <a:gd name="T3" fmla="*/ 0 h 61"/>
                  <a:gd name="T4" fmla="*/ 58 w 58"/>
                  <a:gd name="T5" fmla="*/ 30 h 61"/>
                  <a:gd name="T6" fmla="*/ 29 w 58"/>
                  <a:gd name="T7" fmla="*/ 61 h 61"/>
                  <a:gd name="T8" fmla="*/ 0 w 58"/>
                  <a:gd name="T9" fmla="*/ 30 h 61"/>
                  <a:gd name="T10" fmla="*/ 46 w 58"/>
                  <a:gd name="T11" fmla="*/ 30 h 61"/>
                  <a:gd name="T12" fmla="*/ 29 w 58"/>
                  <a:gd name="T13" fmla="*/ 10 h 61"/>
                  <a:gd name="T14" fmla="*/ 13 w 58"/>
                  <a:gd name="T15" fmla="*/ 30 h 61"/>
                  <a:gd name="T16" fmla="*/ 29 w 58"/>
                  <a:gd name="T17" fmla="*/ 50 h 61"/>
                  <a:gd name="T18" fmla="*/ 46 w 58"/>
                  <a:gd name="T19" fmla="*/ 3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61">
                    <a:moveTo>
                      <a:pt x="0" y="30"/>
                    </a:moveTo>
                    <a:cubicBezTo>
                      <a:pt x="0" y="12"/>
                      <a:pt x="11" y="0"/>
                      <a:pt x="29" y="0"/>
                    </a:cubicBezTo>
                    <a:cubicBezTo>
                      <a:pt x="48" y="0"/>
                      <a:pt x="58" y="12"/>
                      <a:pt x="58" y="30"/>
                    </a:cubicBezTo>
                    <a:cubicBezTo>
                      <a:pt x="58" y="48"/>
                      <a:pt x="48" y="61"/>
                      <a:pt x="29" y="61"/>
                    </a:cubicBezTo>
                    <a:cubicBezTo>
                      <a:pt x="11" y="61"/>
                      <a:pt x="0" y="48"/>
                      <a:pt x="0" y="30"/>
                    </a:cubicBezTo>
                    <a:close/>
                    <a:moveTo>
                      <a:pt x="46" y="30"/>
                    </a:moveTo>
                    <a:cubicBezTo>
                      <a:pt x="46" y="20"/>
                      <a:pt x="41" y="10"/>
                      <a:pt x="29" y="10"/>
                    </a:cubicBezTo>
                    <a:cubicBezTo>
                      <a:pt x="18" y="10"/>
                      <a:pt x="13" y="20"/>
                      <a:pt x="13" y="30"/>
                    </a:cubicBezTo>
                    <a:cubicBezTo>
                      <a:pt x="13" y="40"/>
                      <a:pt x="18" y="50"/>
                      <a:pt x="29" y="50"/>
                    </a:cubicBezTo>
                    <a:cubicBezTo>
                      <a:pt x="41" y="50"/>
                      <a:pt x="46" y="40"/>
                      <a:pt x="46" y="3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70" name="Freeform 18"/>
              <p:cNvSpPr>
                <a:spLocks/>
              </p:cNvSpPr>
              <p:nvPr userDrawn="1"/>
            </p:nvSpPr>
            <p:spPr bwMode="auto">
              <a:xfrm>
                <a:off x="1181100" y="4935538"/>
                <a:ext cx="82550" cy="60325"/>
              </a:xfrm>
              <a:custGeom>
                <a:avLst/>
                <a:gdLst>
                  <a:gd name="T0" fmla="*/ 0 w 84"/>
                  <a:gd name="T1" fmla="*/ 1 h 59"/>
                  <a:gd name="T2" fmla="*/ 12 w 84"/>
                  <a:gd name="T3" fmla="*/ 1 h 59"/>
                  <a:gd name="T4" fmla="*/ 12 w 84"/>
                  <a:gd name="T5" fmla="*/ 9 h 59"/>
                  <a:gd name="T6" fmla="*/ 12 w 84"/>
                  <a:gd name="T7" fmla="*/ 9 h 59"/>
                  <a:gd name="T8" fmla="*/ 30 w 84"/>
                  <a:gd name="T9" fmla="*/ 0 h 59"/>
                  <a:gd name="T10" fmla="*/ 46 w 84"/>
                  <a:gd name="T11" fmla="*/ 9 h 59"/>
                  <a:gd name="T12" fmla="*/ 64 w 84"/>
                  <a:gd name="T13" fmla="*/ 0 h 59"/>
                  <a:gd name="T14" fmla="*/ 84 w 84"/>
                  <a:gd name="T15" fmla="*/ 19 h 59"/>
                  <a:gd name="T16" fmla="*/ 84 w 84"/>
                  <a:gd name="T17" fmla="*/ 59 h 59"/>
                  <a:gd name="T18" fmla="*/ 71 w 84"/>
                  <a:gd name="T19" fmla="*/ 59 h 59"/>
                  <a:gd name="T20" fmla="*/ 71 w 84"/>
                  <a:gd name="T21" fmla="*/ 25 h 59"/>
                  <a:gd name="T22" fmla="*/ 60 w 84"/>
                  <a:gd name="T23" fmla="*/ 10 h 59"/>
                  <a:gd name="T24" fmla="*/ 48 w 84"/>
                  <a:gd name="T25" fmla="*/ 25 h 59"/>
                  <a:gd name="T26" fmla="*/ 48 w 84"/>
                  <a:gd name="T27" fmla="*/ 59 h 59"/>
                  <a:gd name="T28" fmla="*/ 35 w 84"/>
                  <a:gd name="T29" fmla="*/ 59 h 59"/>
                  <a:gd name="T30" fmla="*/ 35 w 84"/>
                  <a:gd name="T31" fmla="*/ 22 h 59"/>
                  <a:gd name="T32" fmla="*/ 25 w 84"/>
                  <a:gd name="T33" fmla="*/ 10 h 59"/>
                  <a:gd name="T34" fmla="*/ 13 w 84"/>
                  <a:gd name="T35" fmla="*/ 25 h 59"/>
                  <a:gd name="T36" fmla="*/ 13 w 84"/>
                  <a:gd name="T37" fmla="*/ 59 h 59"/>
                  <a:gd name="T38" fmla="*/ 0 w 84"/>
                  <a:gd name="T39" fmla="*/ 59 h 59"/>
                  <a:gd name="T40" fmla="*/ 0 w 84"/>
                  <a:gd name="T41" fmla="*/ 1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59">
                    <a:moveTo>
                      <a:pt x="0" y="1"/>
                    </a:moveTo>
                    <a:cubicBezTo>
                      <a:pt x="12" y="1"/>
                      <a:pt x="12" y="1"/>
                      <a:pt x="12" y="1"/>
                    </a:cubicBezTo>
                    <a:cubicBezTo>
                      <a:pt x="12" y="9"/>
                      <a:pt x="12" y="9"/>
                      <a:pt x="12" y="9"/>
                    </a:cubicBezTo>
                    <a:cubicBezTo>
                      <a:pt x="12" y="9"/>
                      <a:pt x="12" y="9"/>
                      <a:pt x="12" y="9"/>
                    </a:cubicBezTo>
                    <a:cubicBezTo>
                      <a:pt x="16" y="4"/>
                      <a:pt x="21" y="0"/>
                      <a:pt x="30" y="0"/>
                    </a:cubicBezTo>
                    <a:cubicBezTo>
                      <a:pt x="37" y="0"/>
                      <a:pt x="44" y="3"/>
                      <a:pt x="46" y="9"/>
                    </a:cubicBezTo>
                    <a:cubicBezTo>
                      <a:pt x="50" y="3"/>
                      <a:pt x="56" y="0"/>
                      <a:pt x="64" y="0"/>
                    </a:cubicBezTo>
                    <a:cubicBezTo>
                      <a:pt x="76" y="0"/>
                      <a:pt x="84" y="5"/>
                      <a:pt x="84" y="19"/>
                    </a:cubicBezTo>
                    <a:cubicBezTo>
                      <a:pt x="84" y="59"/>
                      <a:pt x="84" y="59"/>
                      <a:pt x="84" y="59"/>
                    </a:cubicBezTo>
                    <a:cubicBezTo>
                      <a:pt x="71" y="59"/>
                      <a:pt x="71" y="59"/>
                      <a:pt x="71" y="59"/>
                    </a:cubicBezTo>
                    <a:cubicBezTo>
                      <a:pt x="71" y="25"/>
                      <a:pt x="71" y="25"/>
                      <a:pt x="71" y="25"/>
                    </a:cubicBezTo>
                    <a:cubicBezTo>
                      <a:pt x="71" y="16"/>
                      <a:pt x="70" y="10"/>
                      <a:pt x="60" y="10"/>
                    </a:cubicBezTo>
                    <a:cubicBezTo>
                      <a:pt x="52" y="10"/>
                      <a:pt x="48" y="15"/>
                      <a:pt x="48" y="25"/>
                    </a:cubicBezTo>
                    <a:cubicBezTo>
                      <a:pt x="48" y="59"/>
                      <a:pt x="48" y="59"/>
                      <a:pt x="48" y="59"/>
                    </a:cubicBezTo>
                    <a:cubicBezTo>
                      <a:pt x="35" y="59"/>
                      <a:pt x="35" y="59"/>
                      <a:pt x="35" y="59"/>
                    </a:cubicBezTo>
                    <a:cubicBezTo>
                      <a:pt x="35" y="22"/>
                      <a:pt x="35" y="22"/>
                      <a:pt x="35" y="22"/>
                    </a:cubicBezTo>
                    <a:cubicBezTo>
                      <a:pt x="35" y="14"/>
                      <a:pt x="33" y="10"/>
                      <a:pt x="25" y="10"/>
                    </a:cubicBezTo>
                    <a:cubicBezTo>
                      <a:pt x="19" y="10"/>
                      <a:pt x="13" y="15"/>
                      <a:pt x="13" y="25"/>
                    </a:cubicBezTo>
                    <a:cubicBezTo>
                      <a:pt x="13" y="59"/>
                      <a:pt x="13" y="59"/>
                      <a:pt x="13" y="59"/>
                    </a:cubicBezTo>
                    <a:cubicBezTo>
                      <a:pt x="0" y="59"/>
                      <a:pt x="0" y="59"/>
                      <a:pt x="0" y="59"/>
                    </a:cubicBezTo>
                    <a:lnTo>
                      <a:pt x="0" y="1"/>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71" name="Freeform 19"/>
              <p:cNvSpPr>
                <a:spLocks noEditPoints="1"/>
              </p:cNvSpPr>
              <p:nvPr userDrawn="1"/>
            </p:nvSpPr>
            <p:spPr bwMode="auto">
              <a:xfrm>
                <a:off x="1273175" y="4935538"/>
                <a:ext cx="55563" cy="61913"/>
              </a:xfrm>
              <a:custGeom>
                <a:avLst/>
                <a:gdLst>
                  <a:gd name="T0" fmla="*/ 13 w 57"/>
                  <a:gd name="T1" fmla="*/ 33 h 61"/>
                  <a:gd name="T2" fmla="*/ 28 w 57"/>
                  <a:gd name="T3" fmla="*/ 50 h 61"/>
                  <a:gd name="T4" fmla="*/ 42 w 57"/>
                  <a:gd name="T5" fmla="*/ 41 h 61"/>
                  <a:gd name="T6" fmla="*/ 54 w 57"/>
                  <a:gd name="T7" fmla="*/ 41 h 61"/>
                  <a:gd name="T8" fmla="*/ 28 w 57"/>
                  <a:gd name="T9" fmla="*/ 61 h 61"/>
                  <a:gd name="T10" fmla="*/ 0 w 57"/>
                  <a:gd name="T11" fmla="*/ 30 h 61"/>
                  <a:gd name="T12" fmla="*/ 28 w 57"/>
                  <a:gd name="T13" fmla="*/ 0 h 61"/>
                  <a:gd name="T14" fmla="*/ 55 w 57"/>
                  <a:gd name="T15" fmla="*/ 33 h 61"/>
                  <a:gd name="T16" fmla="*/ 13 w 57"/>
                  <a:gd name="T17" fmla="*/ 33 h 61"/>
                  <a:gd name="T18" fmla="*/ 42 w 57"/>
                  <a:gd name="T19" fmla="*/ 25 h 61"/>
                  <a:gd name="T20" fmla="*/ 28 w 57"/>
                  <a:gd name="T21" fmla="*/ 10 h 61"/>
                  <a:gd name="T22" fmla="*/ 13 w 57"/>
                  <a:gd name="T23" fmla="*/ 25 h 61"/>
                  <a:gd name="T24" fmla="*/ 42 w 57"/>
                  <a:gd name="T2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61">
                    <a:moveTo>
                      <a:pt x="13" y="33"/>
                    </a:moveTo>
                    <a:cubicBezTo>
                      <a:pt x="13" y="42"/>
                      <a:pt x="18" y="50"/>
                      <a:pt x="28" y="50"/>
                    </a:cubicBezTo>
                    <a:cubicBezTo>
                      <a:pt x="36" y="50"/>
                      <a:pt x="40" y="47"/>
                      <a:pt x="42" y="41"/>
                    </a:cubicBezTo>
                    <a:cubicBezTo>
                      <a:pt x="54" y="41"/>
                      <a:pt x="54" y="41"/>
                      <a:pt x="54" y="41"/>
                    </a:cubicBezTo>
                    <a:cubicBezTo>
                      <a:pt x="52" y="54"/>
                      <a:pt x="41" y="61"/>
                      <a:pt x="28" y="61"/>
                    </a:cubicBezTo>
                    <a:cubicBezTo>
                      <a:pt x="10" y="61"/>
                      <a:pt x="0" y="48"/>
                      <a:pt x="0" y="30"/>
                    </a:cubicBezTo>
                    <a:cubicBezTo>
                      <a:pt x="0" y="14"/>
                      <a:pt x="11" y="0"/>
                      <a:pt x="28" y="0"/>
                    </a:cubicBezTo>
                    <a:cubicBezTo>
                      <a:pt x="46" y="0"/>
                      <a:pt x="57" y="16"/>
                      <a:pt x="55" y="33"/>
                    </a:cubicBezTo>
                    <a:lnTo>
                      <a:pt x="13" y="33"/>
                    </a:lnTo>
                    <a:close/>
                    <a:moveTo>
                      <a:pt x="42" y="25"/>
                    </a:moveTo>
                    <a:cubicBezTo>
                      <a:pt x="42" y="17"/>
                      <a:pt x="37" y="10"/>
                      <a:pt x="28" y="10"/>
                    </a:cubicBezTo>
                    <a:cubicBezTo>
                      <a:pt x="19" y="10"/>
                      <a:pt x="13" y="16"/>
                      <a:pt x="13" y="25"/>
                    </a:cubicBezTo>
                    <a:lnTo>
                      <a:pt x="42" y="2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72" name="Freeform 20"/>
              <p:cNvSpPr>
                <a:spLocks/>
              </p:cNvSpPr>
              <p:nvPr userDrawn="1"/>
            </p:nvSpPr>
            <p:spPr bwMode="auto">
              <a:xfrm>
                <a:off x="1363663" y="4935538"/>
                <a:ext cx="46038" cy="61913"/>
              </a:xfrm>
              <a:custGeom>
                <a:avLst/>
                <a:gdLst>
                  <a:gd name="T0" fmla="*/ 37 w 46"/>
                  <a:gd name="T1" fmla="*/ 18 h 61"/>
                  <a:gd name="T2" fmla="*/ 22 w 46"/>
                  <a:gd name="T3" fmla="*/ 6 h 61"/>
                  <a:gd name="T4" fmla="*/ 9 w 46"/>
                  <a:gd name="T5" fmla="*/ 16 h 61"/>
                  <a:gd name="T6" fmla="*/ 21 w 46"/>
                  <a:gd name="T7" fmla="*/ 25 h 61"/>
                  <a:gd name="T8" fmla="*/ 30 w 46"/>
                  <a:gd name="T9" fmla="*/ 27 h 61"/>
                  <a:gd name="T10" fmla="*/ 46 w 46"/>
                  <a:gd name="T11" fmla="*/ 43 h 61"/>
                  <a:gd name="T12" fmla="*/ 23 w 46"/>
                  <a:gd name="T13" fmla="*/ 61 h 61"/>
                  <a:gd name="T14" fmla="*/ 0 w 46"/>
                  <a:gd name="T15" fmla="*/ 40 h 61"/>
                  <a:gd name="T16" fmla="*/ 7 w 46"/>
                  <a:gd name="T17" fmla="*/ 40 h 61"/>
                  <a:gd name="T18" fmla="*/ 24 w 46"/>
                  <a:gd name="T19" fmla="*/ 55 h 61"/>
                  <a:gd name="T20" fmla="*/ 39 w 46"/>
                  <a:gd name="T21" fmla="*/ 44 h 61"/>
                  <a:gd name="T22" fmla="*/ 27 w 46"/>
                  <a:gd name="T23" fmla="*/ 33 h 61"/>
                  <a:gd name="T24" fmla="*/ 18 w 46"/>
                  <a:gd name="T25" fmla="*/ 31 h 61"/>
                  <a:gd name="T26" fmla="*/ 2 w 46"/>
                  <a:gd name="T27" fmla="*/ 16 h 61"/>
                  <a:gd name="T28" fmla="*/ 23 w 46"/>
                  <a:gd name="T29" fmla="*/ 0 h 61"/>
                  <a:gd name="T30" fmla="*/ 44 w 46"/>
                  <a:gd name="T31" fmla="*/ 18 h 61"/>
                  <a:gd name="T32" fmla="*/ 37 w 46"/>
                  <a:gd name="T33" fmla="*/ 1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1">
                    <a:moveTo>
                      <a:pt x="37" y="18"/>
                    </a:moveTo>
                    <a:cubicBezTo>
                      <a:pt x="37" y="10"/>
                      <a:pt x="30" y="6"/>
                      <a:pt x="22" y="6"/>
                    </a:cubicBezTo>
                    <a:cubicBezTo>
                      <a:pt x="16" y="6"/>
                      <a:pt x="9" y="8"/>
                      <a:pt x="9" y="16"/>
                    </a:cubicBezTo>
                    <a:cubicBezTo>
                      <a:pt x="9" y="22"/>
                      <a:pt x="16" y="24"/>
                      <a:pt x="21" y="25"/>
                    </a:cubicBezTo>
                    <a:cubicBezTo>
                      <a:pt x="30" y="27"/>
                      <a:pt x="30" y="27"/>
                      <a:pt x="30" y="27"/>
                    </a:cubicBezTo>
                    <a:cubicBezTo>
                      <a:pt x="38" y="29"/>
                      <a:pt x="46" y="33"/>
                      <a:pt x="46" y="43"/>
                    </a:cubicBezTo>
                    <a:cubicBezTo>
                      <a:pt x="46" y="56"/>
                      <a:pt x="34" y="61"/>
                      <a:pt x="23" y="61"/>
                    </a:cubicBezTo>
                    <a:cubicBezTo>
                      <a:pt x="10" y="61"/>
                      <a:pt x="1" y="54"/>
                      <a:pt x="0" y="40"/>
                    </a:cubicBezTo>
                    <a:cubicBezTo>
                      <a:pt x="7" y="40"/>
                      <a:pt x="7" y="40"/>
                      <a:pt x="7" y="40"/>
                    </a:cubicBezTo>
                    <a:cubicBezTo>
                      <a:pt x="7" y="50"/>
                      <a:pt x="14" y="55"/>
                      <a:pt x="24" y="55"/>
                    </a:cubicBezTo>
                    <a:cubicBezTo>
                      <a:pt x="30" y="55"/>
                      <a:pt x="39" y="52"/>
                      <a:pt x="39" y="44"/>
                    </a:cubicBezTo>
                    <a:cubicBezTo>
                      <a:pt x="39" y="37"/>
                      <a:pt x="33" y="35"/>
                      <a:pt x="27" y="33"/>
                    </a:cubicBezTo>
                    <a:cubicBezTo>
                      <a:pt x="18" y="31"/>
                      <a:pt x="18" y="31"/>
                      <a:pt x="18" y="31"/>
                    </a:cubicBezTo>
                    <a:cubicBezTo>
                      <a:pt x="9" y="29"/>
                      <a:pt x="2" y="26"/>
                      <a:pt x="2" y="16"/>
                    </a:cubicBezTo>
                    <a:cubicBezTo>
                      <a:pt x="2" y="4"/>
                      <a:pt x="13" y="0"/>
                      <a:pt x="23" y="0"/>
                    </a:cubicBezTo>
                    <a:cubicBezTo>
                      <a:pt x="35" y="0"/>
                      <a:pt x="44" y="6"/>
                      <a:pt x="44" y="18"/>
                    </a:cubicBezTo>
                    <a:lnTo>
                      <a:pt x="37" y="18"/>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79" name="Rectangle 21"/>
              <p:cNvSpPr>
                <a:spLocks noChangeArrowheads="1"/>
              </p:cNvSpPr>
              <p:nvPr userDrawn="1"/>
            </p:nvSpPr>
            <p:spPr bwMode="auto">
              <a:xfrm>
                <a:off x="1420813" y="4914900"/>
                <a:ext cx="6350" cy="8096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80" name="Freeform 22"/>
              <p:cNvSpPr>
                <a:spLocks noEditPoints="1"/>
              </p:cNvSpPr>
              <p:nvPr userDrawn="1"/>
            </p:nvSpPr>
            <p:spPr bwMode="auto">
              <a:xfrm>
                <a:off x="1439863" y="4914900"/>
                <a:ext cx="6350" cy="80963"/>
              </a:xfrm>
              <a:custGeom>
                <a:avLst/>
                <a:gdLst>
                  <a:gd name="T0" fmla="*/ 0 w 4"/>
                  <a:gd name="T1" fmla="*/ 0 h 51"/>
                  <a:gd name="T2" fmla="*/ 4 w 4"/>
                  <a:gd name="T3" fmla="*/ 0 h 51"/>
                  <a:gd name="T4" fmla="*/ 4 w 4"/>
                  <a:gd name="T5" fmla="*/ 8 h 51"/>
                  <a:gd name="T6" fmla="*/ 0 w 4"/>
                  <a:gd name="T7" fmla="*/ 8 h 51"/>
                  <a:gd name="T8" fmla="*/ 0 w 4"/>
                  <a:gd name="T9" fmla="*/ 0 h 51"/>
                  <a:gd name="T10" fmla="*/ 0 w 4"/>
                  <a:gd name="T11" fmla="*/ 14 h 51"/>
                  <a:gd name="T12" fmla="*/ 4 w 4"/>
                  <a:gd name="T13" fmla="*/ 14 h 51"/>
                  <a:gd name="T14" fmla="*/ 4 w 4"/>
                  <a:gd name="T15" fmla="*/ 51 h 51"/>
                  <a:gd name="T16" fmla="*/ 0 w 4"/>
                  <a:gd name="T17" fmla="*/ 51 h 51"/>
                  <a:gd name="T18" fmla="*/ 0 w 4"/>
                  <a:gd name="T19"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51">
                    <a:moveTo>
                      <a:pt x="0" y="0"/>
                    </a:moveTo>
                    <a:lnTo>
                      <a:pt x="4" y="0"/>
                    </a:lnTo>
                    <a:lnTo>
                      <a:pt x="4" y="8"/>
                    </a:lnTo>
                    <a:lnTo>
                      <a:pt x="0" y="8"/>
                    </a:lnTo>
                    <a:lnTo>
                      <a:pt x="0" y="0"/>
                    </a:lnTo>
                    <a:close/>
                    <a:moveTo>
                      <a:pt x="0" y="14"/>
                    </a:moveTo>
                    <a:lnTo>
                      <a:pt x="4" y="14"/>
                    </a:lnTo>
                    <a:lnTo>
                      <a:pt x="4" y="51"/>
                    </a:lnTo>
                    <a:lnTo>
                      <a:pt x="0" y="51"/>
                    </a:lnTo>
                    <a:lnTo>
                      <a:pt x="0" y="14"/>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81" name="Freeform 23"/>
              <p:cNvSpPr>
                <a:spLocks noEditPoints="1"/>
              </p:cNvSpPr>
              <p:nvPr userDrawn="1"/>
            </p:nvSpPr>
            <p:spPr bwMode="auto">
              <a:xfrm>
                <a:off x="1457325" y="4914900"/>
                <a:ext cx="52388" cy="82550"/>
              </a:xfrm>
              <a:custGeom>
                <a:avLst/>
                <a:gdLst>
                  <a:gd name="T0" fmla="*/ 53 w 53"/>
                  <a:gd name="T1" fmla="*/ 80 h 82"/>
                  <a:gd name="T2" fmla="*/ 47 w 53"/>
                  <a:gd name="T3" fmla="*/ 80 h 82"/>
                  <a:gd name="T4" fmla="*/ 47 w 53"/>
                  <a:gd name="T5" fmla="*/ 69 h 82"/>
                  <a:gd name="T6" fmla="*/ 47 w 53"/>
                  <a:gd name="T7" fmla="*/ 69 h 82"/>
                  <a:gd name="T8" fmla="*/ 26 w 53"/>
                  <a:gd name="T9" fmla="*/ 82 h 82"/>
                  <a:gd name="T10" fmla="*/ 0 w 53"/>
                  <a:gd name="T11" fmla="*/ 51 h 82"/>
                  <a:gd name="T12" fmla="*/ 26 w 53"/>
                  <a:gd name="T13" fmla="*/ 21 h 82"/>
                  <a:gd name="T14" fmla="*/ 46 w 53"/>
                  <a:gd name="T15" fmla="*/ 33 h 82"/>
                  <a:gd name="T16" fmla="*/ 46 w 53"/>
                  <a:gd name="T17" fmla="*/ 33 h 82"/>
                  <a:gd name="T18" fmla="*/ 46 w 53"/>
                  <a:gd name="T19" fmla="*/ 0 h 82"/>
                  <a:gd name="T20" fmla="*/ 53 w 53"/>
                  <a:gd name="T21" fmla="*/ 0 h 82"/>
                  <a:gd name="T22" fmla="*/ 53 w 53"/>
                  <a:gd name="T23" fmla="*/ 80 h 82"/>
                  <a:gd name="T24" fmla="*/ 26 w 53"/>
                  <a:gd name="T25" fmla="*/ 76 h 82"/>
                  <a:gd name="T26" fmla="*/ 46 w 53"/>
                  <a:gd name="T27" fmla="*/ 51 h 82"/>
                  <a:gd name="T28" fmla="*/ 26 w 53"/>
                  <a:gd name="T29" fmla="*/ 27 h 82"/>
                  <a:gd name="T30" fmla="*/ 7 w 53"/>
                  <a:gd name="T31" fmla="*/ 51 h 82"/>
                  <a:gd name="T32" fmla="*/ 26 w 53"/>
                  <a:gd name="T33" fmla="*/ 76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82">
                    <a:moveTo>
                      <a:pt x="53" y="80"/>
                    </a:moveTo>
                    <a:cubicBezTo>
                      <a:pt x="47" y="80"/>
                      <a:pt x="47" y="80"/>
                      <a:pt x="47" y="80"/>
                    </a:cubicBezTo>
                    <a:cubicBezTo>
                      <a:pt x="47" y="69"/>
                      <a:pt x="47" y="69"/>
                      <a:pt x="47" y="69"/>
                    </a:cubicBezTo>
                    <a:cubicBezTo>
                      <a:pt x="47" y="69"/>
                      <a:pt x="47" y="69"/>
                      <a:pt x="47" y="69"/>
                    </a:cubicBezTo>
                    <a:cubicBezTo>
                      <a:pt x="44" y="77"/>
                      <a:pt x="35" y="82"/>
                      <a:pt x="26" y="82"/>
                    </a:cubicBezTo>
                    <a:cubicBezTo>
                      <a:pt x="9" y="82"/>
                      <a:pt x="0" y="67"/>
                      <a:pt x="0" y="51"/>
                    </a:cubicBezTo>
                    <a:cubicBezTo>
                      <a:pt x="0" y="35"/>
                      <a:pt x="9" y="21"/>
                      <a:pt x="26" y="21"/>
                    </a:cubicBezTo>
                    <a:cubicBezTo>
                      <a:pt x="35" y="21"/>
                      <a:pt x="43" y="25"/>
                      <a:pt x="46" y="33"/>
                    </a:cubicBezTo>
                    <a:cubicBezTo>
                      <a:pt x="46" y="33"/>
                      <a:pt x="46" y="33"/>
                      <a:pt x="46" y="33"/>
                    </a:cubicBezTo>
                    <a:cubicBezTo>
                      <a:pt x="46" y="0"/>
                      <a:pt x="46" y="0"/>
                      <a:pt x="46" y="0"/>
                    </a:cubicBezTo>
                    <a:cubicBezTo>
                      <a:pt x="53" y="0"/>
                      <a:pt x="53" y="0"/>
                      <a:pt x="53" y="0"/>
                    </a:cubicBezTo>
                    <a:lnTo>
                      <a:pt x="53" y="80"/>
                    </a:lnTo>
                    <a:close/>
                    <a:moveTo>
                      <a:pt x="26" y="76"/>
                    </a:moveTo>
                    <a:cubicBezTo>
                      <a:pt x="41" y="76"/>
                      <a:pt x="46" y="63"/>
                      <a:pt x="46" y="51"/>
                    </a:cubicBezTo>
                    <a:cubicBezTo>
                      <a:pt x="46" y="39"/>
                      <a:pt x="41" y="27"/>
                      <a:pt x="26" y="27"/>
                    </a:cubicBezTo>
                    <a:cubicBezTo>
                      <a:pt x="13" y="27"/>
                      <a:pt x="7" y="39"/>
                      <a:pt x="7" y="51"/>
                    </a:cubicBezTo>
                    <a:cubicBezTo>
                      <a:pt x="7" y="63"/>
                      <a:pt x="13" y="76"/>
                      <a:pt x="26" y="7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82" name="Freeform 24"/>
              <p:cNvSpPr>
                <a:spLocks noEditPoints="1"/>
              </p:cNvSpPr>
              <p:nvPr userDrawn="1"/>
            </p:nvSpPr>
            <p:spPr bwMode="auto">
              <a:xfrm>
                <a:off x="1520825" y="4935538"/>
                <a:ext cx="50800" cy="61913"/>
              </a:xfrm>
              <a:custGeom>
                <a:avLst/>
                <a:gdLst>
                  <a:gd name="T0" fmla="*/ 7 w 52"/>
                  <a:gd name="T1" fmla="*/ 32 h 61"/>
                  <a:gd name="T2" fmla="*/ 26 w 52"/>
                  <a:gd name="T3" fmla="*/ 55 h 61"/>
                  <a:gd name="T4" fmla="*/ 44 w 52"/>
                  <a:gd name="T5" fmla="*/ 40 h 61"/>
                  <a:gd name="T6" fmla="*/ 51 w 52"/>
                  <a:gd name="T7" fmla="*/ 40 h 61"/>
                  <a:gd name="T8" fmla="*/ 26 w 52"/>
                  <a:gd name="T9" fmla="*/ 61 h 61"/>
                  <a:gd name="T10" fmla="*/ 0 w 52"/>
                  <a:gd name="T11" fmla="*/ 30 h 61"/>
                  <a:gd name="T12" fmla="*/ 26 w 52"/>
                  <a:gd name="T13" fmla="*/ 0 h 61"/>
                  <a:gd name="T14" fmla="*/ 51 w 52"/>
                  <a:gd name="T15" fmla="*/ 32 h 61"/>
                  <a:gd name="T16" fmla="*/ 7 w 52"/>
                  <a:gd name="T17" fmla="*/ 32 h 61"/>
                  <a:gd name="T18" fmla="*/ 44 w 52"/>
                  <a:gd name="T19" fmla="*/ 26 h 61"/>
                  <a:gd name="T20" fmla="*/ 26 w 52"/>
                  <a:gd name="T21" fmla="*/ 6 h 61"/>
                  <a:gd name="T22" fmla="*/ 7 w 52"/>
                  <a:gd name="T23" fmla="*/ 26 h 61"/>
                  <a:gd name="T24" fmla="*/ 44 w 52"/>
                  <a:gd name="T25" fmla="*/ 2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1">
                    <a:moveTo>
                      <a:pt x="7" y="32"/>
                    </a:moveTo>
                    <a:cubicBezTo>
                      <a:pt x="7" y="42"/>
                      <a:pt x="12" y="55"/>
                      <a:pt x="26" y="55"/>
                    </a:cubicBezTo>
                    <a:cubicBezTo>
                      <a:pt x="36" y="55"/>
                      <a:pt x="42" y="49"/>
                      <a:pt x="44" y="40"/>
                    </a:cubicBezTo>
                    <a:cubicBezTo>
                      <a:pt x="51" y="40"/>
                      <a:pt x="51" y="40"/>
                      <a:pt x="51" y="40"/>
                    </a:cubicBezTo>
                    <a:cubicBezTo>
                      <a:pt x="48" y="53"/>
                      <a:pt x="40" y="61"/>
                      <a:pt x="26" y="61"/>
                    </a:cubicBezTo>
                    <a:cubicBezTo>
                      <a:pt x="8" y="61"/>
                      <a:pt x="0" y="47"/>
                      <a:pt x="0" y="30"/>
                    </a:cubicBezTo>
                    <a:cubicBezTo>
                      <a:pt x="0" y="15"/>
                      <a:pt x="8" y="0"/>
                      <a:pt x="26" y="0"/>
                    </a:cubicBezTo>
                    <a:cubicBezTo>
                      <a:pt x="44" y="0"/>
                      <a:pt x="52" y="16"/>
                      <a:pt x="51" y="32"/>
                    </a:cubicBezTo>
                    <a:lnTo>
                      <a:pt x="7" y="32"/>
                    </a:lnTo>
                    <a:close/>
                    <a:moveTo>
                      <a:pt x="44" y="26"/>
                    </a:moveTo>
                    <a:cubicBezTo>
                      <a:pt x="44" y="16"/>
                      <a:pt x="37" y="6"/>
                      <a:pt x="26" y="6"/>
                    </a:cubicBezTo>
                    <a:cubicBezTo>
                      <a:pt x="14" y="6"/>
                      <a:pt x="8" y="16"/>
                      <a:pt x="7" y="26"/>
                    </a:cubicBezTo>
                    <a:lnTo>
                      <a:pt x="44" y="26"/>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83" name="Freeform 25"/>
              <p:cNvSpPr>
                <a:spLocks/>
              </p:cNvSpPr>
              <p:nvPr userDrawn="1"/>
            </p:nvSpPr>
            <p:spPr bwMode="auto">
              <a:xfrm>
                <a:off x="1577975" y="4935538"/>
                <a:ext cx="44450" cy="61913"/>
              </a:xfrm>
              <a:custGeom>
                <a:avLst/>
                <a:gdLst>
                  <a:gd name="T0" fmla="*/ 37 w 46"/>
                  <a:gd name="T1" fmla="*/ 18 h 61"/>
                  <a:gd name="T2" fmla="*/ 22 w 46"/>
                  <a:gd name="T3" fmla="*/ 6 h 61"/>
                  <a:gd name="T4" fmla="*/ 9 w 46"/>
                  <a:gd name="T5" fmla="*/ 16 h 61"/>
                  <a:gd name="T6" fmla="*/ 20 w 46"/>
                  <a:gd name="T7" fmla="*/ 25 h 61"/>
                  <a:gd name="T8" fmla="*/ 30 w 46"/>
                  <a:gd name="T9" fmla="*/ 27 h 61"/>
                  <a:gd name="T10" fmla="*/ 46 w 46"/>
                  <a:gd name="T11" fmla="*/ 43 h 61"/>
                  <a:gd name="T12" fmla="*/ 23 w 46"/>
                  <a:gd name="T13" fmla="*/ 61 h 61"/>
                  <a:gd name="T14" fmla="*/ 0 w 46"/>
                  <a:gd name="T15" fmla="*/ 40 h 61"/>
                  <a:gd name="T16" fmla="*/ 7 w 46"/>
                  <a:gd name="T17" fmla="*/ 40 h 61"/>
                  <a:gd name="T18" fmla="*/ 23 w 46"/>
                  <a:gd name="T19" fmla="*/ 55 h 61"/>
                  <a:gd name="T20" fmla="*/ 39 w 46"/>
                  <a:gd name="T21" fmla="*/ 44 h 61"/>
                  <a:gd name="T22" fmla="*/ 27 w 46"/>
                  <a:gd name="T23" fmla="*/ 33 h 61"/>
                  <a:gd name="T24" fmla="*/ 18 w 46"/>
                  <a:gd name="T25" fmla="*/ 31 h 61"/>
                  <a:gd name="T26" fmla="*/ 2 w 46"/>
                  <a:gd name="T27" fmla="*/ 16 h 61"/>
                  <a:gd name="T28" fmla="*/ 23 w 46"/>
                  <a:gd name="T29" fmla="*/ 0 h 61"/>
                  <a:gd name="T30" fmla="*/ 44 w 46"/>
                  <a:gd name="T31" fmla="*/ 18 h 61"/>
                  <a:gd name="T32" fmla="*/ 37 w 46"/>
                  <a:gd name="T33" fmla="*/ 1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1">
                    <a:moveTo>
                      <a:pt x="37" y="18"/>
                    </a:moveTo>
                    <a:cubicBezTo>
                      <a:pt x="37" y="10"/>
                      <a:pt x="30" y="6"/>
                      <a:pt x="22" y="6"/>
                    </a:cubicBezTo>
                    <a:cubicBezTo>
                      <a:pt x="16" y="6"/>
                      <a:pt x="9" y="8"/>
                      <a:pt x="9" y="16"/>
                    </a:cubicBezTo>
                    <a:cubicBezTo>
                      <a:pt x="9" y="22"/>
                      <a:pt x="16" y="24"/>
                      <a:pt x="20" y="25"/>
                    </a:cubicBezTo>
                    <a:cubicBezTo>
                      <a:pt x="30" y="27"/>
                      <a:pt x="30" y="27"/>
                      <a:pt x="30" y="27"/>
                    </a:cubicBezTo>
                    <a:cubicBezTo>
                      <a:pt x="38" y="29"/>
                      <a:pt x="46" y="33"/>
                      <a:pt x="46" y="43"/>
                    </a:cubicBezTo>
                    <a:cubicBezTo>
                      <a:pt x="46" y="56"/>
                      <a:pt x="34" y="61"/>
                      <a:pt x="23" y="61"/>
                    </a:cubicBezTo>
                    <a:cubicBezTo>
                      <a:pt x="10" y="61"/>
                      <a:pt x="1" y="54"/>
                      <a:pt x="0" y="40"/>
                    </a:cubicBezTo>
                    <a:cubicBezTo>
                      <a:pt x="7" y="40"/>
                      <a:pt x="7" y="40"/>
                      <a:pt x="7" y="40"/>
                    </a:cubicBezTo>
                    <a:cubicBezTo>
                      <a:pt x="7" y="50"/>
                      <a:pt x="14" y="55"/>
                      <a:pt x="23" y="55"/>
                    </a:cubicBezTo>
                    <a:cubicBezTo>
                      <a:pt x="30" y="55"/>
                      <a:pt x="39" y="52"/>
                      <a:pt x="39" y="44"/>
                    </a:cubicBezTo>
                    <a:cubicBezTo>
                      <a:pt x="39" y="37"/>
                      <a:pt x="33" y="35"/>
                      <a:pt x="27" y="33"/>
                    </a:cubicBezTo>
                    <a:cubicBezTo>
                      <a:pt x="18" y="31"/>
                      <a:pt x="18" y="31"/>
                      <a:pt x="18" y="31"/>
                    </a:cubicBezTo>
                    <a:cubicBezTo>
                      <a:pt x="8" y="29"/>
                      <a:pt x="2" y="26"/>
                      <a:pt x="2" y="16"/>
                    </a:cubicBezTo>
                    <a:cubicBezTo>
                      <a:pt x="2" y="4"/>
                      <a:pt x="13" y="0"/>
                      <a:pt x="23" y="0"/>
                    </a:cubicBezTo>
                    <a:cubicBezTo>
                      <a:pt x="35" y="0"/>
                      <a:pt x="44" y="6"/>
                      <a:pt x="44" y="18"/>
                    </a:cubicBezTo>
                    <a:lnTo>
                      <a:pt x="37" y="18"/>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57" name="그룹 56"/>
            <p:cNvGrpSpPr/>
            <p:nvPr/>
          </p:nvGrpSpPr>
          <p:grpSpPr>
            <a:xfrm>
              <a:off x="719313" y="4915075"/>
              <a:ext cx="79200" cy="79200"/>
              <a:chOff x="599281" y="4399757"/>
              <a:chExt cx="362744" cy="362739"/>
            </a:xfrm>
            <a:solidFill>
              <a:schemeClr val="tx2"/>
            </a:solidFill>
          </p:grpSpPr>
          <p:sp>
            <p:nvSpPr>
              <p:cNvPr id="58" name="타원 57"/>
              <p:cNvSpPr>
                <a:spLocks/>
              </p:cNvSpPr>
              <p:nvPr userDrawn="1"/>
            </p:nvSpPr>
            <p:spPr>
              <a:xfrm>
                <a:off x="599281" y="4399757"/>
                <a:ext cx="148058" cy="148058"/>
              </a:xfrm>
              <a:prstGeom prst="ellipse">
                <a:avLst/>
              </a:prstGeom>
              <a:grp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9" name="타원 58"/>
              <p:cNvSpPr>
                <a:spLocks/>
              </p:cNvSpPr>
              <p:nvPr userDrawn="1"/>
            </p:nvSpPr>
            <p:spPr>
              <a:xfrm>
                <a:off x="813967" y="4399757"/>
                <a:ext cx="148058" cy="148058"/>
              </a:xfrm>
              <a:prstGeom prst="ellipse">
                <a:avLst/>
              </a:prstGeom>
              <a:solidFill>
                <a:schemeClr val="tx2">
                  <a:alpha val="3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0" name="타원 59"/>
              <p:cNvSpPr>
                <a:spLocks/>
              </p:cNvSpPr>
              <p:nvPr userDrawn="1"/>
            </p:nvSpPr>
            <p:spPr>
              <a:xfrm>
                <a:off x="813967" y="4614438"/>
                <a:ext cx="148058" cy="148058"/>
              </a:xfrm>
              <a:prstGeom prst="ellipse">
                <a:avLst/>
              </a:prstGeom>
              <a:grp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1" name="타원 60"/>
              <p:cNvSpPr>
                <a:spLocks/>
              </p:cNvSpPr>
              <p:nvPr userDrawn="1"/>
            </p:nvSpPr>
            <p:spPr>
              <a:xfrm>
                <a:off x="599281" y="4614438"/>
                <a:ext cx="148058" cy="148058"/>
              </a:xfrm>
              <a:prstGeom prst="ellipse">
                <a:avLst/>
              </a:prstGeom>
              <a:solidFill>
                <a:schemeClr val="tx2">
                  <a:alpha val="3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spTree>
    <p:extLst>
      <p:ext uri="{BB962C8B-B14F-4D97-AF65-F5344CB8AC3E}">
        <p14:creationId xmlns:p14="http://schemas.microsoft.com/office/powerpoint/2010/main" val="1718896472"/>
      </p:ext>
    </p:extLst>
  </p:cSld>
  <p:clrMap bg1="lt1" tx1="dk1" bg2="lt2" tx2="dk2" accent1="accent1" accent2="accent2" accent3="accent3" accent4="accent4" accent5="accent5" accent6="accent6" hlink="hlink" folHlink="folHlink"/>
  <p:sldLayoutIdLst>
    <p:sldLayoutId id="2147483690" r:id="rId1"/>
    <p:sldLayoutId id="2147483692" r:id="rId2"/>
    <p:sldLayoutId id="2147483714" r:id="rId3"/>
    <p:sldLayoutId id="2147483715" r:id="rId4"/>
    <p:sldLayoutId id="2147483689" r:id="rId5"/>
    <p:sldLayoutId id="2147483807" r:id="rId6"/>
    <p:sldLayoutId id="2147483691"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92" r:id="rId22"/>
    <p:sldLayoutId id="2147483793" r:id="rId23"/>
    <p:sldLayoutId id="2147483794" r:id="rId24"/>
    <p:sldLayoutId id="2147483795" r:id="rId25"/>
    <p:sldLayoutId id="2147483796" r:id="rId26"/>
    <p:sldLayoutId id="2147483797" r:id="rId27"/>
    <p:sldLayoutId id="2147483798" r:id="rId28"/>
    <p:sldLayoutId id="2147483799" r:id="rId29"/>
    <p:sldLayoutId id="2147483800" r:id="rId30"/>
    <p:sldLayoutId id="2147483801" r:id="rId31"/>
    <p:sldLayoutId id="2147483802" r:id="rId32"/>
    <p:sldLayoutId id="2147483803" r:id="rId33"/>
    <p:sldLayoutId id="2147483804" r:id="rId34"/>
    <p:sldLayoutId id="2147483805" r:id="rId35"/>
    <p:sldLayoutId id="2147483806" r:id="rId36"/>
  </p:sldLayoutIdLst>
  <p:transition spd="med">
    <p:fade/>
  </p:transition>
  <p:txStyles>
    <p:titleStyle>
      <a:lvl1pPr algn="l" defTabSz="914355" rtl="0" eaLnBrk="1" latinLnBrk="1" hangingPunct="1">
        <a:lnSpc>
          <a:spcPts val="2700"/>
        </a:lnSpc>
        <a:spcBef>
          <a:spcPct val="0"/>
        </a:spcBef>
        <a:buNone/>
        <a:defRPr sz="2800" kern="1200">
          <a:gradFill>
            <a:gsLst>
              <a:gs pos="0">
                <a:schemeClr val="tx2"/>
              </a:gs>
              <a:gs pos="100000">
                <a:schemeClr val="tx2"/>
              </a:gs>
            </a:gsLst>
            <a:lin ang="0" scaled="1"/>
          </a:gradFill>
          <a:latin typeface="Bebas Neue"/>
          <a:ea typeface="+mj-ea"/>
          <a:cs typeface="+mj-cs"/>
        </a:defRPr>
      </a:lvl1pPr>
    </p:titleStyle>
    <p:bodyStyle>
      <a:lvl1pPr marL="342884" indent="-342884" algn="l" defTabSz="914355"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13" indent="-285736" algn="l" defTabSz="914355"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2944" indent="-228588" algn="l" defTabSz="914355"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120" indent="-228588" algn="l" defTabSz="914355"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297" indent="-228588" algn="l" defTabSz="914355"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474" indent="-228588" algn="l" defTabSz="914355"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652" indent="-228588" algn="l" defTabSz="914355"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8829" indent="-228588" algn="l" defTabSz="914355"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006" indent="-228588" algn="l" defTabSz="914355"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355" rtl="0" eaLnBrk="1" latinLnBrk="1" hangingPunct="1">
        <a:defRPr sz="1800" kern="1200">
          <a:solidFill>
            <a:schemeClr val="tx1"/>
          </a:solidFill>
          <a:latin typeface="+mn-lt"/>
          <a:ea typeface="+mn-ea"/>
          <a:cs typeface="+mn-cs"/>
        </a:defRPr>
      </a:lvl1pPr>
      <a:lvl2pPr marL="457178" algn="l" defTabSz="914355" rtl="0" eaLnBrk="1" latinLnBrk="1" hangingPunct="1">
        <a:defRPr sz="1800" kern="1200">
          <a:solidFill>
            <a:schemeClr val="tx1"/>
          </a:solidFill>
          <a:latin typeface="+mn-lt"/>
          <a:ea typeface="+mn-ea"/>
          <a:cs typeface="+mn-cs"/>
        </a:defRPr>
      </a:lvl2pPr>
      <a:lvl3pPr marL="914355" algn="l" defTabSz="914355" rtl="0" eaLnBrk="1" latinLnBrk="1" hangingPunct="1">
        <a:defRPr sz="1800" kern="1200">
          <a:solidFill>
            <a:schemeClr val="tx1"/>
          </a:solidFill>
          <a:latin typeface="+mn-lt"/>
          <a:ea typeface="+mn-ea"/>
          <a:cs typeface="+mn-cs"/>
        </a:defRPr>
      </a:lvl3pPr>
      <a:lvl4pPr marL="1371532" algn="l" defTabSz="914355" rtl="0" eaLnBrk="1" latinLnBrk="1" hangingPunct="1">
        <a:defRPr sz="1800" kern="1200">
          <a:solidFill>
            <a:schemeClr val="tx1"/>
          </a:solidFill>
          <a:latin typeface="+mn-lt"/>
          <a:ea typeface="+mn-ea"/>
          <a:cs typeface="+mn-cs"/>
        </a:defRPr>
      </a:lvl4pPr>
      <a:lvl5pPr marL="1828709" algn="l" defTabSz="914355" rtl="0" eaLnBrk="1" latinLnBrk="1" hangingPunct="1">
        <a:defRPr sz="1800" kern="1200">
          <a:solidFill>
            <a:schemeClr val="tx1"/>
          </a:solidFill>
          <a:latin typeface="+mn-lt"/>
          <a:ea typeface="+mn-ea"/>
          <a:cs typeface="+mn-cs"/>
        </a:defRPr>
      </a:lvl5pPr>
      <a:lvl6pPr marL="2285886" algn="l" defTabSz="914355" rtl="0" eaLnBrk="1" latinLnBrk="1" hangingPunct="1">
        <a:defRPr sz="1800" kern="1200">
          <a:solidFill>
            <a:schemeClr val="tx1"/>
          </a:solidFill>
          <a:latin typeface="+mn-lt"/>
          <a:ea typeface="+mn-ea"/>
          <a:cs typeface="+mn-cs"/>
        </a:defRPr>
      </a:lvl6pPr>
      <a:lvl7pPr marL="2743064" algn="l" defTabSz="914355" rtl="0" eaLnBrk="1" latinLnBrk="1" hangingPunct="1">
        <a:defRPr sz="1800" kern="1200">
          <a:solidFill>
            <a:schemeClr val="tx1"/>
          </a:solidFill>
          <a:latin typeface="+mn-lt"/>
          <a:ea typeface="+mn-ea"/>
          <a:cs typeface="+mn-cs"/>
        </a:defRPr>
      </a:lvl7pPr>
      <a:lvl8pPr marL="3200240" algn="l" defTabSz="914355" rtl="0" eaLnBrk="1" latinLnBrk="1" hangingPunct="1">
        <a:defRPr sz="1800" kern="1200">
          <a:solidFill>
            <a:schemeClr val="tx1"/>
          </a:solidFill>
          <a:latin typeface="+mn-lt"/>
          <a:ea typeface="+mn-ea"/>
          <a:cs typeface="+mn-cs"/>
        </a:defRPr>
      </a:lvl8pPr>
      <a:lvl9pPr marL="3657418" algn="l" defTabSz="914355"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F3540"/>
        </a:solidFill>
        <a:effectLst/>
      </p:bgPr>
    </p:bg>
    <p:spTree>
      <p:nvGrpSpPr>
        <p:cNvPr id="1" name=""/>
        <p:cNvGrpSpPr/>
        <p:nvPr/>
      </p:nvGrpSpPr>
      <p:grpSpPr>
        <a:xfrm>
          <a:off x="0" y="0"/>
          <a:ext cx="0" cy="0"/>
          <a:chOff x="0" y="0"/>
          <a:chExt cx="0" cy="0"/>
        </a:xfrm>
      </p:grpSpPr>
      <p:sp>
        <p:nvSpPr>
          <p:cNvPr id="87" name="타원 86"/>
          <p:cNvSpPr/>
          <p:nvPr/>
        </p:nvSpPr>
        <p:spPr>
          <a:xfrm>
            <a:off x="1274825" y="98753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88" name="TextBox 87"/>
          <p:cNvSpPr txBox="1"/>
          <p:nvPr/>
        </p:nvSpPr>
        <p:spPr>
          <a:xfrm>
            <a:off x="2857233" y="2698741"/>
            <a:ext cx="3684560" cy="668337"/>
          </a:xfrm>
          <a:prstGeom prst="rect">
            <a:avLst/>
          </a:prstGeom>
          <a:noFill/>
        </p:spPr>
        <p:txBody>
          <a:bodyPr wrap="square" lIns="0" tIns="0" rIns="0" bIns="0" rtlCol="0">
            <a:noAutofit/>
          </a:bodyPr>
          <a:lstStyle/>
          <a:p>
            <a:pPr algn="r">
              <a:spcAft>
                <a:spcPts val="300"/>
              </a:spcAft>
            </a:pPr>
            <a:r>
              <a:rPr lang="en-US" altLang="ko-KR" sz="800" dirty="0">
                <a:gradFill>
                  <a:gsLst>
                    <a:gs pos="0">
                      <a:srgbClr val="FFFFFF">
                        <a:alpha val="50000"/>
                      </a:srgbClr>
                    </a:gs>
                    <a:gs pos="100000">
                      <a:srgbClr val="FFFFFF">
                        <a:alpha val="50000"/>
                      </a:srgbClr>
                    </a:gs>
                  </a:gsLst>
                  <a:lin ang="0" scaled="0"/>
                </a:gradFill>
                <a:ea typeface="Roboto Light" pitchFamily="2" charset="0"/>
                <a:cs typeface="Roboto Condensed Regular"/>
              </a:rPr>
              <a:t>Faucibus orci luctus et ultrices posuere cubilia Curae; Morbi lacinia molestie dui. </a:t>
            </a:r>
          </a:p>
          <a:p>
            <a:pPr algn="r">
              <a:spcAft>
                <a:spcPts val="300"/>
              </a:spcAft>
            </a:pPr>
            <a:r>
              <a:rPr lang="en-US" altLang="ko-KR" sz="800" dirty="0">
                <a:gradFill>
                  <a:gsLst>
                    <a:gs pos="0">
                      <a:srgbClr val="FFFFFF">
                        <a:alpha val="50000"/>
                      </a:srgbClr>
                    </a:gs>
                    <a:gs pos="100000">
                      <a:srgbClr val="FFFFFF">
                        <a:alpha val="50000"/>
                      </a:srgbClr>
                    </a:gs>
                  </a:gsLst>
                  <a:lin ang="0" scaled="0"/>
                </a:gradFill>
                <a:ea typeface="Roboto Light" pitchFamily="2" charset="0"/>
                <a:cs typeface="Roboto Condensed Regular"/>
              </a:rPr>
              <a:t>Praesent blandit dolor. Sed non quam. In vel mi sit amen augue congue elementum. </a:t>
            </a:r>
          </a:p>
          <a:p>
            <a:pPr algn="r">
              <a:spcAft>
                <a:spcPts val="300"/>
              </a:spcAft>
            </a:pPr>
            <a:r>
              <a:rPr lang="en-US" altLang="ko-KR" sz="800" dirty="0">
                <a:gradFill>
                  <a:gsLst>
                    <a:gs pos="0">
                      <a:srgbClr val="FFFFFF">
                        <a:alpha val="50000"/>
                      </a:srgbClr>
                    </a:gs>
                    <a:gs pos="100000">
                      <a:srgbClr val="FFFFFF">
                        <a:alpha val="50000"/>
                      </a:srgbClr>
                    </a:gs>
                  </a:gsLst>
                  <a:lin ang="0" scaled="0"/>
                </a:gradFill>
                <a:ea typeface="Roboto Light" pitchFamily="2" charset="0"/>
                <a:cs typeface="Roboto Condensed Regular"/>
              </a:rPr>
              <a:t>Morbi in ipsum sit amen pede facilisis laoreet. Donec lacus nunc, viverra nec.</a:t>
            </a:r>
          </a:p>
        </p:txBody>
      </p:sp>
      <p:sp>
        <p:nvSpPr>
          <p:cNvPr id="95" name="TextBox 94"/>
          <p:cNvSpPr txBox="1">
            <a:spLocks/>
          </p:cNvSpPr>
          <p:nvPr/>
        </p:nvSpPr>
        <p:spPr>
          <a:xfrm>
            <a:off x="2857233" y="1990047"/>
            <a:ext cx="3684560" cy="769441"/>
          </a:xfrm>
          <a:prstGeom prst="rect">
            <a:avLst/>
          </a:prstGeom>
          <a:noFill/>
        </p:spPr>
        <p:txBody>
          <a:bodyPr wrap="square" lIns="0" tIns="0" rIns="0" bIns="0" rtlCol="0" anchor="ctr">
            <a:spAutoFit/>
          </a:bodyPr>
          <a:lstStyle/>
          <a:p>
            <a:pPr lvl="0" algn="r">
              <a:lnSpc>
                <a:spcPts val="6000"/>
              </a:lnSpc>
            </a:pPr>
            <a:r>
              <a:rPr lang="en-US" altLang="ko-KR" sz="5000" b="1" dirty="0">
                <a:gradFill>
                  <a:gsLst>
                    <a:gs pos="0">
                      <a:schemeClr val="accent1"/>
                    </a:gs>
                    <a:gs pos="100000">
                      <a:schemeClr val="accent1"/>
                    </a:gs>
                  </a:gsLst>
                  <a:lin ang="0" scaled="0"/>
                </a:gradFill>
                <a:latin typeface="Bebas Neue" pitchFamily="34" charset="0"/>
                <a:ea typeface="Roboto Light" pitchFamily="2" charset="0"/>
                <a:cs typeface="Roboto Condensed Regular"/>
              </a:rPr>
              <a:t>AWESOME</a:t>
            </a:r>
            <a:r>
              <a:rPr lang="en-US" altLang="ko-KR" sz="5000" b="1" dirty="0">
                <a:gradFill>
                  <a:gsLst>
                    <a:gs pos="0">
                      <a:schemeClr val="bg2"/>
                    </a:gs>
                    <a:gs pos="100000">
                      <a:schemeClr val="bg2"/>
                    </a:gs>
                  </a:gsLst>
                  <a:lin ang="0" scaled="0"/>
                </a:gradFill>
                <a:latin typeface="Bebas Neue" pitchFamily="34" charset="0"/>
                <a:ea typeface="Roboto Light" pitchFamily="2" charset="0"/>
                <a:cs typeface="Roboto Condensed Regular"/>
              </a:rPr>
              <a:t> </a:t>
            </a:r>
            <a:r>
              <a:rPr lang="en-US" altLang="ko-KR" sz="5000" b="1" dirty="0">
                <a:gradFill>
                  <a:gsLst>
                    <a:gs pos="0">
                      <a:srgbClr val="FFFFFF"/>
                    </a:gs>
                    <a:gs pos="100000">
                      <a:srgbClr val="FFFFFF"/>
                    </a:gs>
                  </a:gsLst>
                  <a:lin ang="0" scaled="0"/>
                </a:gradFill>
                <a:latin typeface="Bebas Neue" pitchFamily="34" charset="0"/>
                <a:ea typeface="Roboto Light" pitchFamily="2" charset="0"/>
                <a:cs typeface="Roboto Condensed Regular"/>
              </a:rPr>
              <a:t>SLIDES</a:t>
            </a:r>
            <a:endParaRPr lang="nb-NO" altLang="ko-KR" sz="5000" b="1" dirty="0">
              <a:gradFill>
                <a:gsLst>
                  <a:gs pos="0">
                    <a:srgbClr val="FFFFFF"/>
                  </a:gs>
                  <a:gs pos="100000">
                    <a:srgbClr val="FFFFFF"/>
                  </a:gs>
                </a:gsLst>
                <a:lin ang="0" scaled="0"/>
              </a:gradFill>
              <a:latin typeface="Bebas Neue" pitchFamily="34" charset="0"/>
              <a:ea typeface="Roboto Light" pitchFamily="2" charset="0"/>
              <a:cs typeface="Roboto Condensed Regular"/>
            </a:endParaRPr>
          </a:p>
        </p:txBody>
      </p:sp>
      <p:sp>
        <p:nvSpPr>
          <p:cNvPr id="99" name="타원 98"/>
          <p:cNvSpPr/>
          <p:nvPr/>
        </p:nvSpPr>
        <p:spPr>
          <a:xfrm>
            <a:off x="171685" y="25200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00" name="타원 99"/>
          <p:cNvSpPr/>
          <p:nvPr/>
        </p:nvSpPr>
        <p:spPr>
          <a:xfrm>
            <a:off x="907114" y="25200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01" name="타원 100"/>
          <p:cNvSpPr/>
          <p:nvPr/>
        </p:nvSpPr>
        <p:spPr>
          <a:xfrm>
            <a:off x="1642543" y="25200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02" name="타원 101"/>
          <p:cNvSpPr/>
          <p:nvPr/>
        </p:nvSpPr>
        <p:spPr>
          <a:xfrm>
            <a:off x="2377972" y="25200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03" name="타원 102"/>
          <p:cNvSpPr/>
          <p:nvPr/>
        </p:nvSpPr>
        <p:spPr>
          <a:xfrm>
            <a:off x="3113401" y="25200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04" name="타원 103"/>
          <p:cNvSpPr/>
          <p:nvPr/>
        </p:nvSpPr>
        <p:spPr>
          <a:xfrm>
            <a:off x="3848827" y="25200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05" name="타원 104"/>
          <p:cNvSpPr/>
          <p:nvPr/>
        </p:nvSpPr>
        <p:spPr>
          <a:xfrm>
            <a:off x="4584255" y="25200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06" name="타원 105"/>
          <p:cNvSpPr/>
          <p:nvPr/>
        </p:nvSpPr>
        <p:spPr>
          <a:xfrm>
            <a:off x="5319681" y="25200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07" name="타원 106"/>
          <p:cNvSpPr/>
          <p:nvPr/>
        </p:nvSpPr>
        <p:spPr>
          <a:xfrm>
            <a:off x="6055106" y="25200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11" name="타원 110"/>
          <p:cNvSpPr/>
          <p:nvPr/>
        </p:nvSpPr>
        <p:spPr>
          <a:xfrm>
            <a:off x="539397" y="98753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12" name="타원 111"/>
          <p:cNvSpPr/>
          <p:nvPr/>
        </p:nvSpPr>
        <p:spPr>
          <a:xfrm>
            <a:off x="2010253" y="98753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13" name="타원 112"/>
          <p:cNvSpPr/>
          <p:nvPr/>
        </p:nvSpPr>
        <p:spPr>
          <a:xfrm>
            <a:off x="2745681" y="98753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14" name="타원 113"/>
          <p:cNvSpPr/>
          <p:nvPr/>
        </p:nvSpPr>
        <p:spPr>
          <a:xfrm>
            <a:off x="3481109" y="98753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15" name="타원 114"/>
          <p:cNvSpPr/>
          <p:nvPr/>
        </p:nvSpPr>
        <p:spPr>
          <a:xfrm>
            <a:off x="4216536" y="98753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16" name="타원 115"/>
          <p:cNvSpPr/>
          <p:nvPr/>
        </p:nvSpPr>
        <p:spPr>
          <a:xfrm>
            <a:off x="4951964" y="98753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17" name="타원 116"/>
          <p:cNvSpPr/>
          <p:nvPr/>
        </p:nvSpPr>
        <p:spPr>
          <a:xfrm>
            <a:off x="5687392" y="98753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21" name="타원 120"/>
          <p:cNvSpPr/>
          <p:nvPr/>
        </p:nvSpPr>
        <p:spPr>
          <a:xfrm flipV="1">
            <a:off x="171685" y="431542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22" name="타원 121"/>
          <p:cNvSpPr/>
          <p:nvPr/>
        </p:nvSpPr>
        <p:spPr>
          <a:xfrm flipV="1">
            <a:off x="907114" y="431542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23" name="타원 122"/>
          <p:cNvSpPr/>
          <p:nvPr/>
        </p:nvSpPr>
        <p:spPr>
          <a:xfrm flipV="1">
            <a:off x="1642543" y="431542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24" name="타원 123"/>
          <p:cNvSpPr/>
          <p:nvPr/>
        </p:nvSpPr>
        <p:spPr>
          <a:xfrm flipV="1">
            <a:off x="2377972" y="431542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25" name="타원 124"/>
          <p:cNvSpPr/>
          <p:nvPr/>
        </p:nvSpPr>
        <p:spPr>
          <a:xfrm flipV="1">
            <a:off x="3113401" y="431542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26" name="타원 125"/>
          <p:cNvSpPr/>
          <p:nvPr/>
        </p:nvSpPr>
        <p:spPr>
          <a:xfrm flipV="1">
            <a:off x="3848827" y="431542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27" name="타원 126"/>
          <p:cNvSpPr/>
          <p:nvPr/>
        </p:nvSpPr>
        <p:spPr>
          <a:xfrm flipV="1">
            <a:off x="4584255" y="431542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28" name="타원 127"/>
          <p:cNvSpPr/>
          <p:nvPr/>
        </p:nvSpPr>
        <p:spPr>
          <a:xfrm flipV="1">
            <a:off x="5319681" y="431542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29" name="타원 128"/>
          <p:cNvSpPr/>
          <p:nvPr/>
        </p:nvSpPr>
        <p:spPr>
          <a:xfrm flipV="1">
            <a:off x="6055106" y="431542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33" name="타원 132"/>
          <p:cNvSpPr/>
          <p:nvPr/>
        </p:nvSpPr>
        <p:spPr>
          <a:xfrm flipV="1">
            <a:off x="539397" y="357989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34" name="타원 133"/>
          <p:cNvSpPr/>
          <p:nvPr/>
        </p:nvSpPr>
        <p:spPr>
          <a:xfrm flipV="1">
            <a:off x="1274825" y="357989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35" name="타원 134"/>
          <p:cNvSpPr/>
          <p:nvPr/>
        </p:nvSpPr>
        <p:spPr>
          <a:xfrm flipV="1">
            <a:off x="2010253" y="357989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36" name="타원 135"/>
          <p:cNvSpPr/>
          <p:nvPr/>
        </p:nvSpPr>
        <p:spPr>
          <a:xfrm flipV="1">
            <a:off x="2745681" y="357989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37" name="타원 136"/>
          <p:cNvSpPr/>
          <p:nvPr/>
        </p:nvSpPr>
        <p:spPr>
          <a:xfrm flipV="1">
            <a:off x="3481109" y="357989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38" name="타원 137"/>
          <p:cNvSpPr/>
          <p:nvPr/>
        </p:nvSpPr>
        <p:spPr>
          <a:xfrm flipV="1">
            <a:off x="4216536" y="357989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39" name="타원 138"/>
          <p:cNvSpPr/>
          <p:nvPr/>
        </p:nvSpPr>
        <p:spPr>
          <a:xfrm flipV="1">
            <a:off x="4951964" y="357989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sp>
        <p:nvSpPr>
          <p:cNvPr id="140" name="타원 139"/>
          <p:cNvSpPr/>
          <p:nvPr/>
        </p:nvSpPr>
        <p:spPr>
          <a:xfrm flipV="1">
            <a:off x="5687392" y="3579890"/>
            <a:ext cx="551494" cy="551494"/>
          </a:xfrm>
          <a:prstGeom prst="ellipse">
            <a:avLst/>
          </a:prstGeom>
          <a:solidFill>
            <a:schemeClr val="accent3">
              <a:alpha val="1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accent3"/>
              </a:solidFill>
            </a:endParaRPr>
          </a:p>
        </p:txBody>
      </p:sp>
      <p:grpSp>
        <p:nvGrpSpPr>
          <p:cNvPr id="141" name="그룹 140"/>
          <p:cNvGrpSpPr/>
          <p:nvPr/>
        </p:nvGrpSpPr>
        <p:grpSpPr>
          <a:xfrm>
            <a:off x="171683" y="252000"/>
            <a:ext cx="6434917" cy="4614914"/>
            <a:chOff x="2457683" y="252000"/>
            <a:chExt cx="6434917" cy="4614914"/>
          </a:xfrm>
          <a:solidFill>
            <a:schemeClr val="accent1"/>
          </a:solidFill>
        </p:grpSpPr>
        <p:sp>
          <p:nvSpPr>
            <p:cNvPr id="142" name="타원 141"/>
            <p:cNvSpPr/>
            <p:nvPr/>
          </p:nvSpPr>
          <p:spPr>
            <a:xfrm>
              <a:off x="3193111" y="252000"/>
              <a:ext cx="551494" cy="551494"/>
            </a:xfrm>
            <a:prstGeom prst="ellipse">
              <a:avLst/>
            </a:prstGeom>
            <a:grp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3" name="타원 142"/>
            <p:cNvSpPr/>
            <p:nvPr/>
          </p:nvSpPr>
          <p:spPr>
            <a:xfrm>
              <a:off x="8341106" y="252000"/>
              <a:ext cx="551494" cy="551494"/>
            </a:xfrm>
            <a:prstGeom prst="ellipse">
              <a:avLst/>
            </a:prstGeom>
            <a:grp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5" name="타원 144"/>
            <p:cNvSpPr/>
            <p:nvPr/>
          </p:nvSpPr>
          <p:spPr>
            <a:xfrm>
              <a:off x="3560825" y="987530"/>
              <a:ext cx="551494" cy="551494"/>
            </a:xfrm>
            <a:prstGeom prst="ellipse">
              <a:avLst/>
            </a:prstGeom>
            <a:grp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6" name="타원 145"/>
            <p:cNvSpPr/>
            <p:nvPr/>
          </p:nvSpPr>
          <p:spPr>
            <a:xfrm>
              <a:off x="4296253" y="987530"/>
              <a:ext cx="551494" cy="551494"/>
            </a:xfrm>
            <a:prstGeom prst="ellipse">
              <a:avLst/>
            </a:prstGeom>
            <a:grp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7" name="타원 146"/>
            <p:cNvSpPr/>
            <p:nvPr/>
          </p:nvSpPr>
          <p:spPr>
            <a:xfrm>
              <a:off x="7237964" y="987530"/>
              <a:ext cx="551494" cy="551494"/>
            </a:xfrm>
            <a:prstGeom prst="ellipse">
              <a:avLst/>
            </a:prstGeom>
            <a:grp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9" name="타원 148"/>
            <p:cNvSpPr/>
            <p:nvPr/>
          </p:nvSpPr>
          <p:spPr>
            <a:xfrm flipV="1">
              <a:off x="2457683" y="4315420"/>
              <a:ext cx="551494" cy="551494"/>
            </a:xfrm>
            <a:prstGeom prst="ellipse">
              <a:avLst/>
            </a:prstGeom>
            <a:grp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0" name="타원 149"/>
            <p:cNvSpPr/>
            <p:nvPr/>
          </p:nvSpPr>
          <p:spPr>
            <a:xfrm flipV="1">
              <a:off x="3928539" y="4315420"/>
              <a:ext cx="551494" cy="551494"/>
            </a:xfrm>
            <a:prstGeom prst="ellipse">
              <a:avLst/>
            </a:prstGeom>
            <a:grp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1" name="타원 150"/>
            <p:cNvSpPr/>
            <p:nvPr/>
          </p:nvSpPr>
          <p:spPr>
            <a:xfrm flipV="1">
              <a:off x="7605678" y="4315420"/>
              <a:ext cx="551494" cy="551494"/>
            </a:xfrm>
            <a:prstGeom prst="ellipse">
              <a:avLst/>
            </a:prstGeom>
            <a:grp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2" name="타원 151"/>
            <p:cNvSpPr/>
            <p:nvPr/>
          </p:nvSpPr>
          <p:spPr>
            <a:xfrm flipV="1">
              <a:off x="2825327" y="3579890"/>
              <a:ext cx="551494" cy="551494"/>
            </a:xfrm>
            <a:prstGeom prst="ellipse">
              <a:avLst/>
            </a:prstGeom>
            <a:grp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3" name="타원 152"/>
            <p:cNvSpPr/>
            <p:nvPr/>
          </p:nvSpPr>
          <p:spPr>
            <a:xfrm flipV="1">
              <a:off x="5767109" y="3579890"/>
              <a:ext cx="551494" cy="551494"/>
            </a:xfrm>
            <a:prstGeom prst="ellipse">
              <a:avLst/>
            </a:prstGeom>
            <a:grp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Tree>
    <p:extLst>
      <p:ext uri="{BB962C8B-B14F-4D97-AF65-F5344CB8AC3E}">
        <p14:creationId xmlns:p14="http://schemas.microsoft.com/office/powerpoint/2010/main" val="54054479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blinds(horizontal)">
                                      <p:cBhvr>
                                        <p:cTn id="7" dur="500"/>
                                        <p:tgtEl>
                                          <p:spTgt spid="10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7"/>
                                        </p:tgtEl>
                                        <p:attrNameLst>
                                          <p:attrName>style.visibility</p:attrName>
                                        </p:attrNameLst>
                                      </p:cBhvr>
                                      <p:to>
                                        <p:strVal val="visible"/>
                                      </p:to>
                                    </p:set>
                                    <p:animEffect transition="in" filter="blinds(horizontal)">
                                      <p:cBhvr>
                                        <p:cTn id="10" dur="500"/>
                                        <p:tgtEl>
                                          <p:spTgt spid="8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blinds(horizontal)">
                                      <p:cBhvr>
                                        <p:cTn id="13" dur="500"/>
                                        <p:tgtEl>
                                          <p:spTgt spid="10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13"/>
                                        </p:tgtEl>
                                        <p:attrNameLst>
                                          <p:attrName>style.visibility</p:attrName>
                                        </p:attrNameLst>
                                      </p:cBhvr>
                                      <p:to>
                                        <p:strVal val="visible"/>
                                      </p:to>
                                    </p:set>
                                    <p:animEffect transition="in" filter="blinds(horizontal)">
                                      <p:cBhvr>
                                        <p:cTn id="16" dur="500"/>
                                        <p:tgtEl>
                                          <p:spTgt spid="113"/>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04"/>
                                        </p:tgtEl>
                                        <p:attrNameLst>
                                          <p:attrName>style.visibility</p:attrName>
                                        </p:attrNameLst>
                                      </p:cBhvr>
                                      <p:to>
                                        <p:strVal val="visible"/>
                                      </p:to>
                                    </p:set>
                                    <p:animEffect transition="in" filter="blinds(horizontal)">
                                      <p:cBhvr>
                                        <p:cTn id="19" dur="500"/>
                                        <p:tgtEl>
                                          <p:spTgt spid="104"/>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15"/>
                                        </p:tgtEl>
                                        <p:attrNameLst>
                                          <p:attrName>style.visibility</p:attrName>
                                        </p:attrNameLst>
                                      </p:cBhvr>
                                      <p:to>
                                        <p:strVal val="visible"/>
                                      </p:to>
                                    </p:set>
                                    <p:animEffect transition="in" filter="blinds(horizontal)">
                                      <p:cBhvr>
                                        <p:cTn id="22" dur="500"/>
                                        <p:tgtEl>
                                          <p:spTgt spid="115"/>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06"/>
                                        </p:tgtEl>
                                        <p:attrNameLst>
                                          <p:attrName>style.visibility</p:attrName>
                                        </p:attrNameLst>
                                      </p:cBhvr>
                                      <p:to>
                                        <p:strVal val="visible"/>
                                      </p:to>
                                    </p:set>
                                    <p:animEffect transition="in" filter="blinds(horizontal)">
                                      <p:cBhvr>
                                        <p:cTn id="25" dur="500"/>
                                        <p:tgtEl>
                                          <p:spTgt spid="106"/>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17"/>
                                        </p:tgtEl>
                                        <p:attrNameLst>
                                          <p:attrName>style.visibility</p:attrName>
                                        </p:attrNameLst>
                                      </p:cBhvr>
                                      <p:to>
                                        <p:strVal val="visible"/>
                                      </p:to>
                                    </p:set>
                                    <p:animEffect transition="in" filter="blinds(horizontal)">
                                      <p:cBhvr>
                                        <p:cTn id="28" dur="500"/>
                                        <p:tgtEl>
                                          <p:spTgt spid="117"/>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33"/>
                                        </p:tgtEl>
                                        <p:attrNameLst>
                                          <p:attrName>style.visibility</p:attrName>
                                        </p:attrNameLst>
                                      </p:cBhvr>
                                      <p:to>
                                        <p:strVal val="visible"/>
                                      </p:to>
                                    </p:set>
                                    <p:animEffect transition="in" filter="blinds(horizontal)">
                                      <p:cBhvr>
                                        <p:cTn id="31" dur="500"/>
                                        <p:tgtEl>
                                          <p:spTgt spid="133"/>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22"/>
                                        </p:tgtEl>
                                        <p:attrNameLst>
                                          <p:attrName>style.visibility</p:attrName>
                                        </p:attrNameLst>
                                      </p:cBhvr>
                                      <p:to>
                                        <p:strVal val="visible"/>
                                      </p:to>
                                    </p:set>
                                    <p:animEffect transition="in" filter="blinds(horizontal)">
                                      <p:cBhvr>
                                        <p:cTn id="34" dur="500"/>
                                        <p:tgtEl>
                                          <p:spTgt spid="122"/>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35"/>
                                        </p:tgtEl>
                                        <p:attrNameLst>
                                          <p:attrName>style.visibility</p:attrName>
                                        </p:attrNameLst>
                                      </p:cBhvr>
                                      <p:to>
                                        <p:strVal val="visible"/>
                                      </p:to>
                                    </p:set>
                                    <p:animEffect transition="in" filter="blinds(horizontal)">
                                      <p:cBhvr>
                                        <p:cTn id="37" dur="500"/>
                                        <p:tgtEl>
                                          <p:spTgt spid="135"/>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24"/>
                                        </p:tgtEl>
                                        <p:attrNameLst>
                                          <p:attrName>style.visibility</p:attrName>
                                        </p:attrNameLst>
                                      </p:cBhvr>
                                      <p:to>
                                        <p:strVal val="visible"/>
                                      </p:to>
                                    </p:set>
                                    <p:animEffect transition="in" filter="blinds(horizontal)">
                                      <p:cBhvr>
                                        <p:cTn id="40" dur="500"/>
                                        <p:tgtEl>
                                          <p:spTgt spid="124"/>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37"/>
                                        </p:tgtEl>
                                        <p:attrNameLst>
                                          <p:attrName>style.visibility</p:attrName>
                                        </p:attrNameLst>
                                      </p:cBhvr>
                                      <p:to>
                                        <p:strVal val="visible"/>
                                      </p:to>
                                    </p:set>
                                    <p:animEffect transition="in" filter="blinds(horizontal)">
                                      <p:cBhvr>
                                        <p:cTn id="43" dur="500"/>
                                        <p:tgtEl>
                                          <p:spTgt spid="137"/>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26"/>
                                        </p:tgtEl>
                                        <p:attrNameLst>
                                          <p:attrName>style.visibility</p:attrName>
                                        </p:attrNameLst>
                                      </p:cBhvr>
                                      <p:to>
                                        <p:strVal val="visible"/>
                                      </p:to>
                                    </p:set>
                                    <p:animEffect transition="in" filter="blinds(horizontal)">
                                      <p:cBhvr>
                                        <p:cTn id="46" dur="500"/>
                                        <p:tgtEl>
                                          <p:spTgt spid="126"/>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39"/>
                                        </p:tgtEl>
                                        <p:attrNameLst>
                                          <p:attrName>style.visibility</p:attrName>
                                        </p:attrNameLst>
                                      </p:cBhvr>
                                      <p:to>
                                        <p:strVal val="visible"/>
                                      </p:to>
                                    </p:set>
                                    <p:animEffect transition="in" filter="blinds(horizontal)">
                                      <p:cBhvr>
                                        <p:cTn id="49" dur="500"/>
                                        <p:tgtEl>
                                          <p:spTgt spid="139"/>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28"/>
                                        </p:tgtEl>
                                        <p:attrNameLst>
                                          <p:attrName>style.visibility</p:attrName>
                                        </p:attrNameLst>
                                      </p:cBhvr>
                                      <p:to>
                                        <p:strVal val="visible"/>
                                      </p:to>
                                    </p:set>
                                    <p:animEffect transition="in" filter="blinds(horizontal)">
                                      <p:cBhvr>
                                        <p:cTn id="52" dur="500"/>
                                        <p:tgtEl>
                                          <p:spTgt spid="128"/>
                                        </p:tgtEl>
                                      </p:cBhvr>
                                    </p:animEffect>
                                  </p:childTnLst>
                                </p:cTn>
                              </p:par>
                              <p:par>
                                <p:cTn id="53" presetID="12" presetClass="entr" presetSubtype="4" fill="hold" grpId="0" nodeType="withEffect">
                                  <p:stCondLst>
                                    <p:cond delay="0"/>
                                  </p:stCondLst>
                                  <p:childTnLst>
                                    <p:set>
                                      <p:cBhvr>
                                        <p:cTn id="54" dur="1" fill="hold">
                                          <p:stCondLst>
                                            <p:cond delay="0"/>
                                          </p:stCondLst>
                                        </p:cTn>
                                        <p:tgtEl>
                                          <p:spTgt spid="95"/>
                                        </p:tgtEl>
                                        <p:attrNameLst>
                                          <p:attrName>style.visibility</p:attrName>
                                        </p:attrNameLst>
                                      </p:cBhvr>
                                      <p:to>
                                        <p:strVal val="visible"/>
                                      </p:to>
                                    </p:set>
                                    <p:animEffect transition="in" filter="slide(fromBottom)">
                                      <p:cBhvr>
                                        <p:cTn id="55" dur="700"/>
                                        <p:tgtEl>
                                          <p:spTgt spid="95"/>
                                        </p:tgtEl>
                                      </p:cBhvr>
                                    </p:animEffect>
                                  </p:childTnLst>
                                </p:cTn>
                              </p:par>
                              <p:par>
                                <p:cTn id="56" presetID="12" presetClass="entr" presetSubtype="1" fill="hold" grpId="0" nodeType="withEffect">
                                  <p:stCondLst>
                                    <p:cond delay="0"/>
                                  </p:stCondLst>
                                  <p:childTnLst>
                                    <p:set>
                                      <p:cBhvr>
                                        <p:cTn id="57" dur="1" fill="hold">
                                          <p:stCondLst>
                                            <p:cond delay="0"/>
                                          </p:stCondLst>
                                        </p:cTn>
                                        <p:tgtEl>
                                          <p:spTgt spid="88"/>
                                        </p:tgtEl>
                                        <p:attrNameLst>
                                          <p:attrName>style.visibility</p:attrName>
                                        </p:attrNameLst>
                                      </p:cBhvr>
                                      <p:to>
                                        <p:strVal val="visible"/>
                                      </p:to>
                                    </p:set>
                                    <p:animEffect transition="in" filter="slide(fromTop)">
                                      <p:cBhvr>
                                        <p:cTn id="58" dur="700"/>
                                        <p:tgtEl>
                                          <p:spTgt spid="88"/>
                                        </p:tgtEl>
                                      </p:cBhvr>
                                    </p:animEffect>
                                  </p:childTnLst>
                                </p:cTn>
                              </p:par>
                              <p:par>
                                <p:cTn id="59" presetID="3" presetClass="entr" presetSubtype="5" fill="hold" grpId="0" nodeType="withEffect">
                                  <p:stCondLst>
                                    <p:cond delay="0"/>
                                  </p:stCondLst>
                                  <p:childTnLst>
                                    <p:set>
                                      <p:cBhvr>
                                        <p:cTn id="60" dur="1" fill="hold">
                                          <p:stCondLst>
                                            <p:cond delay="0"/>
                                          </p:stCondLst>
                                        </p:cTn>
                                        <p:tgtEl>
                                          <p:spTgt spid="99"/>
                                        </p:tgtEl>
                                        <p:attrNameLst>
                                          <p:attrName>style.visibility</p:attrName>
                                        </p:attrNameLst>
                                      </p:cBhvr>
                                      <p:to>
                                        <p:strVal val="visible"/>
                                      </p:to>
                                    </p:set>
                                    <p:animEffect transition="in" filter="blinds(vertical)">
                                      <p:cBhvr>
                                        <p:cTn id="61" dur="500"/>
                                        <p:tgtEl>
                                          <p:spTgt spid="99"/>
                                        </p:tgtEl>
                                      </p:cBhvr>
                                    </p:animEffect>
                                  </p:childTnLst>
                                </p:cTn>
                              </p:par>
                              <p:par>
                                <p:cTn id="62" presetID="3" presetClass="entr" presetSubtype="5" fill="hold" grpId="0" nodeType="withEffect">
                                  <p:stCondLst>
                                    <p:cond delay="0"/>
                                  </p:stCondLst>
                                  <p:childTnLst>
                                    <p:set>
                                      <p:cBhvr>
                                        <p:cTn id="63" dur="1" fill="hold">
                                          <p:stCondLst>
                                            <p:cond delay="0"/>
                                          </p:stCondLst>
                                        </p:cTn>
                                        <p:tgtEl>
                                          <p:spTgt spid="111"/>
                                        </p:tgtEl>
                                        <p:attrNameLst>
                                          <p:attrName>style.visibility</p:attrName>
                                        </p:attrNameLst>
                                      </p:cBhvr>
                                      <p:to>
                                        <p:strVal val="visible"/>
                                      </p:to>
                                    </p:set>
                                    <p:animEffect transition="in" filter="blinds(vertical)">
                                      <p:cBhvr>
                                        <p:cTn id="64" dur="500"/>
                                        <p:tgtEl>
                                          <p:spTgt spid="111"/>
                                        </p:tgtEl>
                                      </p:cBhvr>
                                    </p:animEffect>
                                  </p:childTnLst>
                                </p:cTn>
                              </p:par>
                              <p:par>
                                <p:cTn id="65" presetID="3" presetClass="entr" presetSubtype="5" fill="hold" grpId="0" nodeType="withEffect">
                                  <p:stCondLst>
                                    <p:cond delay="0"/>
                                  </p:stCondLst>
                                  <p:childTnLst>
                                    <p:set>
                                      <p:cBhvr>
                                        <p:cTn id="66" dur="1" fill="hold">
                                          <p:stCondLst>
                                            <p:cond delay="0"/>
                                          </p:stCondLst>
                                        </p:cTn>
                                        <p:tgtEl>
                                          <p:spTgt spid="101"/>
                                        </p:tgtEl>
                                        <p:attrNameLst>
                                          <p:attrName>style.visibility</p:attrName>
                                        </p:attrNameLst>
                                      </p:cBhvr>
                                      <p:to>
                                        <p:strVal val="visible"/>
                                      </p:to>
                                    </p:set>
                                    <p:animEffect transition="in" filter="blinds(vertical)">
                                      <p:cBhvr>
                                        <p:cTn id="67" dur="500"/>
                                        <p:tgtEl>
                                          <p:spTgt spid="101"/>
                                        </p:tgtEl>
                                      </p:cBhvr>
                                    </p:animEffect>
                                  </p:childTnLst>
                                </p:cTn>
                              </p:par>
                              <p:par>
                                <p:cTn id="68" presetID="3" presetClass="entr" presetSubtype="5" fill="hold" grpId="0" nodeType="withEffect">
                                  <p:stCondLst>
                                    <p:cond delay="0"/>
                                  </p:stCondLst>
                                  <p:childTnLst>
                                    <p:set>
                                      <p:cBhvr>
                                        <p:cTn id="69" dur="1" fill="hold">
                                          <p:stCondLst>
                                            <p:cond delay="0"/>
                                          </p:stCondLst>
                                        </p:cTn>
                                        <p:tgtEl>
                                          <p:spTgt spid="112"/>
                                        </p:tgtEl>
                                        <p:attrNameLst>
                                          <p:attrName>style.visibility</p:attrName>
                                        </p:attrNameLst>
                                      </p:cBhvr>
                                      <p:to>
                                        <p:strVal val="visible"/>
                                      </p:to>
                                    </p:set>
                                    <p:animEffect transition="in" filter="blinds(vertical)">
                                      <p:cBhvr>
                                        <p:cTn id="70" dur="500"/>
                                        <p:tgtEl>
                                          <p:spTgt spid="112"/>
                                        </p:tgtEl>
                                      </p:cBhvr>
                                    </p:animEffect>
                                  </p:childTnLst>
                                </p:cTn>
                              </p:par>
                              <p:par>
                                <p:cTn id="71" presetID="3" presetClass="entr" presetSubtype="5" fill="hold" grpId="0" nodeType="withEffect">
                                  <p:stCondLst>
                                    <p:cond delay="0"/>
                                  </p:stCondLst>
                                  <p:childTnLst>
                                    <p:set>
                                      <p:cBhvr>
                                        <p:cTn id="72" dur="1" fill="hold">
                                          <p:stCondLst>
                                            <p:cond delay="0"/>
                                          </p:stCondLst>
                                        </p:cTn>
                                        <p:tgtEl>
                                          <p:spTgt spid="103"/>
                                        </p:tgtEl>
                                        <p:attrNameLst>
                                          <p:attrName>style.visibility</p:attrName>
                                        </p:attrNameLst>
                                      </p:cBhvr>
                                      <p:to>
                                        <p:strVal val="visible"/>
                                      </p:to>
                                    </p:set>
                                    <p:animEffect transition="in" filter="blinds(vertical)">
                                      <p:cBhvr>
                                        <p:cTn id="73" dur="500"/>
                                        <p:tgtEl>
                                          <p:spTgt spid="103"/>
                                        </p:tgtEl>
                                      </p:cBhvr>
                                    </p:animEffect>
                                  </p:childTnLst>
                                </p:cTn>
                              </p:par>
                              <p:par>
                                <p:cTn id="74" presetID="3" presetClass="entr" presetSubtype="5" fill="hold" grpId="0" nodeType="withEffect">
                                  <p:stCondLst>
                                    <p:cond delay="0"/>
                                  </p:stCondLst>
                                  <p:childTnLst>
                                    <p:set>
                                      <p:cBhvr>
                                        <p:cTn id="75" dur="1" fill="hold">
                                          <p:stCondLst>
                                            <p:cond delay="0"/>
                                          </p:stCondLst>
                                        </p:cTn>
                                        <p:tgtEl>
                                          <p:spTgt spid="114"/>
                                        </p:tgtEl>
                                        <p:attrNameLst>
                                          <p:attrName>style.visibility</p:attrName>
                                        </p:attrNameLst>
                                      </p:cBhvr>
                                      <p:to>
                                        <p:strVal val="visible"/>
                                      </p:to>
                                    </p:set>
                                    <p:animEffect transition="in" filter="blinds(vertical)">
                                      <p:cBhvr>
                                        <p:cTn id="76" dur="500"/>
                                        <p:tgtEl>
                                          <p:spTgt spid="114"/>
                                        </p:tgtEl>
                                      </p:cBhvr>
                                    </p:animEffect>
                                  </p:childTnLst>
                                </p:cTn>
                              </p:par>
                              <p:par>
                                <p:cTn id="77" presetID="3" presetClass="entr" presetSubtype="5" fill="hold" grpId="0" nodeType="withEffect">
                                  <p:stCondLst>
                                    <p:cond delay="0"/>
                                  </p:stCondLst>
                                  <p:childTnLst>
                                    <p:set>
                                      <p:cBhvr>
                                        <p:cTn id="78" dur="1" fill="hold">
                                          <p:stCondLst>
                                            <p:cond delay="0"/>
                                          </p:stCondLst>
                                        </p:cTn>
                                        <p:tgtEl>
                                          <p:spTgt spid="105"/>
                                        </p:tgtEl>
                                        <p:attrNameLst>
                                          <p:attrName>style.visibility</p:attrName>
                                        </p:attrNameLst>
                                      </p:cBhvr>
                                      <p:to>
                                        <p:strVal val="visible"/>
                                      </p:to>
                                    </p:set>
                                    <p:animEffect transition="in" filter="blinds(vertical)">
                                      <p:cBhvr>
                                        <p:cTn id="79" dur="500"/>
                                        <p:tgtEl>
                                          <p:spTgt spid="105"/>
                                        </p:tgtEl>
                                      </p:cBhvr>
                                    </p:animEffect>
                                  </p:childTnLst>
                                </p:cTn>
                              </p:par>
                              <p:par>
                                <p:cTn id="80" presetID="3" presetClass="entr" presetSubtype="5" fill="hold" grpId="0" nodeType="withEffect">
                                  <p:stCondLst>
                                    <p:cond delay="0"/>
                                  </p:stCondLst>
                                  <p:childTnLst>
                                    <p:set>
                                      <p:cBhvr>
                                        <p:cTn id="81" dur="1" fill="hold">
                                          <p:stCondLst>
                                            <p:cond delay="0"/>
                                          </p:stCondLst>
                                        </p:cTn>
                                        <p:tgtEl>
                                          <p:spTgt spid="116"/>
                                        </p:tgtEl>
                                        <p:attrNameLst>
                                          <p:attrName>style.visibility</p:attrName>
                                        </p:attrNameLst>
                                      </p:cBhvr>
                                      <p:to>
                                        <p:strVal val="visible"/>
                                      </p:to>
                                    </p:set>
                                    <p:animEffect transition="in" filter="blinds(vertical)">
                                      <p:cBhvr>
                                        <p:cTn id="82" dur="500"/>
                                        <p:tgtEl>
                                          <p:spTgt spid="116"/>
                                        </p:tgtEl>
                                      </p:cBhvr>
                                    </p:animEffect>
                                  </p:childTnLst>
                                </p:cTn>
                              </p:par>
                              <p:par>
                                <p:cTn id="83" presetID="3" presetClass="entr" presetSubtype="5" fill="hold" grpId="0" nodeType="withEffect">
                                  <p:stCondLst>
                                    <p:cond delay="0"/>
                                  </p:stCondLst>
                                  <p:childTnLst>
                                    <p:set>
                                      <p:cBhvr>
                                        <p:cTn id="84" dur="1" fill="hold">
                                          <p:stCondLst>
                                            <p:cond delay="0"/>
                                          </p:stCondLst>
                                        </p:cTn>
                                        <p:tgtEl>
                                          <p:spTgt spid="107"/>
                                        </p:tgtEl>
                                        <p:attrNameLst>
                                          <p:attrName>style.visibility</p:attrName>
                                        </p:attrNameLst>
                                      </p:cBhvr>
                                      <p:to>
                                        <p:strVal val="visible"/>
                                      </p:to>
                                    </p:set>
                                    <p:animEffect transition="in" filter="blinds(vertical)">
                                      <p:cBhvr>
                                        <p:cTn id="85" dur="500"/>
                                        <p:tgtEl>
                                          <p:spTgt spid="107"/>
                                        </p:tgtEl>
                                      </p:cBhvr>
                                    </p:animEffect>
                                  </p:childTnLst>
                                </p:cTn>
                              </p:par>
                              <p:par>
                                <p:cTn id="86" presetID="3" presetClass="entr" presetSubtype="5" fill="hold" grpId="0" nodeType="withEffect">
                                  <p:stCondLst>
                                    <p:cond delay="0"/>
                                  </p:stCondLst>
                                  <p:childTnLst>
                                    <p:set>
                                      <p:cBhvr>
                                        <p:cTn id="87" dur="1" fill="hold">
                                          <p:stCondLst>
                                            <p:cond delay="0"/>
                                          </p:stCondLst>
                                        </p:cTn>
                                        <p:tgtEl>
                                          <p:spTgt spid="121"/>
                                        </p:tgtEl>
                                        <p:attrNameLst>
                                          <p:attrName>style.visibility</p:attrName>
                                        </p:attrNameLst>
                                      </p:cBhvr>
                                      <p:to>
                                        <p:strVal val="visible"/>
                                      </p:to>
                                    </p:set>
                                    <p:animEffect transition="in" filter="blinds(vertical)">
                                      <p:cBhvr>
                                        <p:cTn id="88" dur="500"/>
                                        <p:tgtEl>
                                          <p:spTgt spid="121"/>
                                        </p:tgtEl>
                                      </p:cBhvr>
                                    </p:animEffect>
                                  </p:childTnLst>
                                </p:cTn>
                              </p:par>
                              <p:par>
                                <p:cTn id="89" presetID="3" presetClass="entr" presetSubtype="5" fill="hold" grpId="0" nodeType="withEffect">
                                  <p:stCondLst>
                                    <p:cond delay="0"/>
                                  </p:stCondLst>
                                  <p:childTnLst>
                                    <p:set>
                                      <p:cBhvr>
                                        <p:cTn id="90" dur="1" fill="hold">
                                          <p:stCondLst>
                                            <p:cond delay="0"/>
                                          </p:stCondLst>
                                        </p:cTn>
                                        <p:tgtEl>
                                          <p:spTgt spid="134"/>
                                        </p:tgtEl>
                                        <p:attrNameLst>
                                          <p:attrName>style.visibility</p:attrName>
                                        </p:attrNameLst>
                                      </p:cBhvr>
                                      <p:to>
                                        <p:strVal val="visible"/>
                                      </p:to>
                                    </p:set>
                                    <p:animEffect transition="in" filter="blinds(vertical)">
                                      <p:cBhvr>
                                        <p:cTn id="91" dur="500"/>
                                        <p:tgtEl>
                                          <p:spTgt spid="134"/>
                                        </p:tgtEl>
                                      </p:cBhvr>
                                    </p:animEffect>
                                  </p:childTnLst>
                                </p:cTn>
                              </p:par>
                              <p:par>
                                <p:cTn id="92" presetID="3" presetClass="entr" presetSubtype="5" fill="hold" grpId="0" nodeType="withEffect">
                                  <p:stCondLst>
                                    <p:cond delay="0"/>
                                  </p:stCondLst>
                                  <p:childTnLst>
                                    <p:set>
                                      <p:cBhvr>
                                        <p:cTn id="93" dur="1" fill="hold">
                                          <p:stCondLst>
                                            <p:cond delay="0"/>
                                          </p:stCondLst>
                                        </p:cTn>
                                        <p:tgtEl>
                                          <p:spTgt spid="123"/>
                                        </p:tgtEl>
                                        <p:attrNameLst>
                                          <p:attrName>style.visibility</p:attrName>
                                        </p:attrNameLst>
                                      </p:cBhvr>
                                      <p:to>
                                        <p:strVal val="visible"/>
                                      </p:to>
                                    </p:set>
                                    <p:animEffect transition="in" filter="blinds(vertical)">
                                      <p:cBhvr>
                                        <p:cTn id="94" dur="500"/>
                                        <p:tgtEl>
                                          <p:spTgt spid="123"/>
                                        </p:tgtEl>
                                      </p:cBhvr>
                                    </p:animEffect>
                                  </p:childTnLst>
                                </p:cTn>
                              </p:par>
                              <p:par>
                                <p:cTn id="95" presetID="3" presetClass="entr" presetSubtype="5" fill="hold" grpId="0" nodeType="withEffect">
                                  <p:stCondLst>
                                    <p:cond delay="0"/>
                                  </p:stCondLst>
                                  <p:childTnLst>
                                    <p:set>
                                      <p:cBhvr>
                                        <p:cTn id="96" dur="1" fill="hold">
                                          <p:stCondLst>
                                            <p:cond delay="0"/>
                                          </p:stCondLst>
                                        </p:cTn>
                                        <p:tgtEl>
                                          <p:spTgt spid="136"/>
                                        </p:tgtEl>
                                        <p:attrNameLst>
                                          <p:attrName>style.visibility</p:attrName>
                                        </p:attrNameLst>
                                      </p:cBhvr>
                                      <p:to>
                                        <p:strVal val="visible"/>
                                      </p:to>
                                    </p:set>
                                    <p:animEffect transition="in" filter="blinds(vertical)">
                                      <p:cBhvr>
                                        <p:cTn id="97" dur="500"/>
                                        <p:tgtEl>
                                          <p:spTgt spid="136"/>
                                        </p:tgtEl>
                                      </p:cBhvr>
                                    </p:animEffect>
                                  </p:childTnLst>
                                </p:cTn>
                              </p:par>
                              <p:par>
                                <p:cTn id="98" presetID="3" presetClass="entr" presetSubtype="5" fill="hold" grpId="0" nodeType="withEffect">
                                  <p:stCondLst>
                                    <p:cond delay="0"/>
                                  </p:stCondLst>
                                  <p:childTnLst>
                                    <p:set>
                                      <p:cBhvr>
                                        <p:cTn id="99" dur="1" fill="hold">
                                          <p:stCondLst>
                                            <p:cond delay="0"/>
                                          </p:stCondLst>
                                        </p:cTn>
                                        <p:tgtEl>
                                          <p:spTgt spid="125"/>
                                        </p:tgtEl>
                                        <p:attrNameLst>
                                          <p:attrName>style.visibility</p:attrName>
                                        </p:attrNameLst>
                                      </p:cBhvr>
                                      <p:to>
                                        <p:strVal val="visible"/>
                                      </p:to>
                                    </p:set>
                                    <p:animEffect transition="in" filter="blinds(vertical)">
                                      <p:cBhvr>
                                        <p:cTn id="100" dur="500"/>
                                        <p:tgtEl>
                                          <p:spTgt spid="125"/>
                                        </p:tgtEl>
                                      </p:cBhvr>
                                    </p:animEffect>
                                  </p:childTnLst>
                                </p:cTn>
                              </p:par>
                              <p:par>
                                <p:cTn id="101" presetID="3" presetClass="entr" presetSubtype="5" fill="hold" grpId="0" nodeType="withEffect">
                                  <p:stCondLst>
                                    <p:cond delay="0"/>
                                  </p:stCondLst>
                                  <p:childTnLst>
                                    <p:set>
                                      <p:cBhvr>
                                        <p:cTn id="102" dur="1" fill="hold">
                                          <p:stCondLst>
                                            <p:cond delay="0"/>
                                          </p:stCondLst>
                                        </p:cTn>
                                        <p:tgtEl>
                                          <p:spTgt spid="138"/>
                                        </p:tgtEl>
                                        <p:attrNameLst>
                                          <p:attrName>style.visibility</p:attrName>
                                        </p:attrNameLst>
                                      </p:cBhvr>
                                      <p:to>
                                        <p:strVal val="visible"/>
                                      </p:to>
                                    </p:set>
                                    <p:animEffect transition="in" filter="blinds(vertical)">
                                      <p:cBhvr>
                                        <p:cTn id="103" dur="500"/>
                                        <p:tgtEl>
                                          <p:spTgt spid="138"/>
                                        </p:tgtEl>
                                      </p:cBhvr>
                                    </p:animEffect>
                                  </p:childTnLst>
                                </p:cTn>
                              </p:par>
                              <p:par>
                                <p:cTn id="104" presetID="3" presetClass="entr" presetSubtype="5" fill="hold" grpId="0" nodeType="withEffect">
                                  <p:stCondLst>
                                    <p:cond delay="0"/>
                                  </p:stCondLst>
                                  <p:childTnLst>
                                    <p:set>
                                      <p:cBhvr>
                                        <p:cTn id="105" dur="1" fill="hold">
                                          <p:stCondLst>
                                            <p:cond delay="0"/>
                                          </p:stCondLst>
                                        </p:cTn>
                                        <p:tgtEl>
                                          <p:spTgt spid="127"/>
                                        </p:tgtEl>
                                        <p:attrNameLst>
                                          <p:attrName>style.visibility</p:attrName>
                                        </p:attrNameLst>
                                      </p:cBhvr>
                                      <p:to>
                                        <p:strVal val="visible"/>
                                      </p:to>
                                    </p:set>
                                    <p:animEffect transition="in" filter="blinds(vertical)">
                                      <p:cBhvr>
                                        <p:cTn id="106" dur="500"/>
                                        <p:tgtEl>
                                          <p:spTgt spid="127"/>
                                        </p:tgtEl>
                                      </p:cBhvr>
                                    </p:animEffect>
                                  </p:childTnLst>
                                </p:cTn>
                              </p:par>
                              <p:par>
                                <p:cTn id="107" presetID="3" presetClass="entr" presetSubtype="5" fill="hold" grpId="0" nodeType="withEffect">
                                  <p:stCondLst>
                                    <p:cond delay="0"/>
                                  </p:stCondLst>
                                  <p:childTnLst>
                                    <p:set>
                                      <p:cBhvr>
                                        <p:cTn id="108" dur="1" fill="hold">
                                          <p:stCondLst>
                                            <p:cond delay="0"/>
                                          </p:stCondLst>
                                        </p:cTn>
                                        <p:tgtEl>
                                          <p:spTgt spid="140"/>
                                        </p:tgtEl>
                                        <p:attrNameLst>
                                          <p:attrName>style.visibility</p:attrName>
                                        </p:attrNameLst>
                                      </p:cBhvr>
                                      <p:to>
                                        <p:strVal val="visible"/>
                                      </p:to>
                                    </p:set>
                                    <p:animEffect transition="in" filter="blinds(vertical)">
                                      <p:cBhvr>
                                        <p:cTn id="109" dur="500"/>
                                        <p:tgtEl>
                                          <p:spTgt spid="140"/>
                                        </p:tgtEl>
                                      </p:cBhvr>
                                    </p:animEffect>
                                  </p:childTnLst>
                                </p:cTn>
                              </p:par>
                              <p:par>
                                <p:cTn id="110" presetID="3" presetClass="entr" presetSubtype="5" fill="hold" grpId="0" nodeType="withEffect">
                                  <p:stCondLst>
                                    <p:cond delay="0"/>
                                  </p:stCondLst>
                                  <p:childTnLst>
                                    <p:set>
                                      <p:cBhvr>
                                        <p:cTn id="111" dur="1" fill="hold">
                                          <p:stCondLst>
                                            <p:cond delay="0"/>
                                          </p:stCondLst>
                                        </p:cTn>
                                        <p:tgtEl>
                                          <p:spTgt spid="129"/>
                                        </p:tgtEl>
                                        <p:attrNameLst>
                                          <p:attrName>style.visibility</p:attrName>
                                        </p:attrNameLst>
                                      </p:cBhvr>
                                      <p:to>
                                        <p:strVal val="visible"/>
                                      </p:to>
                                    </p:set>
                                    <p:animEffect transition="in" filter="blinds(vertical)">
                                      <p:cBhvr>
                                        <p:cTn id="112" dur="500"/>
                                        <p:tgtEl>
                                          <p:spTgt spid="129"/>
                                        </p:tgtEl>
                                      </p:cBhvr>
                                    </p:animEffect>
                                  </p:childTnLst>
                                </p:cTn>
                              </p:par>
                              <p:par>
                                <p:cTn id="113" presetID="10" presetClass="entr" presetSubtype="0" fill="hold" nodeType="withEffect">
                                  <p:stCondLst>
                                    <p:cond delay="500"/>
                                  </p:stCondLst>
                                  <p:childTnLst>
                                    <p:set>
                                      <p:cBhvr>
                                        <p:cTn id="114" dur="1" fill="hold">
                                          <p:stCondLst>
                                            <p:cond delay="0"/>
                                          </p:stCondLst>
                                        </p:cTn>
                                        <p:tgtEl>
                                          <p:spTgt spid="141"/>
                                        </p:tgtEl>
                                        <p:attrNameLst>
                                          <p:attrName>style.visibility</p:attrName>
                                        </p:attrNameLst>
                                      </p:cBhvr>
                                      <p:to>
                                        <p:strVal val="visible"/>
                                      </p:to>
                                    </p:set>
                                    <p:animEffect transition="in" filter="fade">
                                      <p:cBhvr>
                                        <p:cTn id="115" dur="10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88" grpId="0"/>
      <p:bldP spid="95" grpId="0"/>
      <p:bldP spid="99" grpId="0" animBg="1"/>
      <p:bldP spid="100" grpId="0" animBg="1"/>
      <p:bldP spid="101" grpId="0" animBg="1"/>
      <p:bldP spid="102" grpId="0" animBg="1"/>
      <p:bldP spid="103" grpId="0" animBg="1"/>
      <p:bldP spid="104" grpId="0" animBg="1"/>
      <p:bldP spid="105" grpId="0" animBg="1"/>
      <p:bldP spid="106" grpId="0" animBg="1"/>
      <p:bldP spid="107" grpId="0" animBg="1"/>
      <p:bldP spid="111" grpId="0" animBg="1"/>
      <p:bldP spid="112" grpId="0" animBg="1"/>
      <p:bldP spid="113" grpId="0" animBg="1"/>
      <p:bldP spid="114" grpId="0" animBg="1"/>
      <p:bldP spid="115" grpId="0" animBg="1"/>
      <p:bldP spid="116" grpId="0" animBg="1"/>
      <p:bldP spid="117"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3" grpId="0" animBg="1"/>
      <p:bldP spid="134" grpId="0" animBg="1"/>
      <p:bldP spid="135" grpId="0" animBg="1"/>
      <p:bldP spid="136" grpId="0" animBg="1"/>
      <p:bldP spid="137" grpId="0" animBg="1"/>
      <p:bldP spid="138" grpId="0" animBg="1"/>
      <p:bldP spid="139" grpId="0" animBg="1"/>
      <p:bldP spid="14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그룹 17"/>
          <p:cNvGrpSpPr/>
          <p:nvPr/>
        </p:nvGrpSpPr>
        <p:grpSpPr>
          <a:xfrm>
            <a:off x="333375" y="950294"/>
            <a:ext cx="3242912" cy="3242912"/>
            <a:chOff x="658800" y="657675"/>
            <a:chExt cx="3829050" cy="3829050"/>
          </a:xfrm>
        </p:grpSpPr>
        <p:sp>
          <p:nvSpPr>
            <p:cNvPr id="10" name="타원 9"/>
            <p:cNvSpPr/>
            <p:nvPr/>
          </p:nvSpPr>
          <p:spPr>
            <a:xfrm>
              <a:off x="658800" y="657675"/>
              <a:ext cx="3829050" cy="3829050"/>
            </a:xfrm>
            <a:prstGeom prst="ellipse">
              <a:avLst/>
            </a:prstGeom>
            <a:solidFill>
              <a:srgbClr val="2F3540">
                <a:alpha val="98000"/>
              </a:srgbClr>
            </a:solidFill>
            <a:ln w="25400" cap="flat" cmpd="sng" algn="ctr">
              <a:noFill/>
              <a:prstDash val="solid"/>
            </a:ln>
            <a:effectLst>
              <a:outerShdw dir="5400000" sx="103000" sy="103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1" name="TextBox 10"/>
            <p:cNvSpPr txBox="1">
              <a:spLocks/>
            </p:cNvSpPr>
            <p:nvPr/>
          </p:nvSpPr>
          <p:spPr>
            <a:xfrm>
              <a:off x="658800" y="2782879"/>
              <a:ext cx="3829050" cy="668337"/>
            </a:xfrm>
            <a:prstGeom prst="rect">
              <a:avLst/>
            </a:prstGeom>
            <a:noFill/>
          </p:spPr>
          <p:txBody>
            <a:bodyPr wrap="square" lIns="0" tIns="0" rIns="0" bIns="0" rtlCol="0">
              <a:noAutofit/>
            </a:bodyPr>
            <a:lstStyle/>
            <a:p>
              <a:pPr algn="ctr">
                <a:spcAft>
                  <a:spcPts val="300"/>
                </a:spcAft>
              </a:pPr>
              <a:r>
                <a:rPr lang="en-US" altLang="ko-KR" sz="700" dirty="0">
                  <a:gradFill>
                    <a:gsLst>
                      <a:gs pos="0">
                        <a:schemeClr val="accent3">
                          <a:alpha val="80000"/>
                        </a:schemeClr>
                      </a:gs>
                      <a:gs pos="100000">
                        <a:schemeClr val="accent3">
                          <a:alpha val="80000"/>
                        </a:schemeClr>
                      </a:gs>
                    </a:gsLst>
                    <a:lin ang="0" scaled="0"/>
                  </a:gradFill>
                  <a:ea typeface="Roboto Light" pitchFamily="2" charset="0"/>
                  <a:cs typeface="Roboto Condensed Regular"/>
                </a:rPr>
                <a:t>Faucibus orci luctus et ultrices posuere cubilia Curae; Morbi lacinia molestie dui. </a:t>
              </a:r>
            </a:p>
            <a:p>
              <a:pPr algn="ctr">
                <a:spcAft>
                  <a:spcPts val="300"/>
                </a:spcAft>
              </a:pPr>
              <a:r>
                <a:rPr lang="en-US" altLang="ko-KR" sz="700" dirty="0">
                  <a:gradFill>
                    <a:gsLst>
                      <a:gs pos="0">
                        <a:schemeClr val="accent3">
                          <a:alpha val="80000"/>
                        </a:schemeClr>
                      </a:gs>
                      <a:gs pos="100000">
                        <a:schemeClr val="accent3">
                          <a:alpha val="80000"/>
                        </a:schemeClr>
                      </a:gs>
                    </a:gsLst>
                    <a:lin ang="0" scaled="0"/>
                  </a:gradFill>
                  <a:ea typeface="Roboto Light" pitchFamily="2" charset="0"/>
                  <a:cs typeface="Roboto Condensed Regular"/>
                </a:rPr>
                <a:t>Praesent blandit dolor. Sed non quam. In vel mi sit amen augue congue elementum. </a:t>
              </a:r>
            </a:p>
            <a:p>
              <a:pPr algn="ctr">
                <a:spcAft>
                  <a:spcPts val="300"/>
                </a:spcAft>
              </a:pPr>
              <a:r>
                <a:rPr lang="en-US" altLang="ko-KR" sz="700" dirty="0">
                  <a:gradFill>
                    <a:gsLst>
                      <a:gs pos="0">
                        <a:schemeClr val="accent3">
                          <a:alpha val="80000"/>
                        </a:schemeClr>
                      </a:gs>
                      <a:gs pos="100000">
                        <a:schemeClr val="accent3">
                          <a:alpha val="80000"/>
                        </a:schemeClr>
                      </a:gs>
                    </a:gsLst>
                    <a:lin ang="0" scaled="0"/>
                  </a:gradFill>
                  <a:ea typeface="Roboto Light" pitchFamily="2" charset="0"/>
                  <a:cs typeface="Roboto Condensed Regular"/>
                </a:rPr>
                <a:t>Morbi in ipsum sit amen pede facilisis laoreet. Donec lacus nunc, viverra nec.</a:t>
              </a:r>
            </a:p>
          </p:txBody>
        </p:sp>
        <p:sp>
          <p:nvSpPr>
            <p:cNvPr id="12" name="TextBox 11"/>
            <p:cNvSpPr txBox="1">
              <a:spLocks/>
            </p:cNvSpPr>
            <p:nvPr/>
          </p:nvSpPr>
          <p:spPr>
            <a:xfrm>
              <a:off x="658800" y="1865826"/>
              <a:ext cx="3829050" cy="613247"/>
            </a:xfrm>
            <a:prstGeom prst="rect">
              <a:avLst/>
            </a:prstGeom>
            <a:noFill/>
          </p:spPr>
          <p:txBody>
            <a:bodyPr wrap="square" lIns="0" tIns="0" rIns="0" bIns="0" rtlCol="0" anchor="b">
              <a:spAutoFit/>
            </a:bodyPr>
            <a:lstStyle/>
            <a:p>
              <a:pPr algn="ctr">
                <a:lnSpc>
                  <a:spcPts val="4000"/>
                </a:lnSpc>
                <a:tabLst>
                  <a:tab pos="3585983" algn="l"/>
                </a:tabLst>
              </a:pPr>
              <a:r>
                <a:rPr lang="en-US" altLang="ko-KR" sz="3500" b="1" dirty="0">
                  <a:gradFill>
                    <a:gsLst>
                      <a:gs pos="0">
                        <a:schemeClr val="accent1"/>
                      </a:gs>
                      <a:gs pos="100000">
                        <a:schemeClr val="accent1"/>
                      </a:gs>
                    </a:gsLst>
                    <a:lin ang="5400000" scaled="0"/>
                  </a:gradFill>
                  <a:latin typeface="Bebas Neue" pitchFamily="34" charset="0"/>
                  <a:ea typeface="Roboto Light" pitchFamily="2" charset="0"/>
                  <a:cs typeface="Roboto Condensed Regular"/>
                </a:rPr>
                <a:t>Section Title</a:t>
              </a:r>
              <a:endParaRPr lang="nb-NO" altLang="ko-KR" sz="3500" b="1" dirty="0">
                <a:gradFill>
                  <a:gsLst>
                    <a:gs pos="0">
                      <a:schemeClr val="accent1"/>
                    </a:gs>
                    <a:gs pos="100000">
                      <a:schemeClr val="accent1"/>
                    </a:gs>
                  </a:gsLst>
                  <a:lin ang="5400000" scaled="0"/>
                </a:gradFill>
                <a:latin typeface="Bebas Neue" pitchFamily="34" charset="0"/>
                <a:ea typeface="Roboto Light" pitchFamily="2" charset="0"/>
                <a:cs typeface="Roboto Condensed Regular"/>
              </a:endParaRPr>
            </a:p>
          </p:txBody>
        </p:sp>
        <p:cxnSp>
          <p:nvCxnSpPr>
            <p:cNvPr id="13" name="직선 연결선 12"/>
            <p:cNvCxnSpPr/>
            <p:nvPr/>
          </p:nvCxnSpPr>
          <p:spPr>
            <a:xfrm>
              <a:off x="1192200" y="2572200"/>
              <a:ext cx="2749550" cy="0"/>
            </a:xfrm>
            <a:prstGeom prst="line">
              <a:avLst/>
            </a:prstGeom>
            <a:ln w="25400" cap="rnd">
              <a:solidFill>
                <a:schemeClr val="accent3"/>
              </a:solidFill>
              <a:prstDash val="sysDot"/>
            </a:ln>
          </p:spPr>
          <p:style>
            <a:lnRef idx="1">
              <a:schemeClr val="accent1"/>
            </a:lnRef>
            <a:fillRef idx="0">
              <a:schemeClr val="accent1"/>
            </a:fillRef>
            <a:effectRef idx="0">
              <a:schemeClr val="accent1"/>
            </a:effectRef>
            <a:fontRef idx="minor">
              <a:schemeClr val="tx1"/>
            </a:fontRef>
          </p:style>
        </p:cxnSp>
      </p:grpSp>
      <p:sp>
        <p:nvSpPr>
          <p:cNvPr id="3" name="그림 개체 틀 2"/>
          <p:cNvSpPr>
            <a:spLocks noGrp="1"/>
          </p:cNvSpPr>
          <p:nvPr>
            <p:ph type="pic" sz="quarter" idx="10"/>
          </p:nvPr>
        </p:nvSpPr>
        <p:spPr/>
      </p:sp>
    </p:spTree>
    <p:extLst>
      <p:ext uri="{BB962C8B-B14F-4D97-AF65-F5344CB8AC3E}">
        <p14:creationId xmlns:p14="http://schemas.microsoft.com/office/powerpoint/2010/main" val="80475030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700"/>
                                        <p:tgtEl>
                                          <p:spTgt spid="18"/>
                                        </p:tgtEl>
                                      </p:cBhvr>
                                    </p:animEffect>
                                    <p:anim calcmode="lin" valueType="num">
                                      <p:cBhvr>
                                        <p:cTn id="8" dur="700" fill="hold"/>
                                        <p:tgtEl>
                                          <p:spTgt spid="18"/>
                                        </p:tgtEl>
                                        <p:attrNameLst>
                                          <p:attrName>ppt_x</p:attrName>
                                        </p:attrNameLst>
                                      </p:cBhvr>
                                      <p:tavLst>
                                        <p:tav tm="0">
                                          <p:val>
                                            <p:strVal val="#ppt_x"/>
                                          </p:val>
                                        </p:tav>
                                        <p:tav tm="100000">
                                          <p:val>
                                            <p:strVal val="#ppt_x"/>
                                          </p:val>
                                        </p:tav>
                                      </p:tavLst>
                                    </p:anim>
                                    <p:anim calcmode="lin" valueType="num">
                                      <p:cBhvr>
                                        <p:cTn id="9" dur="7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p:cNvSpPr>
            <a:spLocks noGrp="1"/>
          </p:cNvSpPr>
          <p:nvPr>
            <p:ph type="title"/>
          </p:nvPr>
        </p:nvSpPr>
        <p:spPr/>
        <p:txBody>
          <a:bodyPr/>
          <a:lstStyle/>
          <a:p>
            <a:r>
              <a:rPr lang="en-US" altLang="ko-KR" dirty="0"/>
              <a:t>Vision </a:t>
            </a:r>
            <a:r>
              <a:rPr lang="en-US" altLang="ko-KR" dirty="0">
                <a:latin typeface="Roboto Condensed"/>
              </a:rPr>
              <a:t>&amp;</a:t>
            </a:r>
            <a:r>
              <a:rPr lang="en-US" altLang="ko-KR" dirty="0"/>
              <a:t> MiSsion</a:t>
            </a:r>
            <a:endParaRPr lang="ko-KR" altLang="en-US" dirty="0"/>
          </a:p>
        </p:txBody>
      </p:sp>
      <p:sp>
        <p:nvSpPr>
          <p:cNvPr id="55" name="자유형 54"/>
          <p:cNvSpPr/>
          <p:nvPr/>
        </p:nvSpPr>
        <p:spPr>
          <a:xfrm>
            <a:off x="333375" y="881064"/>
            <a:ext cx="2973116" cy="1234944"/>
          </a:xfrm>
          <a:custGeom>
            <a:avLst/>
            <a:gdLst>
              <a:gd name="connsiteX0" fmla="*/ 0 w 2973116"/>
              <a:gd name="connsiteY0" fmla="*/ 0 h 1234944"/>
              <a:gd name="connsiteX1" fmla="*/ 838807 w 2973116"/>
              <a:gd name="connsiteY1" fmla="*/ 0 h 1234944"/>
              <a:gd name="connsiteX2" fmla="*/ 872716 w 2973116"/>
              <a:gd name="connsiteY2" fmla="*/ 0 h 1234944"/>
              <a:gd name="connsiteX3" fmla="*/ 1906693 w 2973116"/>
              <a:gd name="connsiteY3" fmla="*/ 0 h 1234944"/>
              <a:gd name="connsiteX4" fmla="*/ 2973116 w 2973116"/>
              <a:gd name="connsiteY4" fmla="*/ 0 h 1234944"/>
              <a:gd name="connsiteX5" fmla="*/ 2265011 w 2973116"/>
              <a:gd name="connsiteY5" fmla="*/ 1234944 h 1234944"/>
              <a:gd name="connsiteX6" fmla="*/ 1906693 w 2973116"/>
              <a:gd name="connsiteY6" fmla="*/ 1234944 h 1234944"/>
              <a:gd name="connsiteX7" fmla="*/ 1580821 w 2973116"/>
              <a:gd name="connsiteY7" fmla="*/ 1234944 h 1234944"/>
              <a:gd name="connsiteX8" fmla="*/ 838807 w 2973116"/>
              <a:gd name="connsiteY8" fmla="*/ 1234944 h 1234944"/>
              <a:gd name="connsiteX9" fmla="*/ 0 w 2973116"/>
              <a:gd name="connsiteY9" fmla="*/ 1234944 h 1234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3116" h="1234944">
                <a:moveTo>
                  <a:pt x="0" y="0"/>
                </a:moveTo>
                <a:lnTo>
                  <a:pt x="838807" y="0"/>
                </a:lnTo>
                <a:lnTo>
                  <a:pt x="872716" y="0"/>
                </a:lnTo>
                <a:lnTo>
                  <a:pt x="1906693" y="0"/>
                </a:lnTo>
                <a:lnTo>
                  <a:pt x="2973116" y="0"/>
                </a:lnTo>
                <a:lnTo>
                  <a:pt x="2265011" y="1234944"/>
                </a:lnTo>
                <a:lnTo>
                  <a:pt x="1906693" y="1234944"/>
                </a:lnTo>
                <a:lnTo>
                  <a:pt x="1580821" y="1234944"/>
                </a:lnTo>
                <a:lnTo>
                  <a:pt x="838807" y="1234944"/>
                </a:lnTo>
                <a:lnTo>
                  <a:pt x="0" y="1234944"/>
                </a:lnTo>
                <a:close/>
              </a:path>
            </a:pathLst>
          </a:custGeom>
          <a:solidFill>
            <a:schemeClr val="tx1">
              <a:alpha val="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1200" dirty="0">
              <a:gradFill>
                <a:gsLst>
                  <a:gs pos="0">
                    <a:schemeClr val="tx1">
                      <a:alpha val="30000"/>
                    </a:schemeClr>
                  </a:gs>
                  <a:gs pos="100000">
                    <a:schemeClr val="tx1">
                      <a:alpha val="30000"/>
                    </a:schemeClr>
                  </a:gs>
                </a:gsLst>
                <a:lin ang="5400000" scaled="0"/>
              </a:gradFill>
            </a:endParaRPr>
          </a:p>
        </p:txBody>
      </p:sp>
      <p:sp>
        <p:nvSpPr>
          <p:cNvPr id="57" name="자유형 56"/>
          <p:cNvSpPr/>
          <p:nvPr/>
        </p:nvSpPr>
        <p:spPr>
          <a:xfrm>
            <a:off x="333375" y="2187285"/>
            <a:ext cx="2227900" cy="1280617"/>
          </a:xfrm>
          <a:custGeom>
            <a:avLst/>
            <a:gdLst>
              <a:gd name="connsiteX0" fmla="*/ 0 w 2227900"/>
              <a:gd name="connsiteY0" fmla="*/ 0 h 1280617"/>
              <a:gd name="connsiteX1" fmla="*/ 49819 w 2227900"/>
              <a:gd name="connsiteY1" fmla="*/ 0 h 1280617"/>
              <a:gd name="connsiteX2" fmla="*/ 1122037 w 2227900"/>
              <a:gd name="connsiteY2" fmla="*/ 0 h 1280617"/>
              <a:gd name="connsiteX3" fmla="*/ 2227900 w 2227900"/>
              <a:gd name="connsiteY3" fmla="*/ 0 h 1280617"/>
              <a:gd name="connsiteX4" fmla="*/ 1493606 w 2227900"/>
              <a:gd name="connsiteY4" fmla="*/ 1280617 h 1280617"/>
              <a:gd name="connsiteX5" fmla="*/ 1122037 w 2227900"/>
              <a:gd name="connsiteY5" fmla="*/ 1280617 h 1280617"/>
              <a:gd name="connsiteX6" fmla="*/ 784113 w 2227900"/>
              <a:gd name="connsiteY6" fmla="*/ 1280617 h 1280617"/>
              <a:gd name="connsiteX7" fmla="*/ 0 w 2227900"/>
              <a:gd name="connsiteY7" fmla="*/ 1280617 h 128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7900" h="1280617">
                <a:moveTo>
                  <a:pt x="0" y="0"/>
                </a:moveTo>
                <a:lnTo>
                  <a:pt x="49819" y="0"/>
                </a:lnTo>
                <a:lnTo>
                  <a:pt x="1122037" y="0"/>
                </a:lnTo>
                <a:lnTo>
                  <a:pt x="2227900" y="0"/>
                </a:lnTo>
                <a:lnTo>
                  <a:pt x="1493606" y="1280617"/>
                </a:lnTo>
                <a:lnTo>
                  <a:pt x="1122037" y="1280617"/>
                </a:lnTo>
                <a:lnTo>
                  <a:pt x="784113" y="1280617"/>
                </a:lnTo>
                <a:lnTo>
                  <a:pt x="0" y="1280617"/>
                </a:lnTo>
                <a:close/>
              </a:path>
            </a:pathLst>
          </a:custGeom>
          <a:solidFill>
            <a:schemeClr val="tx1">
              <a:alpha val="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1200" dirty="0">
              <a:gradFill>
                <a:gsLst>
                  <a:gs pos="0">
                    <a:schemeClr val="tx1">
                      <a:alpha val="30000"/>
                    </a:schemeClr>
                  </a:gs>
                  <a:gs pos="100000">
                    <a:schemeClr val="tx1">
                      <a:alpha val="30000"/>
                    </a:schemeClr>
                  </a:gs>
                </a:gsLst>
                <a:lin ang="5400000" scaled="0"/>
              </a:gradFill>
            </a:endParaRPr>
          </a:p>
        </p:txBody>
      </p:sp>
      <p:sp>
        <p:nvSpPr>
          <p:cNvPr id="59" name="자유형 58"/>
          <p:cNvSpPr/>
          <p:nvPr/>
        </p:nvSpPr>
        <p:spPr>
          <a:xfrm>
            <a:off x="333376" y="3538667"/>
            <a:ext cx="1456315" cy="986338"/>
          </a:xfrm>
          <a:custGeom>
            <a:avLst/>
            <a:gdLst>
              <a:gd name="connsiteX0" fmla="*/ 0 w 1456315"/>
              <a:gd name="connsiteY0" fmla="*/ 0 h 986338"/>
              <a:gd name="connsiteX1" fmla="*/ 604573 w 1456315"/>
              <a:gd name="connsiteY1" fmla="*/ 0 h 986338"/>
              <a:gd name="connsiteX2" fmla="*/ 1456315 w 1456315"/>
              <a:gd name="connsiteY2" fmla="*/ 0 h 986338"/>
              <a:gd name="connsiteX3" fmla="*/ 890758 w 1456315"/>
              <a:gd name="connsiteY3" fmla="*/ 986338 h 986338"/>
              <a:gd name="connsiteX4" fmla="*/ 604573 w 1456315"/>
              <a:gd name="connsiteY4" fmla="*/ 986338 h 986338"/>
              <a:gd name="connsiteX5" fmla="*/ 344302 w 1456315"/>
              <a:gd name="connsiteY5" fmla="*/ 986338 h 986338"/>
              <a:gd name="connsiteX6" fmla="*/ 0 w 1456315"/>
              <a:gd name="connsiteY6" fmla="*/ 986338 h 986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6315" h="986338">
                <a:moveTo>
                  <a:pt x="0" y="0"/>
                </a:moveTo>
                <a:lnTo>
                  <a:pt x="604573" y="0"/>
                </a:lnTo>
                <a:lnTo>
                  <a:pt x="1456315" y="0"/>
                </a:lnTo>
                <a:lnTo>
                  <a:pt x="890758" y="986338"/>
                </a:lnTo>
                <a:lnTo>
                  <a:pt x="604573" y="986338"/>
                </a:lnTo>
                <a:lnTo>
                  <a:pt x="344302" y="986338"/>
                </a:lnTo>
                <a:lnTo>
                  <a:pt x="0" y="986338"/>
                </a:lnTo>
                <a:close/>
              </a:path>
            </a:pathLst>
          </a:custGeom>
          <a:solidFill>
            <a:schemeClr val="tx1">
              <a:alpha val="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1200" dirty="0">
              <a:gradFill>
                <a:gsLst>
                  <a:gs pos="0">
                    <a:schemeClr val="tx1">
                      <a:alpha val="30000"/>
                    </a:schemeClr>
                  </a:gs>
                  <a:gs pos="100000">
                    <a:schemeClr val="tx1">
                      <a:alpha val="30000"/>
                    </a:schemeClr>
                  </a:gs>
                </a:gsLst>
                <a:lin ang="5400000" scaled="0"/>
              </a:gradFill>
            </a:endParaRPr>
          </a:p>
        </p:txBody>
      </p:sp>
      <p:sp>
        <p:nvSpPr>
          <p:cNvPr id="44" name="TextBox 43"/>
          <p:cNvSpPr txBox="1"/>
          <p:nvPr/>
        </p:nvSpPr>
        <p:spPr>
          <a:xfrm>
            <a:off x="5127625" y="914004"/>
            <a:ext cx="1397000" cy="276999"/>
          </a:xfrm>
          <a:prstGeom prst="rect">
            <a:avLst/>
          </a:prstGeom>
          <a:noFill/>
        </p:spPr>
        <p:txBody>
          <a:bodyPr wrap="square" lIns="0" tIns="0" rIns="0" bIns="0" rtlCol="0">
            <a:noAutofit/>
          </a:bodyPr>
          <a:lstStyle/>
          <a:p>
            <a:pPr lvl="0" algn="r"/>
            <a:r>
              <a:rPr lang="en-US" altLang="ko-KR" sz="1200" b="1" dirty="0">
                <a:gradFill>
                  <a:gsLst>
                    <a:gs pos="0">
                      <a:schemeClr val="accent1"/>
                    </a:gs>
                    <a:gs pos="100000">
                      <a:schemeClr val="accent1"/>
                    </a:gs>
                  </a:gsLst>
                  <a:lin ang="5400000" scaled="0"/>
                </a:gradFill>
                <a:latin typeface="Bebas Neue" pitchFamily="34" charset="0"/>
                <a:ea typeface="Roboto Light" pitchFamily="2" charset="0"/>
                <a:cs typeface="Roboto Condensed Regular"/>
              </a:rPr>
              <a:t>Vision</a:t>
            </a:r>
            <a:endParaRPr lang="nb-NO" altLang="ko-KR" sz="1200" b="1" dirty="0">
              <a:gradFill>
                <a:gsLst>
                  <a:gs pos="0">
                    <a:schemeClr val="accent1"/>
                  </a:gs>
                  <a:gs pos="100000">
                    <a:schemeClr val="accent1"/>
                  </a:gs>
                </a:gsLst>
                <a:lin ang="5400000" scaled="0"/>
              </a:gradFill>
              <a:latin typeface="Bebas Neue" pitchFamily="34" charset="0"/>
              <a:ea typeface="Roboto Light" pitchFamily="2" charset="0"/>
              <a:cs typeface="Roboto Condensed Regular"/>
            </a:endParaRPr>
          </a:p>
        </p:txBody>
      </p:sp>
      <p:grpSp>
        <p:nvGrpSpPr>
          <p:cNvPr id="45" name="그룹 44"/>
          <p:cNvGrpSpPr/>
          <p:nvPr/>
        </p:nvGrpSpPr>
        <p:grpSpPr>
          <a:xfrm>
            <a:off x="3426852" y="881064"/>
            <a:ext cx="3097773" cy="0"/>
            <a:chOff x="5325502" y="881063"/>
            <a:chExt cx="3097773" cy="0"/>
          </a:xfrm>
        </p:grpSpPr>
        <p:cxnSp>
          <p:nvCxnSpPr>
            <p:cNvPr id="82" name="직선 연결선 81"/>
            <p:cNvCxnSpPr>
              <a:stCxn id="70" idx="0"/>
            </p:cNvCxnSpPr>
            <p:nvPr/>
          </p:nvCxnSpPr>
          <p:spPr>
            <a:xfrm>
              <a:off x="5325502" y="881063"/>
              <a:ext cx="3097773" cy="0"/>
            </a:xfrm>
            <a:prstGeom prst="line">
              <a:avLst/>
            </a:prstGeom>
            <a:ln w="3175">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83" name="직선 연결선 82"/>
            <p:cNvCxnSpPr/>
            <p:nvPr/>
          </p:nvCxnSpPr>
          <p:spPr>
            <a:xfrm>
              <a:off x="8085357" y="881063"/>
              <a:ext cx="337918" cy="0"/>
            </a:xfrm>
            <a:prstGeom prst="line">
              <a:avLst/>
            </a:prstGeom>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4762500" y="1131485"/>
            <a:ext cx="1762125" cy="668337"/>
          </a:xfrm>
          <a:prstGeom prst="rect">
            <a:avLst/>
          </a:prstGeom>
          <a:noFill/>
        </p:spPr>
        <p:txBody>
          <a:bodyPr wrap="square" lIns="0" tIns="0" rIns="0" bIns="0" rtlCol="0">
            <a:noAutofit/>
          </a:bodyPr>
          <a:lstStyle/>
          <a:p>
            <a:pPr algn="r">
              <a:lnSpc>
                <a:spcPts val="900"/>
              </a:lnSpc>
              <a:spcAft>
                <a:spcPts val="300"/>
              </a:spcAft>
            </a:pPr>
            <a:r>
              <a:rPr lang="en-US" altLang="ko-KR" sz="800" dirty="0">
                <a:gradFill>
                  <a:gsLst>
                    <a:gs pos="0">
                      <a:schemeClr val="tx1">
                        <a:alpha val="80000"/>
                      </a:schemeClr>
                    </a:gs>
                    <a:gs pos="100000">
                      <a:schemeClr val="tx1">
                        <a:alpha val="80000"/>
                      </a:schemeClr>
                    </a:gs>
                  </a:gsLst>
                  <a:lin ang="5400000" scaled="0"/>
                </a:gradFill>
                <a:ea typeface="Roboto Light" pitchFamily="2" charset="0"/>
                <a:cs typeface="Roboto Condensed Regular"/>
              </a:rPr>
              <a:t>sit amen, consectetur adipiscing elit. Integer nec odio. Praesent libero. Sed cursus ante dapibus diam. Sed nisi. </a:t>
            </a:r>
            <a:endParaRPr lang="en-US" altLang="ko-KR" sz="800" dirty="0">
              <a:gradFill>
                <a:gsLst>
                  <a:gs pos="0">
                    <a:schemeClr val="tx1">
                      <a:alpha val="80000"/>
                    </a:schemeClr>
                  </a:gs>
                  <a:gs pos="100000">
                    <a:schemeClr val="tx1">
                      <a:alpha val="80000"/>
                    </a:schemeClr>
                  </a:gs>
                </a:gsLst>
                <a:lin ang="5400000" scaled="0"/>
              </a:gradFill>
              <a:latin typeface="Roboto Condensed Regular"/>
              <a:cs typeface="Roboto Condensed Regular"/>
            </a:endParaRPr>
          </a:p>
        </p:txBody>
      </p:sp>
      <p:sp>
        <p:nvSpPr>
          <p:cNvPr id="47" name="TextBox 46"/>
          <p:cNvSpPr txBox="1"/>
          <p:nvPr/>
        </p:nvSpPr>
        <p:spPr>
          <a:xfrm>
            <a:off x="5127625" y="2221151"/>
            <a:ext cx="1397000" cy="276999"/>
          </a:xfrm>
          <a:prstGeom prst="rect">
            <a:avLst/>
          </a:prstGeom>
          <a:noFill/>
        </p:spPr>
        <p:txBody>
          <a:bodyPr wrap="square" lIns="0" tIns="0" rIns="0" bIns="0" rtlCol="0">
            <a:noAutofit/>
          </a:bodyPr>
          <a:lstStyle/>
          <a:p>
            <a:pPr lvl="0" algn="r"/>
            <a:r>
              <a:rPr lang="en-US" altLang="ko-KR" sz="1200" b="1" dirty="0">
                <a:gradFill>
                  <a:gsLst>
                    <a:gs pos="0">
                      <a:schemeClr val="tx1">
                        <a:alpha val="40000"/>
                      </a:schemeClr>
                    </a:gs>
                    <a:gs pos="100000">
                      <a:schemeClr val="tx1">
                        <a:alpha val="40000"/>
                      </a:schemeClr>
                    </a:gs>
                  </a:gsLst>
                  <a:lin ang="5400000" scaled="0"/>
                </a:gradFill>
                <a:latin typeface="Bebas Neue" pitchFamily="34" charset="0"/>
                <a:ea typeface="Roboto Light" pitchFamily="2" charset="0"/>
                <a:cs typeface="Roboto Condensed Regular"/>
              </a:rPr>
              <a:t>Core Values</a:t>
            </a:r>
            <a:endParaRPr lang="nb-NO" altLang="ko-KR" sz="1200" b="1" dirty="0">
              <a:gradFill>
                <a:gsLst>
                  <a:gs pos="0">
                    <a:schemeClr val="tx1">
                      <a:alpha val="40000"/>
                    </a:schemeClr>
                  </a:gs>
                  <a:gs pos="100000">
                    <a:schemeClr val="tx1">
                      <a:alpha val="40000"/>
                    </a:schemeClr>
                  </a:gs>
                </a:gsLst>
                <a:lin ang="5400000" scaled="0"/>
              </a:gradFill>
              <a:latin typeface="Bebas Neue" pitchFamily="34" charset="0"/>
              <a:ea typeface="Roboto Light" pitchFamily="2" charset="0"/>
              <a:cs typeface="Roboto Condensed Regular"/>
            </a:endParaRPr>
          </a:p>
        </p:txBody>
      </p:sp>
      <p:grpSp>
        <p:nvGrpSpPr>
          <p:cNvPr id="49" name="그룹 48"/>
          <p:cNvGrpSpPr/>
          <p:nvPr/>
        </p:nvGrpSpPr>
        <p:grpSpPr>
          <a:xfrm>
            <a:off x="4132534" y="2188211"/>
            <a:ext cx="2392091" cy="0"/>
            <a:chOff x="6031184" y="2188210"/>
            <a:chExt cx="2392091" cy="0"/>
          </a:xfrm>
        </p:grpSpPr>
        <p:cxnSp>
          <p:nvCxnSpPr>
            <p:cNvPr id="80" name="직선 연결선 79"/>
            <p:cNvCxnSpPr/>
            <p:nvPr/>
          </p:nvCxnSpPr>
          <p:spPr>
            <a:xfrm>
              <a:off x="6031184" y="2188210"/>
              <a:ext cx="1709256" cy="0"/>
            </a:xfrm>
            <a:prstGeom prst="line">
              <a:avLst/>
            </a:prstGeom>
            <a:ln w="3175">
              <a:solidFill>
                <a:schemeClr val="tx1">
                  <a:alpha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1" name="직선 연결선 80"/>
            <p:cNvCxnSpPr/>
            <p:nvPr/>
          </p:nvCxnSpPr>
          <p:spPr>
            <a:xfrm>
              <a:off x="7763385" y="2188210"/>
              <a:ext cx="659890" cy="0"/>
            </a:xfrm>
            <a:prstGeom prst="line">
              <a:avLst/>
            </a:prstGeom>
            <a:ln w="12700">
              <a:solidFill>
                <a:schemeClr val="tx1">
                  <a:alpha val="4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0" name="TextBox 49"/>
          <p:cNvSpPr txBox="1"/>
          <p:nvPr/>
        </p:nvSpPr>
        <p:spPr>
          <a:xfrm>
            <a:off x="4762500" y="2452292"/>
            <a:ext cx="1762125" cy="668337"/>
          </a:xfrm>
          <a:prstGeom prst="rect">
            <a:avLst/>
          </a:prstGeom>
          <a:noFill/>
        </p:spPr>
        <p:txBody>
          <a:bodyPr wrap="square" lIns="0" tIns="0" rIns="0" bIns="0" rtlCol="0">
            <a:noAutofit/>
          </a:bodyPr>
          <a:lstStyle/>
          <a:p>
            <a:pPr algn="r">
              <a:lnSpc>
                <a:spcPts val="900"/>
              </a:lnSpc>
              <a:spcAft>
                <a:spcPts val="300"/>
              </a:spcAft>
            </a:pPr>
            <a:r>
              <a:rPr lang="en-US" altLang="ko-KR" sz="800" dirty="0">
                <a:gradFill>
                  <a:gsLst>
                    <a:gs pos="0">
                      <a:schemeClr val="tx1">
                        <a:alpha val="40000"/>
                      </a:schemeClr>
                    </a:gs>
                    <a:gs pos="100000">
                      <a:schemeClr val="tx1">
                        <a:alpha val="40000"/>
                      </a:schemeClr>
                    </a:gs>
                  </a:gsLst>
                  <a:lin ang="5400000" scaled="0"/>
                </a:gradFill>
                <a:ea typeface="Roboto Light" pitchFamily="2" charset="0"/>
                <a:cs typeface="Roboto Condensed Regular"/>
              </a:rPr>
              <a:t>sit amen, consectetur adipiscing elit. Integer nec odio. Praesent libero. Sed cursus ante dapibus diam. Sed nisi. </a:t>
            </a:r>
          </a:p>
        </p:txBody>
      </p:sp>
      <p:sp>
        <p:nvSpPr>
          <p:cNvPr id="53" name="사다리꼴 52"/>
          <p:cNvSpPr/>
          <p:nvPr/>
        </p:nvSpPr>
        <p:spPr>
          <a:xfrm>
            <a:off x="1756268" y="3538668"/>
            <a:ext cx="3345465" cy="280656"/>
          </a:xfrm>
          <a:prstGeom prst="trapezoid">
            <a:avLst>
              <a:gd name="adj" fmla="val 56953"/>
            </a:avLst>
          </a:prstGeom>
          <a:gradFill>
            <a:gsLst>
              <a:gs pos="0">
                <a:schemeClr val="bg2">
                  <a:lumMod val="85000"/>
                </a:schemeClr>
              </a:gs>
              <a:gs pos="100000">
                <a:schemeClr val="bg2">
                  <a:lumMod val="85000"/>
                </a:schemeClr>
              </a:gs>
            </a:gsLst>
            <a:lin ang="5400000" scaled="0"/>
          </a:gradFill>
          <a:ln w="3175" cap="flat" cmpd="sng" algn="ctr">
            <a:gradFill>
              <a:gsLst>
                <a:gs pos="0">
                  <a:schemeClr val="bg2">
                    <a:lumMod val="70000"/>
                  </a:schemeClr>
                </a:gs>
                <a:gs pos="100000">
                  <a:schemeClr val="bg2">
                    <a:lumMod val="70000"/>
                  </a:schemeClr>
                </a:gs>
              </a:gsLst>
              <a:lin ang="5400000" scaled="0"/>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ko-KR" sz="700" b="1" dirty="0">
                <a:gradFill>
                  <a:gsLst>
                    <a:gs pos="0">
                      <a:schemeClr val="tx1">
                        <a:alpha val="50000"/>
                      </a:schemeClr>
                    </a:gs>
                    <a:gs pos="100000">
                      <a:schemeClr val="tx1">
                        <a:alpha val="50000"/>
                      </a:schemeClr>
                    </a:gs>
                  </a:gsLst>
                  <a:lin ang="5400000" scaled="0"/>
                </a:gradFill>
                <a:latin typeface="Roboto Condensed Regular"/>
              </a:rPr>
              <a:t>1. </a:t>
            </a:r>
            <a:r>
              <a:rPr lang="en-US" altLang="ko-KR" sz="700" dirty="0">
                <a:gradFill>
                  <a:gsLst>
                    <a:gs pos="0">
                      <a:schemeClr val="tx1">
                        <a:alpha val="50000"/>
                      </a:schemeClr>
                    </a:gs>
                    <a:gs pos="100000">
                      <a:schemeClr val="tx1">
                        <a:alpha val="50000"/>
                      </a:schemeClr>
                    </a:gs>
                  </a:gsLst>
                  <a:lin ang="5400000" scaled="0"/>
                </a:gradFill>
                <a:latin typeface="Roboto Condensed Regular"/>
              </a:rPr>
              <a:t>Lorem ipsum dolor sit amen, consectetur </a:t>
            </a:r>
          </a:p>
        </p:txBody>
      </p:sp>
      <p:sp>
        <p:nvSpPr>
          <p:cNvPr id="61" name="사다리꼴 60"/>
          <p:cNvSpPr/>
          <p:nvPr/>
        </p:nvSpPr>
        <p:spPr>
          <a:xfrm>
            <a:off x="1556767" y="3891509"/>
            <a:ext cx="3744466" cy="280656"/>
          </a:xfrm>
          <a:prstGeom prst="trapezoid">
            <a:avLst>
              <a:gd name="adj" fmla="val 56953"/>
            </a:avLst>
          </a:prstGeom>
          <a:gradFill>
            <a:gsLst>
              <a:gs pos="0">
                <a:schemeClr val="bg2">
                  <a:lumMod val="85000"/>
                </a:schemeClr>
              </a:gs>
              <a:gs pos="100000">
                <a:schemeClr val="bg2">
                  <a:lumMod val="85000"/>
                </a:schemeClr>
              </a:gs>
            </a:gsLst>
            <a:lin ang="5400000" scaled="0"/>
          </a:gradFill>
          <a:ln w="3175" cap="flat" cmpd="sng" algn="ctr">
            <a:gradFill>
              <a:gsLst>
                <a:gs pos="0">
                  <a:schemeClr val="bg2">
                    <a:lumMod val="70000"/>
                  </a:schemeClr>
                </a:gs>
                <a:gs pos="100000">
                  <a:schemeClr val="bg2">
                    <a:lumMod val="70000"/>
                  </a:schemeClr>
                </a:gs>
              </a:gsLst>
              <a:lin ang="5400000" scaled="0"/>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ko-KR" sz="700" b="1" dirty="0">
                <a:gradFill>
                  <a:gsLst>
                    <a:gs pos="0">
                      <a:schemeClr val="tx1">
                        <a:alpha val="50000"/>
                      </a:schemeClr>
                    </a:gs>
                    <a:gs pos="100000">
                      <a:schemeClr val="tx1">
                        <a:alpha val="50000"/>
                      </a:schemeClr>
                    </a:gs>
                  </a:gsLst>
                  <a:lin ang="5400000" scaled="0"/>
                </a:gradFill>
                <a:latin typeface="Roboto Condensed Regular"/>
              </a:rPr>
              <a:t>2. </a:t>
            </a:r>
            <a:r>
              <a:rPr lang="en-US" altLang="ko-KR" sz="700" dirty="0">
                <a:gradFill>
                  <a:gsLst>
                    <a:gs pos="0">
                      <a:schemeClr val="tx1">
                        <a:alpha val="50000"/>
                      </a:schemeClr>
                    </a:gs>
                    <a:gs pos="100000">
                      <a:schemeClr val="tx1">
                        <a:alpha val="50000"/>
                      </a:schemeClr>
                    </a:gs>
                  </a:gsLst>
                  <a:lin ang="5400000" scaled="0"/>
                </a:gradFill>
                <a:latin typeface="Roboto Condensed Regular"/>
              </a:rPr>
              <a:t>Praesent libero. Sed cursus ante dapibus diam. Sed nisi. Nulla quis sem at </a:t>
            </a:r>
          </a:p>
          <a:p>
            <a:pPr lvl="0" algn="ctr"/>
            <a:r>
              <a:rPr lang="en-US" altLang="ko-KR" sz="700" dirty="0">
                <a:gradFill>
                  <a:gsLst>
                    <a:gs pos="0">
                      <a:schemeClr val="tx1">
                        <a:alpha val="50000"/>
                      </a:schemeClr>
                    </a:gs>
                    <a:gs pos="100000">
                      <a:schemeClr val="tx1">
                        <a:alpha val="50000"/>
                      </a:schemeClr>
                    </a:gs>
                  </a:gsLst>
                  <a:lin ang="5400000" scaled="0"/>
                </a:gradFill>
                <a:latin typeface="Roboto Condensed Regular"/>
              </a:rPr>
              <a:t>nibh elementum imperdiet. Duis sagittis ipsum. Praesent mauris.</a:t>
            </a:r>
            <a:endParaRPr lang="ko-KR" altLang="en-US" sz="700" dirty="0">
              <a:gradFill>
                <a:gsLst>
                  <a:gs pos="0">
                    <a:schemeClr val="tx1">
                      <a:alpha val="50000"/>
                    </a:schemeClr>
                  </a:gs>
                  <a:gs pos="100000">
                    <a:schemeClr val="tx1">
                      <a:alpha val="50000"/>
                    </a:schemeClr>
                  </a:gs>
                </a:gsLst>
                <a:lin ang="5400000" scaled="0"/>
              </a:gradFill>
              <a:latin typeface="Roboto Condensed Regular"/>
            </a:endParaRPr>
          </a:p>
        </p:txBody>
      </p:sp>
      <p:sp>
        <p:nvSpPr>
          <p:cNvPr id="62" name="사다리꼴 61"/>
          <p:cNvSpPr/>
          <p:nvPr/>
        </p:nvSpPr>
        <p:spPr>
          <a:xfrm>
            <a:off x="1357268" y="4244350"/>
            <a:ext cx="4143465" cy="280656"/>
          </a:xfrm>
          <a:prstGeom prst="trapezoid">
            <a:avLst>
              <a:gd name="adj" fmla="val 56953"/>
            </a:avLst>
          </a:prstGeom>
          <a:gradFill>
            <a:gsLst>
              <a:gs pos="0">
                <a:schemeClr val="bg2">
                  <a:lumMod val="85000"/>
                </a:schemeClr>
              </a:gs>
              <a:gs pos="100000">
                <a:schemeClr val="bg2">
                  <a:lumMod val="85000"/>
                </a:schemeClr>
              </a:gs>
            </a:gsLst>
            <a:lin ang="5400000" scaled="0"/>
          </a:gradFill>
          <a:ln w="3175" cap="flat" cmpd="sng" algn="ctr">
            <a:gradFill>
              <a:gsLst>
                <a:gs pos="0">
                  <a:schemeClr val="bg2">
                    <a:lumMod val="70000"/>
                  </a:schemeClr>
                </a:gs>
                <a:gs pos="100000">
                  <a:schemeClr val="bg2">
                    <a:lumMod val="70000"/>
                  </a:schemeClr>
                </a:gs>
              </a:gsLst>
              <a:lin ang="5400000" scaled="0"/>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ko-KR" sz="700" b="1" dirty="0">
                <a:gradFill>
                  <a:gsLst>
                    <a:gs pos="0">
                      <a:schemeClr val="tx1">
                        <a:alpha val="50000"/>
                      </a:schemeClr>
                    </a:gs>
                    <a:gs pos="100000">
                      <a:schemeClr val="tx1">
                        <a:alpha val="50000"/>
                      </a:schemeClr>
                    </a:gs>
                  </a:gsLst>
                  <a:lin ang="5400000" scaled="0"/>
                </a:gradFill>
                <a:latin typeface="Roboto Condensed Regular"/>
              </a:rPr>
              <a:t>3. </a:t>
            </a:r>
            <a:r>
              <a:rPr lang="en-US" altLang="ko-KR" sz="700" dirty="0">
                <a:gradFill>
                  <a:gsLst>
                    <a:gs pos="0">
                      <a:schemeClr val="tx1">
                        <a:alpha val="50000"/>
                      </a:schemeClr>
                    </a:gs>
                    <a:gs pos="100000">
                      <a:schemeClr val="tx1">
                        <a:alpha val="50000"/>
                      </a:schemeClr>
                    </a:gs>
                  </a:gsLst>
                  <a:lin ang="5400000" scaled="0"/>
                </a:gradFill>
                <a:latin typeface="Roboto Condensed Regular"/>
              </a:rPr>
              <a:t>Fusce nec tellus sed augue semper porta. Mauris massa. Vestibulum lacinia arcu eget nulla. </a:t>
            </a:r>
            <a:endParaRPr lang="ko-KR" altLang="en-US" sz="700" dirty="0">
              <a:gradFill>
                <a:gsLst>
                  <a:gs pos="0">
                    <a:schemeClr val="tx1">
                      <a:alpha val="50000"/>
                    </a:schemeClr>
                  </a:gs>
                  <a:gs pos="100000">
                    <a:schemeClr val="tx1">
                      <a:alpha val="50000"/>
                    </a:schemeClr>
                  </a:gs>
                </a:gsLst>
                <a:lin ang="5400000" scaled="0"/>
              </a:gradFill>
              <a:latin typeface="Roboto Condensed Regular"/>
            </a:endParaRPr>
          </a:p>
        </p:txBody>
      </p:sp>
      <p:grpSp>
        <p:nvGrpSpPr>
          <p:cNvPr id="63" name="그룹 62"/>
          <p:cNvGrpSpPr/>
          <p:nvPr/>
        </p:nvGrpSpPr>
        <p:grpSpPr>
          <a:xfrm>
            <a:off x="1955650" y="2232959"/>
            <a:ext cx="1411365" cy="1234944"/>
            <a:chOff x="3098650" y="2232958"/>
            <a:chExt cx="1411365" cy="1234944"/>
          </a:xfrm>
        </p:grpSpPr>
        <p:sp>
          <p:nvSpPr>
            <p:cNvPr id="78" name="순서도: 추출 77"/>
            <p:cNvSpPr/>
            <p:nvPr/>
          </p:nvSpPr>
          <p:spPr>
            <a:xfrm>
              <a:off x="3098650" y="2232958"/>
              <a:ext cx="1411365" cy="1234944"/>
            </a:xfrm>
            <a:prstGeom prst="flowChartExtract">
              <a:avLst/>
            </a:prstGeom>
            <a:gradFill>
              <a:gsLst>
                <a:gs pos="0">
                  <a:schemeClr val="bg2">
                    <a:lumMod val="75000"/>
                  </a:schemeClr>
                </a:gs>
                <a:gs pos="100000">
                  <a:schemeClr val="bg2">
                    <a:lumMod val="75000"/>
                  </a:schemeClr>
                </a:gs>
              </a:gsLst>
              <a:lin ang="5400000" scaled="0"/>
            </a:gradFill>
            <a:ln w="3175" cap="flat" cmpd="sng" algn="ctr">
              <a:gradFill>
                <a:gsLst>
                  <a:gs pos="0">
                    <a:schemeClr val="bg2">
                      <a:lumMod val="60000"/>
                    </a:schemeClr>
                  </a:gs>
                  <a:gs pos="100000">
                    <a:schemeClr val="bg2">
                      <a:lumMod val="60000"/>
                    </a:schemeClr>
                  </a:gs>
                </a:gsLst>
                <a:lin ang="5400000" scaled="0"/>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spcAft>
                  <a:spcPts val="300"/>
                </a:spcAft>
              </a:pPr>
              <a:r>
                <a:rPr lang="en-US" altLang="ko-KR" sz="900" b="1" dirty="0">
                  <a:gradFill>
                    <a:gsLst>
                      <a:gs pos="0">
                        <a:schemeClr val="tx1">
                          <a:alpha val="50000"/>
                        </a:schemeClr>
                      </a:gs>
                      <a:gs pos="100000">
                        <a:schemeClr val="tx1">
                          <a:alpha val="50000"/>
                        </a:schemeClr>
                      </a:gs>
                    </a:gsLst>
                    <a:lin ang="5400000" scaled="0"/>
                  </a:gradFill>
                  <a:latin typeface="Roboto Condensed Regular"/>
                </a:rPr>
                <a:t>CORE VALUE</a:t>
              </a:r>
            </a:p>
            <a:p>
              <a:pPr algn="ctr">
                <a:lnSpc>
                  <a:spcPts val="2400"/>
                </a:lnSpc>
                <a:spcAft>
                  <a:spcPts val="300"/>
                </a:spcAft>
              </a:pPr>
              <a:r>
                <a:rPr lang="en-US" altLang="ko-KR" sz="2200" b="1" dirty="0">
                  <a:gradFill>
                    <a:gsLst>
                      <a:gs pos="0">
                        <a:schemeClr val="tx1">
                          <a:alpha val="50000"/>
                        </a:schemeClr>
                      </a:gs>
                      <a:gs pos="100000">
                        <a:schemeClr val="tx1">
                          <a:alpha val="50000"/>
                        </a:schemeClr>
                      </a:gs>
                    </a:gsLst>
                    <a:lin ang="5400000" scaled="0"/>
                  </a:gradFill>
                  <a:latin typeface="Bebas Neue" pitchFamily="34" charset="0"/>
                </a:rPr>
                <a:t>1</a:t>
              </a:r>
              <a:endParaRPr lang="ko-KR" altLang="en-US" sz="2200" b="1" dirty="0">
                <a:gradFill>
                  <a:gsLst>
                    <a:gs pos="0">
                      <a:schemeClr val="tx1">
                        <a:alpha val="50000"/>
                      </a:schemeClr>
                    </a:gs>
                    <a:gs pos="100000">
                      <a:schemeClr val="tx1">
                        <a:alpha val="50000"/>
                      </a:schemeClr>
                    </a:gs>
                  </a:gsLst>
                  <a:lin ang="5400000" scaled="0"/>
                </a:gradFill>
                <a:latin typeface="Bebas Neue" pitchFamily="34" charset="0"/>
              </a:endParaRPr>
            </a:p>
          </p:txBody>
        </p:sp>
        <p:sp>
          <p:nvSpPr>
            <p:cNvPr id="79" name="타원 78"/>
            <p:cNvSpPr/>
            <p:nvPr/>
          </p:nvSpPr>
          <p:spPr>
            <a:xfrm>
              <a:off x="3678335" y="3019514"/>
              <a:ext cx="264966" cy="264966"/>
            </a:xfrm>
            <a:prstGeom prst="ellipse">
              <a:avLst/>
            </a:prstGeom>
            <a:noFill/>
            <a:ln w="12700" cap="flat" cmpd="sng" algn="ctr">
              <a:solidFill>
                <a:schemeClr val="tx1">
                  <a:alpha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64" name="그룹 63"/>
          <p:cNvGrpSpPr/>
          <p:nvPr/>
        </p:nvGrpSpPr>
        <p:grpSpPr>
          <a:xfrm>
            <a:off x="3486687" y="2232959"/>
            <a:ext cx="1411365" cy="1234944"/>
            <a:chOff x="4629687" y="2232958"/>
            <a:chExt cx="1411365" cy="1234944"/>
          </a:xfrm>
        </p:grpSpPr>
        <p:sp>
          <p:nvSpPr>
            <p:cNvPr id="76" name="순서도: 추출 75"/>
            <p:cNvSpPr/>
            <p:nvPr/>
          </p:nvSpPr>
          <p:spPr>
            <a:xfrm>
              <a:off x="4629687" y="2232958"/>
              <a:ext cx="1411365" cy="1234944"/>
            </a:xfrm>
            <a:prstGeom prst="flowChartExtract">
              <a:avLst/>
            </a:prstGeom>
            <a:gradFill>
              <a:gsLst>
                <a:gs pos="0">
                  <a:schemeClr val="bg2">
                    <a:lumMod val="75000"/>
                  </a:schemeClr>
                </a:gs>
                <a:gs pos="100000">
                  <a:schemeClr val="bg2">
                    <a:lumMod val="75000"/>
                  </a:schemeClr>
                </a:gs>
              </a:gsLst>
              <a:lin ang="5400000" scaled="0"/>
            </a:gradFill>
            <a:ln w="3175" cap="flat" cmpd="sng" algn="ctr">
              <a:gradFill>
                <a:gsLst>
                  <a:gs pos="0">
                    <a:schemeClr val="bg2">
                      <a:lumMod val="60000"/>
                    </a:schemeClr>
                  </a:gs>
                  <a:gs pos="100000">
                    <a:schemeClr val="bg2">
                      <a:lumMod val="60000"/>
                    </a:schemeClr>
                  </a:gs>
                </a:gsLst>
                <a:lin ang="5400000" scaled="0"/>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spcAft>
                  <a:spcPts val="300"/>
                </a:spcAft>
              </a:pPr>
              <a:r>
                <a:rPr lang="en-US" altLang="ko-KR" sz="900" b="1" dirty="0">
                  <a:gradFill>
                    <a:gsLst>
                      <a:gs pos="0">
                        <a:schemeClr val="tx1">
                          <a:alpha val="50000"/>
                        </a:schemeClr>
                      </a:gs>
                      <a:gs pos="100000">
                        <a:schemeClr val="tx1">
                          <a:alpha val="50000"/>
                        </a:schemeClr>
                      </a:gs>
                    </a:gsLst>
                    <a:lin ang="5400000" scaled="0"/>
                  </a:gradFill>
                  <a:latin typeface="Roboto Condensed Regular"/>
                </a:rPr>
                <a:t>CORE VALUE</a:t>
              </a:r>
            </a:p>
            <a:p>
              <a:pPr algn="ctr">
                <a:lnSpc>
                  <a:spcPts val="2400"/>
                </a:lnSpc>
                <a:spcAft>
                  <a:spcPts val="300"/>
                </a:spcAft>
              </a:pPr>
              <a:r>
                <a:rPr lang="en-US" altLang="ko-KR" sz="2200" b="1" dirty="0">
                  <a:gradFill>
                    <a:gsLst>
                      <a:gs pos="0">
                        <a:schemeClr val="tx1">
                          <a:alpha val="50000"/>
                        </a:schemeClr>
                      </a:gs>
                      <a:gs pos="100000">
                        <a:schemeClr val="tx1">
                          <a:alpha val="50000"/>
                        </a:schemeClr>
                      </a:gs>
                    </a:gsLst>
                    <a:lin ang="5400000" scaled="0"/>
                  </a:gradFill>
                  <a:latin typeface="Bebas Neue" pitchFamily="34" charset="0"/>
                </a:rPr>
                <a:t>3</a:t>
              </a:r>
              <a:endParaRPr lang="ko-KR" altLang="en-US" sz="2200" b="1" dirty="0">
                <a:gradFill>
                  <a:gsLst>
                    <a:gs pos="0">
                      <a:schemeClr val="tx1">
                        <a:alpha val="50000"/>
                      </a:schemeClr>
                    </a:gs>
                    <a:gs pos="100000">
                      <a:schemeClr val="tx1">
                        <a:alpha val="50000"/>
                      </a:schemeClr>
                    </a:gs>
                  </a:gsLst>
                  <a:lin ang="5400000" scaled="0"/>
                </a:gradFill>
                <a:latin typeface="Bebas Neue" pitchFamily="34" charset="0"/>
              </a:endParaRPr>
            </a:p>
          </p:txBody>
        </p:sp>
        <p:sp>
          <p:nvSpPr>
            <p:cNvPr id="77" name="타원 76"/>
            <p:cNvSpPr/>
            <p:nvPr/>
          </p:nvSpPr>
          <p:spPr>
            <a:xfrm>
              <a:off x="5203409" y="3019514"/>
              <a:ext cx="264966" cy="264966"/>
            </a:xfrm>
            <a:prstGeom prst="ellipse">
              <a:avLst/>
            </a:prstGeom>
            <a:noFill/>
            <a:ln w="12700" cap="flat" cmpd="sng" algn="ctr">
              <a:solidFill>
                <a:schemeClr val="tx1">
                  <a:alpha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65" name="그룹 64"/>
          <p:cNvGrpSpPr/>
          <p:nvPr/>
        </p:nvGrpSpPr>
        <p:grpSpPr>
          <a:xfrm>
            <a:off x="2721169" y="2187286"/>
            <a:ext cx="1411365" cy="1234944"/>
            <a:chOff x="3864169" y="2187285"/>
            <a:chExt cx="1411365" cy="1234944"/>
          </a:xfrm>
        </p:grpSpPr>
        <p:sp>
          <p:nvSpPr>
            <p:cNvPr id="74" name="순서도: 병합 73"/>
            <p:cNvSpPr/>
            <p:nvPr/>
          </p:nvSpPr>
          <p:spPr>
            <a:xfrm>
              <a:off x="3864169" y="2187285"/>
              <a:ext cx="1411365" cy="1234944"/>
            </a:xfrm>
            <a:prstGeom prst="flowChartMerge">
              <a:avLst/>
            </a:prstGeom>
            <a:gradFill>
              <a:gsLst>
                <a:gs pos="0">
                  <a:schemeClr val="bg2">
                    <a:lumMod val="75000"/>
                  </a:schemeClr>
                </a:gs>
                <a:gs pos="100000">
                  <a:schemeClr val="bg2">
                    <a:lumMod val="75000"/>
                  </a:schemeClr>
                </a:gs>
              </a:gsLst>
              <a:lin ang="5400000" scaled="0"/>
            </a:gradFill>
            <a:ln w="3175" cap="flat" cmpd="sng" algn="ctr">
              <a:gradFill>
                <a:gsLst>
                  <a:gs pos="0">
                    <a:schemeClr val="bg2">
                      <a:lumMod val="60000"/>
                    </a:schemeClr>
                  </a:gs>
                  <a:gs pos="100000">
                    <a:schemeClr val="bg2">
                      <a:lumMod val="60000"/>
                    </a:schemeClr>
                  </a:gs>
                </a:gsLst>
                <a:lin ang="5400000" scaled="0"/>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spcAft>
                  <a:spcPts val="300"/>
                </a:spcAft>
              </a:pPr>
              <a:endParaRPr lang="en-US" altLang="ko-KR" sz="900" b="1" dirty="0">
                <a:gradFill>
                  <a:gsLst>
                    <a:gs pos="0">
                      <a:schemeClr val="tx1">
                        <a:alpha val="50000"/>
                      </a:schemeClr>
                    </a:gs>
                    <a:gs pos="100000">
                      <a:schemeClr val="tx1">
                        <a:alpha val="50000"/>
                      </a:schemeClr>
                    </a:gs>
                  </a:gsLst>
                  <a:lin ang="5400000" scaled="0"/>
                </a:gradFill>
                <a:latin typeface="Roboto Condensed Regular"/>
              </a:endParaRPr>
            </a:p>
            <a:p>
              <a:pPr algn="ctr">
                <a:spcAft>
                  <a:spcPts val="300"/>
                </a:spcAft>
              </a:pPr>
              <a:r>
                <a:rPr lang="en-US" altLang="ko-KR" sz="900" b="1" dirty="0">
                  <a:gradFill>
                    <a:gsLst>
                      <a:gs pos="0">
                        <a:schemeClr val="tx1">
                          <a:alpha val="50000"/>
                        </a:schemeClr>
                      </a:gs>
                      <a:gs pos="100000">
                        <a:schemeClr val="tx1">
                          <a:alpha val="50000"/>
                        </a:schemeClr>
                      </a:gs>
                    </a:gsLst>
                    <a:lin ang="5400000" scaled="0"/>
                  </a:gradFill>
                  <a:latin typeface="Roboto Condensed Regular"/>
                </a:rPr>
                <a:t>CORE VALUE</a:t>
              </a:r>
            </a:p>
            <a:p>
              <a:pPr algn="ctr">
                <a:lnSpc>
                  <a:spcPts val="2400"/>
                </a:lnSpc>
                <a:spcAft>
                  <a:spcPts val="300"/>
                </a:spcAft>
              </a:pPr>
              <a:r>
                <a:rPr lang="en-US" altLang="ko-KR" sz="2200" b="1" dirty="0">
                  <a:gradFill>
                    <a:gsLst>
                      <a:gs pos="0">
                        <a:schemeClr val="tx1">
                          <a:alpha val="50000"/>
                        </a:schemeClr>
                      </a:gs>
                      <a:gs pos="100000">
                        <a:schemeClr val="tx1">
                          <a:alpha val="50000"/>
                        </a:schemeClr>
                      </a:gs>
                    </a:gsLst>
                    <a:lin ang="5400000" scaled="0"/>
                  </a:gradFill>
                  <a:latin typeface="Bebas Neue" pitchFamily="34" charset="0"/>
                </a:rPr>
                <a:t>2</a:t>
              </a:r>
              <a:endParaRPr lang="ko-KR" altLang="en-US" sz="2200" b="1" dirty="0">
                <a:gradFill>
                  <a:gsLst>
                    <a:gs pos="0">
                      <a:schemeClr val="tx1">
                        <a:alpha val="50000"/>
                      </a:schemeClr>
                    </a:gs>
                    <a:gs pos="100000">
                      <a:schemeClr val="tx1">
                        <a:alpha val="50000"/>
                      </a:schemeClr>
                    </a:gs>
                  </a:gsLst>
                  <a:lin ang="5400000" scaled="0"/>
                </a:gradFill>
                <a:latin typeface="Bebas Neue" pitchFamily="34" charset="0"/>
              </a:endParaRPr>
            </a:p>
          </p:txBody>
        </p:sp>
        <p:sp>
          <p:nvSpPr>
            <p:cNvPr id="75" name="타원 74"/>
            <p:cNvSpPr/>
            <p:nvPr/>
          </p:nvSpPr>
          <p:spPr>
            <a:xfrm>
              <a:off x="4437891" y="2528940"/>
              <a:ext cx="264966" cy="264966"/>
            </a:xfrm>
            <a:prstGeom prst="ellipse">
              <a:avLst/>
            </a:prstGeom>
            <a:noFill/>
            <a:ln w="12700" cap="flat" cmpd="sng" algn="ctr">
              <a:solidFill>
                <a:schemeClr val="tx1">
                  <a:alpha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66" name="TextBox 65"/>
          <p:cNvSpPr txBox="1"/>
          <p:nvPr/>
        </p:nvSpPr>
        <p:spPr>
          <a:xfrm>
            <a:off x="5127625" y="3572533"/>
            <a:ext cx="1397000" cy="276999"/>
          </a:xfrm>
          <a:prstGeom prst="rect">
            <a:avLst/>
          </a:prstGeom>
          <a:noFill/>
        </p:spPr>
        <p:txBody>
          <a:bodyPr wrap="square" lIns="0" tIns="0" rIns="0" bIns="0" rtlCol="0">
            <a:noAutofit/>
          </a:bodyPr>
          <a:lstStyle/>
          <a:p>
            <a:pPr lvl="0" algn="r"/>
            <a:r>
              <a:rPr lang="en-US" altLang="ko-KR" sz="1200" b="1" dirty="0">
                <a:gradFill>
                  <a:gsLst>
                    <a:gs pos="0">
                      <a:schemeClr val="tx1">
                        <a:alpha val="40000"/>
                      </a:schemeClr>
                    </a:gs>
                    <a:gs pos="100000">
                      <a:schemeClr val="tx1">
                        <a:alpha val="40000"/>
                      </a:schemeClr>
                    </a:gs>
                  </a:gsLst>
                  <a:lin ang="5400000" scaled="0"/>
                </a:gradFill>
                <a:latin typeface="Bebas Neue" pitchFamily="34" charset="0"/>
                <a:ea typeface="Roboto Light" pitchFamily="2" charset="0"/>
                <a:cs typeface="Roboto Condensed Regular"/>
              </a:rPr>
              <a:t>Mission</a:t>
            </a:r>
            <a:endParaRPr lang="nb-NO" altLang="ko-KR" sz="1200" b="1" dirty="0">
              <a:gradFill>
                <a:gsLst>
                  <a:gs pos="0">
                    <a:schemeClr val="tx1">
                      <a:alpha val="40000"/>
                    </a:schemeClr>
                  </a:gs>
                  <a:gs pos="100000">
                    <a:schemeClr val="tx1">
                      <a:alpha val="40000"/>
                    </a:schemeClr>
                  </a:gs>
                </a:gsLst>
                <a:lin ang="5400000" scaled="0"/>
              </a:gradFill>
              <a:latin typeface="Bebas Neue" pitchFamily="34" charset="0"/>
              <a:ea typeface="Roboto Light" pitchFamily="2" charset="0"/>
              <a:cs typeface="Roboto Condensed Regular"/>
            </a:endParaRPr>
          </a:p>
        </p:txBody>
      </p:sp>
      <p:grpSp>
        <p:nvGrpSpPr>
          <p:cNvPr id="67" name="그룹 66"/>
          <p:cNvGrpSpPr/>
          <p:nvPr/>
        </p:nvGrpSpPr>
        <p:grpSpPr>
          <a:xfrm>
            <a:off x="4941210" y="3539593"/>
            <a:ext cx="1583415" cy="0"/>
            <a:chOff x="6839860" y="3539592"/>
            <a:chExt cx="1583415" cy="0"/>
          </a:xfrm>
        </p:grpSpPr>
        <p:cxnSp>
          <p:nvCxnSpPr>
            <p:cNvPr id="72" name="직선 연결선 71"/>
            <p:cNvCxnSpPr/>
            <p:nvPr/>
          </p:nvCxnSpPr>
          <p:spPr>
            <a:xfrm>
              <a:off x="6839860" y="3539592"/>
              <a:ext cx="1146933" cy="0"/>
            </a:xfrm>
            <a:prstGeom prst="line">
              <a:avLst/>
            </a:prstGeom>
            <a:ln w="3175">
              <a:solidFill>
                <a:schemeClr val="tx1">
                  <a:alpha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3" name="직선 연결선 72"/>
            <p:cNvCxnSpPr/>
            <p:nvPr/>
          </p:nvCxnSpPr>
          <p:spPr>
            <a:xfrm>
              <a:off x="7994650" y="3539592"/>
              <a:ext cx="428625" cy="0"/>
            </a:xfrm>
            <a:prstGeom prst="line">
              <a:avLst/>
            </a:prstGeom>
            <a:ln w="12700">
              <a:solidFill>
                <a:schemeClr val="tx1">
                  <a:alpha val="4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8" name="TextBox 67"/>
          <p:cNvSpPr txBox="1"/>
          <p:nvPr/>
        </p:nvSpPr>
        <p:spPr>
          <a:xfrm>
            <a:off x="5526625" y="3803674"/>
            <a:ext cx="998000" cy="668337"/>
          </a:xfrm>
          <a:prstGeom prst="rect">
            <a:avLst/>
          </a:prstGeom>
          <a:noFill/>
        </p:spPr>
        <p:txBody>
          <a:bodyPr wrap="square" lIns="0" tIns="0" rIns="0" bIns="0" rtlCol="0">
            <a:noAutofit/>
          </a:bodyPr>
          <a:lstStyle/>
          <a:p>
            <a:pPr algn="r">
              <a:lnSpc>
                <a:spcPts val="900"/>
              </a:lnSpc>
              <a:spcAft>
                <a:spcPts val="300"/>
              </a:spcAft>
            </a:pPr>
            <a:r>
              <a:rPr lang="en-US" altLang="ko-KR" sz="800" dirty="0">
                <a:gradFill>
                  <a:gsLst>
                    <a:gs pos="0">
                      <a:schemeClr val="tx1">
                        <a:alpha val="40000"/>
                      </a:schemeClr>
                    </a:gs>
                    <a:gs pos="100000">
                      <a:schemeClr val="tx1">
                        <a:alpha val="40000"/>
                      </a:schemeClr>
                    </a:gs>
                  </a:gsLst>
                  <a:lin ang="5400000" scaled="0"/>
                </a:gradFill>
                <a:ea typeface="Roboto Light" pitchFamily="2" charset="0"/>
                <a:cs typeface="Roboto Condensed Regular"/>
              </a:rPr>
              <a:t>sit amen, consectetur adipiscing elit. Integer nec odio. Praesent libero. Sed cursus ante dapibus diam. Sed nisi. </a:t>
            </a:r>
            <a:endParaRPr lang="en-US" altLang="ko-KR" sz="800" dirty="0">
              <a:gradFill>
                <a:gsLst>
                  <a:gs pos="0">
                    <a:schemeClr val="tx1">
                      <a:alpha val="40000"/>
                    </a:schemeClr>
                  </a:gs>
                  <a:gs pos="100000">
                    <a:schemeClr val="tx1">
                      <a:alpha val="40000"/>
                    </a:schemeClr>
                  </a:gs>
                </a:gsLst>
                <a:lin ang="5400000" scaled="0"/>
              </a:gradFill>
              <a:latin typeface="Roboto Condensed Regular"/>
              <a:cs typeface="Roboto Condensed Regular"/>
            </a:endParaRPr>
          </a:p>
        </p:txBody>
      </p:sp>
      <p:grpSp>
        <p:nvGrpSpPr>
          <p:cNvPr id="37" name="그룹 36"/>
          <p:cNvGrpSpPr/>
          <p:nvPr/>
        </p:nvGrpSpPr>
        <p:grpSpPr>
          <a:xfrm>
            <a:off x="2721169" y="881064"/>
            <a:ext cx="1411365" cy="1234944"/>
            <a:chOff x="2721169" y="881064"/>
            <a:chExt cx="1411365" cy="1234944"/>
          </a:xfrm>
        </p:grpSpPr>
        <p:sp>
          <p:nvSpPr>
            <p:cNvPr id="70" name="순서도: 추출 69"/>
            <p:cNvSpPr/>
            <p:nvPr/>
          </p:nvSpPr>
          <p:spPr>
            <a:xfrm>
              <a:off x="2721169" y="881064"/>
              <a:ext cx="1411365" cy="1234944"/>
            </a:xfrm>
            <a:prstGeom prst="flowChartExtract">
              <a:avLst/>
            </a:prstGeom>
            <a:gradFill>
              <a:gsLst>
                <a:gs pos="0">
                  <a:schemeClr val="accent1"/>
                </a:gs>
                <a:gs pos="100000">
                  <a:schemeClr val="accent1"/>
                </a:gs>
              </a:gsLst>
              <a:lin ang="5400000" scaled="0"/>
            </a:gradFill>
            <a:ln w="3175" cap="flat" cmpd="sng" algn="ctr">
              <a:gradFill>
                <a:gsLst>
                  <a:gs pos="0">
                    <a:schemeClr val="accent1">
                      <a:lumMod val="80000"/>
                    </a:schemeClr>
                  </a:gs>
                  <a:gs pos="100000">
                    <a:schemeClr val="accent1">
                      <a:lumMod val="80000"/>
                    </a:schemeClr>
                  </a:gs>
                </a:gsLst>
                <a:lin ang="5400000" scaled="0"/>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spcAft>
                  <a:spcPts val="300"/>
                </a:spcAft>
              </a:pPr>
              <a:endParaRPr lang="en-US" altLang="ko-KR" sz="900" b="1" dirty="0">
                <a:gradFill>
                  <a:gsLst>
                    <a:gs pos="0">
                      <a:schemeClr val="bg2"/>
                    </a:gs>
                    <a:gs pos="100000">
                      <a:schemeClr val="bg2"/>
                    </a:gs>
                  </a:gsLst>
                  <a:lin ang="5400000" scaled="0"/>
                </a:gradFill>
                <a:latin typeface="Roboto Condensed Regular"/>
              </a:endParaRPr>
            </a:p>
            <a:p>
              <a:pPr lvl="0" algn="ctr"/>
              <a:r>
                <a:rPr lang="en-US" altLang="ko-KR" sz="900" b="1" dirty="0">
                  <a:gradFill>
                    <a:gsLst>
                      <a:gs pos="0">
                        <a:schemeClr val="bg2"/>
                      </a:gs>
                      <a:gs pos="100000">
                        <a:schemeClr val="bg2"/>
                      </a:gs>
                    </a:gsLst>
                    <a:lin ang="5400000" scaled="0"/>
                  </a:gradFill>
                  <a:latin typeface="Roboto Condensed Regular"/>
                </a:rPr>
                <a:t>GOOD TO GREAT</a:t>
              </a:r>
              <a:endParaRPr lang="ko-KR" altLang="en-US" sz="900" b="1" dirty="0">
                <a:gradFill>
                  <a:gsLst>
                    <a:gs pos="0">
                      <a:schemeClr val="bg2"/>
                    </a:gs>
                    <a:gs pos="100000">
                      <a:schemeClr val="bg2"/>
                    </a:gs>
                  </a:gsLst>
                  <a:lin ang="5400000" scaled="0"/>
                </a:gradFill>
                <a:latin typeface="Roboto Condensed Regular"/>
              </a:endParaRPr>
            </a:p>
          </p:txBody>
        </p:sp>
        <p:sp>
          <p:nvSpPr>
            <p:cNvPr id="36" name="Freeform 24"/>
            <p:cNvSpPr>
              <a:spLocks noEditPoints="1"/>
            </p:cNvSpPr>
            <p:nvPr/>
          </p:nvSpPr>
          <p:spPr bwMode="auto">
            <a:xfrm flipH="1">
              <a:off x="3306274" y="1250199"/>
              <a:ext cx="241155" cy="353904"/>
            </a:xfrm>
            <a:custGeom>
              <a:avLst/>
              <a:gdLst/>
              <a:ahLst/>
              <a:cxnLst>
                <a:cxn ang="0">
                  <a:pos x="76" y="31"/>
                </a:cxn>
                <a:cxn ang="0">
                  <a:pos x="80" y="27"/>
                </a:cxn>
                <a:cxn ang="0">
                  <a:pos x="76" y="23"/>
                </a:cxn>
                <a:cxn ang="0">
                  <a:pos x="23" y="76"/>
                </a:cxn>
                <a:cxn ang="0">
                  <a:pos x="27" y="80"/>
                </a:cxn>
                <a:cxn ang="0">
                  <a:pos x="31" y="76"/>
                </a:cxn>
                <a:cxn ang="0">
                  <a:pos x="76" y="31"/>
                </a:cxn>
                <a:cxn ang="0">
                  <a:pos x="40" y="170"/>
                </a:cxn>
                <a:cxn ang="0">
                  <a:pos x="42" y="182"/>
                </a:cxn>
                <a:cxn ang="0">
                  <a:pos x="76" y="188"/>
                </a:cxn>
                <a:cxn ang="0">
                  <a:pos x="109" y="182"/>
                </a:cxn>
                <a:cxn ang="0">
                  <a:pos x="111" y="170"/>
                </a:cxn>
                <a:cxn ang="0">
                  <a:pos x="76" y="177"/>
                </a:cxn>
                <a:cxn ang="0">
                  <a:pos x="40" y="170"/>
                </a:cxn>
                <a:cxn ang="0">
                  <a:pos x="43" y="192"/>
                </a:cxn>
                <a:cxn ang="0">
                  <a:pos x="45" y="203"/>
                </a:cxn>
                <a:cxn ang="0">
                  <a:pos x="56" y="209"/>
                </a:cxn>
                <a:cxn ang="0">
                  <a:pos x="56" y="216"/>
                </a:cxn>
                <a:cxn ang="0">
                  <a:pos x="76" y="221"/>
                </a:cxn>
                <a:cxn ang="0">
                  <a:pos x="95" y="216"/>
                </a:cxn>
                <a:cxn ang="0">
                  <a:pos x="96" y="209"/>
                </a:cxn>
                <a:cxn ang="0">
                  <a:pos x="106" y="203"/>
                </a:cxn>
                <a:cxn ang="0">
                  <a:pos x="108" y="192"/>
                </a:cxn>
                <a:cxn ang="0">
                  <a:pos x="76" y="197"/>
                </a:cxn>
                <a:cxn ang="0">
                  <a:pos x="43" y="192"/>
                </a:cxn>
                <a:cxn ang="0">
                  <a:pos x="76" y="0"/>
                </a:cxn>
                <a:cxn ang="0">
                  <a:pos x="0" y="76"/>
                </a:cxn>
                <a:cxn ang="0">
                  <a:pos x="36" y="141"/>
                </a:cxn>
                <a:cxn ang="0">
                  <a:pos x="39" y="160"/>
                </a:cxn>
                <a:cxn ang="0">
                  <a:pos x="76" y="168"/>
                </a:cxn>
                <a:cxn ang="0">
                  <a:pos x="112" y="160"/>
                </a:cxn>
                <a:cxn ang="0">
                  <a:pos x="115" y="141"/>
                </a:cxn>
                <a:cxn ang="0">
                  <a:pos x="152" y="76"/>
                </a:cxn>
                <a:cxn ang="0">
                  <a:pos x="76" y="0"/>
                </a:cxn>
                <a:cxn ang="0">
                  <a:pos x="104" y="132"/>
                </a:cxn>
                <a:cxn ang="0">
                  <a:pos x="102" y="150"/>
                </a:cxn>
                <a:cxn ang="0">
                  <a:pos x="76" y="154"/>
                </a:cxn>
                <a:cxn ang="0">
                  <a:pos x="49" y="150"/>
                </a:cxn>
                <a:cxn ang="0">
                  <a:pos x="48" y="132"/>
                </a:cxn>
                <a:cxn ang="0">
                  <a:pos x="13" y="76"/>
                </a:cxn>
                <a:cxn ang="0">
                  <a:pos x="76" y="14"/>
                </a:cxn>
                <a:cxn ang="0">
                  <a:pos x="138" y="76"/>
                </a:cxn>
                <a:cxn ang="0">
                  <a:pos x="104" y="132"/>
                </a:cxn>
                <a:cxn ang="0">
                  <a:pos x="93" y="104"/>
                </a:cxn>
                <a:cxn ang="0">
                  <a:pos x="76" y="73"/>
                </a:cxn>
                <a:cxn ang="0">
                  <a:pos x="59" y="104"/>
                </a:cxn>
                <a:cxn ang="0">
                  <a:pos x="52" y="89"/>
                </a:cxn>
                <a:cxn ang="0">
                  <a:pos x="41" y="94"/>
                </a:cxn>
                <a:cxn ang="0">
                  <a:pos x="58" y="131"/>
                </a:cxn>
                <a:cxn ang="0">
                  <a:pos x="76" y="98"/>
                </a:cxn>
                <a:cxn ang="0">
                  <a:pos x="93" y="131"/>
                </a:cxn>
                <a:cxn ang="0">
                  <a:pos x="110"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6" y="23"/>
                    <a:pt x="23" y="47"/>
                    <a:pt x="23" y="76"/>
                  </a:cubicBezTo>
                  <a:cubicBezTo>
                    <a:pt x="23" y="78"/>
                    <a:pt x="25" y="80"/>
                    <a:pt x="27" y="80"/>
                  </a:cubicBezTo>
                  <a:cubicBezTo>
                    <a:pt x="29" y="80"/>
                    <a:pt x="31" y="78"/>
                    <a:pt x="31" y="76"/>
                  </a:cubicBezTo>
                  <a:cubicBezTo>
                    <a:pt x="31" y="51"/>
                    <a:pt x="51" y="31"/>
                    <a:pt x="76" y="31"/>
                  </a:cubicBezTo>
                  <a:close/>
                  <a:moveTo>
                    <a:pt x="40" y="170"/>
                  </a:moveTo>
                  <a:cubicBezTo>
                    <a:pt x="42" y="182"/>
                    <a:pt x="42" y="182"/>
                    <a:pt x="42" y="182"/>
                  </a:cubicBezTo>
                  <a:cubicBezTo>
                    <a:pt x="52" y="186"/>
                    <a:pt x="63" y="188"/>
                    <a:pt x="76" y="188"/>
                  </a:cubicBezTo>
                  <a:cubicBezTo>
                    <a:pt x="88" y="188"/>
                    <a:pt x="99" y="186"/>
                    <a:pt x="109" y="182"/>
                  </a:cubicBezTo>
                  <a:cubicBezTo>
                    <a:pt x="111" y="170"/>
                    <a:pt x="111" y="170"/>
                    <a:pt x="111" y="170"/>
                  </a:cubicBezTo>
                  <a:cubicBezTo>
                    <a:pt x="100" y="174"/>
                    <a:pt x="88" y="177"/>
                    <a:pt x="76" y="177"/>
                  </a:cubicBezTo>
                  <a:cubicBezTo>
                    <a:pt x="63" y="177"/>
                    <a:pt x="51" y="174"/>
                    <a:pt x="40" y="170"/>
                  </a:cubicBezTo>
                  <a:close/>
                  <a:moveTo>
                    <a:pt x="43" y="192"/>
                  </a:moveTo>
                  <a:cubicBezTo>
                    <a:pt x="45" y="203"/>
                    <a:pt x="45" y="203"/>
                    <a:pt x="45" y="203"/>
                  </a:cubicBezTo>
                  <a:cubicBezTo>
                    <a:pt x="45" y="203"/>
                    <a:pt x="48" y="207"/>
                    <a:pt x="56" y="209"/>
                  </a:cubicBezTo>
                  <a:cubicBezTo>
                    <a:pt x="56" y="216"/>
                    <a:pt x="56" y="216"/>
                    <a:pt x="56" y="216"/>
                  </a:cubicBezTo>
                  <a:cubicBezTo>
                    <a:pt x="56" y="216"/>
                    <a:pt x="61" y="221"/>
                    <a:pt x="76" y="221"/>
                  </a:cubicBezTo>
                  <a:cubicBezTo>
                    <a:pt x="91" y="221"/>
                    <a:pt x="95" y="216"/>
                    <a:pt x="95" y="216"/>
                  </a:cubicBezTo>
                  <a:cubicBezTo>
                    <a:pt x="96" y="209"/>
                    <a:pt x="96" y="209"/>
                    <a:pt x="96" y="209"/>
                  </a:cubicBezTo>
                  <a:cubicBezTo>
                    <a:pt x="103" y="207"/>
                    <a:pt x="106" y="203"/>
                    <a:pt x="106" y="203"/>
                  </a:cubicBezTo>
                  <a:cubicBezTo>
                    <a:pt x="108" y="192"/>
                    <a:pt x="108" y="192"/>
                    <a:pt x="108" y="192"/>
                  </a:cubicBezTo>
                  <a:cubicBezTo>
                    <a:pt x="98" y="195"/>
                    <a:pt x="87" y="197"/>
                    <a:pt x="76" y="197"/>
                  </a:cubicBezTo>
                  <a:cubicBezTo>
                    <a:pt x="64" y="197"/>
                    <a:pt x="53" y="195"/>
                    <a:pt x="43" y="192"/>
                  </a:cubicBezTo>
                  <a:close/>
                  <a:moveTo>
                    <a:pt x="76" y="0"/>
                  </a:moveTo>
                  <a:cubicBezTo>
                    <a:pt x="34" y="0"/>
                    <a:pt x="0" y="34"/>
                    <a:pt x="0" y="76"/>
                  </a:cubicBezTo>
                  <a:cubicBezTo>
                    <a:pt x="0" y="104"/>
                    <a:pt x="14" y="128"/>
                    <a:pt x="36" y="141"/>
                  </a:cubicBezTo>
                  <a:cubicBezTo>
                    <a:pt x="39" y="160"/>
                    <a:pt x="39" y="160"/>
                    <a:pt x="39" y="160"/>
                  </a:cubicBezTo>
                  <a:cubicBezTo>
                    <a:pt x="50" y="165"/>
                    <a:pt x="62" y="168"/>
                    <a:pt x="76" y="168"/>
                  </a:cubicBezTo>
                  <a:cubicBezTo>
                    <a:pt x="89" y="168"/>
                    <a:pt x="101" y="165"/>
                    <a:pt x="112"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6" y="154"/>
                    <a:pt x="49" y="150"/>
                    <a:pt x="49" y="150"/>
                  </a:cubicBezTo>
                  <a:cubicBezTo>
                    <a:pt x="48" y="132"/>
                    <a:pt x="48" y="132"/>
                    <a:pt x="48" y="132"/>
                  </a:cubicBezTo>
                  <a:cubicBezTo>
                    <a:pt x="27" y="122"/>
                    <a:pt x="13" y="101"/>
                    <a:pt x="13" y="76"/>
                  </a:cubicBezTo>
                  <a:cubicBezTo>
                    <a:pt x="13" y="42"/>
                    <a:pt x="41" y="14"/>
                    <a:pt x="76" y="14"/>
                  </a:cubicBezTo>
                  <a:cubicBezTo>
                    <a:pt x="110" y="14"/>
                    <a:pt x="138" y="42"/>
                    <a:pt x="138" y="76"/>
                  </a:cubicBezTo>
                  <a:cubicBezTo>
                    <a:pt x="138" y="101"/>
                    <a:pt x="124" y="122"/>
                    <a:pt x="104" y="132"/>
                  </a:cubicBezTo>
                  <a:close/>
                  <a:moveTo>
                    <a:pt x="93" y="104"/>
                  </a:moveTo>
                  <a:cubicBezTo>
                    <a:pt x="76" y="73"/>
                    <a:pt x="76" y="73"/>
                    <a:pt x="76" y="73"/>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3" y="131"/>
                    <a:pt x="93" y="131"/>
                    <a:pt x="93" y="131"/>
                  </a:cubicBezTo>
                  <a:cubicBezTo>
                    <a:pt x="110" y="94"/>
                    <a:pt x="110" y="94"/>
                    <a:pt x="110"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316139451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strVal val="#ppt_h"/>
                                          </p:val>
                                        </p:tav>
                                        <p:tav tm="100000">
                                          <p:val>
                                            <p:strVal val="#ppt_h"/>
                                          </p:val>
                                        </p:tav>
                                      </p:tavLst>
                                    </p:anim>
                                  </p:childTnLst>
                                </p:cTn>
                              </p:par>
                              <p:par>
                                <p:cTn id="9" presetID="9" presetClass="entr" presetSubtype="0" fill="hold" grpId="0" nodeType="with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dissolve">
                                      <p:cBhvr>
                                        <p:cTn id="11" dur="500"/>
                                        <p:tgtEl>
                                          <p:spTgt spid="55"/>
                                        </p:tgtEl>
                                      </p:cBhvr>
                                    </p:animEffect>
                                  </p:childTnLst>
                                </p:cTn>
                              </p:par>
                              <p:par>
                                <p:cTn id="12" presetID="22" presetClass="entr" presetSubtype="8" fill="hold" nodeType="withEffect">
                                  <p:stCondLst>
                                    <p:cond delay="0"/>
                                  </p:stCondLst>
                                  <p:childTnLst>
                                    <p:set>
                                      <p:cBhvr>
                                        <p:cTn id="13" dur="1" fill="hold">
                                          <p:stCondLst>
                                            <p:cond delay="0"/>
                                          </p:stCondLst>
                                        </p:cTn>
                                        <p:tgtEl>
                                          <p:spTgt spid="45"/>
                                        </p:tgtEl>
                                        <p:attrNameLst>
                                          <p:attrName>style.visibility</p:attrName>
                                        </p:attrNameLst>
                                      </p:cBhvr>
                                      <p:to>
                                        <p:strVal val="visible"/>
                                      </p:to>
                                    </p:set>
                                    <p:animEffect transition="in" filter="wipe(left)">
                                      <p:cBhvr>
                                        <p:cTn id="14" dur="500"/>
                                        <p:tgtEl>
                                          <p:spTgt spid="45"/>
                                        </p:tgtEl>
                                      </p:cBhvr>
                                    </p:animEffect>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fade">
                                      <p:cBhvr>
                                        <p:cTn id="18" dur="500"/>
                                        <p:tgtEl>
                                          <p:spTgt spid="4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500"/>
                                        <p:tgtEl>
                                          <p:spTgt spid="46"/>
                                        </p:tgtEl>
                                      </p:cBhvr>
                                    </p:animEffect>
                                  </p:childTnLst>
                                </p:cTn>
                              </p:par>
                            </p:childTnLst>
                          </p:cTn>
                        </p:par>
                        <p:par>
                          <p:cTn id="22" fill="hold">
                            <p:stCondLst>
                              <p:cond delay="1000"/>
                            </p:stCondLst>
                            <p:childTnLst>
                              <p:par>
                                <p:cTn id="23" presetID="17" presetClass="entr" presetSubtype="10" fill="hold" nodeType="afterEffect">
                                  <p:stCondLst>
                                    <p:cond delay="0"/>
                                  </p:stCondLst>
                                  <p:childTnLst>
                                    <p:set>
                                      <p:cBhvr>
                                        <p:cTn id="24" dur="1" fill="hold">
                                          <p:stCondLst>
                                            <p:cond delay="0"/>
                                          </p:stCondLst>
                                        </p:cTn>
                                        <p:tgtEl>
                                          <p:spTgt spid="63"/>
                                        </p:tgtEl>
                                        <p:attrNameLst>
                                          <p:attrName>style.visibility</p:attrName>
                                        </p:attrNameLst>
                                      </p:cBhvr>
                                      <p:to>
                                        <p:strVal val="visible"/>
                                      </p:to>
                                    </p:set>
                                    <p:anim calcmode="lin" valueType="num">
                                      <p:cBhvr>
                                        <p:cTn id="25" dur="500" fill="hold"/>
                                        <p:tgtEl>
                                          <p:spTgt spid="63"/>
                                        </p:tgtEl>
                                        <p:attrNameLst>
                                          <p:attrName>ppt_w</p:attrName>
                                        </p:attrNameLst>
                                      </p:cBhvr>
                                      <p:tavLst>
                                        <p:tav tm="0">
                                          <p:val>
                                            <p:fltVal val="0"/>
                                          </p:val>
                                        </p:tav>
                                        <p:tav tm="100000">
                                          <p:val>
                                            <p:strVal val="#ppt_w"/>
                                          </p:val>
                                        </p:tav>
                                      </p:tavLst>
                                    </p:anim>
                                    <p:anim calcmode="lin" valueType="num">
                                      <p:cBhvr>
                                        <p:cTn id="26" dur="500" fill="hold"/>
                                        <p:tgtEl>
                                          <p:spTgt spid="63"/>
                                        </p:tgtEl>
                                        <p:attrNameLst>
                                          <p:attrName>ppt_h</p:attrName>
                                        </p:attrNameLst>
                                      </p:cBhvr>
                                      <p:tavLst>
                                        <p:tav tm="0">
                                          <p:val>
                                            <p:strVal val="#ppt_h"/>
                                          </p:val>
                                        </p:tav>
                                        <p:tav tm="100000">
                                          <p:val>
                                            <p:strVal val="#ppt_h"/>
                                          </p:val>
                                        </p:tav>
                                      </p:tavLst>
                                    </p:anim>
                                  </p:childTnLst>
                                </p:cTn>
                              </p:par>
                            </p:childTnLst>
                          </p:cTn>
                        </p:par>
                        <p:par>
                          <p:cTn id="27" fill="hold">
                            <p:stCondLst>
                              <p:cond delay="1500"/>
                            </p:stCondLst>
                            <p:childTnLst>
                              <p:par>
                                <p:cTn id="28" presetID="17" presetClass="entr" presetSubtype="10" fill="hold" nodeType="afterEffect">
                                  <p:stCondLst>
                                    <p:cond delay="0"/>
                                  </p:stCondLst>
                                  <p:childTnLst>
                                    <p:set>
                                      <p:cBhvr>
                                        <p:cTn id="29" dur="1" fill="hold">
                                          <p:stCondLst>
                                            <p:cond delay="0"/>
                                          </p:stCondLst>
                                        </p:cTn>
                                        <p:tgtEl>
                                          <p:spTgt spid="65"/>
                                        </p:tgtEl>
                                        <p:attrNameLst>
                                          <p:attrName>style.visibility</p:attrName>
                                        </p:attrNameLst>
                                      </p:cBhvr>
                                      <p:to>
                                        <p:strVal val="visible"/>
                                      </p:to>
                                    </p:set>
                                    <p:anim calcmode="lin" valueType="num">
                                      <p:cBhvr>
                                        <p:cTn id="30" dur="500" fill="hold"/>
                                        <p:tgtEl>
                                          <p:spTgt spid="65"/>
                                        </p:tgtEl>
                                        <p:attrNameLst>
                                          <p:attrName>ppt_w</p:attrName>
                                        </p:attrNameLst>
                                      </p:cBhvr>
                                      <p:tavLst>
                                        <p:tav tm="0">
                                          <p:val>
                                            <p:fltVal val="0"/>
                                          </p:val>
                                        </p:tav>
                                        <p:tav tm="100000">
                                          <p:val>
                                            <p:strVal val="#ppt_w"/>
                                          </p:val>
                                        </p:tav>
                                      </p:tavLst>
                                    </p:anim>
                                    <p:anim calcmode="lin" valueType="num">
                                      <p:cBhvr>
                                        <p:cTn id="31" dur="500" fill="hold"/>
                                        <p:tgtEl>
                                          <p:spTgt spid="65"/>
                                        </p:tgtEl>
                                        <p:attrNameLst>
                                          <p:attrName>ppt_h</p:attrName>
                                        </p:attrNameLst>
                                      </p:cBhvr>
                                      <p:tavLst>
                                        <p:tav tm="0">
                                          <p:val>
                                            <p:strVal val="#ppt_h"/>
                                          </p:val>
                                        </p:tav>
                                        <p:tav tm="100000">
                                          <p:val>
                                            <p:strVal val="#ppt_h"/>
                                          </p:val>
                                        </p:tav>
                                      </p:tavLst>
                                    </p:anim>
                                  </p:childTnLst>
                                </p:cTn>
                              </p:par>
                            </p:childTnLst>
                          </p:cTn>
                        </p:par>
                        <p:par>
                          <p:cTn id="32" fill="hold">
                            <p:stCondLst>
                              <p:cond delay="2000"/>
                            </p:stCondLst>
                            <p:childTnLst>
                              <p:par>
                                <p:cTn id="33" presetID="17" presetClass="entr" presetSubtype="10" fill="hold" nodeType="afterEffect">
                                  <p:stCondLst>
                                    <p:cond delay="0"/>
                                  </p:stCondLst>
                                  <p:childTnLst>
                                    <p:set>
                                      <p:cBhvr>
                                        <p:cTn id="34" dur="1" fill="hold">
                                          <p:stCondLst>
                                            <p:cond delay="0"/>
                                          </p:stCondLst>
                                        </p:cTn>
                                        <p:tgtEl>
                                          <p:spTgt spid="64"/>
                                        </p:tgtEl>
                                        <p:attrNameLst>
                                          <p:attrName>style.visibility</p:attrName>
                                        </p:attrNameLst>
                                      </p:cBhvr>
                                      <p:to>
                                        <p:strVal val="visible"/>
                                      </p:to>
                                    </p:set>
                                    <p:anim calcmode="lin" valueType="num">
                                      <p:cBhvr>
                                        <p:cTn id="35" dur="500" fill="hold"/>
                                        <p:tgtEl>
                                          <p:spTgt spid="64"/>
                                        </p:tgtEl>
                                        <p:attrNameLst>
                                          <p:attrName>ppt_w</p:attrName>
                                        </p:attrNameLst>
                                      </p:cBhvr>
                                      <p:tavLst>
                                        <p:tav tm="0">
                                          <p:val>
                                            <p:fltVal val="0"/>
                                          </p:val>
                                        </p:tav>
                                        <p:tav tm="100000">
                                          <p:val>
                                            <p:strVal val="#ppt_w"/>
                                          </p:val>
                                        </p:tav>
                                      </p:tavLst>
                                    </p:anim>
                                    <p:anim calcmode="lin" valueType="num">
                                      <p:cBhvr>
                                        <p:cTn id="36" dur="500" fill="hold"/>
                                        <p:tgtEl>
                                          <p:spTgt spid="64"/>
                                        </p:tgtEl>
                                        <p:attrNameLst>
                                          <p:attrName>ppt_h</p:attrName>
                                        </p:attrNameLst>
                                      </p:cBhvr>
                                      <p:tavLst>
                                        <p:tav tm="0">
                                          <p:val>
                                            <p:strVal val="#ppt_h"/>
                                          </p:val>
                                        </p:tav>
                                        <p:tav tm="100000">
                                          <p:val>
                                            <p:strVal val="#ppt_h"/>
                                          </p:val>
                                        </p:tav>
                                      </p:tavLst>
                                    </p:anim>
                                  </p:childTnLst>
                                </p:cTn>
                              </p:par>
                              <p:par>
                                <p:cTn id="37" presetID="9"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animEffect transition="in" filter="dissolve">
                                      <p:cBhvr>
                                        <p:cTn id="39" dur="500"/>
                                        <p:tgtEl>
                                          <p:spTgt spid="57"/>
                                        </p:tgtEl>
                                      </p:cBhvr>
                                    </p:animEffect>
                                  </p:childTnLst>
                                </p:cTn>
                              </p:par>
                              <p:par>
                                <p:cTn id="40" presetID="22" presetClass="entr" presetSubtype="8" fill="hold" nodeType="with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wipe(left)">
                                      <p:cBhvr>
                                        <p:cTn id="42" dur="500"/>
                                        <p:tgtEl>
                                          <p:spTgt spid="49"/>
                                        </p:tgtEl>
                                      </p:cBhvr>
                                    </p:animEffect>
                                  </p:childTnLst>
                                </p:cTn>
                              </p:par>
                            </p:childTnLst>
                          </p:cTn>
                        </p:par>
                        <p:par>
                          <p:cTn id="43" fill="hold">
                            <p:stCondLst>
                              <p:cond delay="2500"/>
                            </p:stCondLst>
                            <p:childTnLst>
                              <p:par>
                                <p:cTn id="44" presetID="10" presetClass="entr" presetSubtype="0" fill="hold" grpId="0" nodeType="after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fade">
                                      <p:cBhvr>
                                        <p:cTn id="46" dur="500"/>
                                        <p:tgtEl>
                                          <p:spTgt spid="4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fade">
                                      <p:cBhvr>
                                        <p:cTn id="49" dur="500"/>
                                        <p:tgtEl>
                                          <p:spTgt spid="50"/>
                                        </p:tgtEl>
                                      </p:cBhvr>
                                    </p:animEffect>
                                  </p:childTnLst>
                                </p:cTn>
                              </p:par>
                            </p:childTnLst>
                          </p:cTn>
                        </p:par>
                        <p:par>
                          <p:cTn id="50" fill="hold">
                            <p:stCondLst>
                              <p:cond delay="3000"/>
                            </p:stCondLst>
                            <p:childTnLst>
                              <p:par>
                                <p:cTn id="51" presetID="42" presetClass="entr" presetSubtype="0" fill="hold" grpId="0" nodeType="afterEffect">
                                  <p:stCondLst>
                                    <p:cond delay="0"/>
                                  </p:stCondLst>
                                  <p:childTnLst>
                                    <p:set>
                                      <p:cBhvr>
                                        <p:cTn id="52" dur="1" fill="hold">
                                          <p:stCondLst>
                                            <p:cond delay="0"/>
                                          </p:stCondLst>
                                        </p:cTn>
                                        <p:tgtEl>
                                          <p:spTgt spid="53"/>
                                        </p:tgtEl>
                                        <p:attrNameLst>
                                          <p:attrName>style.visibility</p:attrName>
                                        </p:attrNameLst>
                                      </p:cBhvr>
                                      <p:to>
                                        <p:strVal val="visible"/>
                                      </p:to>
                                    </p:set>
                                    <p:animEffect transition="in" filter="fade">
                                      <p:cBhvr>
                                        <p:cTn id="53" dur="500"/>
                                        <p:tgtEl>
                                          <p:spTgt spid="53"/>
                                        </p:tgtEl>
                                      </p:cBhvr>
                                    </p:animEffect>
                                    <p:anim calcmode="lin" valueType="num">
                                      <p:cBhvr>
                                        <p:cTn id="54" dur="500" fill="hold"/>
                                        <p:tgtEl>
                                          <p:spTgt spid="53"/>
                                        </p:tgtEl>
                                        <p:attrNameLst>
                                          <p:attrName>ppt_x</p:attrName>
                                        </p:attrNameLst>
                                      </p:cBhvr>
                                      <p:tavLst>
                                        <p:tav tm="0">
                                          <p:val>
                                            <p:strVal val="#ppt_x"/>
                                          </p:val>
                                        </p:tav>
                                        <p:tav tm="100000">
                                          <p:val>
                                            <p:strVal val="#ppt_x"/>
                                          </p:val>
                                        </p:tav>
                                      </p:tavLst>
                                    </p:anim>
                                    <p:anim calcmode="lin" valueType="num">
                                      <p:cBhvr>
                                        <p:cTn id="55" dur="500" fill="hold"/>
                                        <p:tgtEl>
                                          <p:spTgt spid="53"/>
                                        </p:tgtEl>
                                        <p:attrNameLst>
                                          <p:attrName>ppt_y</p:attrName>
                                        </p:attrNameLst>
                                      </p:cBhvr>
                                      <p:tavLst>
                                        <p:tav tm="0">
                                          <p:val>
                                            <p:strVal val="#ppt_y+.1"/>
                                          </p:val>
                                        </p:tav>
                                        <p:tav tm="100000">
                                          <p:val>
                                            <p:strVal val="#ppt_y"/>
                                          </p:val>
                                        </p:tav>
                                      </p:tavLst>
                                    </p:anim>
                                  </p:childTnLst>
                                </p:cTn>
                              </p:par>
                            </p:childTnLst>
                          </p:cTn>
                        </p:par>
                        <p:par>
                          <p:cTn id="56" fill="hold">
                            <p:stCondLst>
                              <p:cond delay="3500"/>
                            </p:stCondLst>
                            <p:childTnLst>
                              <p:par>
                                <p:cTn id="57" presetID="42" presetClass="entr" presetSubtype="0" fill="hold" grpId="0" nodeType="afterEffect">
                                  <p:stCondLst>
                                    <p:cond delay="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500"/>
                                        <p:tgtEl>
                                          <p:spTgt spid="61"/>
                                        </p:tgtEl>
                                      </p:cBhvr>
                                    </p:animEffect>
                                    <p:anim calcmode="lin" valueType="num">
                                      <p:cBhvr>
                                        <p:cTn id="60" dur="500" fill="hold"/>
                                        <p:tgtEl>
                                          <p:spTgt spid="61"/>
                                        </p:tgtEl>
                                        <p:attrNameLst>
                                          <p:attrName>ppt_x</p:attrName>
                                        </p:attrNameLst>
                                      </p:cBhvr>
                                      <p:tavLst>
                                        <p:tav tm="0">
                                          <p:val>
                                            <p:strVal val="#ppt_x"/>
                                          </p:val>
                                        </p:tav>
                                        <p:tav tm="100000">
                                          <p:val>
                                            <p:strVal val="#ppt_x"/>
                                          </p:val>
                                        </p:tav>
                                      </p:tavLst>
                                    </p:anim>
                                    <p:anim calcmode="lin" valueType="num">
                                      <p:cBhvr>
                                        <p:cTn id="61" dur="500" fill="hold"/>
                                        <p:tgtEl>
                                          <p:spTgt spid="61"/>
                                        </p:tgtEl>
                                        <p:attrNameLst>
                                          <p:attrName>ppt_y</p:attrName>
                                        </p:attrNameLst>
                                      </p:cBhvr>
                                      <p:tavLst>
                                        <p:tav tm="0">
                                          <p:val>
                                            <p:strVal val="#ppt_y+.1"/>
                                          </p:val>
                                        </p:tav>
                                        <p:tav tm="100000">
                                          <p:val>
                                            <p:strVal val="#ppt_y"/>
                                          </p:val>
                                        </p:tav>
                                      </p:tavLst>
                                    </p:anim>
                                  </p:childTnLst>
                                </p:cTn>
                              </p:par>
                            </p:childTnLst>
                          </p:cTn>
                        </p:par>
                        <p:par>
                          <p:cTn id="62" fill="hold">
                            <p:stCondLst>
                              <p:cond delay="4000"/>
                            </p:stCondLst>
                            <p:childTnLst>
                              <p:par>
                                <p:cTn id="63" presetID="42" presetClass="entr" presetSubtype="0" fill="hold" grpId="0" nodeType="afterEffect">
                                  <p:stCondLst>
                                    <p:cond delay="0"/>
                                  </p:stCondLst>
                                  <p:childTnLst>
                                    <p:set>
                                      <p:cBhvr>
                                        <p:cTn id="64" dur="1" fill="hold">
                                          <p:stCondLst>
                                            <p:cond delay="0"/>
                                          </p:stCondLst>
                                        </p:cTn>
                                        <p:tgtEl>
                                          <p:spTgt spid="62"/>
                                        </p:tgtEl>
                                        <p:attrNameLst>
                                          <p:attrName>style.visibility</p:attrName>
                                        </p:attrNameLst>
                                      </p:cBhvr>
                                      <p:to>
                                        <p:strVal val="visible"/>
                                      </p:to>
                                    </p:set>
                                    <p:animEffect transition="in" filter="fade">
                                      <p:cBhvr>
                                        <p:cTn id="65" dur="500"/>
                                        <p:tgtEl>
                                          <p:spTgt spid="62"/>
                                        </p:tgtEl>
                                      </p:cBhvr>
                                    </p:animEffect>
                                    <p:anim calcmode="lin" valueType="num">
                                      <p:cBhvr>
                                        <p:cTn id="66" dur="500" fill="hold"/>
                                        <p:tgtEl>
                                          <p:spTgt spid="62"/>
                                        </p:tgtEl>
                                        <p:attrNameLst>
                                          <p:attrName>ppt_x</p:attrName>
                                        </p:attrNameLst>
                                      </p:cBhvr>
                                      <p:tavLst>
                                        <p:tav tm="0">
                                          <p:val>
                                            <p:strVal val="#ppt_x"/>
                                          </p:val>
                                        </p:tav>
                                        <p:tav tm="100000">
                                          <p:val>
                                            <p:strVal val="#ppt_x"/>
                                          </p:val>
                                        </p:tav>
                                      </p:tavLst>
                                    </p:anim>
                                    <p:anim calcmode="lin" valueType="num">
                                      <p:cBhvr>
                                        <p:cTn id="67" dur="500" fill="hold"/>
                                        <p:tgtEl>
                                          <p:spTgt spid="62"/>
                                        </p:tgtEl>
                                        <p:attrNameLst>
                                          <p:attrName>ppt_y</p:attrName>
                                        </p:attrNameLst>
                                      </p:cBhvr>
                                      <p:tavLst>
                                        <p:tav tm="0">
                                          <p:val>
                                            <p:strVal val="#ppt_y+.1"/>
                                          </p:val>
                                        </p:tav>
                                        <p:tav tm="100000">
                                          <p:val>
                                            <p:strVal val="#ppt_y"/>
                                          </p:val>
                                        </p:tav>
                                      </p:tavLst>
                                    </p:anim>
                                  </p:childTnLst>
                                </p:cTn>
                              </p:par>
                              <p:par>
                                <p:cTn id="68" presetID="9" presetClass="entr" presetSubtype="0" fill="hold" grpId="0" nodeType="withEffect">
                                  <p:stCondLst>
                                    <p:cond delay="0"/>
                                  </p:stCondLst>
                                  <p:childTnLst>
                                    <p:set>
                                      <p:cBhvr>
                                        <p:cTn id="69" dur="1" fill="hold">
                                          <p:stCondLst>
                                            <p:cond delay="0"/>
                                          </p:stCondLst>
                                        </p:cTn>
                                        <p:tgtEl>
                                          <p:spTgt spid="59"/>
                                        </p:tgtEl>
                                        <p:attrNameLst>
                                          <p:attrName>style.visibility</p:attrName>
                                        </p:attrNameLst>
                                      </p:cBhvr>
                                      <p:to>
                                        <p:strVal val="visible"/>
                                      </p:to>
                                    </p:set>
                                    <p:animEffect transition="in" filter="dissolve">
                                      <p:cBhvr>
                                        <p:cTn id="70" dur="500"/>
                                        <p:tgtEl>
                                          <p:spTgt spid="59"/>
                                        </p:tgtEl>
                                      </p:cBhvr>
                                    </p:animEffect>
                                  </p:childTnLst>
                                </p:cTn>
                              </p:par>
                              <p:par>
                                <p:cTn id="71" presetID="22" presetClass="entr" presetSubtype="8" fill="hold" nodeType="withEffect">
                                  <p:stCondLst>
                                    <p:cond delay="0"/>
                                  </p:stCondLst>
                                  <p:childTnLst>
                                    <p:set>
                                      <p:cBhvr>
                                        <p:cTn id="72" dur="1" fill="hold">
                                          <p:stCondLst>
                                            <p:cond delay="0"/>
                                          </p:stCondLst>
                                        </p:cTn>
                                        <p:tgtEl>
                                          <p:spTgt spid="67"/>
                                        </p:tgtEl>
                                        <p:attrNameLst>
                                          <p:attrName>style.visibility</p:attrName>
                                        </p:attrNameLst>
                                      </p:cBhvr>
                                      <p:to>
                                        <p:strVal val="visible"/>
                                      </p:to>
                                    </p:set>
                                    <p:animEffect transition="in" filter="wipe(left)">
                                      <p:cBhvr>
                                        <p:cTn id="73" dur="500"/>
                                        <p:tgtEl>
                                          <p:spTgt spid="67"/>
                                        </p:tgtEl>
                                      </p:cBhvr>
                                    </p:animEffect>
                                  </p:childTnLst>
                                </p:cTn>
                              </p:par>
                            </p:childTnLst>
                          </p:cTn>
                        </p:par>
                        <p:par>
                          <p:cTn id="74" fill="hold">
                            <p:stCondLst>
                              <p:cond delay="4500"/>
                            </p:stCondLst>
                            <p:childTnLst>
                              <p:par>
                                <p:cTn id="75" presetID="10" presetClass="entr" presetSubtype="0" fill="hold" grpId="0" nodeType="afterEffect">
                                  <p:stCondLst>
                                    <p:cond delay="0"/>
                                  </p:stCondLst>
                                  <p:childTnLst>
                                    <p:set>
                                      <p:cBhvr>
                                        <p:cTn id="76" dur="1" fill="hold">
                                          <p:stCondLst>
                                            <p:cond delay="0"/>
                                          </p:stCondLst>
                                        </p:cTn>
                                        <p:tgtEl>
                                          <p:spTgt spid="66"/>
                                        </p:tgtEl>
                                        <p:attrNameLst>
                                          <p:attrName>style.visibility</p:attrName>
                                        </p:attrNameLst>
                                      </p:cBhvr>
                                      <p:to>
                                        <p:strVal val="visible"/>
                                      </p:to>
                                    </p:set>
                                    <p:animEffect transition="in" filter="fade">
                                      <p:cBhvr>
                                        <p:cTn id="77" dur="500"/>
                                        <p:tgtEl>
                                          <p:spTgt spid="6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8"/>
                                        </p:tgtEl>
                                        <p:attrNameLst>
                                          <p:attrName>style.visibility</p:attrName>
                                        </p:attrNameLst>
                                      </p:cBhvr>
                                      <p:to>
                                        <p:strVal val="visible"/>
                                      </p:to>
                                    </p:set>
                                    <p:animEffect transition="in" filter="fade">
                                      <p:cBhvr>
                                        <p:cTn id="8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7" grpId="0" animBg="1"/>
      <p:bldP spid="59" grpId="0" animBg="1"/>
      <p:bldP spid="44" grpId="0"/>
      <p:bldP spid="46" grpId="0"/>
      <p:bldP spid="47" grpId="0"/>
      <p:bldP spid="50" grpId="0"/>
      <p:bldP spid="53" grpId="0" animBg="1"/>
      <p:bldP spid="61" grpId="0" animBg="1"/>
      <p:bldP spid="62" grpId="0" animBg="1"/>
      <p:bldP spid="66" grpId="0"/>
      <p:bldP spid="6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0"/>
          </p:nvPr>
        </p:nvSpPr>
        <p:spPr/>
        <p:txBody>
          <a:bodyPr/>
          <a:lstStyle/>
          <a:p>
            <a:r>
              <a:rPr lang="en-US" altLang="ko-KR" b="1" dirty="0">
                <a:latin typeface="+mj-lt"/>
              </a:rPr>
              <a:t>First Section :</a:t>
            </a:r>
            <a:r>
              <a:rPr lang="en-US" altLang="ko-KR" dirty="0"/>
              <a:t> dolor sit amen, consectetur adipiscing elit. Integer nec odio. Praesent lib ero. Sed cursus ante dapibus diam. Sed nisi. Nulla quis sem at nibh elementum imperdiet. Duis sagittis ipsum. Praesent mauris. Fusce nec tellus sed augue semper porta. Mauris massa. Vestibulum lacinia arcu eget nulla. </a:t>
            </a:r>
          </a:p>
          <a:p>
            <a:r>
              <a:rPr lang="en-US" altLang="ko-KR" b="1" dirty="0">
                <a:latin typeface="+mj-lt"/>
              </a:rPr>
              <a:t>Second Section :</a:t>
            </a:r>
            <a:r>
              <a:rPr lang="en-US" altLang="ko-KR" dirty="0"/>
              <a:t> Nulla quis sem at nibh elem entum imperdiet. Duis sagittis ipsum. Praes ent mauris. Fusce nec tellus sed augue sem per porta. Mauris massa. Vestibulum lacinia arcu eget nulla. </a:t>
            </a:r>
          </a:p>
        </p:txBody>
      </p:sp>
      <p:sp>
        <p:nvSpPr>
          <p:cNvPr id="2" name="제목 1"/>
          <p:cNvSpPr>
            <a:spLocks noGrp="1"/>
          </p:cNvSpPr>
          <p:nvPr>
            <p:ph type="title"/>
          </p:nvPr>
        </p:nvSpPr>
        <p:spPr/>
        <p:txBody>
          <a:bodyPr/>
          <a:lstStyle/>
          <a:p>
            <a:r>
              <a:rPr lang="en-US" altLang="ko-KR" dirty="0"/>
              <a:t>Vision </a:t>
            </a:r>
            <a:r>
              <a:rPr lang="en-US" altLang="ko-KR" dirty="0">
                <a:latin typeface="Roboto Condensed"/>
              </a:rPr>
              <a:t>&amp;</a:t>
            </a:r>
            <a:r>
              <a:rPr lang="en-US" altLang="ko-KR" dirty="0"/>
              <a:t> MiSsion</a:t>
            </a:r>
            <a:endParaRPr lang="ko-KR" altLang="en-US" dirty="0"/>
          </a:p>
        </p:txBody>
      </p:sp>
      <p:grpSp>
        <p:nvGrpSpPr>
          <p:cNvPr id="60" name="그룹 59"/>
          <p:cNvGrpSpPr/>
          <p:nvPr/>
        </p:nvGrpSpPr>
        <p:grpSpPr>
          <a:xfrm>
            <a:off x="1564885" y="2930081"/>
            <a:ext cx="3728236" cy="645580"/>
            <a:chOff x="3492501" y="2572714"/>
            <a:chExt cx="4138612" cy="716641"/>
          </a:xfrm>
        </p:grpSpPr>
        <p:cxnSp>
          <p:nvCxnSpPr>
            <p:cNvPr id="176" name="직선 연결선 175"/>
            <p:cNvCxnSpPr/>
            <p:nvPr/>
          </p:nvCxnSpPr>
          <p:spPr>
            <a:xfrm>
              <a:off x="5560809" y="2572714"/>
              <a:ext cx="0" cy="716641"/>
            </a:xfrm>
            <a:prstGeom prst="line">
              <a:avLst/>
            </a:prstGeom>
            <a:ln w="3175">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nvGrpSpPr>
            <p:cNvPr id="214" name="그룹 213"/>
            <p:cNvGrpSpPr/>
            <p:nvPr/>
          </p:nvGrpSpPr>
          <p:grpSpPr>
            <a:xfrm>
              <a:off x="3492501" y="2786119"/>
              <a:ext cx="4138612" cy="412748"/>
              <a:chOff x="3492501" y="2792468"/>
              <a:chExt cx="4138612" cy="547687"/>
            </a:xfrm>
          </p:grpSpPr>
          <p:cxnSp>
            <p:nvCxnSpPr>
              <p:cNvPr id="76" name="직선 연결선 75"/>
              <p:cNvCxnSpPr/>
              <p:nvPr/>
            </p:nvCxnSpPr>
            <p:spPr>
              <a:xfrm>
                <a:off x="3492501" y="2792468"/>
                <a:ext cx="4138612" cy="0"/>
              </a:xfrm>
              <a:prstGeom prst="line">
                <a:avLst/>
              </a:prstGeom>
              <a:ln w="3175">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nvGrpSpPr>
              <p:cNvPr id="186" name="그룹 185"/>
              <p:cNvGrpSpPr/>
              <p:nvPr/>
            </p:nvGrpSpPr>
            <p:grpSpPr>
              <a:xfrm>
                <a:off x="3492501" y="2792468"/>
                <a:ext cx="4138612" cy="547687"/>
                <a:chOff x="3492501" y="2604464"/>
                <a:chExt cx="4138612" cy="716641"/>
              </a:xfrm>
            </p:grpSpPr>
            <p:cxnSp>
              <p:nvCxnSpPr>
                <p:cNvPr id="182" name="직선 연결선 181"/>
                <p:cNvCxnSpPr/>
                <p:nvPr/>
              </p:nvCxnSpPr>
              <p:spPr>
                <a:xfrm>
                  <a:off x="3492501" y="2604464"/>
                  <a:ext cx="0" cy="716641"/>
                </a:xfrm>
                <a:prstGeom prst="line">
                  <a:avLst/>
                </a:prstGeom>
                <a:ln w="3175">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3" name="직선 연결선 182"/>
                <p:cNvCxnSpPr/>
                <p:nvPr/>
              </p:nvCxnSpPr>
              <p:spPr>
                <a:xfrm>
                  <a:off x="7631113" y="2604464"/>
                  <a:ext cx="0" cy="716641"/>
                </a:xfrm>
                <a:prstGeom prst="line">
                  <a:avLst/>
                </a:prstGeom>
                <a:ln w="3175">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grpSp>
      </p:grpSp>
      <p:grpSp>
        <p:nvGrpSpPr>
          <p:cNvPr id="59" name="그룹 58"/>
          <p:cNvGrpSpPr/>
          <p:nvPr/>
        </p:nvGrpSpPr>
        <p:grpSpPr>
          <a:xfrm>
            <a:off x="4081838" y="1916626"/>
            <a:ext cx="1574030" cy="827656"/>
            <a:chOff x="6286500" y="1447706"/>
            <a:chExt cx="1747287" cy="918758"/>
          </a:xfrm>
        </p:grpSpPr>
        <p:sp>
          <p:nvSpPr>
            <p:cNvPr id="244" name="TextBox 243"/>
            <p:cNvSpPr txBox="1"/>
            <p:nvPr/>
          </p:nvSpPr>
          <p:spPr>
            <a:xfrm>
              <a:off x="6636787" y="1480646"/>
              <a:ext cx="1397000" cy="276999"/>
            </a:xfrm>
            <a:prstGeom prst="rect">
              <a:avLst/>
            </a:prstGeom>
            <a:noFill/>
          </p:spPr>
          <p:txBody>
            <a:bodyPr wrap="square" lIns="0" tIns="0" rIns="0" bIns="0" rtlCol="0">
              <a:noAutofit/>
            </a:bodyPr>
            <a:lstStyle/>
            <a:p>
              <a:pPr lvl="0" algn="r"/>
              <a:r>
                <a:rPr lang="en-US" altLang="ko-KR" sz="1200" b="1" dirty="0">
                  <a:gradFill>
                    <a:gsLst>
                      <a:gs pos="0">
                        <a:schemeClr val="accent1"/>
                      </a:gs>
                      <a:gs pos="100000">
                        <a:schemeClr val="accent1"/>
                      </a:gs>
                    </a:gsLst>
                    <a:lin ang="5400000" scaled="0"/>
                  </a:gradFill>
                  <a:latin typeface="Bebas Neue" pitchFamily="34" charset="0"/>
                  <a:ea typeface="Roboto Light" pitchFamily="2" charset="0"/>
                  <a:cs typeface="Roboto Condensed Regular"/>
                </a:rPr>
                <a:t>MISSION</a:t>
              </a:r>
              <a:endParaRPr lang="nb-NO" altLang="ko-KR" sz="1200" b="1" dirty="0">
                <a:gradFill>
                  <a:gsLst>
                    <a:gs pos="0">
                      <a:schemeClr val="accent1"/>
                    </a:gs>
                    <a:gs pos="100000">
                      <a:schemeClr val="accent1"/>
                    </a:gs>
                  </a:gsLst>
                  <a:lin ang="5400000" scaled="0"/>
                </a:gradFill>
                <a:latin typeface="Bebas Neue" pitchFamily="34" charset="0"/>
                <a:ea typeface="Roboto Light" pitchFamily="2" charset="0"/>
                <a:cs typeface="Roboto Condensed Regular"/>
              </a:endParaRPr>
            </a:p>
          </p:txBody>
        </p:sp>
        <p:grpSp>
          <p:nvGrpSpPr>
            <p:cNvPr id="57" name="그룹 56"/>
            <p:cNvGrpSpPr/>
            <p:nvPr/>
          </p:nvGrpSpPr>
          <p:grpSpPr>
            <a:xfrm>
              <a:off x="6286500" y="1447706"/>
              <a:ext cx="1747287" cy="0"/>
              <a:chOff x="6286500" y="1447706"/>
              <a:chExt cx="1747287" cy="0"/>
            </a:xfrm>
          </p:grpSpPr>
          <p:cxnSp>
            <p:nvCxnSpPr>
              <p:cNvPr id="243" name="직선 연결선 242"/>
              <p:cNvCxnSpPr/>
              <p:nvPr/>
            </p:nvCxnSpPr>
            <p:spPr>
              <a:xfrm>
                <a:off x="6286500" y="1447706"/>
                <a:ext cx="1747287" cy="0"/>
              </a:xfrm>
              <a:prstGeom prst="line">
                <a:avLst/>
              </a:prstGeom>
              <a:ln w="3175">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45" name="직선 연결선 244"/>
              <p:cNvCxnSpPr/>
              <p:nvPr/>
            </p:nvCxnSpPr>
            <p:spPr>
              <a:xfrm>
                <a:off x="7695869" y="1447706"/>
                <a:ext cx="337918" cy="0"/>
              </a:xfrm>
              <a:prstGeom prst="line">
                <a:avLst/>
              </a:prstGeom>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cxnSp>
        </p:grpSp>
        <p:sp>
          <p:nvSpPr>
            <p:cNvPr id="246" name="TextBox 245"/>
            <p:cNvSpPr txBox="1"/>
            <p:nvPr/>
          </p:nvSpPr>
          <p:spPr>
            <a:xfrm>
              <a:off x="6614562" y="1698127"/>
              <a:ext cx="1419225" cy="668337"/>
            </a:xfrm>
            <a:prstGeom prst="rect">
              <a:avLst/>
            </a:prstGeom>
            <a:noFill/>
          </p:spPr>
          <p:txBody>
            <a:bodyPr wrap="square" lIns="0" tIns="0" rIns="0" bIns="0" rtlCol="0">
              <a:noAutofit/>
            </a:bodyPr>
            <a:lstStyle/>
            <a:p>
              <a:pPr algn="r">
                <a:lnSpc>
                  <a:spcPts val="900"/>
                </a:lnSpc>
                <a:spcAft>
                  <a:spcPts val="300"/>
                </a:spcAft>
              </a:pPr>
              <a:r>
                <a:rPr lang="en-US" altLang="ko-KR" sz="75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sit amen, consectetur adipiscing elit. Integer nec odio. Praesent libero. Sed cursus ante </a:t>
              </a:r>
              <a:r>
                <a:rPr lang="en-US" altLang="ko-KR" sz="750" dirty="0" err="1">
                  <a:gradFill>
                    <a:gsLst>
                      <a:gs pos="0">
                        <a:schemeClr val="tx1">
                          <a:alpha val="50000"/>
                        </a:schemeClr>
                      </a:gs>
                      <a:gs pos="100000">
                        <a:schemeClr val="tx1">
                          <a:alpha val="50000"/>
                        </a:schemeClr>
                      </a:gs>
                    </a:gsLst>
                    <a:lin ang="5400000" scaled="0"/>
                  </a:gradFill>
                  <a:ea typeface="Roboto Light" pitchFamily="2" charset="0"/>
                  <a:cs typeface="Roboto Condensed Regular"/>
                </a:rPr>
                <a:t>dapibus</a:t>
              </a:r>
              <a:r>
                <a:rPr lang="en-US" altLang="ko-KR" sz="75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diam.</a:t>
              </a:r>
            </a:p>
          </p:txBody>
        </p:sp>
      </p:grpSp>
      <p:grpSp>
        <p:nvGrpSpPr>
          <p:cNvPr id="58" name="그룹 57"/>
          <p:cNvGrpSpPr/>
          <p:nvPr/>
        </p:nvGrpSpPr>
        <p:grpSpPr>
          <a:xfrm>
            <a:off x="1202140" y="1916626"/>
            <a:ext cx="1598340" cy="827656"/>
            <a:chOff x="3089827" y="1447706"/>
            <a:chExt cx="1774273" cy="918758"/>
          </a:xfrm>
        </p:grpSpPr>
        <p:sp>
          <p:nvSpPr>
            <p:cNvPr id="248" name="TextBox 247"/>
            <p:cNvSpPr txBox="1"/>
            <p:nvPr/>
          </p:nvSpPr>
          <p:spPr>
            <a:xfrm>
              <a:off x="3089827" y="1480646"/>
              <a:ext cx="1397000" cy="276999"/>
            </a:xfrm>
            <a:prstGeom prst="rect">
              <a:avLst/>
            </a:prstGeom>
            <a:noFill/>
          </p:spPr>
          <p:txBody>
            <a:bodyPr wrap="square" lIns="0" tIns="0" rIns="0" bIns="0" rtlCol="0">
              <a:noAutofit/>
            </a:bodyPr>
            <a:lstStyle/>
            <a:p>
              <a:pPr lvl="0"/>
              <a:r>
                <a:rPr lang="en-US" altLang="ko-KR" sz="1200" b="1" dirty="0">
                  <a:gradFill>
                    <a:gsLst>
                      <a:gs pos="0">
                        <a:schemeClr val="accent1"/>
                      </a:gs>
                      <a:gs pos="100000">
                        <a:schemeClr val="accent1"/>
                      </a:gs>
                    </a:gsLst>
                    <a:lin ang="5400000" scaled="0"/>
                  </a:gradFill>
                  <a:latin typeface="Bebas Neue" pitchFamily="34" charset="0"/>
                  <a:ea typeface="Roboto Light" pitchFamily="2" charset="0"/>
                  <a:cs typeface="Roboto Condensed Regular"/>
                </a:rPr>
                <a:t>Vision</a:t>
              </a:r>
              <a:endParaRPr lang="nb-NO" altLang="ko-KR" sz="1200" b="1" dirty="0">
                <a:gradFill>
                  <a:gsLst>
                    <a:gs pos="0">
                      <a:schemeClr val="accent1"/>
                    </a:gs>
                    <a:gs pos="100000">
                      <a:schemeClr val="accent1"/>
                    </a:gs>
                  </a:gsLst>
                  <a:lin ang="5400000" scaled="0"/>
                </a:gradFill>
                <a:latin typeface="Bebas Neue" pitchFamily="34" charset="0"/>
                <a:ea typeface="Roboto Light" pitchFamily="2" charset="0"/>
                <a:cs typeface="Roboto Condensed Regular"/>
              </a:endParaRPr>
            </a:p>
          </p:txBody>
        </p:sp>
        <p:grpSp>
          <p:nvGrpSpPr>
            <p:cNvPr id="56" name="그룹 55"/>
            <p:cNvGrpSpPr/>
            <p:nvPr/>
          </p:nvGrpSpPr>
          <p:grpSpPr>
            <a:xfrm>
              <a:off x="3089827" y="1447706"/>
              <a:ext cx="1774273" cy="0"/>
              <a:chOff x="3089827" y="1447706"/>
              <a:chExt cx="1774273" cy="0"/>
            </a:xfrm>
          </p:grpSpPr>
          <p:cxnSp>
            <p:nvCxnSpPr>
              <p:cNvPr id="251" name="직선 연결선 250"/>
              <p:cNvCxnSpPr/>
              <p:nvPr/>
            </p:nvCxnSpPr>
            <p:spPr>
              <a:xfrm>
                <a:off x="3089827" y="1447706"/>
                <a:ext cx="1774273" cy="0"/>
              </a:xfrm>
              <a:prstGeom prst="line">
                <a:avLst/>
              </a:prstGeom>
              <a:ln w="3175">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49" name="직선 연결선 248"/>
              <p:cNvCxnSpPr/>
              <p:nvPr/>
            </p:nvCxnSpPr>
            <p:spPr>
              <a:xfrm>
                <a:off x="3089827" y="1447706"/>
                <a:ext cx="337918" cy="0"/>
              </a:xfrm>
              <a:prstGeom prst="line">
                <a:avLst/>
              </a:prstGeom>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cxnSp>
        </p:grpSp>
        <p:sp>
          <p:nvSpPr>
            <p:cNvPr id="250" name="TextBox 249"/>
            <p:cNvSpPr txBox="1"/>
            <p:nvPr/>
          </p:nvSpPr>
          <p:spPr>
            <a:xfrm>
              <a:off x="3089827" y="1698127"/>
              <a:ext cx="1444625" cy="668337"/>
            </a:xfrm>
            <a:prstGeom prst="rect">
              <a:avLst/>
            </a:prstGeom>
            <a:noFill/>
          </p:spPr>
          <p:txBody>
            <a:bodyPr wrap="square" lIns="0" tIns="0" rIns="0" bIns="0" rtlCol="0">
              <a:noAutofit/>
            </a:bodyPr>
            <a:lstStyle/>
            <a:p>
              <a:pPr>
                <a:lnSpc>
                  <a:spcPts val="900"/>
                </a:lnSpc>
                <a:spcAft>
                  <a:spcPts val="300"/>
                </a:spcAft>
              </a:pPr>
              <a:r>
                <a:rPr lang="en-US" altLang="ko-KR" sz="75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sit amen, consectetur adipiscing elit. Integer nec odio. Praesent libero. Sed cursus ante dapibus diam. </a:t>
              </a:r>
            </a:p>
          </p:txBody>
        </p:sp>
      </p:grpSp>
      <p:grpSp>
        <p:nvGrpSpPr>
          <p:cNvPr id="55" name="그룹 54"/>
          <p:cNvGrpSpPr/>
          <p:nvPr/>
        </p:nvGrpSpPr>
        <p:grpSpPr>
          <a:xfrm>
            <a:off x="2616069" y="1347614"/>
            <a:ext cx="1624072" cy="1621696"/>
            <a:chOff x="4659390" y="816062"/>
            <a:chExt cx="1802837" cy="1800200"/>
          </a:xfrm>
        </p:grpSpPr>
        <p:sp>
          <p:nvSpPr>
            <p:cNvPr id="70" name="Oval 5"/>
            <p:cNvSpPr>
              <a:spLocks noChangeArrowheads="1"/>
            </p:cNvSpPr>
            <p:nvPr/>
          </p:nvSpPr>
          <p:spPr bwMode="auto">
            <a:xfrm>
              <a:off x="4909554" y="1065861"/>
              <a:ext cx="1302509" cy="1300603"/>
            </a:xfrm>
            <a:custGeom>
              <a:avLst/>
              <a:gdLst/>
              <a:ahLst/>
              <a:cxnLst/>
              <a:rect l="l" t="t" r="r" b="b"/>
              <a:pathLst>
                <a:path w="1353314" h="1351334">
                  <a:moveTo>
                    <a:pt x="676657" y="107854"/>
                  </a:moveTo>
                  <a:cubicBezTo>
                    <a:pt x="362603" y="107854"/>
                    <a:pt x="108012" y="362073"/>
                    <a:pt x="108012" y="675667"/>
                  </a:cubicBezTo>
                  <a:cubicBezTo>
                    <a:pt x="108012" y="989261"/>
                    <a:pt x="362603" y="1243480"/>
                    <a:pt x="676657" y="1243480"/>
                  </a:cubicBezTo>
                  <a:cubicBezTo>
                    <a:pt x="990711" y="1243480"/>
                    <a:pt x="1245302" y="989261"/>
                    <a:pt x="1245302" y="675667"/>
                  </a:cubicBezTo>
                  <a:cubicBezTo>
                    <a:pt x="1245302" y="362073"/>
                    <a:pt x="990711" y="107854"/>
                    <a:pt x="676657" y="107854"/>
                  </a:cubicBezTo>
                  <a:close/>
                  <a:moveTo>
                    <a:pt x="676657" y="0"/>
                  </a:moveTo>
                  <a:cubicBezTo>
                    <a:pt x="1050364" y="0"/>
                    <a:pt x="1353314" y="302506"/>
                    <a:pt x="1353314" y="675667"/>
                  </a:cubicBezTo>
                  <a:cubicBezTo>
                    <a:pt x="1353314" y="1048828"/>
                    <a:pt x="1050364" y="1351334"/>
                    <a:pt x="676657" y="1351334"/>
                  </a:cubicBezTo>
                  <a:cubicBezTo>
                    <a:pt x="302950" y="1351334"/>
                    <a:pt x="0" y="1048828"/>
                    <a:pt x="0" y="675667"/>
                  </a:cubicBezTo>
                  <a:cubicBezTo>
                    <a:pt x="0" y="302506"/>
                    <a:pt x="302950" y="0"/>
                    <a:pt x="676657" y="0"/>
                  </a:cubicBezTo>
                  <a:close/>
                </a:path>
              </a:pathLst>
            </a:custGeom>
            <a:pattFill prst="ltDnDiag">
              <a:fgClr>
                <a:schemeClr val="bg2">
                  <a:lumMod val="75000"/>
                </a:schemeClr>
              </a:fgClr>
              <a:bgClr>
                <a:schemeClr val="bg2"/>
              </a:bgClr>
            </a:pattFill>
            <a:ln w="9"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8" name="Oval 5"/>
            <p:cNvSpPr>
              <a:spLocks noChangeArrowheads="1"/>
            </p:cNvSpPr>
            <p:nvPr/>
          </p:nvSpPr>
          <p:spPr bwMode="auto">
            <a:xfrm>
              <a:off x="4659390" y="816062"/>
              <a:ext cx="1802837" cy="1800200"/>
            </a:xfrm>
            <a:prstGeom prst="ellipse">
              <a:avLst/>
            </a:prstGeom>
            <a:noFill/>
            <a:ln w="9"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1" name="Freeform 6"/>
            <p:cNvSpPr>
              <a:spLocks/>
            </p:cNvSpPr>
            <p:nvPr/>
          </p:nvSpPr>
          <p:spPr bwMode="auto">
            <a:xfrm>
              <a:off x="4668268" y="873788"/>
              <a:ext cx="825933" cy="1431319"/>
            </a:xfrm>
            <a:custGeom>
              <a:avLst/>
              <a:gdLst>
                <a:gd name="T0" fmla="*/ 214 w 471"/>
                <a:gd name="T1" fmla="*/ 309 h 817"/>
                <a:gd name="T2" fmla="*/ 214 w 471"/>
                <a:gd name="T3" fmla="*/ 650 h 817"/>
                <a:gd name="T4" fmla="*/ 237 w 471"/>
                <a:gd name="T5" fmla="*/ 636 h 817"/>
                <a:gd name="T6" fmla="*/ 235 w 471"/>
                <a:gd name="T7" fmla="*/ 682 h 817"/>
                <a:gd name="T8" fmla="*/ 230 w 471"/>
                <a:gd name="T9" fmla="*/ 817 h 817"/>
                <a:gd name="T10" fmla="*/ 116 w 471"/>
                <a:gd name="T11" fmla="*/ 758 h 817"/>
                <a:gd name="T12" fmla="*/ 69 w 471"/>
                <a:gd name="T13" fmla="*/ 733 h 817"/>
                <a:gd name="T14" fmla="*/ 92 w 471"/>
                <a:gd name="T15" fmla="*/ 720 h 817"/>
                <a:gd name="T16" fmla="*/ 92 w 471"/>
                <a:gd name="T17" fmla="*/ 720 h 817"/>
                <a:gd name="T18" fmla="*/ 92 w 471"/>
                <a:gd name="T19" fmla="*/ 239 h 817"/>
                <a:gd name="T20" fmla="*/ 464 w 471"/>
                <a:gd name="T21" fmla="*/ 0 h 817"/>
                <a:gd name="T22" fmla="*/ 356 w 471"/>
                <a:gd name="T23" fmla="*/ 69 h 817"/>
                <a:gd name="T24" fmla="*/ 471 w 471"/>
                <a:gd name="T25" fmla="*/ 141 h 817"/>
                <a:gd name="T26" fmla="*/ 214 w 471"/>
                <a:gd name="T27" fmla="*/ 309 h 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1" h="817">
                  <a:moveTo>
                    <a:pt x="214" y="309"/>
                  </a:moveTo>
                  <a:cubicBezTo>
                    <a:pt x="157" y="409"/>
                    <a:pt x="149" y="536"/>
                    <a:pt x="214" y="650"/>
                  </a:cubicBezTo>
                  <a:cubicBezTo>
                    <a:pt x="237" y="636"/>
                    <a:pt x="237" y="636"/>
                    <a:pt x="237" y="636"/>
                  </a:cubicBezTo>
                  <a:cubicBezTo>
                    <a:pt x="235" y="682"/>
                    <a:pt x="235" y="682"/>
                    <a:pt x="235" y="682"/>
                  </a:cubicBezTo>
                  <a:cubicBezTo>
                    <a:pt x="230" y="817"/>
                    <a:pt x="230" y="817"/>
                    <a:pt x="230" y="817"/>
                  </a:cubicBezTo>
                  <a:cubicBezTo>
                    <a:pt x="116" y="758"/>
                    <a:pt x="116" y="758"/>
                    <a:pt x="116" y="758"/>
                  </a:cubicBezTo>
                  <a:cubicBezTo>
                    <a:pt x="69" y="733"/>
                    <a:pt x="69" y="733"/>
                    <a:pt x="69" y="733"/>
                  </a:cubicBezTo>
                  <a:cubicBezTo>
                    <a:pt x="92" y="720"/>
                    <a:pt x="92" y="720"/>
                    <a:pt x="92" y="720"/>
                  </a:cubicBezTo>
                  <a:cubicBezTo>
                    <a:pt x="92" y="720"/>
                    <a:pt x="92" y="720"/>
                    <a:pt x="92" y="720"/>
                  </a:cubicBezTo>
                  <a:cubicBezTo>
                    <a:pt x="0" y="560"/>
                    <a:pt x="11" y="379"/>
                    <a:pt x="92" y="239"/>
                  </a:cubicBezTo>
                  <a:cubicBezTo>
                    <a:pt x="167" y="110"/>
                    <a:pt x="300" y="15"/>
                    <a:pt x="464" y="0"/>
                  </a:cubicBezTo>
                  <a:cubicBezTo>
                    <a:pt x="356" y="69"/>
                    <a:pt x="356" y="69"/>
                    <a:pt x="356" y="69"/>
                  </a:cubicBezTo>
                  <a:cubicBezTo>
                    <a:pt x="471" y="141"/>
                    <a:pt x="471" y="141"/>
                    <a:pt x="471" y="141"/>
                  </a:cubicBezTo>
                  <a:cubicBezTo>
                    <a:pt x="357" y="154"/>
                    <a:pt x="266" y="220"/>
                    <a:pt x="214" y="309"/>
                  </a:cubicBezTo>
                  <a:close/>
                </a:path>
              </a:pathLst>
            </a:custGeom>
            <a:gradFill>
              <a:gsLst>
                <a:gs pos="0">
                  <a:schemeClr val="accent1">
                    <a:lumMod val="75000"/>
                    <a:lumOff val="25000"/>
                  </a:schemeClr>
                </a:gs>
                <a:gs pos="100000">
                  <a:schemeClr val="accent1">
                    <a:lumMod val="75000"/>
                    <a:lumOff val="25000"/>
                  </a:schemeClr>
                </a:gs>
              </a:gsLst>
              <a:lin ang="5400000" scaled="0"/>
            </a:gradFill>
            <a:ln w="3175" cap="flat" cmpd="sng" algn="ctr">
              <a:gradFill>
                <a:gsLst>
                  <a:gs pos="0">
                    <a:schemeClr val="accent1"/>
                  </a:gs>
                  <a:gs pos="100000">
                    <a:schemeClr val="accent1"/>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spcAft>
                  <a:spcPts val="300"/>
                </a:spcAft>
              </a:pPr>
              <a:endParaRPr lang="ko-KR" altLang="en-US" sz="900" b="1" dirty="0">
                <a:gradFill>
                  <a:gsLst>
                    <a:gs pos="0">
                      <a:prstClr val="white"/>
                    </a:gs>
                    <a:gs pos="100000">
                      <a:prstClr val="white"/>
                    </a:gs>
                  </a:gsLst>
                  <a:lin ang="5400000" scaled="0"/>
                </a:gradFill>
                <a:latin typeface="Roboto Condensed Regular"/>
              </a:endParaRPr>
            </a:p>
          </p:txBody>
        </p:sp>
        <p:sp>
          <p:nvSpPr>
            <p:cNvPr id="63" name="Freeform 8"/>
            <p:cNvSpPr>
              <a:spLocks/>
            </p:cNvSpPr>
            <p:nvPr/>
          </p:nvSpPr>
          <p:spPr bwMode="auto">
            <a:xfrm>
              <a:off x="5292158" y="826583"/>
              <a:ext cx="1157491" cy="1241118"/>
            </a:xfrm>
            <a:custGeom>
              <a:avLst/>
              <a:gdLst>
                <a:gd name="T0" fmla="*/ 590 w 660"/>
                <a:gd name="T1" fmla="*/ 708 h 708"/>
                <a:gd name="T2" fmla="*/ 585 w 660"/>
                <a:gd name="T3" fmla="*/ 581 h 708"/>
                <a:gd name="T4" fmla="*/ 465 w 660"/>
                <a:gd name="T5" fmla="*/ 643 h 708"/>
                <a:gd name="T6" fmla="*/ 448 w 660"/>
                <a:gd name="T7" fmla="*/ 337 h 708"/>
                <a:gd name="T8" fmla="*/ 153 w 660"/>
                <a:gd name="T9" fmla="*/ 167 h 708"/>
                <a:gd name="T10" fmla="*/ 153 w 660"/>
                <a:gd name="T11" fmla="*/ 194 h 708"/>
                <a:gd name="T12" fmla="*/ 0 w 660"/>
                <a:gd name="T13" fmla="*/ 97 h 708"/>
                <a:gd name="T14" fmla="*/ 153 w 660"/>
                <a:gd name="T15" fmla="*/ 0 h 708"/>
                <a:gd name="T16" fmla="*/ 153 w 660"/>
                <a:gd name="T17" fmla="*/ 26 h 708"/>
                <a:gd name="T18" fmla="*/ 570 w 660"/>
                <a:gd name="T19" fmla="*/ 267 h 708"/>
                <a:gd name="T20" fmla="*/ 590 w 660"/>
                <a:gd name="T21"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0" h="708">
                  <a:moveTo>
                    <a:pt x="590" y="708"/>
                  </a:moveTo>
                  <a:cubicBezTo>
                    <a:pt x="585" y="581"/>
                    <a:pt x="585" y="581"/>
                    <a:pt x="585" y="581"/>
                  </a:cubicBezTo>
                  <a:cubicBezTo>
                    <a:pt x="465" y="643"/>
                    <a:pt x="465" y="643"/>
                    <a:pt x="465" y="643"/>
                  </a:cubicBezTo>
                  <a:cubicBezTo>
                    <a:pt x="511" y="539"/>
                    <a:pt x="499" y="427"/>
                    <a:pt x="448" y="337"/>
                  </a:cubicBezTo>
                  <a:cubicBezTo>
                    <a:pt x="390" y="238"/>
                    <a:pt x="284" y="167"/>
                    <a:pt x="153" y="167"/>
                  </a:cubicBezTo>
                  <a:cubicBezTo>
                    <a:pt x="153" y="194"/>
                    <a:pt x="153" y="194"/>
                    <a:pt x="153" y="194"/>
                  </a:cubicBezTo>
                  <a:cubicBezTo>
                    <a:pt x="0" y="97"/>
                    <a:pt x="0" y="97"/>
                    <a:pt x="0" y="97"/>
                  </a:cubicBezTo>
                  <a:cubicBezTo>
                    <a:pt x="153" y="0"/>
                    <a:pt x="153" y="0"/>
                    <a:pt x="153" y="0"/>
                  </a:cubicBezTo>
                  <a:cubicBezTo>
                    <a:pt x="153" y="26"/>
                    <a:pt x="153" y="26"/>
                    <a:pt x="153" y="26"/>
                  </a:cubicBezTo>
                  <a:cubicBezTo>
                    <a:pt x="338" y="26"/>
                    <a:pt x="489" y="127"/>
                    <a:pt x="570" y="267"/>
                  </a:cubicBezTo>
                  <a:cubicBezTo>
                    <a:pt x="644" y="396"/>
                    <a:pt x="660" y="558"/>
                    <a:pt x="590" y="708"/>
                  </a:cubicBezTo>
                  <a:close/>
                </a:path>
              </a:pathLst>
            </a:custGeom>
            <a:gradFill>
              <a:gsLst>
                <a:gs pos="0">
                  <a:schemeClr val="accent1">
                    <a:lumMod val="100000"/>
                  </a:schemeClr>
                </a:gs>
                <a:gs pos="100000">
                  <a:schemeClr val="accent1">
                    <a:lumMod val="100000"/>
                  </a:schemeClr>
                </a:gs>
              </a:gsLst>
              <a:lin ang="5400000" scaled="0"/>
            </a:gradFill>
            <a:ln w="3175" cap="flat" cmpd="sng" algn="ctr">
              <a:gradFill>
                <a:gsLst>
                  <a:gs pos="0">
                    <a:schemeClr val="accent1">
                      <a:lumMod val="75000"/>
                    </a:schemeClr>
                  </a:gs>
                  <a:gs pos="100000">
                    <a:schemeClr val="accent1">
                      <a:lumMod val="75000"/>
                    </a:schemeClr>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spcAft>
                  <a:spcPts val="300"/>
                </a:spcAft>
              </a:pPr>
              <a:endParaRPr lang="ko-KR" altLang="en-US" sz="900" b="1" dirty="0">
                <a:gradFill>
                  <a:gsLst>
                    <a:gs pos="0">
                      <a:prstClr val="white"/>
                    </a:gs>
                    <a:gs pos="100000">
                      <a:prstClr val="white"/>
                    </a:gs>
                  </a:gsLst>
                  <a:lin ang="5400000" scaled="0"/>
                </a:gradFill>
                <a:latin typeface="Roboto Condensed Regular"/>
              </a:endParaRPr>
            </a:p>
          </p:txBody>
        </p:sp>
        <p:sp>
          <p:nvSpPr>
            <p:cNvPr id="62" name="Freeform 7"/>
            <p:cNvSpPr>
              <a:spLocks/>
            </p:cNvSpPr>
            <p:nvPr/>
          </p:nvSpPr>
          <p:spPr bwMode="auto">
            <a:xfrm>
              <a:off x="4871791" y="1844936"/>
              <a:ext cx="1460185" cy="714920"/>
            </a:xfrm>
            <a:custGeom>
              <a:avLst/>
              <a:gdLst>
                <a:gd name="T0" fmla="*/ 833 w 833"/>
                <a:gd name="T1" fmla="*/ 180 h 408"/>
                <a:gd name="T2" fmla="*/ 810 w 833"/>
                <a:gd name="T3" fmla="*/ 167 h 408"/>
                <a:gd name="T4" fmla="*/ 393 w 833"/>
                <a:gd name="T5" fmla="*/ 408 h 408"/>
                <a:gd name="T6" fmla="*/ 0 w 833"/>
                <a:gd name="T7" fmla="*/ 205 h 408"/>
                <a:gd name="T8" fmla="*/ 114 w 833"/>
                <a:gd name="T9" fmla="*/ 264 h 408"/>
                <a:gd name="T10" fmla="*/ 119 w 833"/>
                <a:gd name="T11" fmla="*/ 129 h 408"/>
                <a:gd name="T12" fmla="*/ 393 w 833"/>
                <a:gd name="T13" fmla="*/ 267 h 408"/>
                <a:gd name="T14" fmla="*/ 688 w 833"/>
                <a:gd name="T15" fmla="*/ 97 h 408"/>
                <a:gd name="T16" fmla="*/ 665 w 833"/>
                <a:gd name="T17" fmla="*/ 83 h 408"/>
                <a:gd name="T18" fmla="*/ 825 w 833"/>
                <a:gd name="T19" fmla="*/ 0 h 408"/>
                <a:gd name="T20" fmla="*/ 833 w 833"/>
                <a:gd name="T21" fmla="*/ 18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3" h="408">
                  <a:moveTo>
                    <a:pt x="833" y="180"/>
                  </a:moveTo>
                  <a:cubicBezTo>
                    <a:pt x="810" y="167"/>
                    <a:pt x="810" y="167"/>
                    <a:pt x="810" y="167"/>
                  </a:cubicBezTo>
                  <a:cubicBezTo>
                    <a:pt x="717" y="327"/>
                    <a:pt x="555" y="408"/>
                    <a:pt x="393" y="408"/>
                  </a:cubicBezTo>
                  <a:cubicBezTo>
                    <a:pt x="244" y="408"/>
                    <a:pt x="96" y="340"/>
                    <a:pt x="0" y="205"/>
                  </a:cubicBezTo>
                  <a:cubicBezTo>
                    <a:pt x="114" y="264"/>
                    <a:pt x="114" y="264"/>
                    <a:pt x="114" y="264"/>
                  </a:cubicBezTo>
                  <a:cubicBezTo>
                    <a:pt x="119" y="129"/>
                    <a:pt x="119" y="129"/>
                    <a:pt x="119" y="129"/>
                  </a:cubicBezTo>
                  <a:cubicBezTo>
                    <a:pt x="187" y="221"/>
                    <a:pt x="290" y="267"/>
                    <a:pt x="393" y="267"/>
                  </a:cubicBezTo>
                  <a:cubicBezTo>
                    <a:pt x="508" y="267"/>
                    <a:pt x="622" y="210"/>
                    <a:pt x="688" y="97"/>
                  </a:cubicBezTo>
                  <a:cubicBezTo>
                    <a:pt x="665" y="83"/>
                    <a:pt x="665" y="83"/>
                    <a:pt x="665" y="83"/>
                  </a:cubicBezTo>
                  <a:cubicBezTo>
                    <a:pt x="825" y="0"/>
                    <a:pt x="825" y="0"/>
                    <a:pt x="825" y="0"/>
                  </a:cubicBezTo>
                  <a:lnTo>
                    <a:pt x="833" y="180"/>
                  </a:lnTo>
                  <a:close/>
                </a:path>
              </a:pathLst>
            </a:custGeom>
            <a:gradFill>
              <a:gsLst>
                <a:gs pos="0">
                  <a:schemeClr val="accent1">
                    <a:lumMod val="75000"/>
                  </a:schemeClr>
                </a:gs>
                <a:gs pos="100000">
                  <a:schemeClr val="accent1">
                    <a:lumMod val="75000"/>
                  </a:schemeClr>
                </a:gs>
              </a:gsLst>
              <a:lin ang="5400000" scaled="0"/>
            </a:gradFill>
            <a:ln w="3175" cap="flat" cmpd="sng" algn="ctr">
              <a:gradFill>
                <a:gsLst>
                  <a:gs pos="0">
                    <a:schemeClr val="accent1">
                      <a:lumMod val="50000"/>
                    </a:schemeClr>
                  </a:gs>
                  <a:gs pos="100000">
                    <a:schemeClr val="accent1">
                      <a:lumMod val="50000"/>
                    </a:schemeClr>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spcAft>
                  <a:spcPts val="300"/>
                </a:spcAft>
              </a:pPr>
              <a:r>
                <a:rPr lang="en-US" altLang="ko-KR" sz="900" b="1" dirty="0">
                  <a:noFill/>
                  <a:latin typeface="Roboto Condensed Regular"/>
                </a:rPr>
                <a:t>-25</a:t>
              </a:r>
              <a:endParaRPr lang="ko-KR" altLang="en-US" sz="900" b="1" dirty="0">
                <a:noFill/>
                <a:latin typeface="Roboto Condensed Regular"/>
              </a:endParaRPr>
            </a:p>
          </p:txBody>
        </p:sp>
        <p:sp>
          <p:nvSpPr>
            <p:cNvPr id="72" name="TextBox 71"/>
            <p:cNvSpPr txBox="1"/>
            <p:nvPr/>
          </p:nvSpPr>
          <p:spPr>
            <a:xfrm rot="14075995">
              <a:off x="4874310" y="1019752"/>
              <a:ext cx="1369016" cy="1368391"/>
            </a:xfrm>
            <a:prstGeom prst="rect">
              <a:avLst/>
            </a:prstGeom>
            <a:noFill/>
            <a:extLst>
              <a:ext uri="{909E8E84-426E-40DD-AFC4-6F175D3DCCD1}">
                <a14:hiddenFill xmlns:a14="http://schemas.microsoft.com/office/drawing/2010/main">
                  <a:solidFill>
                    <a:scrgbClr r="0" g="0" b="0"/>
                  </a:solidFill>
                </a14:hiddenFill>
              </a:ext>
            </a:extLst>
          </p:spPr>
          <p:txBody>
            <a:bodyPr spcFirstLastPara="1" wrap="square" lIns="0" tIns="0" rIns="0" bIns="0" numCol="1" rtlCol="0" anchor="t" anchorCtr="0">
              <a:prstTxWarp prst="textArchUp">
                <a:avLst>
                  <a:gd name="adj" fmla="val 1668248"/>
                </a:avLst>
              </a:prstTxWarp>
              <a:spAutoFit/>
            </a:bodyPr>
            <a:lstStyle/>
            <a:p>
              <a:pPr algn="ctr">
                <a:spcAft>
                  <a:spcPct val="0"/>
                </a:spcAft>
              </a:pPr>
              <a:r>
                <a:rPr lang="en-US" altLang="ko-KR" sz="900" b="1" dirty="0">
                  <a:gradFill>
                    <a:gsLst>
                      <a:gs pos="0">
                        <a:schemeClr val="bg2"/>
                      </a:gs>
                      <a:gs pos="100000">
                        <a:schemeClr val="bg2"/>
                      </a:gs>
                    </a:gsLst>
                    <a:lin ang="5400000" scaled="0"/>
                  </a:gradFill>
                  <a:latin typeface="Roboto Condensed Regular"/>
                  <a:ea typeface="Roboto Light" pitchFamily="2" charset="0"/>
                  <a:cs typeface="Roboto Condensed Regular"/>
                </a:rPr>
                <a:t>Lorem ipsum dolor</a:t>
              </a:r>
              <a:endParaRPr lang="ko-KR" altLang="en-US" sz="900" b="1" dirty="0">
                <a:gradFill>
                  <a:gsLst>
                    <a:gs pos="0">
                      <a:schemeClr val="bg2"/>
                    </a:gs>
                    <a:gs pos="100000">
                      <a:schemeClr val="bg2"/>
                    </a:gs>
                  </a:gsLst>
                  <a:lin ang="5400000" scaled="0"/>
                </a:gradFill>
                <a:latin typeface="Roboto Condensed Regular"/>
                <a:ea typeface="Roboto Light" pitchFamily="2" charset="0"/>
                <a:cs typeface="Roboto Condensed Regular"/>
              </a:endParaRPr>
            </a:p>
          </p:txBody>
        </p:sp>
        <p:sp>
          <p:nvSpPr>
            <p:cNvPr id="74" name="TextBox 73"/>
            <p:cNvSpPr txBox="1"/>
            <p:nvPr/>
          </p:nvSpPr>
          <p:spPr>
            <a:xfrm rot="6744775">
              <a:off x="4862006" y="1045821"/>
              <a:ext cx="1369016" cy="1368391"/>
            </a:xfrm>
            <a:prstGeom prst="rect">
              <a:avLst/>
            </a:prstGeom>
            <a:noFill/>
            <a:extLst>
              <a:ext uri="{909E8E84-426E-40DD-AFC4-6F175D3DCCD1}">
                <a14:hiddenFill xmlns:a14="http://schemas.microsoft.com/office/drawing/2010/main">
                  <a:solidFill>
                    <a:scrgbClr r="0" g="0" b="0"/>
                  </a:solidFill>
                </a14:hiddenFill>
              </a:ext>
            </a:extLst>
          </p:spPr>
          <p:txBody>
            <a:bodyPr spcFirstLastPara="1" wrap="square" lIns="0" tIns="0" rIns="0" bIns="0" numCol="1" rtlCol="0" anchor="t" anchorCtr="0">
              <a:prstTxWarp prst="textArchUp">
                <a:avLst>
                  <a:gd name="adj" fmla="val 1668248"/>
                </a:avLst>
              </a:prstTxWarp>
              <a:spAutoFit/>
            </a:bodyPr>
            <a:lstStyle/>
            <a:p>
              <a:pPr algn="ctr">
                <a:spcAft>
                  <a:spcPct val="0"/>
                </a:spcAft>
              </a:pPr>
              <a:r>
                <a:rPr lang="en-US" altLang="ko-KR" sz="900" b="1" dirty="0">
                  <a:gradFill>
                    <a:gsLst>
                      <a:gs pos="0">
                        <a:schemeClr val="bg2"/>
                      </a:gs>
                      <a:gs pos="100000">
                        <a:schemeClr val="bg2"/>
                      </a:gs>
                    </a:gsLst>
                    <a:lin ang="5400000" scaled="0"/>
                  </a:gradFill>
                  <a:latin typeface="Roboto Condensed Regular"/>
                  <a:ea typeface="Roboto Light" pitchFamily="2" charset="0"/>
                  <a:cs typeface="Roboto Condensed Regular"/>
                </a:rPr>
                <a:t>Lorem ipsum dolor</a:t>
              </a:r>
              <a:endParaRPr lang="ko-KR" altLang="en-US" sz="900" b="1" dirty="0">
                <a:gradFill>
                  <a:gsLst>
                    <a:gs pos="0">
                      <a:schemeClr val="bg2"/>
                    </a:gs>
                    <a:gs pos="100000">
                      <a:schemeClr val="bg2"/>
                    </a:gs>
                  </a:gsLst>
                  <a:lin ang="5400000" scaled="0"/>
                </a:gradFill>
                <a:latin typeface="Roboto Condensed Regular"/>
                <a:ea typeface="Roboto Light" pitchFamily="2" charset="0"/>
                <a:cs typeface="Roboto Condensed Regular"/>
              </a:endParaRPr>
            </a:p>
          </p:txBody>
        </p:sp>
        <p:sp>
          <p:nvSpPr>
            <p:cNvPr id="75" name="TextBox 74"/>
            <p:cNvSpPr txBox="1"/>
            <p:nvPr/>
          </p:nvSpPr>
          <p:spPr>
            <a:xfrm rot="21059469">
              <a:off x="4896735" y="1073826"/>
              <a:ext cx="1369016" cy="1368391"/>
            </a:xfrm>
            <a:prstGeom prst="rect">
              <a:avLst/>
            </a:prstGeom>
            <a:noFill/>
            <a:extLst>
              <a:ext uri="{909E8E84-426E-40DD-AFC4-6F175D3DCCD1}">
                <a14:hiddenFill xmlns:a14="http://schemas.microsoft.com/office/drawing/2010/main">
                  <a:solidFill>
                    <a:scrgbClr r="0" g="0" b="0"/>
                  </a:solidFill>
                </a14:hiddenFill>
              </a:ext>
            </a:extLst>
          </p:spPr>
          <p:txBody>
            <a:bodyPr spcFirstLastPara="1" wrap="square" lIns="0" tIns="0" rIns="0" bIns="0" numCol="1" rtlCol="0" anchor="t" anchorCtr="0">
              <a:prstTxWarp prst="textArchDown">
                <a:avLst>
                  <a:gd name="adj" fmla="val 1399647"/>
                </a:avLst>
              </a:prstTxWarp>
              <a:spAutoFit/>
            </a:bodyPr>
            <a:lstStyle/>
            <a:p>
              <a:pPr algn="ctr">
                <a:spcAft>
                  <a:spcPct val="0"/>
                </a:spcAft>
              </a:pPr>
              <a:r>
                <a:rPr lang="en-US" altLang="ko-KR" sz="900" b="1" dirty="0">
                  <a:gradFill>
                    <a:gsLst>
                      <a:gs pos="0">
                        <a:schemeClr val="bg2"/>
                      </a:gs>
                      <a:gs pos="100000">
                        <a:schemeClr val="bg2"/>
                      </a:gs>
                    </a:gsLst>
                    <a:lin ang="5400000" scaled="0"/>
                  </a:gradFill>
                  <a:latin typeface="Roboto Condensed Regular"/>
                  <a:ea typeface="Roboto Light" pitchFamily="2" charset="0"/>
                  <a:cs typeface="Roboto Condensed Regular"/>
                </a:rPr>
                <a:t>Lorem ipsum dolor</a:t>
              </a:r>
              <a:endParaRPr lang="ko-KR" altLang="en-US" sz="900" b="1" dirty="0">
                <a:gradFill>
                  <a:gsLst>
                    <a:gs pos="0">
                      <a:schemeClr val="bg2"/>
                    </a:gs>
                    <a:gs pos="100000">
                      <a:schemeClr val="bg2"/>
                    </a:gs>
                  </a:gsLst>
                  <a:lin ang="5400000" scaled="0"/>
                </a:gradFill>
                <a:latin typeface="Roboto Condensed Regular"/>
                <a:ea typeface="Roboto Light" pitchFamily="2" charset="0"/>
                <a:cs typeface="Roboto Condensed Regular"/>
              </a:endParaRPr>
            </a:p>
          </p:txBody>
        </p:sp>
        <p:sp>
          <p:nvSpPr>
            <p:cNvPr id="64" name="TextBox 63"/>
            <p:cNvSpPr txBox="1"/>
            <p:nvPr/>
          </p:nvSpPr>
          <p:spPr>
            <a:xfrm>
              <a:off x="4922495" y="1372076"/>
              <a:ext cx="1276627" cy="769412"/>
            </a:xfrm>
            <a:prstGeom prst="rect">
              <a:avLst/>
            </a:prstGeom>
            <a:noFill/>
          </p:spPr>
          <p:txBody>
            <a:bodyPr wrap="square" lIns="0" tIns="0" rIns="0" bIns="0" rtlCol="0" anchor="ctr">
              <a:noAutofit/>
            </a:bodyPr>
            <a:lstStyle/>
            <a:p>
              <a:pPr algn="ctr">
                <a:lnSpc>
                  <a:spcPts val="1800"/>
                </a:lnSpc>
              </a:pPr>
              <a:r>
                <a:rPr lang="en-US" altLang="ko-KR" sz="2000" dirty="0">
                  <a:gradFill>
                    <a:gsLst>
                      <a:gs pos="0">
                        <a:schemeClr val="tx2"/>
                      </a:gs>
                      <a:gs pos="100000">
                        <a:schemeClr val="tx2"/>
                      </a:gs>
                    </a:gsLst>
                    <a:lin ang="0" scaled="1"/>
                  </a:gradFill>
                  <a:latin typeface="Bebas Neue"/>
                  <a:ea typeface="Roboto Condensed Regular"/>
                  <a:cs typeface="+mj-cs"/>
                </a:rPr>
                <a:t>Vision </a:t>
              </a:r>
            </a:p>
            <a:p>
              <a:pPr algn="ctr">
                <a:lnSpc>
                  <a:spcPts val="1800"/>
                </a:lnSpc>
              </a:pPr>
              <a:r>
                <a:rPr lang="en-US" altLang="ko-KR" sz="2000" dirty="0">
                  <a:gradFill>
                    <a:gsLst>
                      <a:gs pos="0">
                        <a:schemeClr val="tx2"/>
                      </a:gs>
                      <a:gs pos="100000">
                        <a:schemeClr val="tx2"/>
                      </a:gs>
                    </a:gsLst>
                    <a:lin ang="0" scaled="1"/>
                  </a:gradFill>
                  <a:latin typeface="Roboto Condensed"/>
                  <a:ea typeface="Roboto Condensed Regular"/>
                  <a:cs typeface="+mj-cs"/>
                </a:rPr>
                <a:t>&amp;</a:t>
              </a:r>
              <a:r>
                <a:rPr lang="en-US" altLang="ko-KR" sz="2000" dirty="0">
                  <a:gradFill>
                    <a:gsLst>
                      <a:gs pos="0">
                        <a:schemeClr val="tx2"/>
                      </a:gs>
                      <a:gs pos="100000">
                        <a:schemeClr val="tx2"/>
                      </a:gs>
                    </a:gsLst>
                    <a:lin ang="0" scaled="1"/>
                  </a:gradFill>
                  <a:latin typeface="Bebas Neue"/>
                  <a:ea typeface="Roboto Condensed Regular"/>
                  <a:cs typeface="+mj-cs"/>
                </a:rPr>
                <a:t> </a:t>
              </a:r>
            </a:p>
            <a:p>
              <a:pPr algn="ctr">
                <a:lnSpc>
                  <a:spcPts val="1800"/>
                </a:lnSpc>
              </a:pPr>
              <a:r>
                <a:rPr lang="en-US" altLang="ko-KR" sz="2000" dirty="0">
                  <a:gradFill>
                    <a:gsLst>
                      <a:gs pos="0">
                        <a:schemeClr val="tx2"/>
                      </a:gs>
                      <a:gs pos="100000">
                        <a:schemeClr val="tx2"/>
                      </a:gs>
                    </a:gsLst>
                    <a:lin ang="0" scaled="1"/>
                  </a:gradFill>
                  <a:latin typeface="Bebas Neue"/>
                  <a:ea typeface="Roboto Condensed Regular"/>
                  <a:cs typeface="+mj-cs"/>
                </a:rPr>
                <a:t>MiSsion</a:t>
              </a:r>
              <a:endParaRPr lang="nb-NO" altLang="ko-KR" sz="2000" b="1" dirty="0">
                <a:gradFill>
                  <a:gsLst>
                    <a:gs pos="0">
                      <a:schemeClr val="tx2"/>
                    </a:gs>
                    <a:gs pos="100000">
                      <a:schemeClr val="tx2"/>
                    </a:gs>
                  </a:gsLst>
                  <a:lin ang="0" scaled="1"/>
                </a:gradFill>
                <a:latin typeface="Bebas Neue" pitchFamily="34" charset="0"/>
                <a:ea typeface="Roboto Light" pitchFamily="2" charset="0"/>
                <a:cs typeface="Roboto Condensed Regular"/>
              </a:endParaRPr>
            </a:p>
          </p:txBody>
        </p:sp>
      </p:grpSp>
      <p:grpSp>
        <p:nvGrpSpPr>
          <p:cNvPr id="65" name="그룹 64"/>
          <p:cNvGrpSpPr/>
          <p:nvPr/>
        </p:nvGrpSpPr>
        <p:grpSpPr>
          <a:xfrm>
            <a:off x="851272" y="3331750"/>
            <a:ext cx="1427227" cy="1383642"/>
            <a:chOff x="851272" y="3331750"/>
            <a:chExt cx="1427227" cy="1383642"/>
          </a:xfrm>
        </p:grpSpPr>
        <p:grpSp>
          <p:nvGrpSpPr>
            <p:cNvPr id="5" name="그룹 4"/>
            <p:cNvGrpSpPr/>
            <p:nvPr/>
          </p:nvGrpSpPr>
          <p:grpSpPr>
            <a:xfrm>
              <a:off x="851272" y="3331750"/>
              <a:ext cx="1427227" cy="1383642"/>
              <a:chOff x="2700338" y="3018595"/>
              <a:chExt cx="1584325" cy="1535943"/>
            </a:xfrm>
          </p:grpSpPr>
          <p:sp>
            <p:nvSpPr>
              <p:cNvPr id="174" name="모서리가 둥근 직사각형 173"/>
              <p:cNvSpPr/>
              <p:nvPr/>
            </p:nvSpPr>
            <p:spPr>
              <a:xfrm>
                <a:off x="2700338" y="3557589"/>
                <a:ext cx="1584325" cy="996949"/>
              </a:xfrm>
              <a:prstGeom prst="roundRect">
                <a:avLst>
                  <a:gd name="adj" fmla="val 10417"/>
                </a:avLst>
              </a:prstGeom>
              <a:gradFill>
                <a:gsLst>
                  <a:gs pos="0">
                    <a:schemeClr val="accent6"/>
                  </a:gs>
                  <a:gs pos="100000">
                    <a:schemeClr val="accent6"/>
                  </a:gs>
                </a:gsLst>
                <a:lin ang="5400000" scaled="1"/>
              </a:gradFill>
              <a:ln w="3175" cap="flat" cmpd="sng" algn="ctr">
                <a:gradFill>
                  <a:gsLst>
                    <a:gs pos="0">
                      <a:schemeClr val="accent6">
                        <a:lumMod val="75000"/>
                      </a:schemeClr>
                    </a:gs>
                    <a:gs pos="100000">
                      <a:schemeClr val="accent6">
                        <a:lumMod val="75000"/>
                      </a:schemeClr>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175" name="TextBox 174"/>
              <p:cNvSpPr txBox="1"/>
              <p:nvPr/>
            </p:nvSpPr>
            <p:spPr>
              <a:xfrm>
                <a:off x="2835824" y="3984626"/>
                <a:ext cx="1448839" cy="563564"/>
              </a:xfrm>
              <a:prstGeom prst="rect">
                <a:avLst/>
              </a:prstGeom>
              <a:noFill/>
            </p:spPr>
            <p:txBody>
              <a:bodyPr wrap="square" lIns="0" tIns="0" rIns="0" bIns="0" rtlCol="0">
                <a:noAutofit/>
              </a:bodyPr>
              <a:lstStyle/>
              <a:p>
                <a:pPr marL="88896" indent="-88896">
                  <a:lnSpc>
                    <a:spcPts val="900"/>
                  </a:lnSpc>
                  <a:spcAft>
                    <a:spcPts val="300"/>
                  </a:spcAft>
                  <a:buClr>
                    <a:schemeClr val="accent1"/>
                  </a:buClr>
                  <a:buFont typeface="Arial" pitchFamily="34" charset="0"/>
                  <a:buChar char="•"/>
                </a:pP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Lorem</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ipsum</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dolor sit amen.</a:t>
                </a:r>
              </a:p>
              <a:p>
                <a:pPr marL="88896" indent="-88896">
                  <a:lnSpc>
                    <a:spcPts val="900"/>
                  </a:lnSpc>
                  <a:spcAft>
                    <a:spcPts val="300"/>
                  </a:spcAft>
                  <a:buClr>
                    <a:schemeClr val="accent1"/>
                  </a:buClr>
                  <a:buFont typeface="Arial" pitchFamily="34" charset="0"/>
                  <a:buChar char="•"/>
                </a:pP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Integer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nec</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odio</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Praesent</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libero</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t>
                </a:r>
              </a:p>
              <a:p>
                <a:pPr marL="88896" indent="-88896">
                  <a:lnSpc>
                    <a:spcPts val="900"/>
                  </a:lnSpc>
                  <a:spcAft>
                    <a:spcPts val="300"/>
                  </a:spcAft>
                  <a:buClr>
                    <a:schemeClr val="accent1"/>
                  </a:buClr>
                  <a:buFont typeface="Arial" pitchFamily="34" charset="0"/>
                  <a:buChar char="•"/>
                </a:pP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Sed</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cursus</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ante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dapibus</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diam. </a:t>
                </a:r>
              </a:p>
            </p:txBody>
          </p:sp>
          <p:sp>
            <p:nvSpPr>
              <p:cNvPr id="215" name="양쪽 모서리가 둥근 사각형 214"/>
              <p:cNvSpPr>
                <a:spLocks/>
              </p:cNvSpPr>
              <p:nvPr/>
            </p:nvSpPr>
            <p:spPr>
              <a:xfrm>
                <a:off x="2700338" y="3557589"/>
                <a:ext cx="1584325" cy="154383"/>
              </a:xfrm>
              <a:custGeom>
                <a:avLst/>
                <a:gdLst/>
                <a:ahLst/>
                <a:cxnLst/>
                <a:rect l="l" t="t" r="r" b="b"/>
                <a:pathLst>
                  <a:path w="1584325" h="154383">
                    <a:moveTo>
                      <a:pt x="108000" y="0"/>
                    </a:moveTo>
                    <a:lnTo>
                      <a:pt x="1476325" y="0"/>
                    </a:lnTo>
                    <a:cubicBezTo>
                      <a:pt x="1535972" y="0"/>
                      <a:pt x="1584325" y="48353"/>
                      <a:pt x="1584325" y="108000"/>
                    </a:cubicBezTo>
                    <a:lnTo>
                      <a:pt x="1584325" y="154383"/>
                    </a:lnTo>
                    <a:lnTo>
                      <a:pt x="0" y="154383"/>
                    </a:lnTo>
                    <a:lnTo>
                      <a:pt x="0" y="108000"/>
                    </a:lnTo>
                    <a:cubicBezTo>
                      <a:pt x="0" y="48353"/>
                      <a:pt x="48353" y="0"/>
                      <a:pt x="108000" y="0"/>
                    </a:cubicBezTo>
                    <a:close/>
                  </a:path>
                </a:pathLst>
              </a:custGeom>
              <a:pattFill prst="ltDnDiag">
                <a:fgClr>
                  <a:schemeClr val="bg2"/>
                </a:fgClr>
                <a:bgClr>
                  <a:schemeClr val="accent1"/>
                </a:bgClr>
              </a:patt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2514" dirty="0"/>
              </a:p>
            </p:txBody>
          </p:sp>
          <p:sp>
            <p:nvSpPr>
              <p:cNvPr id="167" name="타원 166"/>
              <p:cNvSpPr/>
              <p:nvPr/>
            </p:nvSpPr>
            <p:spPr>
              <a:xfrm>
                <a:off x="3089827" y="3018595"/>
                <a:ext cx="805348" cy="805346"/>
              </a:xfrm>
              <a:prstGeom prst="ellipse">
                <a:avLst/>
              </a:prstGeom>
              <a:gradFill flip="none" rotWithShape="1">
                <a:gsLst>
                  <a:gs pos="0">
                    <a:schemeClr val="accent6"/>
                  </a:gs>
                  <a:gs pos="100000">
                    <a:schemeClr val="accent6"/>
                  </a:gs>
                </a:gsLst>
                <a:path path="circle">
                  <a:fillToRect l="100000" t="100000"/>
                </a:path>
                <a:tileRect r="-100000" b="-100000"/>
              </a:gradFill>
              <a:ln w="12700" cap="flat" cmpd="sng" algn="ctr">
                <a:gradFill>
                  <a:gsLst>
                    <a:gs pos="0">
                      <a:schemeClr val="accent1"/>
                    </a:gs>
                    <a:gs pos="100000">
                      <a:schemeClr val="accent1"/>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ko-KR" sz="900" b="1" dirty="0">
                  <a:gradFill>
                    <a:gsLst>
                      <a:gs pos="0">
                        <a:schemeClr val="tx2"/>
                      </a:gs>
                      <a:gs pos="100000">
                        <a:schemeClr val="tx2"/>
                      </a:gs>
                    </a:gsLst>
                    <a:lin ang="5400000" scaled="0"/>
                  </a:gradFill>
                  <a:latin typeface="+mj-lt"/>
                </a:endParaRPr>
              </a:p>
              <a:p>
                <a:pPr algn="ctr"/>
                <a:endParaRPr lang="en-US" altLang="ko-KR" sz="900" b="1" dirty="0">
                  <a:gradFill>
                    <a:gsLst>
                      <a:gs pos="0">
                        <a:schemeClr val="tx2"/>
                      </a:gs>
                      <a:gs pos="100000">
                        <a:schemeClr val="tx2"/>
                      </a:gs>
                    </a:gsLst>
                    <a:lin ang="5400000" scaled="0"/>
                  </a:gradFill>
                  <a:latin typeface="+mj-lt"/>
                </a:endParaRPr>
              </a:p>
              <a:p>
                <a:pPr algn="ctr"/>
                <a:r>
                  <a:rPr lang="en-US" altLang="ko-KR" sz="750" dirty="0">
                    <a:gradFill>
                      <a:gsLst>
                        <a:gs pos="0">
                          <a:schemeClr val="tx2"/>
                        </a:gs>
                        <a:gs pos="100000">
                          <a:schemeClr val="tx2"/>
                        </a:gs>
                      </a:gsLst>
                      <a:lin ang="5400000" scaled="0"/>
                    </a:gradFill>
                    <a:latin typeface="+mj-lt"/>
                  </a:rPr>
                  <a:t>Core Value.</a:t>
                </a:r>
                <a:r>
                  <a:rPr lang="en-US" altLang="ko-KR" sz="800" dirty="0">
                    <a:gradFill>
                      <a:gsLst>
                        <a:gs pos="0">
                          <a:schemeClr val="tx2"/>
                        </a:gs>
                        <a:gs pos="100000">
                          <a:schemeClr val="tx2"/>
                        </a:gs>
                      </a:gsLst>
                      <a:lin ang="5400000" scaled="0"/>
                    </a:gradFill>
                    <a:latin typeface="+mj-lt"/>
                  </a:rPr>
                  <a:t> </a:t>
                </a:r>
                <a:r>
                  <a:rPr lang="en-US" altLang="ko-KR" sz="900" b="1" dirty="0">
                    <a:gradFill>
                      <a:gsLst>
                        <a:gs pos="0">
                          <a:schemeClr val="accent1"/>
                        </a:gs>
                        <a:gs pos="100000">
                          <a:schemeClr val="accent1"/>
                        </a:gs>
                      </a:gsLst>
                      <a:lin ang="5400000" scaled="0"/>
                    </a:gradFill>
                    <a:latin typeface="+mj-lt"/>
                  </a:rPr>
                  <a:t>A</a:t>
                </a:r>
                <a:endParaRPr lang="ko-KR" altLang="en-US" sz="900" b="1" dirty="0">
                  <a:gradFill>
                    <a:gsLst>
                      <a:gs pos="0">
                        <a:schemeClr val="accent1"/>
                      </a:gs>
                      <a:gs pos="100000">
                        <a:schemeClr val="accent1"/>
                      </a:gs>
                    </a:gsLst>
                    <a:lin ang="5400000" scaled="0"/>
                  </a:gradFill>
                  <a:latin typeface="+mj-lt"/>
                </a:endParaRPr>
              </a:p>
            </p:txBody>
          </p:sp>
          <p:sp>
            <p:nvSpPr>
              <p:cNvPr id="170" name="타원 169"/>
              <p:cNvSpPr/>
              <p:nvPr/>
            </p:nvSpPr>
            <p:spPr>
              <a:xfrm>
                <a:off x="3423805" y="3758562"/>
                <a:ext cx="137392" cy="137392"/>
              </a:xfrm>
              <a:prstGeom prst="ellipse">
                <a:avLst/>
              </a:prstGeom>
              <a:solidFill>
                <a:schemeClr val="accent1"/>
              </a:solidFill>
              <a:ln w="3175" cap="flat"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spcAft>
                    <a:spcPts val="300"/>
                  </a:spcAft>
                </a:pPr>
                <a:endParaRPr lang="ko-KR" altLang="en-US" sz="900" b="1" dirty="0">
                  <a:gradFill>
                    <a:gsLst>
                      <a:gs pos="0">
                        <a:prstClr val="white"/>
                      </a:gs>
                      <a:gs pos="100000">
                        <a:prstClr val="white"/>
                      </a:gs>
                    </a:gsLst>
                    <a:lin ang="5400000" scaled="0"/>
                  </a:gradFill>
                  <a:latin typeface="Roboto Condensed Regular"/>
                </a:endParaRPr>
              </a:p>
            </p:txBody>
          </p:sp>
        </p:grpSp>
        <p:sp>
          <p:nvSpPr>
            <p:cNvPr id="54" name="Freeform 8"/>
            <p:cNvSpPr>
              <a:spLocks noEditPoints="1"/>
            </p:cNvSpPr>
            <p:nvPr/>
          </p:nvSpPr>
          <p:spPr bwMode="auto">
            <a:xfrm>
              <a:off x="1417166" y="3429027"/>
              <a:ext cx="295438" cy="293289"/>
            </a:xfrm>
            <a:custGeom>
              <a:avLst/>
              <a:gdLst/>
              <a:ahLst/>
              <a:cxnLst>
                <a:cxn ang="0">
                  <a:pos x="88" y="123"/>
                </a:cxn>
                <a:cxn ang="0">
                  <a:pos x="91" y="123"/>
                </a:cxn>
                <a:cxn ang="0">
                  <a:pos x="104" y="115"/>
                </a:cxn>
                <a:cxn ang="0">
                  <a:pos x="76" y="115"/>
                </a:cxn>
                <a:cxn ang="0">
                  <a:pos x="88" y="123"/>
                </a:cxn>
                <a:cxn ang="0">
                  <a:pos x="63" y="106"/>
                </a:cxn>
                <a:cxn ang="0">
                  <a:pos x="117" y="106"/>
                </a:cxn>
                <a:cxn ang="0">
                  <a:pos x="129" y="98"/>
                </a:cxn>
                <a:cxn ang="0">
                  <a:pos x="51" y="98"/>
                </a:cxn>
                <a:cxn ang="0">
                  <a:pos x="63" y="106"/>
                </a:cxn>
                <a:cxn ang="0">
                  <a:pos x="175" y="56"/>
                </a:cxn>
                <a:cxn ang="0">
                  <a:pos x="96" y="2"/>
                </a:cxn>
                <a:cxn ang="0">
                  <a:pos x="83" y="2"/>
                </a:cxn>
                <a:cxn ang="0">
                  <a:pos x="5" y="56"/>
                </a:cxn>
                <a:cxn ang="0">
                  <a:pos x="0" y="65"/>
                </a:cxn>
                <a:cxn ang="0">
                  <a:pos x="0" y="167"/>
                </a:cxn>
                <a:cxn ang="0">
                  <a:pos x="11" y="178"/>
                </a:cxn>
                <a:cxn ang="0">
                  <a:pos x="168" y="178"/>
                </a:cxn>
                <a:cxn ang="0">
                  <a:pos x="180" y="167"/>
                </a:cxn>
                <a:cxn ang="0">
                  <a:pos x="180" y="65"/>
                </a:cxn>
                <a:cxn ang="0">
                  <a:pos x="175" y="56"/>
                </a:cxn>
                <a:cxn ang="0">
                  <a:pos x="168" y="81"/>
                </a:cxn>
                <a:cxn ang="0">
                  <a:pos x="90" y="134"/>
                </a:cxn>
                <a:cxn ang="0">
                  <a:pos x="11" y="81"/>
                </a:cxn>
                <a:cxn ang="0">
                  <a:pos x="11" y="70"/>
                </a:cxn>
                <a:cxn ang="0">
                  <a:pos x="17" y="65"/>
                </a:cxn>
                <a:cxn ang="0">
                  <a:pos x="163" y="65"/>
                </a:cxn>
                <a:cxn ang="0">
                  <a:pos x="168" y="70"/>
                </a:cxn>
                <a:cxn ang="0">
                  <a:pos x="168" y="81"/>
                </a:cxn>
                <a:cxn ang="0">
                  <a:pos x="36" y="88"/>
                </a:cxn>
                <a:cxn ang="0">
                  <a:pos x="38" y="89"/>
                </a:cxn>
                <a:cxn ang="0">
                  <a:pos x="142" y="89"/>
                </a:cxn>
                <a:cxn ang="0">
                  <a:pos x="143" y="88"/>
                </a:cxn>
                <a:cxn ang="0">
                  <a:pos x="143" y="81"/>
                </a:cxn>
                <a:cxn ang="0">
                  <a:pos x="36" y="81"/>
                </a:cxn>
                <a:cxn ang="0">
                  <a:pos x="36" y="88"/>
                </a:cxn>
              </a:cxnLst>
              <a:rect l="0" t="0" r="r" b="b"/>
              <a:pathLst>
                <a:path w="180" h="178">
                  <a:moveTo>
                    <a:pt x="88" y="123"/>
                  </a:moveTo>
                  <a:cubicBezTo>
                    <a:pt x="91" y="123"/>
                    <a:pt x="91" y="123"/>
                    <a:pt x="91" y="123"/>
                  </a:cubicBezTo>
                  <a:cubicBezTo>
                    <a:pt x="104" y="115"/>
                    <a:pt x="104" y="115"/>
                    <a:pt x="104" y="115"/>
                  </a:cubicBezTo>
                  <a:cubicBezTo>
                    <a:pt x="76" y="115"/>
                    <a:pt x="76" y="115"/>
                    <a:pt x="76" y="115"/>
                  </a:cubicBezTo>
                  <a:lnTo>
                    <a:pt x="88" y="123"/>
                  </a:lnTo>
                  <a:close/>
                  <a:moveTo>
                    <a:pt x="63" y="106"/>
                  </a:moveTo>
                  <a:cubicBezTo>
                    <a:pt x="117" y="106"/>
                    <a:pt x="117" y="106"/>
                    <a:pt x="117" y="106"/>
                  </a:cubicBezTo>
                  <a:cubicBezTo>
                    <a:pt x="129" y="98"/>
                    <a:pt x="129" y="98"/>
                    <a:pt x="129" y="98"/>
                  </a:cubicBezTo>
                  <a:cubicBezTo>
                    <a:pt x="51" y="98"/>
                    <a:pt x="51" y="98"/>
                    <a:pt x="51" y="98"/>
                  </a:cubicBezTo>
                  <a:lnTo>
                    <a:pt x="63" y="106"/>
                  </a:lnTo>
                  <a:close/>
                  <a:moveTo>
                    <a:pt x="175" y="56"/>
                  </a:moveTo>
                  <a:cubicBezTo>
                    <a:pt x="96" y="2"/>
                    <a:pt x="96" y="2"/>
                    <a:pt x="96" y="2"/>
                  </a:cubicBezTo>
                  <a:cubicBezTo>
                    <a:pt x="92" y="0"/>
                    <a:pt x="87" y="0"/>
                    <a:pt x="83" y="2"/>
                  </a:cubicBezTo>
                  <a:cubicBezTo>
                    <a:pt x="5" y="56"/>
                    <a:pt x="5" y="56"/>
                    <a:pt x="5" y="56"/>
                  </a:cubicBezTo>
                  <a:cubicBezTo>
                    <a:pt x="2" y="58"/>
                    <a:pt x="0" y="61"/>
                    <a:pt x="0" y="65"/>
                  </a:cubicBezTo>
                  <a:cubicBezTo>
                    <a:pt x="0" y="167"/>
                    <a:pt x="0" y="167"/>
                    <a:pt x="0" y="167"/>
                  </a:cubicBezTo>
                  <a:cubicBezTo>
                    <a:pt x="0" y="173"/>
                    <a:pt x="5" y="178"/>
                    <a:pt x="11" y="178"/>
                  </a:cubicBezTo>
                  <a:cubicBezTo>
                    <a:pt x="168" y="178"/>
                    <a:pt x="168" y="178"/>
                    <a:pt x="168" y="178"/>
                  </a:cubicBezTo>
                  <a:cubicBezTo>
                    <a:pt x="175" y="178"/>
                    <a:pt x="180" y="173"/>
                    <a:pt x="180" y="167"/>
                  </a:cubicBezTo>
                  <a:cubicBezTo>
                    <a:pt x="180" y="65"/>
                    <a:pt x="180" y="65"/>
                    <a:pt x="180" y="65"/>
                  </a:cubicBezTo>
                  <a:cubicBezTo>
                    <a:pt x="180" y="61"/>
                    <a:pt x="178" y="58"/>
                    <a:pt x="175" y="56"/>
                  </a:cubicBezTo>
                  <a:close/>
                  <a:moveTo>
                    <a:pt x="168" y="81"/>
                  </a:moveTo>
                  <a:cubicBezTo>
                    <a:pt x="90" y="134"/>
                    <a:pt x="90" y="134"/>
                    <a:pt x="90" y="134"/>
                  </a:cubicBezTo>
                  <a:cubicBezTo>
                    <a:pt x="11" y="81"/>
                    <a:pt x="11" y="81"/>
                    <a:pt x="11" y="81"/>
                  </a:cubicBezTo>
                  <a:cubicBezTo>
                    <a:pt x="11" y="70"/>
                    <a:pt x="11" y="70"/>
                    <a:pt x="11" y="70"/>
                  </a:cubicBezTo>
                  <a:cubicBezTo>
                    <a:pt x="11" y="67"/>
                    <a:pt x="14" y="65"/>
                    <a:pt x="17" y="65"/>
                  </a:cubicBezTo>
                  <a:cubicBezTo>
                    <a:pt x="163" y="65"/>
                    <a:pt x="163" y="65"/>
                    <a:pt x="163" y="65"/>
                  </a:cubicBezTo>
                  <a:cubicBezTo>
                    <a:pt x="166" y="65"/>
                    <a:pt x="168" y="67"/>
                    <a:pt x="168" y="70"/>
                  </a:cubicBezTo>
                  <a:lnTo>
                    <a:pt x="168" y="81"/>
                  </a:lnTo>
                  <a:close/>
                  <a:moveTo>
                    <a:pt x="36" y="88"/>
                  </a:moveTo>
                  <a:cubicBezTo>
                    <a:pt x="38" y="89"/>
                    <a:pt x="38" y="89"/>
                    <a:pt x="38" y="89"/>
                  </a:cubicBezTo>
                  <a:cubicBezTo>
                    <a:pt x="142" y="89"/>
                    <a:pt x="142" y="89"/>
                    <a:pt x="142" y="89"/>
                  </a:cubicBezTo>
                  <a:cubicBezTo>
                    <a:pt x="143" y="88"/>
                    <a:pt x="143" y="88"/>
                    <a:pt x="143" y="88"/>
                  </a:cubicBezTo>
                  <a:cubicBezTo>
                    <a:pt x="143" y="81"/>
                    <a:pt x="143" y="81"/>
                    <a:pt x="143" y="81"/>
                  </a:cubicBezTo>
                  <a:cubicBezTo>
                    <a:pt x="36" y="81"/>
                    <a:pt x="36" y="81"/>
                    <a:pt x="36" y="81"/>
                  </a:cubicBezTo>
                  <a:lnTo>
                    <a:pt x="36" y="88"/>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67" name="그룹 66"/>
          <p:cNvGrpSpPr/>
          <p:nvPr/>
        </p:nvGrpSpPr>
        <p:grpSpPr>
          <a:xfrm>
            <a:off x="2715390" y="3331750"/>
            <a:ext cx="1427227" cy="1383642"/>
            <a:chOff x="2715390" y="3331750"/>
            <a:chExt cx="1427227" cy="1383642"/>
          </a:xfrm>
        </p:grpSpPr>
        <p:grpSp>
          <p:nvGrpSpPr>
            <p:cNvPr id="89" name="그룹 88"/>
            <p:cNvGrpSpPr/>
            <p:nvPr/>
          </p:nvGrpSpPr>
          <p:grpSpPr>
            <a:xfrm>
              <a:off x="2715390" y="3331750"/>
              <a:ext cx="1427227" cy="1383642"/>
              <a:chOff x="2700338" y="3018595"/>
              <a:chExt cx="1584325" cy="1535943"/>
            </a:xfrm>
          </p:grpSpPr>
          <p:sp>
            <p:nvSpPr>
              <p:cNvPr id="90" name="모서리가 둥근 직사각형 89"/>
              <p:cNvSpPr/>
              <p:nvPr/>
            </p:nvSpPr>
            <p:spPr>
              <a:xfrm>
                <a:off x="2700338" y="3557589"/>
                <a:ext cx="1584325" cy="996949"/>
              </a:xfrm>
              <a:prstGeom prst="roundRect">
                <a:avLst>
                  <a:gd name="adj" fmla="val 10417"/>
                </a:avLst>
              </a:prstGeom>
              <a:gradFill>
                <a:gsLst>
                  <a:gs pos="0">
                    <a:schemeClr val="accent6"/>
                  </a:gs>
                  <a:gs pos="100000">
                    <a:schemeClr val="accent6"/>
                  </a:gs>
                </a:gsLst>
                <a:lin ang="5400000" scaled="1"/>
              </a:gradFill>
              <a:ln w="3175" cap="flat" cmpd="sng" algn="ctr">
                <a:gradFill>
                  <a:gsLst>
                    <a:gs pos="0">
                      <a:schemeClr val="accent6">
                        <a:lumMod val="75000"/>
                      </a:schemeClr>
                    </a:gs>
                    <a:gs pos="100000">
                      <a:schemeClr val="accent6">
                        <a:lumMod val="75000"/>
                      </a:schemeClr>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91" name="TextBox 90"/>
              <p:cNvSpPr txBox="1"/>
              <p:nvPr/>
            </p:nvSpPr>
            <p:spPr>
              <a:xfrm>
                <a:off x="2835824" y="3984626"/>
                <a:ext cx="1448839" cy="563564"/>
              </a:xfrm>
              <a:prstGeom prst="rect">
                <a:avLst/>
              </a:prstGeom>
              <a:noFill/>
            </p:spPr>
            <p:txBody>
              <a:bodyPr wrap="square" lIns="0" tIns="0" rIns="0" bIns="0" rtlCol="0">
                <a:noAutofit/>
              </a:bodyPr>
              <a:lstStyle/>
              <a:p>
                <a:pPr marL="88896" indent="-88896">
                  <a:lnSpc>
                    <a:spcPts val="900"/>
                  </a:lnSpc>
                  <a:spcAft>
                    <a:spcPts val="300"/>
                  </a:spcAft>
                  <a:buClr>
                    <a:schemeClr val="accent1"/>
                  </a:buClr>
                  <a:buFont typeface="Arial" pitchFamily="34" charset="0"/>
                  <a:buChar char="•"/>
                </a:pP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Lorem ipsum dolor sit amen.</a:t>
                </a:r>
              </a:p>
              <a:p>
                <a:pPr marL="88896" indent="-88896">
                  <a:lnSpc>
                    <a:spcPts val="900"/>
                  </a:lnSpc>
                  <a:spcAft>
                    <a:spcPts val="300"/>
                  </a:spcAft>
                  <a:buClr>
                    <a:schemeClr val="accent1"/>
                  </a:buClr>
                  <a:buFont typeface="Arial" pitchFamily="34" charset="0"/>
                  <a:buChar char="•"/>
                </a:pP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Integer nec odio. Praesent libero. </a:t>
                </a:r>
              </a:p>
              <a:p>
                <a:pPr marL="88896" indent="-88896">
                  <a:lnSpc>
                    <a:spcPts val="900"/>
                  </a:lnSpc>
                  <a:spcAft>
                    <a:spcPts val="300"/>
                  </a:spcAft>
                  <a:buClr>
                    <a:schemeClr val="accent1"/>
                  </a:buClr>
                  <a:buFont typeface="Arial" pitchFamily="34" charset="0"/>
                  <a:buChar char="•"/>
                </a:pP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Sed cursus ante dapibus diam. </a:t>
                </a:r>
              </a:p>
            </p:txBody>
          </p:sp>
          <p:sp>
            <p:nvSpPr>
              <p:cNvPr id="92" name="양쪽 모서리가 둥근 사각형 214"/>
              <p:cNvSpPr>
                <a:spLocks/>
              </p:cNvSpPr>
              <p:nvPr/>
            </p:nvSpPr>
            <p:spPr>
              <a:xfrm>
                <a:off x="2700338" y="3557589"/>
                <a:ext cx="1584325" cy="154383"/>
              </a:xfrm>
              <a:custGeom>
                <a:avLst/>
                <a:gdLst/>
                <a:ahLst/>
                <a:cxnLst/>
                <a:rect l="l" t="t" r="r" b="b"/>
                <a:pathLst>
                  <a:path w="1584325" h="154383">
                    <a:moveTo>
                      <a:pt x="108000" y="0"/>
                    </a:moveTo>
                    <a:lnTo>
                      <a:pt x="1476325" y="0"/>
                    </a:lnTo>
                    <a:cubicBezTo>
                      <a:pt x="1535972" y="0"/>
                      <a:pt x="1584325" y="48353"/>
                      <a:pt x="1584325" y="108000"/>
                    </a:cubicBezTo>
                    <a:lnTo>
                      <a:pt x="1584325" y="154383"/>
                    </a:lnTo>
                    <a:lnTo>
                      <a:pt x="0" y="154383"/>
                    </a:lnTo>
                    <a:lnTo>
                      <a:pt x="0" y="108000"/>
                    </a:lnTo>
                    <a:cubicBezTo>
                      <a:pt x="0" y="48353"/>
                      <a:pt x="48353" y="0"/>
                      <a:pt x="108000" y="0"/>
                    </a:cubicBezTo>
                    <a:close/>
                  </a:path>
                </a:pathLst>
              </a:custGeom>
              <a:pattFill prst="ltDnDiag">
                <a:fgClr>
                  <a:schemeClr val="bg2"/>
                </a:fgClr>
                <a:bgClr>
                  <a:schemeClr val="accent1"/>
                </a:bgClr>
              </a:patt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2514" dirty="0"/>
              </a:p>
            </p:txBody>
          </p:sp>
          <p:sp>
            <p:nvSpPr>
              <p:cNvPr id="93" name="타원 92"/>
              <p:cNvSpPr/>
              <p:nvPr/>
            </p:nvSpPr>
            <p:spPr>
              <a:xfrm>
                <a:off x="3089827" y="3018595"/>
                <a:ext cx="805348" cy="805346"/>
              </a:xfrm>
              <a:prstGeom prst="ellipse">
                <a:avLst/>
              </a:prstGeom>
              <a:gradFill flip="none" rotWithShape="1">
                <a:gsLst>
                  <a:gs pos="0">
                    <a:schemeClr val="accent6"/>
                  </a:gs>
                  <a:gs pos="100000">
                    <a:schemeClr val="accent6"/>
                  </a:gs>
                </a:gsLst>
                <a:path path="circle">
                  <a:fillToRect l="100000" t="100000"/>
                </a:path>
                <a:tileRect r="-100000" b="-100000"/>
              </a:gradFill>
              <a:ln w="12700" cap="flat" cmpd="sng" algn="ctr">
                <a:gradFill>
                  <a:gsLst>
                    <a:gs pos="0">
                      <a:schemeClr val="accent1"/>
                    </a:gs>
                    <a:gs pos="100000">
                      <a:schemeClr val="accent1"/>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endParaRPr lang="en-US" altLang="ko-KR" sz="900" b="1" dirty="0">
                  <a:gradFill>
                    <a:gsLst>
                      <a:gs pos="0">
                        <a:schemeClr val="tx2"/>
                      </a:gs>
                      <a:gs pos="100000">
                        <a:schemeClr val="tx2"/>
                      </a:gs>
                    </a:gsLst>
                    <a:lin ang="5400000" scaled="0"/>
                  </a:gradFill>
                  <a:latin typeface="Roboto Condensed Regular"/>
                </a:endParaRPr>
              </a:p>
              <a:p>
                <a:pPr lvl="0" algn="ctr"/>
                <a:endParaRPr lang="en-US" altLang="ko-KR" sz="900" b="1" dirty="0">
                  <a:gradFill>
                    <a:gsLst>
                      <a:gs pos="0">
                        <a:schemeClr val="tx2"/>
                      </a:gs>
                      <a:gs pos="100000">
                        <a:schemeClr val="tx2"/>
                      </a:gs>
                    </a:gsLst>
                    <a:lin ang="5400000" scaled="0"/>
                  </a:gradFill>
                  <a:latin typeface="Roboto Condensed Regular"/>
                </a:endParaRPr>
              </a:p>
              <a:p>
                <a:pPr lvl="0" algn="ctr"/>
                <a:r>
                  <a:rPr lang="en-US" altLang="ko-KR" sz="750" dirty="0">
                    <a:gradFill>
                      <a:gsLst>
                        <a:gs pos="0">
                          <a:schemeClr val="tx2"/>
                        </a:gs>
                        <a:gs pos="100000">
                          <a:schemeClr val="tx2"/>
                        </a:gs>
                      </a:gsLst>
                      <a:lin ang="5400000" scaled="0"/>
                    </a:gradFill>
                    <a:latin typeface="Roboto Condensed Regular"/>
                  </a:rPr>
                  <a:t>Core Value.</a:t>
                </a:r>
                <a:r>
                  <a:rPr lang="en-US" altLang="ko-KR" sz="800" dirty="0">
                    <a:gradFill>
                      <a:gsLst>
                        <a:gs pos="0">
                          <a:schemeClr val="tx2"/>
                        </a:gs>
                        <a:gs pos="100000">
                          <a:schemeClr val="tx2"/>
                        </a:gs>
                      </a:gsLst>
                      <a:lin ang="5400000" scaled="0"/>
                    </a:gradFill>
                    <a:latin typeface="Roboto Condensed Regular"/>
                  </a:rPr>
                  <a:t> </a:t>
                </a:r>
                <a:r>
                  <a:rPr lang="en-US" altLang="ko-KR" sz="900" b="1" dirty="0">
                    <a:gradFill>
                      <a:gsLst>
                        <a:gs pos="0">
                          <a:schemeClr val="accent1"/>
                        </a:gs>
                        <a:gs pos="100000">
                          <a:schemeClr val="accent1"/>
                        </a:gs>
                      </a:gsLst>
                      <a:lin ang="5400000" scaled="0"/>
                    </a:gradFill>
                    <a:latin typeface="Roboto Condensed Regular"/>
                  </a:rPr>
                  <a:t>B</a:t>
                </a:r>
                <a:endParaRPr lang="ko-KR" altLang="en-US" sz="900" b="1" dirty="0">
                  <a:gradFill>
                    <a:gsLst>
                      <a:gs pos="0">
                        <a:schemeClr val="accent1"/>
                      </a:gs>
                      <a:gs pos="100000">
                        <a:schemeClr val="accent1"/>
                      </a:gs>
                    </a:gsLst>
                    <a:lin ang="5400000" scaled="0"/>
                  </a:gradFill>
                  <a:latin typeface="Roboto Condensed Regular"/>
                </a:endParaRPr>
              </a:p>
            </p:txBody>
          </p:sp>
          <p:sp>
            <p:nvSpPr>
              <p:cNvPr id="94" name="타원 93"/>
              <p:cNvSpPr/>
              <p:nvPr/>
            </p:nvSpPr>
            <p:spPr>
              <a:xfrm>
                <a:off x="3423805" y="3758562"/>
                <a:ext cx="137392" cy="137392"/>
              </a:xfrm>
              <a:prstGeom prst="ellipse">
                <a:avLst/>
              </a:prstGeom>
              <a:solidFill>
                <a:schemeClr val="accent1"/>
              </a:solidFill>
              <a:ln w="3175" cap="flat"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spcAft>
                    <a:spcPts val="300"/>
                  </a:spcAft>
                </a:pPr>
                <a:endParaRPr lang="ko-KR" altLang="en-US" sz="900" b="1" dirty="0">
                  <a:gradFill>
                    <a:gsLst>
                      <a:gs pos="0">
                        <a:prstClr val="white"/>
                      </a:gs>
                      <a:gs pos="100000">
                        <a:prstClr val="white"/>
                      </a:gs>
                    </a:gsLst>
                    <a:lin ang="5400000" scaled="0"/>
                  </a:gradFill>
                  <a:latin typeface="Roboto Condensed Regular"/>
                </a:endParaRPr>
              </a:p>
            </p:txBody>
          </p:sp>
        </p:grpSp>
        <p:sp>
          <p:nvSpPr>
            <p:cNvPr id="66" name="Freeform 7"/>
            <p:cNvSpPr>
              <a:spLocks noEditPoints="1"/>
            </p:cNvSpPr>
            <p:nvPr/>
          </p:nvSpPr>
          <p:spPr bwMode="auto">
            <a:xfrm>
              <a:off x="3238884" y="3432291"/>
              <a:ext cx="380238" cy="299551"/>
            </a:xfrm>
            <a:custGeom>
              <a:avLst/>
              <a:gdLst/>
              <a:ahLst/>
              <a:cxnLst>
                <a:cxn ang="0">
                  <a:pos x="243" y="110"/>
                </a:cxn>
                <a:cxn ang="0">
                  <a:pos x="204" y="87"/>
                </a:cxn>
                <a:cxn ang="0">
                  <a:pos x="197" y="75"/>
                </a:cxn>
                <a:cxn ang="0">
                  <a:pos x="208" y="52"/>
                </a:cxn>
                <a:cxn ang="0">
                  <a:pos x="203" y="25"/>
                </a:cxn>
                <a:cxn ang="0">
                  <a:pos x="181" y="13"/>
                </a:cxn>
                <a:cxn ang="0">
                  <a:pos x="176" y="14"/>
                </a:cxn>
                <a:cxn ang="0">
                  <a:pos x="165" y="44"/>
                </a:cxn>
                <a:cxn ang="0">
                  <a:pos x="162" y="68"/>
                </a:cxn>
                <a:cxn ang="0">
                  <a:pos x="164" y="82"/>
                </a:cxn>
                <a:cxn ang="0">
                  <a:pos x="161" y="90"/>
                </a:cxn>
                <a:cxn ang="0">
                  <a:pos x="179" y="98"/>
                </a:cxn>
                <a:cxn ang="0">
                  <a:pos x="217" y="160"/>
                </a:cxn>
                <a:cxn ang="0">
                  <a:pos x="247" y="147"/>
                </a:cxn>
                <a:cxn ang="0">
                  <a:pos x="68" y="98"/>
                </a:cxn>
                <a:cxn ang="0">
                  <a:pos x="86" y="90"/>
                </a:cxn>
                <a:cxn ang="0">
                  <a:pos x="88" y="87"/>
                </a:cxn>
                <a:cxn ang="0">
                  <a:pos x="81" y="75"/>
                </a:cxn>
                <a:cxn ang="0">
                  <a:pos x="80" y="50"/>
                </a:cxn>
                <a:cxn ang="0">
                  <a:pos x="84" y="21"/>
                </a:cxn>
                <a:cxn ang="0">
                  <a:pos x="65" y="13"/>
                </a:cxn>
                <a:cxn ang="0">
                  <a:pos x="60" y="14"/>
                </a:cxn>
                <a:cxn ang="0">
                  <a:pos x="41" y="49"/>
                </a:cxn>
                <a:cxn ang="0">
                  <a:pos x="44" y="63"/>
                </a:cxn>
                <a:cxn ang="0">
                  <a:pos x="48" y="82"/>
                </a:cxn>
                <a:cxn ang="0">
                  <a:pos x="26" y="96"/>
                </a:cxn>
                <a:cxn ang="0">
                  <a:pos x="0" y="145"/>
                </a:cxn>
                <a:cxn ang="0">
                  <a:pos x="0" y="147"/>
                </a:cxn>
                <a:cxn ang="0">
                  <a:pos x="35" y="121"/>
                </a:cxn>
                <a:cxn ang="0">
                  <a:pos x="202" y="125"/>
                </a:cxn>
                <a:cxn ang="0">
                  <a:pos x="153" y="95"/>
                </a:cxn>
                <a:cxn ang="0">
                  <a:pos x="143" y="81"/>
                </a:cxn>
                <a:cxn ang="0">
                  <a:pos x="157" y="51"/>
                </a:cxn>
                <a:cxn ang="0">
                  <a:pos x="150" y="16"/>
                </a:cxn>
                <a:cxn ang="0">
                  <a:pos x="123" y="2"/>
                </a:cxn>
                <a:cxn ang="0">
                  <a:pos x="116" y="3"/>
                </a:cxn>
                <a:cxn ang="0">
                  <a:pos x="92" y="48"/>
                </a:cxn>
                <a:cxn ang="0">
                  <a:pos x="96" y="65"/>
                </a:cxn>
                <a:cxn ang="0">
                  <a:pos x="101" y="89"/>
                </a:cxn>
                <a:cxn ang="0">
                  <a:pos x="73" y="107"/>
                </a:cxn>
                <a:cxn ang="0">
                  <a:pos x="40" y="169"/>
                </a:cxn>
                <a:cxn ang="0">
                  <a:pos x="40" y="172"/>
                </a:cxn>
                <a:cxn ang="0">
                  <a:pos x="207" y="172"/>
                </a:cxn>
                <a:cxn ang="0">
                  <a:pos x="207" y="169"/>
                </a:cxn>
              </a:cxnLst>
              <a:rect l="0" t="0" r="r" b="b"/>
              <a:pathLst>
                <a:path w="247" h="194">
                  <a:moveTo>
                    <a:pt x="247" y="145"/>
                  </a:moveTo>
                  <a:cubicBezTo>
                    <a:pt x="247" y="131"/>
                    <a:pt x="246" y="116"/>
                    <a:pt x="243" y="110"/>
                  </a:cubicBezTo>
                  <a:cubicBezTo>
                    <a:pt x="238" y="97"/>
                    <a:pt x="225" y="97"/>
                    <a:pt x="221" y="96"/>
                  </a:cubicBezTo>
                  <a:cubicBezTo>
                    <a:pt x="210" y="93"/>
                    <a:pt x="207" y="91"/>
                    <a:pt x="204" y="87"/>
                  </a:cubicBezTo>
                  <a:cubicBezTo>
                    <a:pt x="202" y="82"/>
                    <a:pt x="199" y="82"/>
                    <a:pt x="199" y="82"/>
                  </a:cubicBezTo>
                  <a:cubicBezTo>
                    <a:pt x="198" y="80"/>
                    <a:pt x="198" y="78"/>
                    <a:pt x="197" y="75"/>
                  </a:cubicBezTo>
                  <a:cubicBezTo>
                    <a:pt x="202" y="70"/>
                    <a:pt x="203" y="63"/>
                    <a:pt x="203" y="63"/>
                  </a:cubicBezTo>
                  <a:cubicBezTo>
                    <a:pt x="206" y="61"/>
                    <a:pt x="208" y="55"/>
                    <a:pt x="208" y="52"/>
                  </a:cubicBezTo>
                  <a:cubicBezTo>
                    <a:pt x="207" y="49"/>
                    <a:pt x="206" y="49"/>
                    <a:pt x="206" y="49"/>
                  </a:cubicBezTo>
                  <a:cubicBezTo>
                    <a:pt x="206" y="49"/>
                    <a:pt x="208" y="34"/>
                    <a:pt x="203" y="25"/>
                  </a:cubicBezTo>
                  <a:cubicBezTo>
                    <a:pt x="197" y="15"/>
                    <a:pt x="187" y="14"/>
                    <a:pt x="187" y="14"/>
                  </a:cubicBezTo>
                  <a:cubicBezTo>
                    <a:pt x="181" y="13"/>
                    <a:pt x="181" y="13"/>
                    <a:pt x="181" y="13"/>
                  </a:cubicBezTo>
                  <a:cubicBezTo>
                    <a:pt x="181" y="13"/>
                    <a:pt x="176" y="13"/>
                    <a:pt x="174" y="12"/>
                  </a:cubicBezTo>
                  <a:cubicBezTo>
                    <a:pt x="174" y="12"/>
                    <a:pt x="174" y="14"/>
                    <a:pt x="176" y="14"/>
                  </a:cubicBezTo>
                  <a:cubicBezTo>
                    <a:pt x="176" y="14"/>
                    <a:pt x="169" y="15"/>
                    <a:pt x="163" y="21"/>
                  </a:cubicBezTo>
                  <a:cubicBezTo>
                    <a:pt x="165" y="30"/>
                    <a:pt x="165" y="39"/>
                    <a:pt x="165" y="44"/>
                  </a:cubicBezTo>
                  <a:cubicBezTo>
                    <a:pt x="166" y="46"/>
                    <a:pt x="167" y="48"/>
                    <a:pt x="167" y="50"/>
                  </a:cubicBezTo>
                  <a:cubicBezTo>
                    <a:pt x="167" y="54"/>
                    <a:pt x="166" y="62"/>
                    <a:pt x="162" y="68"/>
                  </a:cubicBezTo>
                  <a:cubicBezTo>
                    <a:pt x="163" y="70"/>
                    <a:pt x="164" y="73"/>
                    <a:pt x="166" y="75"/>
                  </a:cubicBezTo>
                  <a:cubicBezTo>
                    <a:pt x="165" y="78"/>
                    <a:pt x="165" y="80"/>
                    <a:pt x="164" y="82"/>
                  </a:cubicBezTo>
                  <a:cubicBezTo>
                    <a:pt x="164" y="82"/>
                    <a:pt x="161" y="82"/>
                    <a:pt x="159" y="87"/>
                  </a:cubicBezTo>
                  <a:cubicBezTo>
                    <a:pt x="159" y="88"/>
                    <a:pt x="160" y="89"/>
                    <a:pt x="161" y="90"/>
                  </a:cubicBezTo>
                  <a:cubicBezTo>
                    <a:pt x="163" y="93"/>
                    <a:pt x="164" y="94"/>
                    <a:pt x="177" y="98"/>
                  </a:cubicBezTo>
                  <a:cubicBezTo>
                    <a:pt x="177" y="98"/>
                    <a:pt x="178" y="98"/>
                    <a:pt x="179" y="98"/>
                  </a:cubicBezTo>
                  <a:cubicBezTo>
                    <a:pt x="186" y="100"/>
                    <a:pt x="204" y="103"/>
                    <a:pt x="212" y="121"/>
                  </a:cubicBezTo>
                  <a:cubicBezTo>
                    <a:pt x="213" y="124"/>
                    <a:pt x="216" y="132"/>
                    <a:pt x="217" y="160"/>
                  </a:cubicBezTo>
                  <a:cubicBezTo>
                    <a:pt x="230" y="157"/>
                    <a:pt x="240" y="152"/>
                    <a:pt x="247" y="147"/>
                  </a:cubicBezTo>
                  <a:cubicBezTo>
                    <a:pt x="247" y="147"/>
                    <a:pt x="247" y="147"/>
                    <a:pt x="247" y="147"/>
                  </a:cubicBezTo>
                  <a:cubicBezTo>
                    <a:pt x="247" y="146"/>
                    <a:pt x="247" y="145"/>
                    <a:pt x="247" y="145"/>
                  </a:cubicBezTo>
                  <a:close/>
                  <a:moveTo>
                    <a:pt x="68" y="98"/>
                  </a:moveTo>
                  <a:cubicBezTo>
                    <a:pt x="69" y="98"/>
                    <a:pt x="69" y="98"/>
                    <a:pt x="70" y="98"/>
                  </a:cubicBezTo>
                  <a:cubicBezTo>
                    <a:pt x="83" y="94"/>
                    <a:pt x="84" y="93"/>
                    <a:pt x="86" y="90"/>
                  </a:cubicBezTo>
                  <a:cubicBezTo>
                    <a:pt x="86" y="89"/>
                    <a:pt x="87" y="88"/>
                    <a:pt x="88" y="87"/>
                  </a:cubicBezTo>
                  <a:cubicBezTo>
                    <a:pt x="88" y="87"/>
                    <a:pt x="88" y="87"/>
                    <a:pt x="88" y="87"/>
                  </a:cubicBezTo>
                  <a:cubicBezTo>
                    <a:pt x="86" y="82"/>
                    <a:pt x="83" y="82"/>
                    <a:pt x="83" y="82"/>
                  </a:cubicBezTo>
                  <a:cubicBezTo>
                    <a:pt x="82" y="80"/>
                    <a:pt x="82" y="78"/>
                    <a:pt x="81" y="75"/>
                  </a:cubicBezTo>
                  <a:cubicBezTo>
                    <a:pt x="83" y="73"/>
                    <a:pt x="84" y="70"/>
                    <a:pt x="85" y="68"/>
                  </a:cubicBezTo>
                  <a:cubicBezTo>
                    <a:pt x="81" y="62"/>
                    <a:pt x="80" y="54"/>
                    <a:pt x="80" y="50"/>
                  </a:cubicBezTo>
                  <a:cubicBezTo>
                    <a:pt x="80" y="48"/>
                    <a:pt x="81" y="46"/>
                    <a:pt x="82" y="44"/>
                  </a:cubicBezTo>
                  <a:cubicBezTo>
                    <a:pt x="81" y="39"/>
                    <a:pt x="81" y="30"/>
                    <a:pt x="84" y="21"/>
                  </a:cubicBezTo>
                  <a:cubicBezTo>
                    <a:pt x="78" y="15"/>
                    <a:pt x="71" y="14"/>
                    <a:pt x="71" y="14"/>
                  </a:cubicBezTo>
                  <a:cubicBezTo>
                    <a:pt x="65" y="13"/>
                    <a:pt x="65" y="13"/>
                    <a:pt x="65" y="13"/>
                  </a:cubicBezTo>
                  <a:cubicBezTo>
                    <a:pt x="65" y="13"/>
                    <a:pt x="60" y="13"/>
                    <a:pt x="58" y="12"/>
                  </a:cubicBezTo>
                  <a:cubicBezTo>
                    <a:pt x="58" y="12"/>
                    <a:pt x="58" y="14"/>
                    <a:pt x="60" y="14"/>
                  </a:cubicBezTo>
                  <a:cubicBezTo>
                    <a:pt x="60" y="14"/>
                    <a:pt x="50" y="15"/>
                    <a:pt x="44" y="25"/>
                  </a:cubicBezTo>
                  <a:cubicBezTo>
                    <a:pt x="39" y="34"/>
                    <a:pt x="41" y="49"/>
                    <a:pt x="41" y="49"/>
                  </a:cubicBezTo>
                  <a:cubicBezTo>
                    <a:pt x="41" y="49"/>
                    <a:pt x="39" y="49"/>
                    <a:pt x="39" y="52"/>
                  </a:cubicBezTo>
                  <a:cubicBezTo>
                    <a:pt x="39" y="55"/>
                    <a:pt x="40" y="61"/>
                    <a:pt x="44" y="63"/>
                  </a:cubicBezTo>
                  <a:cubicBezTo>
                    <a:pt x="44" y="63"/>
                    <a:pt x="45" y="70"/>
                    <a:pt x="50" y="75"/>
                  </a:cubicBezTo>
                  <a:cubicBezTo>
                    <a:pt x="49" y="78"/>
                    <a:pt x="49" y="80"/>
                    <a:pt x="48" y="82"/>
                  </a:cubicBezTo>
                  <a:cubicBezTo>
                    <a:pt x="48" y="82"/>
                    <a:pt x="45" y="82"/>
                    <a:pt x="43" y="87"/>
                  </a:cubicBezTo>
                  <a:cubicBezTo>
                    <a:pt x="40" y="91"/>
                    <a:pt x="36" y="93"/>
                    <a:pt x="26" y="96"/>
                  </a:cubicBezTo>
                  <a:cubicBezTo>
                    <a:pt x="22" y="97"/>
                    <a:pt x="9" y="97"/>
                    <a:pt x="3" y="110"/>
                  </a:cubicBezTo>
                  <a:cubicBezTo>
                    <a:pt x="1" y="116"/>
                    <a:pt x="0" y="131"/>
                    <a:pt x="0" y="145"/>
                  </a:cubicBezTo>
                  <a:cubicBezTo>
                    <a:pt x="0" y="145"/>
                    <a:pt x="0" y="146"/>
                    <a:pt x="0" y="147"/>
                  </a:cubicBezTo>
                  <a:cubicBezTo>
                    <a:pt x="0" y="147"/>
                    <a:pt x="0" y="147"/>
                    <a:pt x="0" y="147"/>
                  </a:cubicBezTo>
                  <a:cubicBezTo>
                    <a:pt x="7" y="152"/>
                    <a:pt x="17" y="157"/>
                    <a:pt x="30" y="160"/>
                  </a:cubicBezTo>
                  <a:cubicBezTo>
                    <a:pt x="31" y="132"/>
                    <a:pt x="34" y="124"/>
                    <a:pt x="35" y="121"/>
                  </a:cubicBezTo>
                  <a:cubicBezTo>
                    <a:pt x="43" y="103"/>
                    <a:pt x="60" y="100"/>
                    <a:pt x="68" y="98"/>
                  </a:cubicBezTo>
                  <a:close/>
                  <a:moveTo>
                    <a:pt x="202" y="125"/>
                  </a:moveTo>
                  <a:cubicBezTo>
                    <a:pt x="196" y="109"/>
                    <a:pt x="179" y="109"/>
                    <a:pt x="174" y="107"/>
                  </a:cubicBezTo>
                  <a:cubicBezTo>
                    <a:pt x="160" y="103"/>
                    <a:pt x="156" y="101"/>
                    <a:pt x="153" y="95"/>
                  </a:cubicBezTo>
                  <a:cubicBezTo>
                    <a:pt x="149" y="90"/>
                    <a:pt x="145" y="89"/>
                    <a:pt x="145" y="89"/>
                  </a:cubicBezTo>
                  <a:cubicBezTo>
                    <a:pt x="145" y="87"/>
                    <a:pt x="144" y="84"/>
                    <a:pt x="143" y="81"/>
                  </a:cubicBezTo>
                  <a:cubicBezTo>
                    <a:pt x="149" y="74"/>
                    <a:pt x="150" y="65"/>
                    <a:pt x="150" y="65"/>
                  </a:cubicBezTo>
                  <a:cubicBezTo>
                    <a:pt x="155" y="63"/>
                    <a:pt x="157" y="55"/>
                    <a:pt x="157" y="51"/>
                  </a:cubicBezTo>
                  <a:cubicBezTo>
                    <a:pt x="156" y="48"/>
                    <a:pt x="154" y="48"/>
                    <a:pt x="154" y="48"/>
                  </a:cubicBezTo>
                  <a:cubicBezTo>
                    <a:pt x="154" y="48"/>
                    <a:pt x="158" y="28"/>
                    <a:pt x="150" y="16"/>
                  </a:cubicBezTo>
                  <a:cubicBezTo>
                    <a:pt x="143" y="5"/>
                    <a:pt x="131" y="3"/>
                    <a:pt x="131" y="3"/>
                  </a:cubicBezTo>
                  <a:cubicBezTo>
                    <a:pt x="123" y="2"/>
                    <a:pt x="123" y="2"/>
                    <a:pt x="123" y="2"/>
                  </a:cubicBezTo>
                  <a:cubicBezTo>
                    <a:pt x="123" y="2"/>
                    <a:pt x="116" y="2"/>
                    <a:pt x="114" y="0"/>
                  </a:cubicBezTo>
                  <a:cubicBezTo>
                    <a:pt x="114" y="0"/>
                    <a:pt x="115" y="3"/>
                    <a:pt x="116" y="3"/>
                  </a:cubicBezTo>
                  <a:cubicBezTo>
                    <a:pt x="116" y="3"/>
                    <a:pt x="104" y="5"/>
                    <a:pt x="96" y="16"/>
                  </a:cubicBezTo>
                  <a:cubicBezTo>
                    <a:pt x="89" y="28"/>
                    <a:pt x="92" y="48"/>
                    <a:pt x="92" y="48"/>
                  </a:cubicBezTo>
                  <a:cubicBezTo>
                    <a:pt x="92" y="48"/>
                    <a:pt x="90" y="48"/>
                    <a:pt x="90" y="51"/>
                  </a:cubicBezTo>
                  <a:cubicBezTo>
                    <a:pt x="90" y="55"/>
                    <a:pt x="91" y="63"/>
                    <a:pt x="96" y="65"/>
                  </a:cubicBezTo>
                  <a:cubicBezTo>
                    <a:pt x="96" y="65"/>
                    <a:pt x="98" y="74"/>
                    <a:pt x="103" y="81"/>
                  </a:cubicBezTo>
                  <a:cubicBezTo>
                    <a:pt x="103" y="84"/>
                    <a:pt x="102" y="87"/>
                    <a:pt x="101" y="89"/>
                  </a:cubicBezTo>
                  <a:cubicBezTo>
                    <a:pt x="101" y="89"/>
                    <a:pt x="98" y="90"/>
                    <a:pt x="94" y="95"/>
                  </a:cubicBezTo>
                  <a:cubicBezTo>
                    <a:pt x="91" y="101"/>
                    <a:pt x="87" y="103"/>
                    <a:pt x="73" y="107"/>
                  </a:cubicBezTo>
                  <a:cubicBezTo>
                    <a:pt x="68" y="109"/>
                    <a:pt x="51" y="109"/>
                    <a:pt x="44" y="125"/>
                  </a:cubicBezTo>
                  <a:cubicBezTo>
                    <a:pt x="41" y="133"/>
                    <a:pt x="40" y="152"/>
                    <a:pt x="40" y="169"/>
                  </a:cubicBezTo>
                  <a:cubicBezTo>
                    <a:pt x="40" y="170"/>
                    <a:pt x="40" y="171"/>
                    <a:pt x="40" y="172"/>
                  </a:cubicBezTo>
                  <a:cubicBezTo>
                    <a:pt x="40" y="172"/>
                    <a:pt x="40" y="172"/>
                    <a:pt x="40" y="172"/>
                  </a:cubicBezTo>
                  <a:cubicBezTo>
                    <a:pt x="55" y="183"/>
                    <a:pt x="82" y="194"/>
                    <a:pt x="123" y="194"/>
                  </a:cubicBezTo>
                  <a:cubicBezTo>
                    <a:pt x="165" y="194"/>
                    <a:pt x="191" y="183"/>
                    <a:pt x="207" y="172"/>
                  </a:cubicBezTo>
                  <a:cubicBezTo>
                    <a:pt x="207" y="172"/>
                    <a:pt x="207" y="172"/>
                    <a:pt x="207" y="172"/>
                  </a:cubicBezTo>
                  <a:cubicBezTo>
                    <a:pt x="207" y="171"/>
                    <a:pt x="207" y="170"/>
                    <a:pt x="207" y="169"/>
                  </a:cubicBezTo>
                  <a:cubicBezTo>
                    <a:pt x="207" y="152"/>
                    <a:pt x="206" y="133"/>
                    <a:pt x="202" y="125"/>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77" name="그룹 76"/>
          <p:cNvGrpSpPr/>
          <p:nvPr/>
        </p:nvGrpSpPr>
        <p:grpSpPr>
          <a:xfrm>
            <a:off x="4579508" y="3331750"/>
            <a:ext cx="1427227" cy="1383642"/>
            <a:chOff x="4579508" y="3331750"/>
            <a:chExt cx="1427227" cy="1383642"/>
          </a:xfrm>
        </p:grpSpPr>
        <p:grpSp>
          <p:nvGrpSpPr>
            <p:cNvPr id="121" name="그룹 120"/>
            <p:cNvGrpSpPr/>
            <p:nvPr/>
          </p:nvGrpSpPr>
          <p:grpSpPr>
            <a:xfrm>
              <a:off x="4579508" y="3331750"/>
              <a:ext cx="1427227" cy="1383642"/>
              <a:chOff x="2700338" y="3018595"/>
              <a:chExt cx="1584325" cy="1535943"/>
            </a:xfrm>
          </p:grpSpPr>
          <p:sp>
            <p:nvSpPr>
              <p:cNvPr id="122" name="모서리가 둥근 직사각형 121"/>
              <p:cNvSpPr/>
              <p:nvPr/>
            </p:nvSpPr>
            <p:spPr>
              <a:xfrm>
                <a:off x="2700338" y="3557589"/>
                <a:ext cx="1584325" cy="996949"/>
              </a:xfrm>
              <a:prstGeom prst="roundRect">
                <a:avLst>
                  <a:gd name="adj" fmla="val 10417"/>
                </a:avLst>
              </a:prstGeom>
              <a:gradFill>
                <a:gsLst>
                  <a:gs pos="0">
                    <a:schemeClr val="accent6"/>
                  </a:gs>
                  <a:gs pos="100000">
                    <a:schemeClr val="accent6"/>
                  </a:gs>
                </a:gsLst>
                <a:lin ang="5400000" scaled="1"/>
              </a:gradFill>
              <a:ln w="3175" cap="flat" cmpd="sng" algn="ctr">
                <a:gradFill>
                  <a:gsLst>
                    <a:gs pos="0">
                      <a:schemeClr val="accent6">
                        <a:lumMod val="75000"/>
                      </a:schemeClr>
                    </a:gs>
                    <a:gs pos="100000">
                      <a:schemeClr val="accent6">
                        <a:lumMod val="75000"/>
                      </a:schemeClr>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123" name="TextBox 122"/>
              <p:cNvSpPr txBox="1"/>
              <p:nvPr/>
            </p:nvSpPr>
            <p:spPr>
              <a:xfrm>
                <a:off x="2835824" y="3984626"/>
                <a:ext cx="1448839" cy="563564"/>
              </a:xfrm>
              <a:prstGeom prst="rect">
                <a:avLst/>
              </a:prstGeom>
              <a:noFill/>
            </p:spPr>
            <p:txBody>
              <a:bodyPr wrap="square" lIns="0" tIns="0" rIns="0" bIns="0" rtlCol="0">
                <a:noAutofit/>
              </a:bodyPr>
              <a:lstStyle/>
              <a:p>
                <a:pPr marL="88896" indent="-88896">
                  <a:lnSpc>
                    <a:spcPts val="900"/>
                  </a:lnSpc>
                  <a:spcAft>
                    <a:spcPts val="300"/>
                  </a:spcAft>
                  <a:buClr>
                    <a:schemeClr val="accent1"/>
                  </a:buClr>
                  <a:buFont typeface="Arial" pitchFamily="34" charset="0"/>
                  <a:buChar char="•"/>
                </a:pP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Lorem</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ipsum</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dolor sit amen.</a:t>
                </a:r>
              </a:p>
              <a:p>
                <a:pPr marL="88896" indent="-88896">
                  <a:lnSpc>
                    <a:spcPts val="900"/>
                  </a:lnSpc>
                  <a:spcAft>
                    <a:spcPts val="300"/>
                  </a:spcAft>
                  <a:buClr>
                    <a:schemeClr val="accent1"/>
                  </a:buClr>
                  <a:buFont typeface="Arial" pitchFamily="34" charset="0"/>
                  <a:buChar char="•"/>
                </a:pP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Integer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nec</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odio</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Praesent</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libero</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t>
                </a:r>
              </a:p>
              <a:p>
                <a:pPr marL="88896" indent="-88896">
                  <a:lnSpc>
                    <a:spcPts val="900"/>
                  </a:lnSpc>
                  <a:spcAft>
                    <a:spcPts val="300"/>
                  </a:spcAft>
                  <a:buClr>
                    <a:schemeClr val="accent1"/>
                  </a:buClr>
                  <a:buFont typeface="Arial" pitchFamily="34" charset="0"/>
                  <a:buChar char="•"/>
                </a:pP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Sed</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cursus</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ante </a:t>
                </a:r>
                <a:r>
                  <a:rPr lang="en-US" altLang="ko-KR" sz="750" dirty="0" err="1">
                    <a:gradFill>
                      <a:gsLst>
                        <a:gs pos="0">
                          <a:schemeClr val="tx1">
                            <a:alpha val="70000"/>
                          </a:schemeClr>
                        </a:gs>
                        <a:gs pos="100000">
                          <a:schemeClr val="tx1">
                            <a:alpha val="70000"/>
                          </a:schemeClr>
                        </a:gs>
                      </a:gsLst>
                      <a:lin ang="5400000" scaled="0"/>
                    </a:gradFill>
                    <a:ea typeface="Roboto Light" pitchFamily="2" charset="0"/>
                    <a:cs typeface="Roboto Condensed Regular"/>
                  </a:rPr>
                  <a:t>dapibus</a:t>
                </a:r>
                <a:r>
                  <a:rPr lang="en-US" altLang="ko-KR" sz="750" dirty="0">
                    <a:gradFill>
                      <a:gsLst>
                        <a:gs pos="0">
                          <a:schemeClr val="tx1">
                            <a:alpha val="70000"/>
                          </a:schemeClr>
                        </a:gs>
                        <a:gs pos="100000">
                          <a:schemeClr val="tx1">
                            <a:alpha val="70000"/>
                          </a:schemeClr>
                        </a:gs>
                      </a:gsLst>
                      <a:lin ang="5400000" scaled="0"/>
                    </a:gradFill>
                    <a:ea typeface="Roboto Light" pitchFamily="2" charset="0"/>
                    <a:cs typeface="Roboto Condensed Regular"/>
                  </a:rPr>
                  <a:t> diam. </a:t>
                </a:r>
              </a:p>
            </p:txBody>
          </p:sp>
          <p:sp>
            <p:nvSpPr>
              <p:cNvPr id="124" name="양쪽 모서리가 둥근 사각형 214"/>
              <p:cNvSpPr>
                <a:spLocks/>
              </p:cNvSpPr>
              <p:nvPr/>
            </p:nvSpPr>
            <p:spPr>
              <a:xfrm>
                <a:off x="2700338" y="3557589"/>
                <a:ext cx="1584325" cy="154383"/>
              </a:xfrm>
              <a:custGeom>
                <a:avLst/>
                <a:gdLst/>
                <a:ahLst/>
                <a:cxnLst/>
                <a:rect l="l" t="t" r="r" b="b"/>
                <a:pathLst>
                  <a:path w="1584325" h="154383">
                    <a:moveTo>
                      <a:pt x="108000" y="0"/>
                    </a:moveTo>
                    <a:lnTo>
                      <a:pt x="1476325" y="0"/>
                    </a:lnTo>
                    <a:cubicBezTo>
                      <a:pt x="1535972" y="0"/>
                      <a:pt x="1584325" y="48353"/>
                      <a:pt x="1584325" y="108000"/>
                    </a:cubicBezTo>
                    <a:lnTo>
                      <a:pt x="1584325" y="154383"/>
                    </a:lnTo>
                    <a:lnTo>
                      <a:pt x="0" y="154383"/>
                    </a:lnTo>
                    <a:lnTo>
                      <a:pt x="0" y="108000"/>
                    </a:lnTo>
                    <a:cubicBezTo>
                      <a:pt x="0" y="48353"/>
                      <a:pt x="48353" y="0"/>
                      <a:pt x="108000" y="0"/>
                    </a:cubicBezTo>
                    <a:close/>
                  </a:path>
                </a:pathLst>
              </a:custGeom>
              <a:pattFill prst="ltDnDiag">
                <a:fgClr>
                  <a:schemeClr val="bg2"/>
                </a:fgClr>
                <a:bgClr>
                  <a:schemeClr val="accent1"/>
                </a:bgClr>
              </a:patt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2514" dirty="0"/>
              </a:p>
            </p:txBody>
          </p:sp>
          <p:sp>
            <p:nvSpPr>
              <p:cNvPr id="125" name="타원 124"/>
              <p:cNvSpPr/>
              <p:nvPr/>
            </p:nvSpPr>
            <p:spPr>
              <a:xfrm>
                <a:off x="3089827" y="3018595"/>
                <a:ext cx="805348" cy="805346"/>
              </a:xfrm>
              <a:prstGeom prst="ellipse">
                <a:avLst/>
              </a:prstGeom>
              <a:gradFill flip="none" rotWithShape="1">
                <a:gsLst>
                  <a:gs pos="0">
                    <a:schemeClr val="accent6"/>
                  </a:gs>
                  <a:gs pos="100000">
                    <a:schemeClr val="accent6"/>
                  </a:gs>
                </a:gsLst>
                <a:path path="circle">
                  <a:fillToRect l="100000" t="100000"/>
                </a:path>
                <a:tileRect r="-100000" b="-100000"/>
              </a:gradFill>
              <a:ln w="12700" cap="flat" cmpd="sng" algn="ctr">
                <a:gradFill>
                  <a:gsLst>
                    <a:gs pos="0">
                      <a:schemeClr val="accent1"/>
                    </a:gs>
                    <a:gs pos="100000">
                      <a:schemeClr val="accent1"/>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endParaRPr lang="en-US" altLang="ko-KR" sz="900" b="1" dirty="0">
                  <a:gradFill>
                    <a:gsLst>
                      <a:gs pos="0">
                        <a:schemeClr val="tx2"/>
                      </a:gs>
                      <a:gs pos="100000">
                        <a:schemeClr val="tx2"/>
                      </a:gs>
                    </a:gsLst>
                    <a:lin ang="5400000" scaled="0"/>
                  </a:gradFill>
                  <a:latin typeface="Roboto Condensed Regular"/>
                </a:endParaRPr>
              </a:p>
              <a:p>
                <a:pPr lvl="0" algn="ctr"/>
                <a:endParaRPr lang="en-US" altLang="ko-KR" sz="900" b="1" dirty="0">
                  <a:gradFill>
                    <a:gsLst>
                      <a:gs pos="0">
                        <a:schemeClr val="tx2"/>
                      </a:gs>
                      <a:gs pos="100000">
                        <a:schemeClr val="tx2"/>
                      </a:gs>
                    </a:gsLst>
                    <a:lin ang="5400000" scaled="0"/>
                  </a:gradFill>
                  <a:latin typeface="Roboto Condensed Regular"/>
                </a:endParaRPr>
              </a:p>
              <a:p>
                <a:pPr lvl="0" algn="ctr"/>
                <a:r>
                  <a:rPr lang="en-US" altLang="ko-KR" sz="750" dirty="0">
                    <a:gradFill>
                      <a:gsLst>
                        <a:gs pos="0">
                          <a:schemeClr val="tx2"/>
                        </a:gs>
                        <a:gs pos="100000">
                          <a:schemeClr val="tx2"/>
                        </a:gs>
                      </a:gsLst>
                      <a:lin ang="5400000" scaled="0"/>
                    </a:gradFill>
                    <a:latin typeface="Roboto Condensed Regular"/>
                  </a:rPr>
                  <a:t>Core Value.</a:t>
                </a:r>
                <a:r>
                  <a:rPr lang="en-US" altLang="ko-KR" sz="800" dirty="0">
                    <a:gradFill>
                      <a:gsLst>
                        <a:gs pos="0">
                          <a:schemeClr val="tx2"/>
                        </a:gs>
                        <a:gs pos="100000">
                          <a:schemeClr val="tx2"/>
                        </a:gs>
                      </a:gsLst>
                      <a:lin ang="5400000" scaled="0"/>
                    </a:gradFill>
                    <a:latin typeface="Roboto Condensed Regular"/>
                  </a:rPr>
                  <a:t> </a:t>
                </a:r>
                <a:r>
                  <a:rPr lang="en-US" altLang="ko-KR" sz="900" b="1" dirty="0">
                    <a:gradFill>
                      <a:gsLst>
                        <a:gs pos="0">
                          <a:schemeClr val="accent1"/>
                        </a:gs>
                        <a:gs pos="100000">
                          <a:schemeClr val="accent1"/>
                        </a:gs>
                      </a:gsLst>
                      <a:lin ang="5400000" scaled="0"/>
                    </a:gradFill>
                    <a:latin typeface="Roboto Condensed Regular"/>
                  </a:rPr>
                  <a:t>C</a:t>
                </a:r>
                <a:endParaRPr lang="ko-KR" altLang="en-US" sz="900" b="1" dirty="0">
                  <a:gradFill>
                    <a:gsLst>
                      <a:gs pos="0">
                        <a:schemeClr val="accent1"/>
                      </a:gs>
                      <a:gs pos="100000">
                        <a:schemeClr val="accent1"/>
                      </a:gs>
                    </a:gsLst>
                    <a:lin ang="5400000" scaled="0"/>
                  </a:gradFill>
                  <a:latin typeface="Roboto Condensed Regular"/>
                </a:endParaRPr>
              </a:p>
            </p:txBody>
          </p:sp>
          <p:sp>
            <p:nvSpPr>
              <p:cNvPr id="126" name="타원 125"/>
              <p:cNvSpPr/>
              <p:nvPr/>
            </p:nvSpPr>
            <p:spPr>
              <a:xfrm>
                <a:off x="3423805" y="3758562"/>
                <a:ext cx="137392" cy="137392"/>
              </a:xfrm>
              <a:prstGeom prst="ellipse">
                <a:avLst/>
              </a:prstGeom>
              <a:solidFill>
                <a:schemeClr val="accent1"/>
              </a:solidFill>
              <a:ln w="3175" cap="flat"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spcAft>
                    <a:spcPts val="300"/>
                  </a:spcAft>
                </a:pPr>
                <a:endParaRPr lang="ko-KR" altLang="en-US" sz="900" b="1" dirty="0">
                  <a:gradFill>
                    <a:gsLst>
                      <a:gs pos="0">
                        <a:prstClr val="white"/>
                      </a:gs>
                      <a:gs pos="100000">
                        <a:prstClr val="white"/>
                      </a:gs>
                    </a:gsLst>
                    <a:lin ang="5400000" scaled="0"/>
                  </a:gradFill>
                  <a:latin typeface="Roboto Condensed Regular"/>
                </a:endParaRPr>
              </a:p>
            </p:txBody>
          </p:sp>
        </p:grpSp>
        <p:sp>
          <p:nvSpPr>
            <p:cNvPr id="73" name="Freeform 5"/>
            <p:cNvSpPr>
              <a:spLocks noEditPoints="1"/>
            </p:cNvSpPr>
            <p:nvPr/>
          </p:nvSpPr>
          <p:spPr bwMode="auto">
            <a:xfrm>
              <a:off x="5154961" y="3414569"/>
              <a:ext cx="276320" cy="347782"/>
            </a:xfrm>
            <a:custGeom>
              <a:avLst/>
              <a:gdLst/>
              <a:ahLst/>
              <a:cxnLst>
                <a:cxn ang="0">
                  <a:pos x="95" y="122"/>
                </a:cxn>
                <a:cxn ang="0">
                  <a:pos x="46" y="171"/>
                </a:cxn>
                <a:cxn ang="0">
                  <a:pos x="95" y="220"/>
                </a:cxn>
                <a:cxn ang="0">
                  <a:pos x="144" y="171"/>
                </a:cxn>
                <a:cxn ang="0">
                  <a:pos x="95" y="122"/>
                </a:cxn>
                <a:cxn ang="0">
                  <a:pos x="95" y="215"/>
                </a:cxn>
                <a:cxn ang="0">
                  <a:pos x="51" y="171"/>
                </a:cxn>
                <a:cxn ang="0">
                  <a:pos x="95" y="127"/>
                </a:cxn>
                <a:cxn ang="0">
                  <a:pos x="139" y="171"/>
                </a:cxn>
                <a:cxn ang="0">
                  <a:pos x="95" y="215"/>
                </a:cxn>
                <a:cxn ang="0">
                  <a:pos x="190" y="37"/>
                </a:cxn>
                <a:cxn ang="0">
                  <a:pos x="178" y="24"/>
                </a:cxn>
                <a:cxn ang="0">
                  <a:pos x="134" y="115"/>
                </a:cxn>
                <a:cxn ang="0">
                  <a:pos x="119" y="107"/>
                </a:cxn>
                <a:cxn ang="0">
                  <a:pos x="166" y="12"/>
                </a:cxn>
                <a:cxn ang="0">
                  <a:pos x="153" y="0"/>
                </a:cxn>
                <a:cxn ang="0">
                  <a:pos x="37" y="0"/>
                </a:cxn>
                <a:cxn ang="0">
                  <a:pos x="24" y="12"/>
                </a:cxn>
                <a:cxn ang="0">
                  <a:pos x="71" y="107"/>
                </a:cxn>
                <a:cxn ang="0">
                  <a:pos x="56" y="115"/>
                </a:cxn>
                <a:cxn ang="0">
                  <a:pos x="12" y="24"/>
                </a:cxn>
                <a:cxn ang="0">
                  <a:pos x="0" y="37"/>
                </a:cxn>
                <a:cxn ang="0">
                  <a:pos x="43" y="126"/>
                </a:cxn>
                <a:cxn ang="0">
                  <a:pos x="27" y="171"/>
                </a:cxn>
                <a:cxn ang="0">
                  <a:pos x="95" y="239"/>
                </a:cxn>
                <a:cxn ang="0">
                  <a:pos x="163" y="171"/>
                </a:cxn>
                <a:cxn ang="0">
                  <a:pos x="147" y="126"/>
                </a:cxn>
                <a:cxn ang="0">
                  <a:pos x="190" y="37"/>
                </a:cxn>
                <a:cxn ang="0">
                  <a:pos x="45" y="17"/>
                </a:cxn>
                <a:cxn ang="0">
                  <a:pos x="145" y="17"/>
                </a:cxn>
                <a:cxn ang="0">
                  <a:pos x="136" y="34"/>
                </a:cxn>
                <a:cxn ang="0">
                  <a:pos x="54" y="34"/>
                </a:cxn>
                <a:cxn ang="0">
                  <a:pos x="45" y="17"/>
                </a:cxn>
                <a:cxn ang="0">
                  <a:pos x="62" y="51"/>
                </a:cxn>
                <a:cxn ang="0">
                  <a:pos x="128" y="51"/>
                </a:cxn>
                <a:cxn ang="0">
                  <a:pos x="103" y="103"/>
                </a:cxn>
                <a:cxn ang="0">
                  <a:pos x="95" y="103"/>
                </a:cxn>
                <a:cxn ang="0">
                  <a:pos x="87" y="103"/>
                </a:cxn>
                <a:cxn ang="0">
                  <a:pos x="62" y="51"/>
                </a:cxn>
                <a:cxn ang="0">
                  <a:pos x="149" y="171"/>
                </a:cxn>
                <a:cxn ang="0">
                  <a:pos x="95" y="224"/>
                </a:cxn>
                <a:cxn ang="0">
                  <a:pos x="41" y="171"/>
                </a:cxn>
                <a:cxn ang="0">
                  <a:pos x="95" y="117"/>
                </a:cxn>
                <a:cxn ang="0">
                  <a:pos x="149" y="171"/>
                </a:cxn>
                <a:cxn ang="0">
                  <a:pos x="103" y="142"/>
                </a:cxn>
                <a:cxn ang="0">
                  <a:pos x="95" y="142"/>
                </a:cxn>
                <a:cxn ang="0">
                  <a:pos x="79" y="151"/>
                </a:cxn>
                <a:cxn ang="0">
                  <a:pos x="79" y="159"/>
                </a:cxn>
                <a:cxn ang="0">
                  <a:pos x="91" y="159"/>
                </a:cxn>
                <a:cxn ang="0">
                  <a:pos x="91" y="193"/>
                </a:cxn>
                <a:cxn ang="0">
                  <a:pos x="84" y="193"/>
                </a:cxn>
                <a:cxn ang="0">
                  <a:pos x="84" y="200"/>
                </a:cxn>
                <a:cxn ang="0">
                  <a:pos x="109" y="200"/>
                </a:cxn>
                <a:cxn ang="0">
                  <a:pos x="109" y="193"/>
                </a:cxn>
                <a:cxn ang="0">
                  <a:pos x="103" y="193"/>
                </a:cxn>
                <a:cxn ang="0">
                  <a:pos x="103" y="142"/>
                </a:cxn>
              </a:cxnLst>
              <a:rect l="0" t="0" r="r" b="b"/>
              <a:pathLst>
                <a:path w="190" h="239">
                  <a:moveTo>
                    <a:pt x="95" y="122"/>
                  </a:moveTo>
                  <a:cubicBezTo>
                    <a:pt x="68" y="122"/>
                    <a:pt x="46" y="144"/>
                    <a:pt x="46" y="171"/>
                  </a:cubicBezTo>
                  <a:cubicBezTo>
                    <a:pt x="46" y="198"/>
                    <a:pt x="68" y="220"/>
                    <a:pt x="95" y="220"/>
                  </a:cubicBezTo>
                  <a:cubicBezTo>
                    <a:pt x="122" y="220"/>
                    <a:pt x="144" y="198"/>
                    <a:pt x="144" y="171"/>
                  </a:cubicBezTo>
                  <a:cubicBezTo>
                    <a:pt x="144" y="144"/>
                    <a:pt x="122" y="122"/>
                    <a:pt x="95" y="122"/>
                  </a:cubicBezTo>
                  <a:close/>
                  <a:moveTo>
                    <a:pt x="95" y="215"/>
                  </a:moveTo>
                  <a:cubicBezTo>
                    <a:pt x="71" y="215"/>
                    <a:pt x="51" y="195"/>
                    <a:pt x="51" y="171"/>
                  </a:cubicBezTo>
                  <a:cubicBezTo>
                    <a:pt x="51" y="147"/>
                    <a:pt x="71" y="127"/>
                    <a:pt x="95" y="127"/>
                  </a:cubicBezTo>
                  <a:cubicBezTo>
                    <a:pt x="119" y="127"/>
                    <a:pt x="139" y="147"/>
                    <a:pt x="139" y="171"/>
                  </a:cubicBezTo>
                  <a:cubicBezTo>
                    <a:pt x="139" y="195"/>
                    <a:pt x="119" y="215"/>
                    <a:pt x="95" y="215"/>
                  </a:cubicBezTo>
                  <a:close/>
                  <a:moveTo>
                    <a:pt x="190" y="37"/>
                  </a:moveTo>
                  <a:cubicBezTo>
                    <a:pt x="178" y="24"/>
                    <a:pt x="178" y="24"/>
                    <a:pt x="178" y="24"/>
                  </a:cubicBezTo>
                  <a:cubicBezTo>
                    <a:pt x="134" y="115"/>
                    <a:pt x="134" y="115"/>
                    <a:pt x="134" y="115"/>
                  </a:cubicBezTo>
                  <a:cubicBezTo>
                    <a:pt x="129" y="112"/>
                    <a:pt x="124" y="109"/>
                    <a:pt x="119" y="107"/>
                  </a:cubicBezTo>
                  <a:cubicBezTo>
                    <a:pt x="166" y="12"/>
                    <a:pt x="166" y="12"/>
                    <a:pt x="166" y="12"/>
                  </a:cubicBezTo>
                  <a:cubicBezTo>
                    <a:pt x="153" y="0"/>
                    <a:pt x="153" y="0"/>
                    <a:pt x="153" y="0"/>
                  </a:cubicBezTo>
                  <a:cubicBezTo>
                    <a:pt x="37" y="0"/>
                    <a:pt x="37" y="0"/>
                    <a:pt x="37" y="0"/>
                  </a:cubicBezTo>
                  <a:cubicBezTo>
                    <a:pt x="24" y="12"/>
                    <a:pt x="24" y="12"/>
                    <a:pt x="24" y="12"/>
                  </a:cubicBezTo>
                  <a:cubicBezTo>
                    <a:pt x="71" y="107"/>
                    <a:pt x="71" y="107"/>
                    <a:pt x="71" y="107"/>
                  </a:cubicBezTo>
                  <a:cubicBezTo>
                    <a:pt x="66" y="109"/>
                    <a:pt x="61" y="112"/>
                    <a:pt x="56" y="115"/>
                  </a:cubicBezTo>
                  <a:cubicBezTo>
                    <a:pt x="12" y="24"/>
                    <a:pt x="12" y="24"/>
                    <a:pt x="12" y="24"/>
                  </a:cubicBezTo>
                  <a:cubicBezTo>
                    <a:pt x="0" y="37"/>
                    <a:pt x="0" y="37"/>
                    <a:pt x="0" y="37"/>
                  </a:cubicBezTo>
                  <a:cubicBezTo>
                    <a:pt x="43" y="126"/>
                    <a:pt x="43" y="126"/>
                    <a:pt x="43" y="126"/>
                  </a:cubicBezTo>
                  <a:cubicBezTo>
                    <a:pt x="33" y="138"/>
                    <a:pt x="27" y="154"/>
                    <a:pt x="27" y="171"/>
                  </a:cubicBezTo>
                  <a:cubicBezTo>
                    <a:pt x="27" y="209"/>
                    <a:pt x="57" y="239"/>
                    <a:pt x="95" y="239"/>
                  </a:cubicBezTo>
                  <a:cubicBezTo>
                    <a:pt x="133" y="239"/>
                    <a:pt x="163" y="209"/>
                    <a:pt x="163" y="171"/>
                  </a:cubicBezTo>
                  <a:cubicBezTo>
                    <a:pt x="163" y="154"/>
                    <a:pt x="157" y="138"/>
                    <a:pt x="147" y="126"/>
                  </a:cubicBezTo>
                  <a:lnTo>
                    <a:pt x="190" y="37"/>
                  </a:lnTo>
                  <a:close/>
                  <a:moveTo>
                    <a:pt x="45" y="17"/>
                  </a:moveTo>
                  <a:cubicBezTo>
                    <a:pt x="145" y="17"/>
                    <a:pt x="145" y="17"/>
                    <a:pt x="145" y="17"/>
                  </a:cubicBezTo>
                  <a:cubicBezTo>
                    <a:pt x="136" y="34"/>
                    <a:pt x="136" y="34"/>
                    <a:pt x="136" y="34"/>
                  </a:cubicBezTo>
                  <a:cubicBezTo>
                    <a:pt x="54" y="34"/>
                    <a:pt x="54" y="34"/>
                    <a:pt x="54" y="34"/>
                  </a:cubicBezTo>
                  <a:lnTo>
                    <a:pt x="45" y="17"/>
                  </a:lnTo>
                  <a:close/>
                  <a:moveTo>
                    <a:pt x="62" y="51"/>
                  </a:moveTo>
                  <a:cubicBezTo>
                    <a:pt x="128" y="51"/>
                    <a:pt x="128" y="51"/>
                    <a:pt x="128" y="51"/>
                  </a:cubicBezTo>
                  <a:cubicBezTo>
                    <a:pt x="103" y="103"/>
                    <a:pt x="103" y="103"/>
                    <a:pt x="103" y="103"/>
                  </a:cubicBezTo>
                  <a:cubicBezTo>
                    <a:pt x="100" y="103"/>
                    <a:pt x="98" y="103"/>
                    <a:pt x="95" y="103"/>
                  </a:cubicBezTo>
                  <a:cubicBezTo>
                    <a:pt x="92" y="103"/>
                    <a:pt x="90" y="103"/>
                    <a:pt x="87" y="103"/>
                  </a:cubicBezTo>
                  <a:lnTo>
                    <a:pt x="62" y="51"/>
                  </a:lnTo>
                  <a:close/>
                  <a:moveTo>
                    <a:pt x="149" y="171"/>
                  </a:moveTo>
                  <a:cubicBezTo>
                    <a:pt x="149" y="200"/>
                    <a:pt x="125" y="224"/>
                    <a:pt x="95" y="224"/>
                  </a:cubicBezTo>
                  <a:cubicBezTo>
                    <a:pt x="65" y="224"/>
                    <a:pt x="41" y="200"/>
                    <a:pt x="41" y="171"/>
                  </a:cubicBezTo>
                  <a:cubicBezTo>
                    <a:pt x="41" y="141"/>
                    <a:pt x="65" y="117"/>
                    <a:pt x="95" y="117"/>
                  </a:cubicBezTo>
                  <a:cubicBezTo>
                    <a:pt x="125" y="117"/>
                    <a:pt x="149" y="141"/>
                    <a:pt x="149" y="171"/>
                  </a:cubicBezTo>
                  <a:close/>
                  <a:moveTo>
                    <a:pt x="103" y="142"/>
                  </a:moveTo>
                  <a:cubicBezTo>
                    <a:pt x="95" y="142"/>
                    <a:pt x="95" y="142"/>
                    <a:pt x="95" y="142"/>
                  </a:cubicBezTo>
                  <a:cubicBezTo>
                    <a:pt x="95" y="142"/>
                    <a:pt x="91" y="151"/>
                    <a:pt x="79" y="151"/>
                  </a:cubicBezTo>
                  <a:cubicBezTo>
                    <a:pt x="79" y="159"/>
                    <a:pt x="79" y="159"/>
                    <a:pt x="79" y="159"/>
                  </a:cubicBezTo>
                  <a:cubicBezTo>
                    <a:pt x="91" y="159"/>
                    <a:pt x="91" y="159"/>
                    <a:pt x="91" y="159"/>
                  </a:cubicBezTo>
                  <a:cubicBezTo>
                    <a:pt x="91" y="193"/>
                    <a:pt x="91" y="193"/>
                    <a:pt x="91" y="193"/>
                  </a:cubicBezTo>
                  <a:cubicBezTo>
                    <a:pt x="84" y="193"/>
                    <a:pt x="84" y="193"/>
                    <a:pt x="84" y="193"/>
                  </a:cubicBezTo>
                  <a:cubicBezTo>
                    <a:pt x="84" y="200"/>
                    <a:pt x="84" y="200"/>
                    <a:pt x="84" y="200"/>
                  </a:cubicBezTo>
                  <a:cubicBezTo>
                    <a:pt x="109" y="200"/>
                    <a:pt x="109" y="200"/>
                    <a:pt x="109" y="200"/>
                  </a:cubicBezTo>
                  <a:cubicBezTo>
                    <a:pt x="109" y="193"/>
                    <a:pt x="109" y="193"/>
                    <a:pt x="109" y="193"/>
                  </a:cubicBezTo>
                  <a:cubicBezTo>
                    <a:pt x="103" y="193"/>
                    <a:pt x="103" y="193"/>
                    <a:pt x="103" y="193"/>
                  </a:cubicBezTo>
                  <a:lnTo>
                    <a:pt x="103" y="142"/>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227625381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childTnLst>
                          </p:cTn>
                        </p:par>
                        <p:par>
                          <p:cTn id="10" fill="hold">
                            <p:stCondLst>
                              <p:cond delay="500"/>
                            </p:stCondLst>
                            <p:childTnLst>
                              <p:par>
                                <p:cTn id="11" presetID="12" presetClass="entr" presetSubtype="2" fill="hold" nodeType="after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slide(fromRight)">
                                      <p:cBhvr>
                                        <p:cTn id="13" dur="500"/>
                                        <p:tgtEl>
                                          <p:spTgt spid="58"/>
                                        </p:tgtEl>
                                      </p:cBhvr>
                                    </p:animEffect>
                                  </p:childTnLst>
                                </p:cTn>
                              </p:par>
                              <p:par>
                                <p:cTn id="14" presetID="12" presetClass="entr" presetSubtype="8" fill="hold" nodeType="withEffect">
                                  <p:stCondLst>
                                    <p:cond delay="0"/>
                                  </p:stCondLst>
                                  <p:childTnLst>
                                    <p:set>
                                      <p:cBhvr>
                                        <p:cTn id="15" dur="1" fill="hold">
                                          <p:stCondLst>
                                            <p:cond delay="0"/>
                                          </p:stCondLst>
                                        </p:cTn>
                                        <p:tgtEl>
                                          <p:spTgt spid="59"/>
                                        </p:tgtEl>
                                        <p:attrNameLst>
                                          <p:attrName>style.visibility</p:attrName>
                                        </p:attrNameLst>
                                      </p:cBhvr>
                                      <p:to>
                                        <p:strVal val="visible"/>
                                      </p:to>
                                    </p:set>
                                    <p:animEffect transition="in" filter="slide(fromLeft)">
                                      <p:cBhvr>
                                        <p:cTn id="16" dur="500"/>
                                        <p:tgtEl>
                                          <p:spTgt spid="59"/>
                                        </p:tgtEl>
                                      </p:cBhvr>
                                    </p:animEffect>
                                  </p:childTnLst>
                                </p:cTn>
                              </p:par>
                            </p:childTnLst>
                          </p:cTn>
                        </p:par>
                        <p:par>
                          <p:cTn id="17" fill="hold">
                            <p:stCondLst>
                              <p:cond delay="1000"/>
                            </p:stCondLst>
                            <p:childTnLst>
                              <p:par>
                                <p:cTn id="18" presetID="47" presetClass="entr" presetSubtype="0" fill="hold" nodeType="after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fade">
                                      <p:cBhvr>
                                        <p:cTn id="20" dur="500"/>
                                        <p:tgtEl>
                                          <p:spTgt spid="60"/>
                                        </p:tgtEl>
                                      </p:cBhvr>
                                    </p:animEffect>
                                    <p:anim calcmode="lin" valueType="num">
                                      <p:cBhvr>
                                        <p:cTn id="21" dur="500" fill="hold"/>
                                        <p:tgtEl>
                                          <p:spTgt spid="60"/>
                                        </p:tgtEl>
                                        <p:attrNameLst>
                                          <p:attrName>ppt_x</p:attrName>
                                        </p:attrNameLst>
                                      </p:cBhvr>
                                      <p:tavLst>
                                        <p:tav tm="0">
                                          <p:val>
                                            <p:strVal val="#ppt_x"/>
                                          </p:val>
                                        </p:tav>
                                        <p:tav tm="100000">
                                          <p:val>
                                            <p:strVal val="#ppt_x"/>
                                          </p:val>
                                        </p:tav>
                                      </p:tavLst>
                                    </p:anim>
                                    <p:anim calcmode="lin" valueType="num">
                                      <p:cBhvr>
                                        <p:cTn id="22" dur="500" fill="hold"/>
                                        <p:tgtEl>
                                          <p:spTgt spid="60"/>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17" presetClass="entr" presetSubtype="10" fill="hold" nodeType="afterEffect">
                                  <p:stCondLst>
                                    <p:cond delay="0"/>
                                  </p:stCondLst>
                                  <p:childTnLst>
                                    <p:set>
                                      <p:cBhvr>
                                        <p:cTn id="25" dur="1" fill="hold">
                                          <p:stCondLst>
                                            <p:cond delay="0"/>
                                          </p:stCondLst>
                                        </p:cTn>
                                        <p:tgtEl>
                                          <p:spTgt spid="65"/>
                                        </p:tgtEl>
                                        <p:attrNameLst>
                                          <p:attrName>style.visibility</p:attrName>
                                        </p:attrNameLst>
                                      </p:cBhvr>
                                      <p:to>
                                        <p:strVal val="visible"/>
                                      </p:to>
                                    </p:set>
                                    <p:anim calcmode="lin" valueType="num">
                                      <p:cBhvr>
                                        <p:cTn id="26" dur="500" fill="hold"/>
                                        <p:tgtEl>
                                          <p:spTgt spid="65"/>
                                        </p:tgtEl>
                                        <p:attrNameLst>
                                          <p:attrName>ppt_w</p:attrName>
                                        </p:attrNameLst>
                                      </p:cBhvr>
                                      <p:tavLst>
                                        <p:tav tm="0">
                                          <p:val>
                                            <p:fltVal val="0"/>
                                          </p:val>
                                        </p:tav>
                                        <p:tav tm="100000">
                                          <p:val>
                                            <p:strVal val="#ppt_w"/>
                                          </p:val>
                                        </p:tav>
                                      </p:tavLst>
                                    </p:anim>
                                    <p:anim calcmode="lin" valueType="num">
                                      <p:cBhvr>
                                        <p:cTn id="27" dur="500" fill="hold"/>
                                        <p:tgtEl>
                                          <p:spTgt spid="65"/>
                                        </p:tgtEl>
                                        <p:attrNameLst>
                                          <p:attrName>ppt_h</p:attrName>
                                        </p:attrNameLst>
                                      </p:cBhvr>
                                      <p:tavLst>
                                        <p:tav tm="0">
                                          <p:val>
                                            <p:strVal val="#ppt_h"/>
                                          </p:val>
                                        </p:tav>
                                        <p:tav tm="100000">
                                          <p:val>
                                            <p:strVal val="#ppt_h"/>
                                          </p:val>
                                        </p:tav>
                                      </p:tavLst>
                                    </p:anim>
                                  </p:childTnLst>
                                </p:cTn>
                              </p:par>
                            </p:childTnLst>
                          </p:cTn>
                        </p:par>
                        <p:par>
                          <p:cTn id="28" fill="hold">
                            <p:stCondLst>
                              <p:cond delay="2000"/>
                            </p:stCondLst>
                            <p:childTnLst>
                              <p:par>
                                <p:cTn id="29" presetID="17" presetClass="entr" presetSubtype="10" fill="hold" nodeType="afterEffect">
                                  <p:stCondLst>
                                    <p:cond delay="0"/>
                                  </p:stCondLst>
                                  <p:childTnLst>
                                    <p:set>
                                      <p:cBhvr>
                                        <p:cTn id="30" dur="1" fill="hold">
                                          <p:stCondLst>
                                            <p:cond delay="0"/>
                                          </p:stCondLst>
                                        </p:cTn>
                                        <p:tgtEl>
                                          <p:spTgt spid="67"/>
                                        </p:tgtEl>
                                        <p:attrNameLst>
                                          <p:attrName>style.visibility</p:attrName>
                                        </p:attrNameLst>
                                      </p:cBhvr>
                                      <p:to>
                                        <p:strVal val="visible"/>
                                      </p:to>
                                    </p:set>
                                    <p:anim calcmode="lin" valueType="num">
                                      <p:cBhvr>
                                        <p:cTn id="31" dur="500" fill="hold"/>
                                        <p:tgtEl>
                                          <p:spTgt spid="67"/>
                                        </p:tgtEl>
                                        <p:attrNameLst>
                                          <p:attrName>ppt_w</p:attrName>
                                        </p:attrNameLst>
                                      </p:cBhvr>
                                      <p:tavLst>
                                        <p:tav tm="0">
                                          <p:val>
                                            <p:fltVal val="0"/>
                                          </p:val>
                                        </p:tav>
                                        <p:tav tm="100000">
                                          <p:val>
                                            <p:strVal val="#ppt_w"/>
                                          </p:val>
                                        </p:tav>
                                      </p:tavLst>
                                    </p:anim>
                                    <p:anim calcmode="lin" valueType="num">
                                      <p:cBhvr>
                                        <p:cTn id="32" dur="500" fill="hold"/>
                                        <p:tgtEl>
                                          <p:spTgt spid="67"/>
                                        </p:tgtEl>
                                        <p:attrNameLst>
                                          <p:attrName>ppt_h</p:attrName>
                                        </p:attrNameLst>
                                      </p:cBhvr>
                                      <p:tavLst>
                                        <p:tav tm="0">
                                          <p:val>
                                            <p:strVal val="#ppt_h"/>
                                          </p:val>
                                        </p:tav>
                                        <p:tav tm="100000">
                                          <p:val>
                                            <p:strVal val="#ppt_h"/>
                                          </p:val>
                                        </p:tav>
                                      </p:tavLst>
                                    </p:anim>
                                  </p:childTnLst>
                                </p:cTn>
                              </p:par>
                            </p:childTnLst>
                          </p:cTn>
                        </p:par>
                        <p:par>
                          <p:cTn id="33" fill="hold">
                            <p:stCondLst>
                              <p:cond delay="2500"/>
                            </p:stCondLst>
                            <p:childTnLst>
                              <p:par>
                                <p:cTn id="34" presetID="17" presetClass="entr" presetSubtype="10" fill="hold" nodeType="afterEffect">
                                  <p:stCondLst>
                                    <p:cond delay="0"/>
                                  </p:stCondLst>
                                  <p:childTnLst>
                                    <p:set>
                                      <p:cBhvr>
                                        <p:cTn id="35" dur="1" fill="hold">
                                          <p:stCondLst>
                                            <p:cond delay="0"/>
                                          </p:stCondLst>
                                        </p:cTn>
                                        <p:tgtEl>
                                          <p:spTgt spid="77"/>
                                        </p:tgtEl>
                                        <p:attrNameLst>
                                          <p:attrName>style.visibility</p:attrName>
                                        </p:attrNameLst>
                                      </p:cBhvr>
                                      <p:to>
                                        <p:strVal val="visible"/>
                                      </p:to>
                                    </p:set>
                                    <p:anim calcmode="lin" valueType="num">
                                      <p:cBhvr>
                                        <p:cTn id="36" dur="500" fill="hold"/>
                                        <p:tgtEl>
                                          <p:spTgt spid="77"/>
                                        </p:tgtEl>
                                        <p:attrNameLst>
                                          <p:attrName>ppt_w</p:attrName>
                                        </p:attrNameLst>
                                      </p:cBhvr>
                                      <p:tavLst>
                                        <p:tav tm="0">
                                          <p:val>
                                            <p:fltVal val="0"/>
                                          </p:val>
                                        </p:tav>
                                        <p:tav tm="100000">
                                          <p:val>
                                            <p:strVal val="#ppt_w"/>
                                          </p:val>
                                        </p:tav>
                                      </p:tavLst>
                                    </p:anim>
                                    <p:anim calcmode="lin" valueType="num">
                                      <p:cBhvr>
                                        <p:cTn id="37" dur="500" fill="hold"/>
                                        <p:tgtEl>
                                          <p:spTgt spid="7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그룹 33"/>
          <p:cNvGrpSpPr/>
          <p:nvPr/>
        </p:nvGrpSpPr>
        <p:grpSpPr>
          <a:xfrm>
            <a:off x="567534" y="926751"/>
            <a:ext cx="5722936" cy="3331952"/>
            <a:chOff x="2700338" y="992470"/>
            <a:chExt cx="5722936" cy="3331952"/>
          </a:xfrm>
        </p:grpSpPr>
        <p:sp>
          <p:nvSpPr>
            <p:cNvPr id="69" name="TextBox 68"/>
            <p:cNvSpPr txBox="1"/>
            <p:nvPr/>
          </p:nvSpPr>
          <p:spPr>
            <a:xfrm>
              <a:off x="4852195" y="992470"/>
              <a:ext cx="1419225" cy="394175"/>
            </a:xfrm>
            <a:prstGeom prst="rect">
              <a:avLst/>
            </a:prstGeom>
            <a:noFill/>
          </p:spPr>
          <p:txBody>
            <a:bodyPr wrap="square" lIns="0" tIns="0" rIns="0" bIns="0" rtlCol="0" anchor="ctr">
              <a:noAutofit/>
            </a:bodyPr>
            <a:lstStyle/>
            <a:p>
              <a:pPr algn="r">
                <a:lnSpc>
                  <a:spcPts val="900"/>
                </a:lnSpc>
              </a:pPr>
              <a:r>
                <a:rPr lang="en-US" altLang="ko-KR" sz="8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sit amen, consectetur adipiscing elit. Integer nec odio. Praesent libero. </a:t>
              </a:r>
            </a:p>
          </p:txBody>
        </p:sp>
        <p:sp>
          <p:nvSpPr>
            <p:cNvPr id="154" name="TextBox 153"/>
            <p:cNvSpPr txBox="1"/>
            <p:nvPr/>
          </p:nvSpPr>
          <p:spPr>
            <a:xfrm>
              <a:off x="7283449" y="2547480"/>
              <a:ext cx="1139825" cy="583070"/>
            </a:xfrm>
            <a:prstGeom prst="rect">
              <a:avLst/>
            </a:prstGeom>
            <a:noFill/>
          </p:spPr>
          <p:txBody>
            <a:bodyPr wrap="square" lIns="0" tIns="0" rIns="0" bIns="0" rtlCol="0" anchor="ctr">
              <a:noAutofit/>
            </a:bodyPr>
            <a:lstStyle/>
            <a:p>
              <a:pPr algn="ctr">
                <a:lnSpc>
                  <a:spcPts val="900"/>
                </a:lnSpc>
              </a:pPr>
              <a:r>
                <a:rPr lang="en-US" altLang="ko-KR" sz="8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sit amen, consectetur adipiscing elit. Integer nec odio. Praesent libero. </a:t>
              </a:r>
            </a:p>
          </p:txBody>
        </p:sp>
        <p:sp>
          <p:nvSpPr>
            <p:cNvPr id="155" name="TextBox 154"/>
            <p:cNvSpPr txBox="1"/>
            <p:nvPr/>
          </p:nvSpPr>
          <p:spPr>
            <a:xfrm>
              <a:off x="2700338" y="2547480"/>
              <a:ext cx="1139825" cy="583070"/>
            </a:xfrm>
            <a:prstGeom prst="rect">
              <a:avLst/>
            </a:prstGeom>
            <a:noFill/>
          </p:spPr>
          <p:txBody>
            <a:bodyPr wrap="square" lIns="0" tIns="0" rIns="0" bIns="0" rtlCol="0" anchor="ctr">
              <a:noAutofit/>
            </a:bodyPr>
            <a:lstStyle/>
            <a:p>
              <a:pPr algn="ctr">
                <a:lnSpc>
                  <a:spcPts val="900"/>
                </a:lnSpc>
              </a:pPr>
              <a:r>
                <a:rPr lang="en-US" altLang="ko-KR" sz="8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sit amen, consectetur adipiscing elit. Integer nec odio. Praesent libero. </a:t>
              </a:r>
            </a:p>
          </p:txBody>
        </p:sp>
        <p:sp>
          <p:nvSpPr>
            <p:cNvPr id="156" name="TextBox 155"/>
            <p:cNvSpPr txBox="1"/>
            <p:nvPr/>
          </p:nvSpPr>
          <p:spPr>
            <a:xfrm>
              <a:off x="3357563" y="3741352"/>
              <a:ext cx="992187" cy="583070"/>
            </a:xfrm>
            <a:prstGeom prst="rect">
              <a:avLst/>
            </a:prstGeom>
            <a:noFill/>
          </p:spPr>
          <p:txBody>
            <a:bodyPr wrap="square" lIns="0" tIns="0" rIns="0" bIns="0" rtlCol="0" anchor="ctr">
              <a:noAutofit/>
            </a:bodyPr>
            <a:lstStyle/>
            <a:p>
              <a:pPr algn="ctr">
                <a:lnSpc>
                  <a:spcPts val="900"/>
                </a:lnSpc>
              </a:pPr>
              <a:r>
                <a:rPr lang="en-US" altLang="ko-KR" sz="8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Integer nec odio. Praesent libero. Sed cursus ante dapibus diam. Sed nisi. </a:t>
              </a:r>
            </a:p>
          </p:txBody>
        </p:sp>
        <p:sp>
          <p:nvSpPr>
            <p:cNvPr id="158" name="TextBox 157"/>
            <p:cNvSpPr txBox="1"/>
            <p:nvPr/>
          </p:nvSpPr>
          <p:spPr>
            <a:xfrm>
              <a:off x="6769100" y="3741352"/>
              <a:ext cx="988508" cy="583070"/>
            </a:xfrm>
            <a:prstGeom prst="rect">
              <a:avLst/>
            </a:prstGeom>
            <a:noFill/>
          </p:spPr>
          <p:txBody>
            <a:bodyPr wrap="square" lIns="0" tIns="0" rIns="0" bIns="0" rtlCol="0" anchor="ctr">
              <a:noAutofit/>
            </a:bodyPr>
            <a:lstStyle/>
            <a:p>
              <a:pPr algn="ctr">
                <a:lnSpc>
                  <a:spcPts val="900"/>
                </a:lnSpc>
              </a:pPr>
              <a:r>
                <a:rPr lang="en-US" altLang="ko-KR" sz="8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Integer nec odio. Praesent libero. Sed cursus ante dapibus diam. Sed nisi. </a:t>
              </a:r>
            </a:p>
          </p:txBody>
        </p:sp>
      </p:grpSp>
      <p:grpSp>
        <p:nvGrpSpPr>
          <p:cNvPr id="32" name="그룹 31"/>
          <p:cNvGrpSpPr/>
          <p:nvPr/>
        </p:nvGrpSpPr>
        <p:grpSpPr>
          <a:xfrm>
            <a:off x="2163924" y="1676939"/>
            <a:ext cx="2530152" cy="2530144"/>
            <a:chOff x="4296730" y="1742660"/>
            <a:chExt cx="2530152" cy="2530144"/>
          </a:xfrm>
        </p:grpSpPr>
        <p:sp>
          <p:nvSpPr>
            <p:cNvPr id="33" name="Oval 5"/>
            <p:cNvSpPr>
              <a:spLocks noChangeArrowheads="1"/>
            </p:cNvSpPr>
            <p:nvPr/>
          </p:nvSpPr>
          <p:spPr bwMode="auto">
            <a:xfrm>
              <a:off x="4296731" y="1744511"/>
              <a:ext cx="2530150" cy="2526444"/>
            </a:xfrm>
            <a:custGeom>
              <a:avLst/>
              <a:gdLst/>
              <a:ahLst/>
              <a:cxnLst/>
              <a:rect l="l" t="t" r="r" b="b"/>
              <a:pathLst>
                <a:path w="1353314" h="1351334">
                  <a:moveTo>
                    <a:pt x="676657" y="107854"/>
                  </a:moveTo>
                  <a:cubicBezTo>
                    <a:pt x="362603" y="107854"/>
                    <a:pt x="108012" y="362073"/>
                    <a:pt x="108012" y="675667"/>
                  </a:cubicBezTo>
                  <a:cubicBezTo>
                    <a:pt x="108012" y="989261"/>
                    <a:pt x="362603" y="1243480"/>
                    <a:pt x="676657" y="1243480"/>
                  </a:cubicBezTo>
                  <a:cubicBezTo>
                    <a:pt x="990711" y="1243480"/>
                    <a:pt x="1245302" y="989261"/>
                    <a:pt x="1245302" y="675667"/>
                  </a:cubicBezTo>
                  <a:cubicBezTo>
                    <a:pt x="1245302" y="362073"/>
                    <a:pt x="990711" y="107854"/>
                    <a:pt x="676657" y="107854"/>
                  </a:cubicBezTo>
                  <a:close/>
                  <a:moveTo>
                    <a:pt x="676657" y="0"/>
                  </a:moveTo>
                  <a:cubicBezTo>
                    <a:pt x="1050364" y="0"/>
                    <a:pt x="1353314" y="302506"/>
                    <a:pt x="1353314" y="675667"/>
                  </a:cubicBezTo>
                  <a:cubicBezTo>
                    <a:pt x="1353314" y="1048828"/>
                    <a:pt x="1050364" y="1351334"/>
                    <a:pt x="676657" y="1351334"/>
                  </a:cubicBezTo>
                  <a:cubicBezTo>
                    <a:pt x="302950" y="1351334"/>
                    <a:pt x="0" y="1048828"/>
                    <a:pt x="0" y="675667"/>
                  </a:cubicBezTo>
                  <a:cubicBezTo>
                    <a:pt x="0" y="302506"/>
                    <a:pt x="302950" y="0"/>
                    <a:pt x="676657" y="0"/>
                  </a:cubicBezTo>
                  <a:close/>
                </a:path>
              </a:pathLst>
            </a:custGeom>
            <a:pattFill prst="ltDnDiag">
              <a:fgClr>
                <a:schemeClr val="bg2">
                  <a:lumMod val="75000"/>
                </a:schemeClr>
              </a:fgClr>
              <a:bgClr>
                <a:schemeClr val="bg2"/>
              </a:bgClr>
            </a:pattFill>
            <a:ln w="9"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95" name="타원 94"/>
            <p:cNvSpPr/>
            <p:nvPr/>
          </p:nvSpPr>
          <p:spPr>
            <a:xfrm>
              <a:off x="4296730" y="1742660"/>
              <a:ext cx="2530152" cy="2530144"/>
            </a:xfrm>
            <a:prstGeom prst="ellipse">
              <a:avLst/>
            </a:prstGeom>
            <a:noFill/>
            <a:ln w="3175" cap="flat" cmpd="sng" algn="ctr">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87" name="TextBox 86"/>
            <p:cNvSpPr txBox="1"/>
            <p:nvPr/>
          </p:nvSpPr>
          <p:spPr>
            <a:xfrm>
              <a:off x="4661279" y="2623026"/>
              <a:ext cx="1801053" cy="769412"/>
            </a:xfrm>
            <a:prstGeom prst="rect">
              <a:avLst/>
            </a:prstGeom>
            <a:noFill/>
          </p:spPr>
          <p:txBody>
            <a:bodyPr wrap="square" lIns="0" tIns="0" rIns="0" bIns="0" rtlCol="0" anchor="ctr">
              <a:noAutofit/>
            </a:bodyPr>
            <a:lstStyle/>
            <a:p>
              <a:pPr lvl="0" algn="ctr"/>
              <a:r>
                <a:rPr lang="en-US" altLang="ko-KR" sz="2400" dirty="0">
                  <a:gradFill>
                    <a:gsLst>
                      <a:gs pos="0">
                        <a:schemeClr val="accent1"/>
                      </a:gs>
                      <a:gs pos="100000">
                        <a:schemeClr val="accent1"/>
                      </a:gs>
                    </a:gsLst>
                    <a:lin ang="0" scaled="1"/>
                  </a:gradFill>
                  <a:latin typeface="Bebas Neue"/>
                  <a:ea typeface="Roboto Condensed Regular"/>
                  <a:cs typeface="+mj-cs"/>
                </a:rPr>
                <a:t>Core values</a:t>
              </a:r>
              <a:endParaRPr lang="nb-NO" altLang="ko-KR" sz="2400" b="1" dirty="0">
                <a:gradFill>
                  <a:gsLst>
                    <a:gs pos="0">
                      <a:schemeClr val="accent1"/>
                    </a:gs>
                    <a:gs pos="100000">
                      <a:schemeClr val="accent1"/>
                    </a:gs>
                  </a:gsLst>
                  <a:lin ang="0" scaled="1"/>
                </a:gradFill>
                <a:latin typeface="Bebas Neue" pitchFamily="34" charset="0"/>
                <a:ea typeface="Roboto Light" pitchFamily="2" charset="0"/>
                <a:cs typeface="Roboto Condensed Regular"/>
              </a:endParaRPr>
            </a:p>
          </p:txBody>
        </p:sp>
      </p:grpSp>
      <p:grpSp>
        <p:nvGrpSpPr>
          <p:cNvPr id="132" name="그룹 131"/>
          <p:cNvGrpSpPr/>
          <p:nvPr/>
        </p:nvGrpSpPr>
        <p:grpSpPr>
          <a:xfrm>
            <a:off x="3026328" y="1333627"/>
            <a:ext cx="805348" cy="805347"/>
            <a:chOff x="5388526" y="1348545"/>
            <a:chExt cx="805348" cy="805347"/>
          </a:xfrm>
        </p:grpSpPr>
        <p:sp>
          <p:nvSpPr>
            <p:cNvPr id="133" name="타원 132"/>
            <p:cNvSpPr/>
            <p:nvPr/>
          </p:nvSpPr>
          <p:spPr>
            <a:xfrm>
              <a:off x="5388526" y="1348545"/>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prstClr val="white"/>
                      </a:gs>
                      <a:gs pos="100000">
                        <a:prstClr val="white"/>
                      </a:gs>
                    </a:gsLst>
                    <a:lin ang="5400000" scaled="0"/>
                  </a:gradFill>
                  <a:latin typeface="Bebas Neue" pitchFamily="34" charset="0"/>
                  <a:ea typeface="+mj-ea"/>
                </a:rPr>
                <a:t>Core Value</a:t>
              </a: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34"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000"/>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35" name="타원 134"/>
            <p:cNvSpPr/>
            <p:nvPr/>
          </p:nvSpPr>
          <p:spPr>
            <a:xfrm>
              <a:off x="5957506" y="1348545"/>
              <a:ext cx="236368" cy="236368"/>
            </a:xfrm>
            <a:prstGeom prst="ellipse">
              <a:avLst/>
            </a:prstGeom>
            <a:solidFill>
              <a:schemeClr val="accent3"/>
            </a:solidFill>
            <a:ln w="3175" cap="flat" cmpd="sng" algn="ctr">
              <a:no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accent1"/>
                      </a:gs>
                      <a:gs pos="100000">
                        <a:schemeClr val="accent1"/>
                      </a:gs>
                    </a:gsLst>
                    <a:lin ang="5400000" scaled="0"/>
                  </a:gradFill>
                  <a:latin typeface="Bebas Neue" pitchFamily="34" charset="0"/>
                  <a:ea typeface="+mj-ea"/>
                </a:rPr>
                <a:t>01</a:t>
              </a:r>
              <a:endParaRPr lang="ko-KR" altLang="en-US" sz="1200" b="1" dirty="0">
                <a:gradFill>
                  <a:gsLst>
                    <a:gs pos="0">
                      <a:schemeClr val="accent1"/>
                    </a:gs>
                    <a:gs pos="100000">
                      <a:schemeClr val="accent1"/>
                    </a:gs>
                  </a:gsLst>
                  <a:lin ang="5400000" scaled="0"/>
                </a:gradFill>
                <a:latin typeface="Bebas Neue" pitchFamily="34" charset="0"/>
                <a:ea typeface="+mj-ea"/>
              </a:endParaRPr>
            </a:p>
          </p:txBody>
        </p:sp>
      </p:grpSp>
      <p:grpSp>
        <p:nvGrpSpPr>
          <p:cNvPr id="136" name="그룹 135"/>
          <p:cNvGrpSpPr/>
          <p:nvPr/>
        </p:nvGrpSpPr>
        <p:grpSpPr>
          <a:xfrm>
            <a:off x="1758051" y="2350951"/>
            <a:ext cx="805348" cy="805347"/>
            <a:chOff x="5388526" y="1348545"/>
            <a:chExt cx="805348" cy="805347"/>
          </a:xfrm>
        </p:grpSpPr>
        <p:sp>
          <p:nvSpPr>
            <p:cNvPr id="137" name="타원 136"/>
            <p:cNvSpPr/>
            <p:nvPr/>
          </p:nvSpPr>
          <p:spPr>
            <a:xfrm>
              <a:off x="5388526" y="1348545"/>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prstClr val="white"/>
                      </a:gs>
                      <a:gs pos="100000">
                        <a:prstClr val="white"/>
                      </a:gs>
                    </a:gsLst>
                    <a:lin ang="5400000" scaled="0"/>
                  </a:gradFill>
                  <a:latin typeface="Bebas Neue" pitchFamily="34" charset="0"/>
                  <a:ea typeface="+mj-ea"/>
                </a:rPr>
                <a:t>Core Value</a:t>
              </a: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38"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000"/>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39" name="타원 138"/>
            <p:cNvSpPr/>
            <p:nvPr/>
          </p:nvSpPr>
          <p:spPr>
            <a:xfrm>
              <a:off x="5957506" y="1348545"/>
              <a:ext cx="236368" cy="236368"/>
            </a:xfrm>
            <a:prstGeom prst="ellipse">
              <a:avLst/>
            </a:prstGeom>
            <a:solidFill>
              <a:schemeClr val="accent3"/>
            </a:solidFill>
            <a:ln w="3175" cap="flat" cmpd="sng" algn="ctr">
              <a:no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accent1"/>
                      </a:gs>
                      <a:gs pos="100000">
                        <a:schemeClr val="accent1"/>
                      </a:gs>
                    </a:gsLst>
                    <a:lin ang="5400000" scaled="0"/>
                  </a:gradFill>
                  <a:latin typeface="Bebas Neue" pitchFamily="34" charset="0"/>
                  <a:ea typeface="+mj-ea"/>
                </a:rPr>
                <a:t>05</a:t>
              </a:r>
              <a:endParaRPr lang="ko-KR" altLang="en-US" sz="1200" b="1" dirty="0">
                <a:gradFill>
                  <a:gsLst>
                    <a:gs pos="0">
                      <a:schemeClr val="accent1"/>
                    </a:gs>
                    <a:gs pos="100000">
                      <a:schemeClr val="accent1"/>
                    </a:gs>
                  </a:gsLst>
                  <a:lin ang="5400000" scaled="0"/>
                </a:gradFill>
                <a:latin typeface="Bebas Neue" pitchFamily="34" charset="0"/>
                <a:ea typeface="+mj-ea"/>
              </a:endParaRPr>
            </a:p>
          </p:txBody>
        </p:sp>
      </p:grpSp>
      <p:grpSp>
        <p:nvGrpSpPr>
          <p:cNvPr id="140" name="그룹 139"/>
          <p:cNvGrpSpPr/>
          <p:nvPr/>
        </p:nvGrpSpPr>
        <p:grpSpPr>
          <a:xfrm>
            <a:off x="4294602" y="2350951"/>
            <a:ext cx="805348" cy="805347"/>
            <a:chOff x="5388526" y="1348545"/>
            <a:chExt cx="805348" cy="805347"/>
          </a:xfrm>
        </p:grpSpPr>
        <p:sp>
          <p:nvSpPr>
            <p:cNvPr id="141" name="타원 140"/>
            <p:cNvSpPr/>
            <p:nvPr/>
          </p:nvSpPr>
          <p:spPr>
            <a:xfrm>
              <a:off x="5388526" y="1348545"/>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prstClr val="white"/>
                      </a:gs>
                      <a:gs pos="100000">
                        <a:prstClr val="white"/>
                      </a:gs>
                    </a:gsLst>
                    <a:lin ang="5400000" scaled="0"/>
                  </a:gradFill>
                  <a:latin typeface="Bebas Neue" pitchFamily="34" charset="0"/>
                  <a:ea typeface="+mj-ea"/>
                </a:rPr>
                <a:t>Core Value</a:t>
              </a: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42"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000"/>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43" name="타원 142"/>
            <p:cNvSpPr/>
            <p:nvPr/>
          </p:nvSpPr>
          <p:spPr>
            <a:xfrm>
              <a:off x="5957506" y="1348545"/>
              <a:ext cx="236368" cy="236368"/>
            </a:xfrm>
            <a:prstGeom prst="ellipse">
              <a:avLst/>
            </a:prstGeom>
            <a:solidFill>
              <a:schemeClr val="accent3"/>
            </a:solidFill>
            <a:ln w="3175" cap="flat" cmpd="sng" algn="ctr">
              <a:no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accent1"/>
                      </a:gs>
                      <a:gs pos="100000">
                        <a:schemeClr val="accent1"/>
                      </a:gs>
                    </a:gsLst>
                    <a:lin ang="5400000" scaled="0"/>
                  </a:gradFill>
                  <a:latin typeface="Bebas Neue" pitchFamily="34" charset="0"/>
                  <a:ea typeface="+mj-ea"/>
                </a:rPr>
                <a:t>02</a:t>
              </a:r>
              <a:endParaRPr lang="ko-KR" altLang="en-US" sz="1200" b="1" dirty="0">
                <a:gradFill>
                  <a:gsLst>
                    <a:gs pos="0">
                      <a:schemeClr val="accent1"/>
                    </a:gs>
                    <a:gs pos="100000">
                      <a:schemeClr val="accent1"/>
                    </a:gs>
                  </a:gsLst>
                  <a:lin ang="5400000" scaled="0"/>
                </a:gradFill>
                <a:latin typeface="Bebas Neue" pitchFamily="34" charset="0"/>
                <a:ea typeface="+mj-ea"/>
              </a:endParaRPr>
            </a:p>
          </p:txBody>
        </p:sp>
      </p:grpSp>
      <p:grpSp>
        <p:nvGrpSpPr>
          <p:cNvPr id="144" name="그룹 143"/>
          <p:cNvGrpSpPr/>
          <p:nvPr/>
        </p:nvGrpSpPr>
        <p:grpSpPr>
          <a:xfrm>
            <a:off x="2299797" y="3557452"/>
            <a:ext cx="805348" cy="805347"/>
            <a:chOff x="5388526" y="1348545"/>
            <a:chExt cx="805348" cy="805347"/>
          </a:xfrm>
        </p:grpSpPr>
        <p:sp>
          <p:nvSpPr>
            <p:cNvPr id="145" name="타원 144"/>
            <p:cNvSpPr/>
            <p:nvPr/>
          </p:nvSpPr>
          <p:spPr>
            <a:xfrm>
              <a:off x="5388526" y="1348545"/>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prstClr val="white"/>
                      </a:gs>
                      <a:gs pos="100000">
                        <a:prstClr val="white"/>
                      </a:gs>
                    </a:gsLst>
                    <a:lin ang="5400000" scaled="0"/>
                  </a:gradFill>
                  <a:latin typeface="Bebas Neue" pitchFamily="34" charset="0"/>
                  <a:ea typeface="+mj-ea"/>
                </a:rPr>
                <a:t>Core Value</a:t>
              </a: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46"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000"/>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47" name="타원 146"/>
            <p:cNvSpPr/>
            <p:nvPr/>
          </p:nvSpPr>
          <p:spPr>
            <a:xfrm>
              <a:off x="5957506" y="1348545"/>
              <a:ext cx="236368" cy="236368"/>
            </a:xfrm>
            <a:prstGeom prst="ellipse">
              <a:avLst/>
            </a:prstGeom>
            <a:solidFill>
              <a:schemeClr val="accent3"/>
            </a:solidFill>
            <a:ln w="3175" cap="flat" cmpd="sng" algn="ctr">
              <a:no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accent1"/>
                      </a:gs>
                      <a:gs pos="100000">
                        <a:schemeClr val="accent1"/>
                      </a:gs>
                    </a:gsLst>
                    <a:lin ang="5400000" scaled="0"/>
                  </a:gradFill>
                  <a:latin typeface="Bebas Neue" pitchFamily="34" charset="0"/>
                  <a:ea typeface="+mj-ea"/>
                </a:rPr>
                <a:t>04</a:t>
              </a:r>
              <a:endParaRPr lang="ko-KR" altLang="en-US" sz="1200" b="1" dirty="0">
                <a:gradFill>
                  <a:gsLst>
                    <a:gs pos="0">
                      <a:schemeClr val="accent1"/>
                    </a:gs>
                    <a:gs pos="100000">
                      <a:schemeClr val="accent1"/>
                    </a:gs>
                  </a:gsLst>
                  <a:lin ang="5400000" scaled="0"/>
                </a:gradFill>
                <a:latin typeface="Bebas Neue" pitchFamily="34" charset="0"/>
                <a:ea typeface="+mj-ea"/>
              </a:endParaRPr>
            </a:p>
          </p:txBody>
        </p:sp>
      </p:grpSp>
      <p:grpSp>
        <p:nvGrpSpPr>
          <p:cNvPr id="148" name="그룹 147"/>
          <p:cNvGrpSpPr/>
          <p:nvPr/>
        </p:nvGrpSpPr>
        <p:grpSpPr>
          <a:xfrm>
            <a:off x="3752859" y="3557452"/>
            <a:ext cx="805348" cy="805347"/>
            <a:chOff x="5388526" y="1348545"/>
            <a:chExt cx="805348" cy="805347"/>
          </a:xfrm>
        </p:grpSpPr>
        <p:sp>
          <p:nvSpPr>
            <p:cNvPr id="149" name="타원 148"/>
            <p:cNvSpPr/>
            <p:nvPr/>
          </p:nvSpPr>
          <p:spPr>
            <a:xfrm>
              <a:off x="5388526" y="1348545"/>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prstClr val="white"/>
                      </a:gs>
                      <a:gs pos="100000">
                        <a:prstClr val="white"/>
                      </a:gs>
                    </a:gsLst>
                    <a:lin ang="5400000" scaled="0"/>
                  </a:gradFill>
                  <a:latin typeface="Bebas Neue" pitchFamily="34" charset="0"/>
                  <a:ea typeface="+mj-ea"/>
                </a:rPr>
                <a:t>Core Value</a:t>
              </a: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51"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000"/>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52" name="타원 151"/>
            <p:cNvSpPr/>
            <p:nvPr/>
          </p:nvSpPr>
          <p:spPr>
            <a:xfrm>
              <a:off x="5957506" y="1348545"/>
              <a:ext cx="236368" cy="236368"/>
            </a:xfrm>
            <a:prstGeom prst="ellipse">
              <a:avLst/>
            </a:prstGeom>
            <a:solidFill>
              <a:schemeClr val="accent3"/>
            </a:solidFill>
            <a:ln w="3175" cap="flat" cmpd="sng" algn="ctr">
              <a:no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accent1"/>
                      </a:gs>
                      <a:gs pos="100000">
                        <a:schemeClr val="accent1"/>
                      </a:gs>
                    </a:gsLst>
                    <a:lin ang="5400000" scaled="0"/>
                  </a:gradFill>
                  <a:latin typeface="Bebas Neue" pitchFamily="34" charset="0"/>
                  <a:ea typeface="+mj-ea"/>
                </a:rPr>
                <a:t>03</a:t>
              </a:r>
              <a:endParaRPr lang="ko-KR" altLang="en-US" sz="1200" b="1" dirty="0">
                <a:gradFill>
                  <a:gsLst>
                    <a:gs pos="0">
                      <a:schemeClr val="accent1"/>
                    </a:gs>
                    <a:gs pos="100000">
                      <a:schemeClr val="accent1"/>
                    </a:gs>
                  </a:gsLst>
                  <a:lin ang="5400000" scaled="0"/>
                </a:gradFill>
                <a:latin typeface="Bebas Neue" pitchFamily="34" charset="0"/>
                <a:ea typeface="+mj-ea"/>
              </a:endParaRPr>
            </a:p>
          </p:txBody>
        </p:sp>
      </p:grpSp>
      <p:sp>
        <p:nvSpPr>
          <p:cNvPr id="3" name="제목 2"/>
          <p:cNvSpPr>
            <a:spLocks noGrp="1"/>
          </p:cNvSpPr>
          <p:nvPr>
            <p:ph type="title"/>
          </p:nvPr>
        </p:nvSpPr>
        <p:spPr/>
        <p:txBody>
          <a:bodyPr/>
          <a:lstStyle/>
          <a:p>
            <a:r>
              <a:rPr lang="en-US" altLang="ko-KR" dirty="0"/>
              <a:t>Core Values</a:t>
            </a:r>
            <a:endParaRPr lang="ko-KR" altLang="en-US" dirty="0"/>
          </a:p>
        </p:txBody>
      </p:sp>
    </p:spTree>
    <p:extLst>
      <p:ext uri="{BB962C8B-B14F-4D97-AF65-F5344CB8AC3E}">
        <p14:creationId xmlns:p14="http://schemas.microsoft.com/office/powerpoint/2010/main" val="273131997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17" presetClass="entr" presetSubtype="10" fill="hold" nodeType="afterEffect">
                                  <p:stCondLst>
                                    <p:cond delay="0"/>
                                  </p:stCondLst>
                                  <p:childTnLst>
                                    <p:set>
                                      <p:cBhvr>
                                        <p:cTn id="11" dur="1" fill="hold">
                                          <p:stCondLst>
                                            <p:cond delay="0"/>
                                          </p:stCondLst>
                                        </p:cTn>
                                        <p:tgtEl>
                                          <p:spTgt spid="132"/>
                                        </p:tgtEl>
                                        <p:attrNameLst>
                                          <p:attrName>style.visibility</p:attrName>
                                        </p:attrNameLst>
                                      </p:cBhvr>
                                      <p:to>
                                        <p:strVal val="visible"/>
                                      </p:to>
                                    </p:set>
                                    <p:anim calcmode="lin" valueType="num">
                                      <p:cBhvr>
                                        <p:cTn id="12" dur="500" fill="hold"/>
                                        <p:tgtEl>
                                          <p:spTgt spid="132"/>
                                        </p:tgtEl>
                                        <p:attrNameLst>
                                          <p:attrName>ppt_w</p:attrName>
                                        </p:attrNameLst>
                                      </p:cBhvr>
                                      <p:tavLst>
                                        <p:tav tm="0">
                                          <p:val>
                                            <p:fltVal val="0"/>
                                          </p:val>
                                        </p:tav>
                                        <p:tav tm="100000">
                                          <p:val>
                                            <p:strVal val="#ppt_w"/>
                                          </p:val>
                                        </p:tav>
                                      </p:tavLst>
                                    </p:anim>
                                    <p:anim calcmode="lin" valueType="num">
                                      <p:cBhvr>
                                        <p:cTn id="13" dur="500" fill="hold"/>
                                        <p:tgtEl>
                                          <p:spTgt spid="132"/>
                                        </p:tgtEl>
                                        <p:attrNameLst>
                                          <p:attrName>ppt_h</p:attrName>
                                        </p:attrNameLst>
                                      </p:cBhvr>
                                      <p:tavLst>
                                        <p:tav tm="0">
                                          <p:val>
                                            <p:strVal val="#ppt_h"/>
                                          </p:val>
                                        </p:tav>
                                        <p:tav tm="100000">
                                          <p:val>
                                            <p:strVal val="#ppt_h"/>
                                          </p:val>
                                        </p:tav>
                                      </p:tavLst>
                                    </p:anim>
                                  </p:childTnLst>
                                </p:cTn>
                              </p:par>
                            </p:childTnLst>
                          </p:cTn>
                        </p:par>
                        <p:par>
                          <p:cTn id="14" fill="hold">
                            <p:stCondLst>
                              <p:cond delay="1000"/>
                            </p:stCondLst>
                            <p:childTnLst>
                              <p:par>
                                <p:cTn id="15" presetID="17" presetClass="entr" presetSubtype="10" fill="hold" nodeType="afterEffect">
                                  <p:stCondLst>
                                    <p:cond delay="0"/>
                                  </p:stCondLst>
                                  <p:childTnLst>
                                    <p:set>
                                      <p:cBhvr>
                                        <p:cTn id="16" dur="1" fill="hold">
                                          <p:stCondLst>
                                            <p:cond delay="0"/>
                                          </p:stCondLst>
                                        </p:cTn>
                                        <p:tgtEl>
                                          <p:spTgt spid="140"/>
                                        </p:tgtEl>
                                        <p:attrNameLst>
                                          <p:attrName>style.visibility</p:attrName>
                                        </p:attrNameLst>
                                      </p:cBhvr>
                                      <p:to>
                                        <p:strVal val="visible"/>
                                      </p:to>
                                    </p:set>
                                    <p:anim calcmode="lin" valueType="num">
                                      <p:cBhvr>
                                        <p:cTn id="17" dur="500" fill="hold"/>
                                        <p:tgtEl>
                                          <p:spTgt spid="140"/>
                                        </p:tgtEl>
                                        <p:attrNameLst>
                                          <p:attrName>ppt_w</p:attrName>
                                        </p:attrNameLst>
                                      </p:cBhvr>
                                      <p:tavLst>
                                        <p:tav tm="0">
                                          <p:val>
                                            <p:fltVal val="0"/>
                                          </p:val>
                                        </p:tav>
                                        <p:tav tm="100000">
                                          <p:val>
                                            <p:strVal val="#ppt_w"/>
                                          </p:val>
                                        </p:tav>
                                      </p:tavLst>
                                    </p:anim>
                                    <p:anim calcmode="lin" valueType="num">
                                      <p:cBhvr>
                                        <p:cTn id="18" dur="500" fill="hold"/>
                                        <p:tgtEl>
                                          <p:spTgt spid="140"/>
                                        </p:tgtEl>
                                        <p:attrNameLst>
                                          <p:attrName>ppt_h</p:attrName>
                                        </p:attrNameLst>
                                      </p:cBhvr>
                                      <p:tavLst>
                                        <p:tav tm="0">
                                          <p:val>
                                            <p:strVal val="#ppt_h"/>
                                          </p:val>
                                        </p:tav>
                                        <p:tav tm="100000">
                                          <p:val>
                                            <p:strVal val="#ppt_h"/>
                                          </p:val>
                                        </p:tav>
                                      </p:tavLst>
                                    </p:anim>
                                  </p:childTnLst>
                                </p:cTn>
                              </p:par>
                            </p:childTnLst>
                          </p:cTn>
                        </p:par>
                        <p:par>
                          <p:cTn id="19" fill="hold">
                            <p:stCondLst>
                              <p:cond delay="1500"/>
                            </p:stCondLst>
                            <p:childTnLst>
                              <p:par>
                                <p:cTn id="20" presetID="17" presetClass="entr" presetSubtype="10" fill="hold" nodeType="afterEffect">
                                  <p:stCondLst>
                                    <p:cond delay="0"/>
                                  </p:stCondLst>
                                  <p:childTnLst>
                                    <p:set>
                                      <p:cBhvr>
                                        <p:cTn id="21" dur="1" fill="hold">
                                          <p:stCondLst>
                                            <p:cond delay="0"/>
                                          </p:stCondLst>
                                        </p:cTn>
                                        <p:tgtEl>
                                          <p:spTgt spid="148"/>
                                        </p:tgtEl>
                                        <p:attrNameLst>
                                          <p:attrName>style.visibility</p:attrName>
                                        </p:attrNameLst>
                                      </p:cBhvr>
                                      <p:to>
                                        <p:strVal val="visible"/>
                                      </p:to>
                                    </p:set>
                                    <p:anim calcmode="lin" valueType="num">
                                      <p:cBhvr>
                                        <p:cTn id="22" dur="500" fill="hold"/>
                                        <p:tgtEl>
                                          <p:spTgt spid="148"/>
                                        </p:tgtEl>
                                        <p:attrNameLst>
                                          <p:attrName>ppt_w</p:attrName>
                                        </p:attrNameLst>
                                      </p:cBhvr>
                                      <p:tavLst>
                                        <p:tav tm="0">
                                          <p:val>
                                            <p:fltVal val="0"/>
                                          </p:val>
                                        </p:tav>
                                        <p:tav tm="100000">
                                          <p:val>
                                            <p:strVal val="#ppt_w"/>
                                          </p:val>
                                        </p:tav>
                                      </p:tavLst>
                                    </p:anim>
                                    <p:anim calcmode="lin" valueType="num">
                                      <p:cBhvr>
                                        <p:cTn id="23" dur="500" fill="hold"/>
                                        <p:tgtEl>
                                          <p:spTgt spid="148"/>
                                        </p:tgtEl>
                                        <p:attrNameLst>
                                          <p:attrName>ppt_h</p:attrName>
                                        </p:attrNameLst>
                                      </p:cBhvr>
                                      <p:tavLst>
                                        <p:tav tm="0">
                                          <p:val>
                                            <p:strVal val="#ppt_h"/>
                                          </p:val>
                                        </p:tav>
                                        <p:tav tm="100000">
                                          <p:val>
                                            <p:strVal val="#ppt_h"/>
                                          </p:val>
                                        </p:tav>
                                      </p:tavLst>
                                    </p:anim>
                                  </p:childTnLst>
                                </p:cTn>
                              </p:par>
                            </p:childTnLst>
                          </p:cTn>
                        </p:par>
                        <p:par>
                          <p:cTn id="24" fill="hold">
                            <p:stCondLst>
                              <p:cond delay="2000"/>
                            </p:stCondLst>
                            <p:childTnLst>
                              <p:par>
                                <p:cTn id="25" presetID="17" presetClass="entr" presetSubtype="10" fill="hold" nodeType="afterEffect">
                                  <p:stCondLst>
                                    <p:cond delay="0"/>
                                  </p:stCondLst>
                                  <p:childTnLst>
                                    <p:set>
                                      <p:cBhvr>
                                        <p:cTn id="26" dur="1" fill="hold">
                                          <p:stCondLst>
                                            <p:cond delay="0"/>
                                          </p:stCondLst>
                                        </p:cTn>
                                        <p:tgtEl>
                                          <p:spTgt spid="144"/>
                                        </p:tgtEl>
                                        <p:attrNameLst>
                                          <p:attrName>style.visibility</p:attrName>
                                        </p:attrNameLst>
                                      </p:cBhvr>
                                      <p:to>
                                        <p:strVal val="visible"/>
                                      </p:to>
                                    </p:set>
                                    <p:anim calcmode="lin" valueType="num">
                                      <p:cBhvr>
                                        <p:cTn id="27" dur="500" fill="hold"/>
                                        <p:tgtEl>
                                          <p:spTgt spid="144"/>
                                        </p:tgtEl>
                                        <p:attrNameLst>
                                          <p:attrName>ppt_w</p:attrName>
                                        </p:attrNameLst>
                                      </p:cBhvr>
                                      <p:tavLst>
                                        <p:tav tm="0">
                                          <p:val>
                                            <p:fltVal val="0"/>
                                          </p:val>
                                        </p:tav>
                                        <p:tav tm="100000">
                                          <p:val>
                                            <p:strVal val="#ppt_w"/>
                                          </p:val>
                                        </p:tav>
                                      </p:tavLst>
                                    </p:anim>
                                    <p:anim calcmode="lin" valueType="num">
                                      <p:cBhvr>
                                        <p:cTn id="28" dur="500" fill="hold"/>
                                        <p:tgtEl>
                                          <p:spTgt spid="144"/>
                                        </p:tgtEl>
                                        <p:attrNameLst>
                                          <p:attrName>ppt_h</p:attrName>
                                        </p:attrNameLst>
                                      </p:cBhvr>
                                      <p:tavLst>
                                        <p:tav tm="0">
                                          <p:val>
                                            <p:strVal val="#ppt_h"/>
                                          </p:val>
                                        </p:tav>
                                        <p:tav tm="100000">
                                          <p:val>
                                            <p:strVal val="#ppt_h"/>
                                          </p:val>
                                        </p:tav>
                                      </p:tavLst>
                                    </p:anim>
                                  </p:childTnLst>
                                </p:cTn>
                              </p:par>
                            </p:childTnLst>
                          </p:cTn>
                        </p:par>
                        <p:par>
                          <p:cTn id="29" fill="hold">
                            <p:stCondLst>
                              <p:cond delay="2500"/>
                            </p:stCondLst>
                            <p:childTnLst>
                              <p:par>
                                <p:cTn id="30" presetID="17" presetClass="entr" presetSubtype="10" fill="hold" nodeType="afterEffect">
                                  <p:stCondLst>
                                    <p:cond delay="0"/>
                                  </p:stCondLst>
                                  <p:childTnLst>
                                    <p:set>
                                      <p:cBhvr>
                                        <p:cTn id="31" dur="1" fill="hold">
                                          <p:stCondLst>
                                            <p:cond delay="0"/>
                                          </p:stCondLst>
                                        </p:cTn>
                                        <p:tgtEl>
                                          <p:spTgt spid="136"/>
                                        </p:tgtEl>
                                        <p:attrNameLst>
                                          <p:attrName>style.visibility</p:attrName>
                                        </p:attrNameLst>
                                      </p:cBhvr>
                                      <p:to>
                                        <p:strVal val="visible"/>
                                      </p:to>
                                    </p:set>
                                    <p:anim calcmode="lin" valueType="num">
                                      <p:cBhvr>
                                        <p:cTn id="32" dur="500" fill="hold"/>
                                        <p:tgtEl>
                                          <p:spTgt spid="136"/>
                                        </p:tgtEl>
                                        <p:attrNameLst>
                                          <p:attrName>ppt_w</p:attrName>
                                        </p:attrNameLst>
                                      </p:cBhvr>
                                      <p:tavLst>
                                        <p:tav tm="0">
                                          <p:val>
                                            <p:fltVal val="0"/>
                                          </p:val>
                                        </p:tav>
                                        <p:tav tm="100000">
                                          <p:val>
                                            <p:strVal val="#ppt_w"/>
                                          </p:val>
                                        </p:tav>
                                      </p:tavLst>
                                    </p:anim>
                                    <p:anim calcmode="lin" valueType="num">
                                      <p:cBhvr>
                                        <p:cTn id="33" dur="500" fill="hold"/>
                                        <p:tgtEl>
                                          <p:spTgt spid="136"/>
                                        </p:tgtEl>
                                        <p:attrNameLst>
                                          <p:attrName>ppt_h</p:attrName>
                                        </p:attrNameLst>
                                      </p:cBhvr>
                                      <p:tavLst>
                                        <p:tav tm="0">
                                          <p:val>
                                            <p:strVal val="#ppt_h"/>
                                          </p:val>
                                        </p:tav>
                                        <p:tav tm="100000">
                                          <p:val>
                                            <p:strVal val="#ppt_h"/>
                                          </p:val>
                                        </p:tav>
                                      </p:tavLst>
                                    </p:anim>
                                  </p:childTnLst>
                                </p:cTn>
                              </p:par>
                              <p:par>
                                <p:cTn id="34" presetID="10" presetClass="entr" presetSubtype="0" fill="hold"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그룹 45"/>
          <p:cNvGrpSpPr/>
          <p:nvPr/>
        </p:nvGrpSpPr>
        <p:grpSpPr>
          <a:xfrm>
            <a:off x="3271268" y="1617785"/>
            <a:ext cx="1260000" cy="1264451"/>
            <a:chOff x="3271268" y="1617785"/>
            <a:chExt cx="1260000" cy="1264451"/>
          </a:xfrm>
        </p:grpSpPr>
        <p:grpSp>
          <p:nvGrpSpPr>
            <p:cNvPr id="53" name="그룹 52"/>
            <p:cNvGrpSpPr/>
            <p:nvPr/>
          </p:nvGrpSpPr>
          <p:grpSpPr>
            <a:xfrm>
              <a:off x="3271268" y="2020505"/>
              <a:ext cx="1260000" cy="861731"/>
              <a:chOff x="3916600" y="2365798"/>
              <a:chExt cx="1260000" cy="861730"/>
            </a:xfrm>
          </p:grpSpPr>
          <p:sp>
            <p:nvSpPr>
              <p:cNvPr id="97" name="직사각형 96"/>
              <p:cNvSpPr/>
              <p:nvPr/>
            </p:nvSpPr>
            <p:spPr>
              <a:xfrm>
                <a:off x="3916600" y="2402218"/>
                <a:ext cx="1260000" cy="36000"/>
              </a:xfrm>
              <a:prstGeom prst="rect">
                <a:avLst/>
              </a:prstGeom>
              <a:pattFill prst="pct20">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8" name="TextBox 47"/>
              <p:cNvSpPr txBox="1"/>
              <p:nvPr/>
            </p:nvSpPr>
            <p:spPr>
              <a:xfrm>
                <a:off x="3916600" y="2446681"/>
                <a:ext cx="1260000" cy="369332"/>
              </a:xfrm>
              <a:prstGeom prst="rect">
                <a:avLst/>
              </a:prstGeom>
              <a:noFill/>
            </p:spPr>
            <p:txBody>
              <a:bodyPr wrap="square" rtlCol="0">
                <a:spAutoFit/>
              </a:bodyPr>
              <a:lstStyle/>
              <a:p>
                <a:pPr algn="ctr"/>
                <a:r>
                  <a:rPr lang="en-US" altLang="ko-KR" sz="800" dirty="0">
                    <a:gradFill>
                      <a:gsLst>
                        <a:gs pos="0">
                          <a:schemeClr val="tx1">
                            <a:alpha val="70000"/>
                          </a:schemeClr>
                        </a:gs>
                        <a:gs pos="100000">
                          <a:schemeClr val="tx1">
                            <a:alpha val="70000"/>
                          </a:schemeClr>
                        </a:gs>
                      </a:gsLst>
                      <a:lin ang="5400000" scaled="0"/>
                    </a:gradFill>
                    <a:latin typeface="Roboto Condensed Regular"/>
                  </a:rPr>
                  <a:t>Value 03</a:t>
                </a:r>
              </a:p>
              <a:p>
                <a:pPr algn="ctr"/>
                <a:r>
                  <a:rPr lang="en-US" altLang="ko-KR" sz="1000" b="1" dirty="0">
                    <a:gradFill>
                      <a:gsLst>
                        <a:gs pos="0">
                          <a:schemeClr val="accent1"/>
                        </a:gs>
                        <a:gs pos="100000">
                          <a:schemeClr val="accent1"/>
                        </a:gs>
                      </a:gsLst>
                      <a:lin ang="5400000" scaled="0"/>
                    </a:gradFill>
                    <a:latin typeface="Roboto Condensed Regular"/>
                  </a:rPr>
                  <a:t>Communications</a:t>
                </a:r>
                <a:endParaRPr lang="ko-KR" altLang="en-US" sz="1000" b="1" dirty="0">
                  <a:gradFill>
                    <a:gsLst>
                      <a:gs pos="0">
                        <a:schemeClr val="accent1"/>
                      </a:gs>
                      <a:gs pos="100000">
                        <a:schemeClr val="accent1"/>
                      </a:gs>
                    </a:gsLst>
                    <a:lin ang="5400000" scaled="0"/>
                  </a:gradFill>
                  <a:latin typeface="Roboto Condensed Regular"/>
                </a:endParaRPr>
              </a:p>
            </p:txBody>
          </p:sp>
          <p:sp>
            <p:nvSpPr>
              <p:cNvPr id="49" name="TextBox 48"/>
              <p:cNvSpPr txBox="1"/>
              <p:nvPr/>
            </p:nvSpPr>
            <p:spPr>
              <a:xfrm>
                <a:off x="4014150" y="2788946"/>
                <a:ext cx="1064900" cy="438582"/>
              </a:xfrm>
              <a:prstGeom prst="rect">
                <a:avLst/>
              </a:prstGeom>
              <a:noFill/>
            </p:spPr>
            <p:txBody>
              <a:bodyPr wrap="square" rtlCol="0">
                <a:spAutoFit/>
              </a:bodyPr>
              <a:lstStyle/>
              <a:p>
                <a:pPr algn="ctr">
                  <a:lnSpc>
                    <a:spcPts val="900"/>
                  </a:lnSpc>
                </a:pPr>
                <a:r>
                  <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Integer nec odio. Praesent libero. Sed cursus ante dapibus diam. Sed nisi. </a:t>
                </a:r>
              </a:p>
            </p:txBody>
          </p:sp>
          <p:cxnSp>
            <p:nvCxnSpPr>
              <p:cNvPr id="52" name="직선 연결선 51"/>
              <p:cNvCxnSpPr/>
              <p:nvPr/>
            </p:nvCxnSpPr>
            <p:spPr>
              <a:xfrm>
                <a:off x="4019010" y="2812815"/>
                <a:ext cx="105518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51" name="직사각형 50"/>
              <p:cNvSpPr/>
              <p:nvPr/>
            </p:nvSpPr>
            <p:spPr>
              <a:xfrm>
                <a:off x="3916600" y="2365798"/>
                <a:ext cx="1260000" cy="36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44" name="Freeform 53"/>
            <p:cNvSpPr>
              <a:spLocks noEditPoints="1"/>
            </p:cNvSpPr>
            <p:nvPr/>
          </p:nvSpPr>
          <p:spPr bwMode="auto">
            <a:xfrm>
              <a:off x="3758659" y="1617785"/>
              <a:ext cx="285217" cy="317991"/>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
        <p:nvSpPr>
          <p:cNvPr id="101" name="TextBox 100"/>
          <p:cNvSpPr txBox="1"/>
          <p:nvPr/>
        </p:nvSpPr>
        <p:spPr>
          <a:xfrm>
            <a:off x="333379" y="2220725"/>
            <a:ext cx="701275" cy="339945"/>
          </a:xfrm>
          <a:prstGeom prst="rect">
            <a:avLst/>
          </a:prstGeom>
          <a:noFill/>
        </p:spPr>
        <p:txBody>
          <a:bodyPr wrap="square" lIns="0" tIns="0" rIns="0" bIns="0" rtlCol="0" anchor="ctr">
            <a:noAutofit/>
          </a:bodyPr>
          <a:lstStyle/>
          <a:p>
            <a:pPr lvl="0"/>
            <a:r>
              <a:rPr lang="en-US" altLang="ko-KR" sz="1200" dirty="0">
                <a:gradFill>
                  <a:gsLst>
                    <a:gs pos="0">
                      <a:schemeClr val="tx2"/>
                    </a:gs>
                    <a:gs pos="100000">
                      <a:schemeClr val="tx2"/>
                    </a:gs>
                  </a:gsLst>
                  <a:lin ang="0" scaled="1"/>
                </a:gradFill>
                <a:latin typeface="Bebas Neue"/>
                <a:ea typeface="Roboto Condensed Regular"/>
                <a:cs typeface="+mj-cs"/>
              </a:rPr>
              <a:t>Core </a:t>
            </a:r>
          </a:p>
          <a:p>
            <a:pPr lvl="0"/>
            <a:r>
              <a:rPr lang="en-US" altLang="ko-KR" sz="1200" dirty="0">
                <a:gradFill>
                  <a:gsLst>
                    <a:gs pos="0">
                      <a:schemeClr val="tx2"/>
                    </a:gs>
                    <a:gs pos="100000">
                      <a:schemeClr val="tx2"/>
                    </a:gs>
                  </a:gsLst>
                  <a:lin ang="0" scaled="1"/>
                </a:gradFill>
                <a:latin typeface="Bebas Neue"/>
                <a:ea typeface="Roboto Condensed Regular"/>
                <a:cs typeface="+mj-cs"/>
              </a:rPr>
              <a:t>values</a:t>
            </a:r>
            <a:endParaRPr lang="nb-NO" altLang="ko-KR" sz="1200" b="1" dirty="0">
              <a:gradFill>
                <a:gsLst>
                  <a:gs pos="0">
                    <a:schemeClr val="tx2"/>
                  </a:gs>
                  <a:gs pos="100000">
                    <a:schemeClr val="tx2"/>
                  </a:gs>
                </a:gsLst>
                <a:lin ang="0" scaled="1"/>
              </a:gradFill>
              <a:latin typeface="Bebas Neue" pitchFamily="34" charset="0"/>
              <a:ea typeface="Roboto Light" pitchFamily="2" charset="0"/>
              <a:cs typeface="Roboto Condensed Regular"/>
            </a:endParaRPr>
          </a:p>
        </p:txBody>
      </p:sp>
      <p:grpSp>
        <p:nvGrpSpPr>
          <p:cNvPr id="56" name="그룹 55"/>
          <p:cNvGrpSpPr/>
          <p:nvPr/>
        </p:nvGrpSpPr>
        <p:grpSpPr>
          <a:xfrm>
            <a:off x="5909001" y="2917564"/>
            <a:ext cx="613804" cy="444403"/>
            <a:chOff x="7809471" y="3001662"/>
            <a:chExt cx="613804" cy="444403"/>
          </a:xfrm>
        </p:grpSpPr>
        <p:sp>
          <p:nvSpPr>
            <p:cNvPr id="106" name="대각선 방향의 모서리가 둥근 사각형 105"/>
            <p:cNvSpPr/>
            <p:nvPr/>
          </p:nvSpPr>
          <p:spPr>
            <a:xfrm>
              <a:off x="7809471" y="3001662"/>
              <a:ext cx="613804" cy="444403"/>
            </a:xfrm>
            <a:prstGeom prst="round2DiagRect">
              <a:avLst>
                <a:gd name="adj1" fmla="val 25186"/>
                <a:gd name="adj2" fmla="val 0"/>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03" name="TextBox 102"/>
            <p:cNvSpPr txBox="1"/>
            <p:nvPr/>
          </p:nvSpPr>
          <p:spPr>
            <a:xfrm>
              <a:off x="7809471" y="3030213"/>
              <a:ext cx="613803" cy="411090"/>
            </a:xfrm>
            <a:prstGeom prst="rect">
              <a:avLst/>
            </a:prstGeom>
            <a:noFill/>
          </p:spPr>
          <p:txBody>
            <a:bodyPr wrap="square" lIns="0" tIns="0" rIns="0" bIns="0" rtlCol="0" anchor="ctr">
              <a:noAutofit/>
            </a:bodyPr>
            <a:lstStyle/>
            <a:p>
              <a:pPr algn="ctr">
                <a:lnSpc>
                  <a:spcPts val="1100"/>
                </a:lnSpc>
              </a:pPr>
              <a:r>
                <a:rPr lang="en-US" altLang="ko-KR" sz="1000" dirty="0">
                  <a:gradFill>
                    <a:gsLst>
                      <a:gs pos="0">
                        <a:schemeClr val="bg2"/>
                      </a:gs>
                      <a:gs pos="100000">
                        <a:schemeClr val="bg2"/>
                      </a:gs>
                    </a:gsLst>
                    <a:lin ang="0" scaled="1"/>
                  </a:gradFill>
                  <a:ea typeface="Roboto Condensed Regular"/>
                  <a:cs typeface="+mj-cs"/>
                </a:rPr>
                <a:t>GOOD TO </a:t>
              </a:r>
              <a:r>
                <a:rPr lang="en-US" altLang="ko-KR" sz="1000" b="1" dirty="0">
                  <a:gradFill>
                    <a:gsLst>
                      <a:gs pos="0">
                        <a:schemeClr val="bg2"/>
                      </a:gs>
                      <a:gs pos="100000">
                        <a:schemeClr val="bg2"/>
                      </a:gs>
                    </a:gsLst>
                    <a:lin ang="0" scaled="1"/>
                  </a:gradFill>
                  <a:latin typeface="+mj-lt"/>
                  <a:ea typeface="Roboto Condensed Regular"/>
                  <a:cs typeface="+mj-cs"/>
                </a:rPr>
                <a:t>GREAT</a:t>
              </a:r>
              <a:endParaRPr lang="nb-NO" altLang="ko-KR" sz="1000" b="1" dirty="0">
                <a:gradFill>
                  <a:gsLst>
                    <a:gs pos="0">
                      <a:schemeClr val="bg2"/>
                    </a:gs>
                    <a:gs pos="100000">
                      <a:schemeClr val="bg2"/>
                    </a:gs>
                  </a:gsLst>
                  <a:lin ang="0" scaled="1"/>
                </a:gradFill>
                <a:latin typeface="+mj-lt"/>
                <a:ea typeface="Roboto Light" pitchFamily="2" charset="0"/>
                <a:cs typeface="Roboto Condensed Regular"/>
              </a:endParaRPr>
            </a:p>
          </p:txBody>
        </p:sp>
      </p:grpSp>
      <p:sp>
        <p:nvSpPr>
          <p:cNvPr id="3" name="텍스트 개체 틀 2"/>
          <p:cNvSpPr>
            <a:spLocks noGrp="1"/>
          </p:cNvSpPr>
          <p:nvPr>
            <p:ph type="body" sz="quarter" idx="10"/>
          </p:nvPr>
        </p:nvSpPr>
        <p:spPr/>
        <p:txBody>
          <a:bodyPr/>
          <a:lstStyle/>
          <a:p>
            <a:r>
              <a:rPr lang="en-US" altLang="ko-KR" dirty="0"/>
              <a:t>Faucibus orci luctus et ultrices posuere cubilia Curae; Morbi lacinia molestie dui. Praesent blandit dolor. Sed non quam. In vel mi sit amen augue congue elementum. Morbi in ipsum sit amen pede facilisis laoreet. Donec lacus nunc, viverra nec, blandit vel, egestas et, augue. </a:t>
            </a:r>
          </a:p>
          <a:p>
            <a:endParaRPr lang="en-US" altLang="ko-KR" dirty="0"/>
          </a:p>
          <a:p>
            <a:r>
              <a:rPr lang="en-US" altLang="ko-KR" dirty="0"/>
              <a:t>usto eu magna luctus suscipit. Sed lectus. Integer euismod lacus luctuss magna. Quisque cursus, metus vitae pharetra auctor, sem massa mattis sem, at interdum magna augue eget diam. Vestibulum ante ipsum primis in faucibus orci luctus.</a:t>
            </a:r>
          </a:p>
          <a:p>
            <a:endParaRPr lang="ko-KR" altLang="en-US" dirty="0"/>
          </a:p>
        </p:txBody>
      </p:sp>
      <p:sp>
        <p:nvSpPr>
          <p:cNvPr id="2" name="제목 1"/>
          <p:cNvSpPr>
            <a:spLocks noGrp="1"/>
          </p:cNvSpPr>
          <p:nvPr>
            <p:ph type="title"/>
          </p:nvPr>
        </p:nvSpPr>
        <p:spPr/>
        <p:txBody>
          <a:bodyPr/>
          <a:lstStyle/>
          <a:p>
            <a:r>
              <a:rPr lang="en-US" altLang="ko-KR" dirty="0"/>
              <a:t>Core Values</a:t>
            </a:r>
            <a:endParaRPr lang="ko-KR" altLang="en-US" dirty="0"/>
          </a:p>
        </p:txBody>
      </p:sp>
      <p:cxnSp>
        <p:nvCxnSpPr>
          <p:cNvPr id="57" name="직선 연결선 56"/>
          <p:cNvCxnSpPr/>
          <p:nvPr/>
        </p:nvCxnSpPr>
        <p:spPr>
          <a:xfrm>
            <a:off x="2011268" y="2371101"/>
            <a:ext cx="0" cy="40320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flipH="1">
            <a:off x="3271268" y="2020500"/>
            <a:ext cx="1314" cy="76320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4531268" y="2020499"/>
            <a:ext cx="0" cy="115560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1" name="그룹 40"/>
          <p:cNvGrpSpPr/>
          <p:nvPr/>
        </p:nvGrpSpPr>
        <p:grpSpPr>
          <a:xfrm>
            <a:off x="751268" y="1915328"/>
            <a:ext cx="1260000" cy="1317506"/>
            <a:chOff x="751268" y="1915328"/>
            <a:chExt cx="1260000" cy="1317506"/>
          </a:xfrm>
        </p:grpSpPr>
        <p:grpSp>
          <p:nvGrpSpPr>
            <p:cNvPr id="47" name="그룹 46"/>
            <p:cNvGrpSpPr/>
            <p:nvPr/>
          </p:nvGrpSpPr>
          <p:grpSpPr>
            <a:xfrm>
              <a:off x="751268" y="2371104"/>
              <a:ext cx="1260000" cy="861730"/>
              <a:chOff x="1396600" y="2716399"/>
              <a:chExt cx="1260000" cy="861730"/>
            </a:xfrm>
          </p:grpSpPr>
          <p:sp>
            <p:nvSpPr>
              <p:cNvPr id="99" name="직사각형 98"/>
              <p:cNvSpPr/>
              <p:nvPr/>
            </p:nvSpPr>
            <p:spPr>
              <a:xfrm>
                <a:off x="1396600" y="2752399"/>
                <a:ext cx="1260000" cy="36000"/>
              </a:xfrm>
              <a:prstGeom prst="rect">
                <a:avLst/>
              </a:prstGeom>
              <a:pattFill prst="pct20">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8" name="TextBox 67"/>
              <p:cNvSpPr txBox="1"/>
              <p:nvPr/>
            </p:nvSpPr>
            <p:spPr>
              <a:xfrm>
                <a:off x="1396600" y="2797282"/>
                <a:ext cx="1260000" cy="369332"/>
              </a:xfrm>
              <a:prstGeom prst="rect">
                <a:avLst/>
              </a:prstGeom>
              <a:noFill/>
            </p:spPr>
            <p:txBody>
              <a:bodyPr wrap="square" rtlCol="0">
                <a:spAutoFit/>
              </a:bodyPr>
              <a:lstStyle/>
              <a:p>
                <a:pPr lvl="0" algn="ctr"/>
                <a:r>
                  <a:rPr lang="en-US" altLang="ko-KR" sz="800" dirty="0">
                    <a:gradFill>
                      <a:gsLst>
                        <a:gs pos="0">
                          <a:schemeClr val="tx1">
                            <a:alpha val="70000"/>
                          </a:schemeClr>
                        </a:gs>
                        <a:gs pos="100000">
                          <a:schemeClr val="tx1">
                            <a:alpha val="70000"/>
                          </a:schemeClr>
                        </a:gs>
                      </a:gsLst>
                      <a:lin ang="5400000" scaled="0"/>
                    </a:gradFill>
                    <a:latin typeface="Roboto Condensed Regular"/>
                  </a:rPr>
                  <a:t>Value 01</a:t>
                </a:r>
              </a:p>
              <a:p>
                <a:pPr lvl="0" algn="ctr"/>
                <a:r>
                  <a:rPr lang="en-US" altLang="ko-KR" sz="1000" b="1" dirty="0">
                    <a:gradFill>
                      <a:gsLst>
                        <a:gs pos="0">
                          <a:schemeClr val="accent1"/>
                        </a:gs>
                        <a:gs pos="100000">
                          <a:schemeClr val="accent1"/>
                        </a:gs>
                      </a:gsLst>
                      <a:lin ang="5400000" scaled="0"/>
                    </a:gradFill>
                    <a:latin typeface="Roboto Condensed Regular"/>
                  </a:rPr>
                  <a:t>Communications</a:t>
                </a:r>
                <a:endParaRPr lang="ko-KR" altLang="en-US" sz="1000" b="1" dirty="0">
                  <a:gradFill>
                    <a:gsLst>
                      <a:gs pos="0">
                        <a:schemeClr val="accent1"/>
                      </a:gs>
                      <a:gs pos="100000">
                        <a:schemeClr val="accent1"/>
                      </a:gs>
                    </a:gsLst>
                    <a:lin ang="5400000" scaled="0"/>
                  </a:gradFill>
                  <a:latin typeface="Roboto Condensed Regular"/>
                </a:endParaRPr>
              </a:p>
            </p:txBody>
          </p:sp>
          <p:sp>
            <p:nvSpPr>
              <p:cNvPr id="69" name="TextBox 68"/>
              <p:cNvSpPr txBox="1"/>
              <p:nvPr/>
            </p:nvSpPr>
            <p:spPr>
              <a:xfrm>
                <a:off x="1494150" y="3139547"/>
                <a:ext cx="1064900" cy="438582"/>
              </a:xfrm>
              <a:prstGeom prst="rect">
                <a:avLst/>
              </a:prstGeom>
              <a:noFill/>
            </p:spPr>
            <p:txBody>
              <a:bodyPr wrap="square" rtlCol="0">
                <a:spAutoFit/>
              </a:bodyPr>
              <a:lstStyle/>
              <a:p>
                <a:pPr algn="ctr">
                  <a:lnSpc>
                    <a:spcPts val="900"/>
                  </a:lnSpc>
                </a:pPr>
                <a:r>
                  <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Integer nec odio. Praesent libero. Sed cursus ante dapibus diam. Sed nisi. </a:t>
                </a:r>
              </a:p>
            </p:txBody>
          </p:sp>
          <p:sp>
            <p:nvSpPr>
              <p:cNvPr id="71" name="직사각형 70"/>
              <p:cNvSpPr/>
              <p:nvPr/>
            </p:nvSpPr>
            <p:spPr>
              <a:xfrm>
                <a:off x="1396600" y="2716399"/>
                <a:ext cx="1260000" cy="36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cxnSp>
            <p:nvCxnSpPr>
              <p:cNvPr id="72" name="직선 연결선 71"/>
              <p:cNvCxnSpPr/>
              <p:nvPr/>
            </p:nvCxnSpPr>
            <p:spPr>
              <a:xfrm>
                <a:off x="1499010" y="3163416"/>
                <a:ext cx="105518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grpSp>
        <p:sp>
          <p:nvSpPr>
            <p:cNvPr id="40" name="Freeform 50"/>
            <p:cNvSpPr>
              <a:spLocks noEditPoints="1"/>
            </p:cNvSpPr>
            <p:nvPr/>
          </p:nvSpPr>
          <p:spPr bwMode="auto">
            <a:xfrm>
              <a:off x="1251021" y="1915328"/>
              <a:ext cx="260494" cy="328103"/>
            </a:xfrm>
            <a:custGeom>
              <a:avLst/>
              <a:gdLst/>
              <a:ahLst/>
              <a:cxnLst>
                <a:cxn ang="0">
                  <a:pos x="187" y="135"/>
                </a:cxn>
                <a:cxn ang="0">
                  <a:pos x="44" y="135"/>
                </a:cxn>
                <a:cxn ang="0">
                  <a:pos x="44" y="156"/>
                </a:cxn>
                <a:cxn ang="0">
                  <a:pos x="187" y="156"/>
                </a:cxn>
                <a:cxn ang="0">
                  <a:pos x="187" y="135"/>
                </a:cxn>
                <a:cxn ang="0">
                  <a:pos x="187" y="95"/>
                </a:cxn>
                <a:cxn ang="0">
                  <a:pos x="44" y="95"/>
                </a:cxn>
                <a:cxn ang="0">
                  <a:pos x="44" y="115"/>
                </a:cxn>
                <a:cxn ang="0">
                  <a:pos x="187" y="115"/>
                </a:cxn>
                <a:cxn ang="0">
                  <a:pos x="187" y="95"/>
                </a:cxn>
                <a:cxn ang="0">
                  <a:pos x="187" y="54"/>
                </a:cxn>
                <a:cxn ang="0">
                  <a:pos x="44" y="54"/>
                </a:cxn>
                <a:cxn ang="0">
                  <a:pos x="44" y="75"/>
                </a:cxn>
                <a:cxn ang="0">
                  <a:pos x="187" y="75"/>
                </a:cxn>
                <a:cxn ang="0">
                  <a:pos x="187" y="54"/>
                </a:cxn>
                <a:cxn ang="0">
                  <a:pos x="44" y="196"/>
                </a:cxn>
                <a:cxn ang="0">
                  <a:pos x="116" y="196"/>
                </a:cxn>
                <a:cxn ang="0">
                  <a:pos x="116" y="176"/>
                </a:cxn>
                <a:cxn ang="0">
                  <a:pos x="44" y="176"/>
                </a:cxn>
                <a:cxn ang="0">
                  <a:pos x="44" y="196"/>
                </a:cxn>
                <a:cxn ang="0">
                  <a:pos x="233" y="29"/>
                </a:cxn>
                <a:cxn ang="0">
                  <a:pos x="233" y="0"/>
                </a:cxn>
                <a:cxn ang="0">
                  <a:pos x="0" y="0"/>
                </a:cxn>
                <a:cxn ang="0">
                  <a:pos x="0" y="301"/>
                </a:cxn>
                <a:cxn ang="0">
                  <a:pos x="29" y="301"/>
                </a:cxn>
                <a:cxn ang="0">
                  <a:pos x="29" y="330"/>
                </a:cxn>
                <a:cxn ang="0">
                  <a:pos x="262" y="330"/>
                </a:cxn>
                <a:cxn ang="0">
                  <a:pos x="262" y="29"/>
                </a:cxn>
                <a:cxn ang="0">
                  <a:pos x="233" y="29"/>
                </a:cxn>
                <a:cxn ang="0">
                  <a:pos x="15" y="286"/>
                </a:cxn>
                <a:cxn ang="0">
                  <a:pos x="15" y="16"/>
                </a:cxn>
                <a:cxn ang="0">
                  <a:pos x="216" y="16"/>
                </a:cxn>
                <a:cxn ang="0">
                  <a:pos x="216" y="216"/>
                </a:cxn>
                <a:cxn ang="0">
                  <a:pos x="148" y="216"/>
                </a:cxn>
                <a:cxn ang="0">
                  <a:pos x="148" y="286"/>
                </a:cxn>
                <a:cxn ang="0">
                  <a:pos x="15" y="286"/>
                </a:cxn>
                <a:cxn ang="0">
                  <a:pos x="245" y="315"/>
                </a:cxn>
                <a:cxn ang="0">
                  <a:pos x="44" y="315"/>
                </a:cxn>
                <a:cxn ang="0">
                  <a:pos x="44" y="301"/>
                </a:cxn>
                <a:cxn ang="0">
                  <a:pos x="155" y="301"/>
                </a:cxn>
                <a:cxn ang="0">
                  <a:pos x="233" y="225"/>
                </a:cxn>
                <a:cxn ang="0">
                  <a:pos x="233" y="45"/>
                </a:cxn>
                <a:cxn ang="0">
                  <a:pos x="245" y="45"/>
                </a:cxn>
                <a:cxn ang="0">
                  <a:pos x="245" y="315"/>
                </a:cxn>
              </a:cxnLst>
              <a:rect l="0" t="0" r="r" b="b"/>
              <a:pathLst>
                <a:path w="262" h="330">
                  <a:moveTo>
                    <a:pt x="187" y="135"/>
                  </a:moveTo>
                  <a:lnTo>
                    <a:pt x="44" y="135"/>
                  </a:lnTo>
                  <a:lnTo>
                    <a:pt x="44" y="156"/>
                  </a:lnTo>
                  <a:lnTo>
                    <a:pt x="187" y="156"/>
                  </a:lnTo>
                  <a:lnTo>
                    <a:pt x="187" y="135"/>
                  </a:lnTo>
                  <a:close/>
                  <a:moveTo>
                    <a:pt x="187" y="95"/>
                  </a:moveTo>
                  <a:lnTo>
                    <a:pt x="44" y="95"/>
                  </a:lnTo>
                  <a:lnTo>
                    <a:pt x="44" y="115"/>
                  </a:lnTo>
                  <a:lnTo>
                    <a:pt x="187" y="115"/>
                  </a:lnTo>
                  <a:lnTo>
                    <a:pt x="187" y="95"/>
                  </a:lnTo>
                  <a:close/>
                  <a:moveTo>
                    <a:pt x="187" y="54"/>
                  </a:moveTo>
                  <a:lnTo>
                    <a:pt x="44" y="54"/>
                  </a:lnTo>
                  <a:lnTo>
                    <a:pt x="44" y="75"/>
                  </a:lnTo>
                  <a:lnTo>
                    <a:pt x="187" y="75"/>
                  </a:lnTo>
                  <a:lnTo>
                    <a:pt x="187" y="54"/>
                  </a:lnTo>
                  <a:close/>
                  <a:moveTo>
                    <a:pt x="44" y="196"/>
                  </a:moveTo>
                  <a:lnTo>
                    <a:pt x="116" y="196"/>
                  </a:lnTo>
                  <a:lnTo>
                    <a:pt x="116" y="176"/>
                  </a:lnTo>
                  <a:lnTo>
                    <a:pt x="44" y="176"/>
                  </a:lnTo>
                  <a:lnTo>
                    <a:pt x="44" y="196"/>
                  </a:lnTo>
                  <a:close/>
                  <a:moveTo>
                    <a:pt x="233" y="29"/>
                  </a:moveTo>
                  <a:lnTo>
                    <a:pt x="233" y="0"/>
                  </a:lnTo>
                  <a:lnTo>
                    <a:pt x="0" y="0"/>
                  </a:lnTo>
                  <a:lnTo>
                    <a:pt x="0" y="301"/>
                  </a:lnTo>
                  <a:lnTo>
                    <a:pt x="29" y="301"/>
                  </a:lnTo>
                  <a:lnTo>
                    <a:pt x="29" y="330"/>
                  </a:lnTo>
                  <a:lnTo>
                    <a:pt x="262" y="330"/>
                  </a:lnTo>
                  <a:lnTo>
                    <a:pt x="262" y="29"/>
                  </a:lnTo>
                  <a:lnTo>
                    <a:pt x="233" y="29"/>
                  </a:lnTo>
                  <a:close/>
                  <a:moveTo>
                    <a:pt x="15" y="286"/>
                  </a:moveTo>
                  <a:lnTo>
                    <a:pt x="15" y="16"/>
                  </a:lnTo>
                  <a:lnTo>
                    <a:pt x="216" y="16"/>
                  </a:lnTo>
                  <a:lnTo>
                    <a:pt x="216" y="216"/>
                  </a:lnTo>
                  <a:lnTo>
                    <a:pt x="148" y="216"/>
                  </a:lnTo>
                  <a:lnTo>
                    <a:pt x="148" y="286"/>
                  </a:lnTo>
                  <a:lnTo>
                    <a:pt x="15" y="286"/>
                  </a:lnTo>
                  <a:close/>
                  <a:moveTo>
                    <a:pt x="245" y="315"/>
                  </a:moveTo>
                  <a:lnTo>
                    <a:pt x="44" y="315"/>
                  </a:lnTo>
                  <a:lnTo>
                    <a:pt x="44" y="301"/>
                  </a:lnTo>
                  <a:lnTo>
                    <a:pt x="155" y="301"/>
                  </a:lnTo>
                  <a:lnTo>
                    <a:pt x="233" y="225"/>
                  </a:lnTo>
                  <a:lnTo>
                    <a:pt x="233" y="45"/>
                  </a:lnTo>
                  <a:lnTo>
                    <a:pt x="245" y="45"/>
                  </a:lnTo>
                  <a:lnTo>
                    <a:pt x="245" y="315"/>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43" name="그룹 42"/>
          <p:cNvGrpSpPr/>
          <p:nvPr/>
        </p:nvGrpSpPr>
        <p:grpSpPr>
          <a:xfrm>
            <a:off x="2011268" y="2280087"/>
            <a:ext cx="1260000" cy="1330519"/>
            <a:chOff x="2011268" y="2280087"/>
            <a:chExt cx="1260000" cy="1330519"/>
          </a:xfrm>
        </p:grpSpPr>
        <p:grpSp>
          <p:nvGrpSpPr>
            <p:cNvPr id="50" name="그룹 49"/>
            <p:cNvGrpSpPr/>
            <p:nvPr/>
          </p:nvGrpSpPr>
          <p:grpSpPr>
            <a:xfrm>
              <a:off x="2011268" y="2747707"/>
              <a:ext cx="1260000" cy="862899"/>
              <a:chOff x="2656600" y="3092998"/>
              <a:chExt cx="1260000" cy="862898"/>
            </a:xfrm>
          </p:grpSpPr>
          <p:sp>
            <p:nvSpPr>
              <p:cNvPr id="98" name="직사각형 97"/>
              <p:cNvSpPr/>
              <p:nvPr/>
            </p:nvSpPr>
            <p:spPr>
              <a:xfrm>
                <a:off x="2656600" y="3129418"/>
                <a:ext cx="1260000" cy="36000"/>
              </a:xfrm>
              <a:prstGeom prst="rect">
                <a:avLst/>
              </a:prstGeom>
              <a:pattFill prst="pct20">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8" name="TextBox 57"/>
              <p:cNvSpPr txBox="1"/>
              <p:nvPr/>
            </p:nvSpPr>
            <p:spPr>
              <a:xfrm>
                <a:off x="2656600" y="3175049"/>
                <a:ext cx="1260000" cy="369332"/>
              </a:xfrm>
              <a:prstGeom prst="rect">
                <a:avLst/>
              </a:prstGeom>
              <a:noFill/>
            </p:spPr>
            <p:txBody>
              <a:bodyPr wrap="square" rtlCol="0">
                <a:spAutoFit/>
              </a:bodyPr>
              <a:lstStyle/>
              <a:p>
                <a:pPr algn="ctr"/>
                <a:r>
                  <a:rPr lang="en-US" altLang="ko-KR" sz="800" dirty="0">
                    <a:gradFill>
                      <a:gsLst>
                        <a:gs pos="0">
                          <a:schemeClr val="tx1">
                            <a:alpha val="70000"/>
                          </a:schemeClr>
                        </a:gs>
                        <a:gs pos="100000">
                          <a:schemeClr val="tx1">
                            <a:alpha val="70000"/>
                          </a:schemeClr>
                        </a:gs>
                      </a:gsLst>
                      <a:lin ang="5400000" scaled="0"/>
                    </a:gradFill>
                    <a:latin typeface="Roboto Condensed Regular"/>
                  </a:rPr>
                  <a:t>Value 02</a:t>
                </a:r>
              </a:p>
              <a:p>
                <a:pPr algn="ctr"/>
                <a:r>
                  <a:rPr lang="en-US" altLang="ko-KR" sz="1000" b="1" dirty="0">
                    <a:gradFill>
                      <a:gsLst>
                        <a:gs pos="0">
                          <a:schemeClr val="accent1"/>
                        </a:gs>
                        <a:gs pos="100000">
                          <a:schemeClr val="accent1"/>
                        </a:gs>
                      </a:gsLst>
                      <a:lin ang="5400000" scaled="0"/>
                    </a:gradFill>
                    <a:latin typeface="Roboto Condensed Regular"/>
                  </a:rPr>
                  <a:t>Communications</a:t>
                </a:r>
                <a:endParaRPr lang="ko-KR" altLang="en-US" sz="1000" b="1" dirty="0">
                  <a:gradFill>
                    <a:gsLst>
                      <a:gs pos="0">
                        <a:schemeClr val="accent1"/>
                      </a:gs>
                      <a:gs pos="100000">
                        <a:schemeClr val="accent1"/>
                      </a:gs>
                    </a:gsLst>
                    <a:lin ang="5400000" scaled="0"/>
                  </a:gradFill>
                  <a:latin typeface="Roboto Condensed Regular"/>
                </a:endParaRPr>
              </a:p>
            </p:txBody>
          </p:sp>
          <p:sp>
            <p:nvSpPr>
              <p:cNvPr id="59" name="TextBox 58"/>
              <p:cNvSpPr txBox="1"/>
              <p:nvPr/>
            </p:nvSpPr>
            <p:spPr>
              <a:xfrm>
                <a:off x="2754150" y="3517314"/>
                <a:ext cx="1064900" cy="438582"/>
              </a:xfrm>
              <a:prstGeom prst="rect">
                <a:avLst/>
              </a:prstGeom>
              <a:noFill/>
            </p:spPr>
            <p:txBody>
              <a:bodyPr wrap="square" rtlCol="0">
                <a:spAutoFit/>
              </a:bodyPr>
              <a:lstStyle/>
              <a:p>
                <a:pPr algn="ctr">
                  <a:lnSpc>
                    <a:spcPts val="900"/>
                  </a:lnSpc>
                </a:pPr>
                <a:r>
                  <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Integer nec odio. Praesent libero. Sed cursus ante dapibus diam. Sed nisi. </a:t>
                </a:r>
              </a:p>
            </p:txBody>
          </p:sp>
          <p:cxnSp>
            <p:nvCxnSpPr>
              <p:cNvPr id="62" name="직선 연결선 61"/>
              <p:cNvCxnSpPr/>
              <p:nvPr/>
            </p:nvCxnSpPr>
            <p:spPr>
              <a:xfrm>
                <a:off x="2759010" y="3541183"/>
                <a:ext cx="105518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61" name="직사각형 60"/>
              <p:cNvSpPr/>
              <p:nvPr/>
            </p:nvSpPr>
            <p:spPr>
              <a:xfrm>
                <a:off x="2656600" y="3092998"/>
                <a:ext cx="1260000" cy="36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42" name="Freeform 28"/>
            <p:cNvSpPr>
              <a:spLocks noEditPoints="1"/>
            </p:cNvSpPr>
            <p:nvPr/>
          </p:nvSpPr>
          <p:spPr bwMode="auto">
            <a:xfrm>
              <a:off x="2452455" y="2280087"/>
              <a:ext cx="377625" cy="365916"/>
            </a:xfrm>
            <a:custGeom>
              <a:avLst/>
              <a:gdLst/>
              <a:ahLst/>
              <a:cxnLst>
                <a:cxn ang="0">
                  <a:pos x="38" y="112"/>
                </a:cxn>
                <a:cxn ang="0">
                  <a:pos x="59" y="81"/>
                </a:cxn>
                <a:cxn ang="0">
                  <a:pos x="56" y="90"/>
                </a:cxn>
                <a:cxn ang="0">
                  <a:pos x="47" y="107"/>
                </a:cxn>
                <a:cxn ang="0">
                  <a:pos x="37" y="129"/>
                </a:cxn>
                <a:cxn ang="0">
                  <a:pos x="37" y="129"/>
                </a:cxn>
                <a:cxn ang="0">
                  <a:pos x="48" y="183"/>
                </a:cxn>
                <a:cxn ang="0">
                  <a:pos x="49" y="163"/>
                </a:cxn>
                <a:cxn ang="0">
                  <a:pos x="33" y="144"/>
                </a:cxn>
                <a:cxn ang="0">
                  <a:pos x="27" y="177"/>
                </a:cxn>
                <a:cxn ang="0">
                  <a:pos x="0" y="215"/>
                </a:cxn>
                <a:cxn ang="0">
                  <a:pos x="72" y="216"/>
                </a:cxn>
                <a:cxn ang="0">
                  <a:pos x="32" y="136"/>
                </a:cxn>
                <a:cxn ang="0">
                  <a:pos x="203" y="90"/>
                </a:cxn>
                <a:cxn ang="0">
                  <a:pos x="217" y="128"/>
                </a:cxn>
                <a:cxn ang="0">
                  <a:pos x="208" y="115"/>
                </a:cxn>
                <a:cxn ang="0">
                  <a:pos x="208" y="115"/>
                </a:cxn>
                <a:cxn ang="0">
                  <a:pos x="68" y="78"/>
                </a:cxn>
                <a:cxn ang="0">
                  <a:pos x="222" y="136"/>
                </a:cxn>
                <a:cxn ang="0">
                  <a:pos x="195" y="81"/>
                </a:cxn>
                <a:cxn ang="0">
                  <a:pos x="68" y="219"/>
                </a:cxn>
                <a:cxn ang="0">
                  <a:pos x="68" y="219"/>
                </a:cxn>
                <a:cxn ang="0">
                  <a:pos x="210" y="100"/>
                </a:cxn>
                <a:cxn ang="0">
                  <a:pos x="240" y="189"/>
                </a:cxn>
                <a:cxn ang="0">
                  <a:pos x="233" y="165"/>
                </a:cxn>
                <a:cxn ang="0">
                  <a:pos x="214" y="143"/>
                </a:cxn>
                <a:cxn ang="0">
                  <a:pos x="207" y="171"/>
                </a:cxn>
                <a:cxn ang="0">
                  <a:pos x="185" y="196"/>
                </a:cxn>
                <a:cxn ang="0">
                  <a:pos x="254" y="216"/>
                </a:cxn>
                <a:cxn ang="0">
                  <a:pos x="162" y="238"/>
                </a:cxn>
                <a:cxn ang="0">
                  <a:pos x="147" y="239"/>
                </a:cxn>
                <a:cxn ang="0">
                  <a:pos x="171" y="72"/>
                </a:cxn>
                <a:cxn ang="0">
                  <a:pos x="171" y="72"/>
                </a:cxn>
                <a:cxn ang="0">
                  <a:pos x="177" y="226"/>
                </a:cxn>
                <a:cxn ang="0">
                  <a:pos x="183" y="226"/>
                </a:cxn>
                <a:cxn ang="0">
                  <a:pos x="139" y="236"/>
                </a:cxn>
                <a:cxn ang="0">
                  <a:pos x="143" y="239"/>
                </a:cxn>
                <a:cxn ang="0">
                  <a:pos x="180" y="73"/>
                </a:cxn>
                <a:cxn ang="0">
                  <a:pos x="84" y="67"/>
                </a:cxn>
                <a:cxn ang="0">
                  <a:pos x="123" y="241"/>
                </a:cxn>
                <a:cxn ang="0">
                  <a:pos x="91" y="72"/>
                </a:cxn>
                <a:cxn ang="0">
                  <a:pos x="163" y="74"/>
                </a:cxn>
                <a:cxn ang="0">
                  <a:pos x="162" y="60"/>
                </a:cxn>
                <a:cxn ang="0">
                  <a:pos x="136" y="35"/>
                </a:cxn>
                <a:cxn ang="0">
                  <a:pos x="130" y="1"/>
                </a:cxn>
                <a:cxn ang="0">
                  <a:pos x="114" y="20"/>
                </a:cxn>
                <a:cxn ang="0">
                  <a:pos x="115" y="41"/>
                </a:cxn>
                <a:cxn ang="0">
                  <a:pos x="88" y="65"/>
                </a:cxn>
                <a:cxn ang="0">
                  <a:pos x="81" y="232"/>
                </a:cxn>
                <a:cxn ang="0">
                  <a:pos x="90" y="237"/>
                </a:cxn>
                <a:cxn ang="0">
                  <a:pos x="111" y="239"/>
                </a:cxn>
                <a:cxn ang="0">
                  <a:pos x="104" y="234"/>
                </a:cxn>
                <a:cxn ang="0">
                  <a:pos x="104" y="234"/>
                </a:cxn>
              </a:cxnLst>
              <a:rect l="0" t="0" r="r" b="b"/>
              <a:pathLst>
                <a:path w="254" h="245">
                  <a:moveTo>
                    <a:pt x="40" y="117"/>
                  </a:moveTo>
                  <a:cubicBezTo>
                    <a:pt x="41" y="118"/>
                    <a:pt x="42" y="118"/>
                    <a:pt x="42" y="118"/>
                  </a:cubicBezTo>
                  <a:cubicBezTo>
                    <a:pt x="44" y="118"/>
                    <a:pt x="45" y="117"/>
                    <a:pt x="46" y="115"/>
                  </a:cubicBezTo>
                  <a:cubicBezTo>
                    <a:pt x="47" y="113"/>
                    <a:pt x="46" y="111"/>
                    <a:pt x="44" y="110"/>
                  </a:cubicBezTo>
                  <a:cubicBezTo>
                    <a:pt x="41" y="109"/>
                    <a:pt x="39" y="110"/>
                    <a:pt x="38" y="112"/>
                  </a:cubicBezTo>
                  <a:cubicBezTo>
                    <a:pt x="37" y="114"/>
                    <a:pt x="38" y="117"/>
                    <a:pt x="40" y="117"/>
                  </a:cubicBezTo>
                  <a:close/>
                  <a:moveTo>
                    <a:pt x="62" y="88"/>
                  </a:moveTo>
                  <a:cubicBezTo>
                    <a:pt x="63" y="88"/>
                    <a:pt x="64" y="87"/>
                    <a:pt x="65" y="87"/>
                  </a:cubicBezTo>
                  <a:cubicBezTo>
                    <a:pt x="66" y="85"/>
                    <a:pt x="66" y="83"/>
                    <a:pt x="65" y="81"/>
                  </a:cubicBezTo>
                  <a:cubicBezTo>
                    <a:pt x="63" y="79"/>
                    <a:pt x="61" y="79"/>
                    <a:pt x="59" y="81"/>
                  </a:cubicBezTo>
                  <a:cubicBezTo>
                    <a:pt x="58" y="83"/>
                    <a:pt x="58" y="85"/>
                    <a:pt x="59" y="87"/>
                  </a:cubicBezTo>
                  <a:cubicBezTo>
                    <a:pt x="60" y="87"/>
                    <a:pt x="61" y="88"/>
                    <a:pt x="62" y="88"/>
                  </a:cubicBezTo>
                  <a:close/>
                  <a:moveTo>
                    <a:pt x="54" y="97"/>
                  </a:moveTo>
                  <a:cubicBezTo>
                    <a:pt x="55" y="97"/>
                    <a:pt x="56" y="96"/>
                    <a:pt x="57" y="95"/>
                  </a:cubicBezTo>
                  <a:cubicBezTo>
                    <a:pt x="59" y="94"/>
                    <a:pt x="58" y="91"/>
                    <a:pt x="56" y="90"/>
                  </a:cubicBezTo>
                  <a:cubicBezTo>
                    <a:pt x="55" y="88"/>
                    <a:pt x="52" y="89"/>
                    <a:pt x="51" y="91"/>
                  </a:cubicBezTo>
                  <a:cubicBezTo>
                    <a:pt x="49" y="92"/>
                    <a:pt x="50" y="95"/>
                    <a:pt x="52" y="96"/>
                  </a:cubicBezTo>
                  <a:cubicBezTo>
                    <a:pt x="52" y="97"/>
                    <a:pt x="53" y="97"/>
                    <a:pt x="54" y="97"/>
                  </a:cubicBezTo>
                  <a:close/>
                  <a:moveTo>
                    <a:pt x="45" y="106"/>
                  </a:moveTo>
                  <a:cubicBezTo>
                    <a:pt x="46" y="107"/>
                    <a:pt x="47" y="107"/>
                    <a:pt x="47" y="107"/>
                  </a:cubicBezTo>
                  <a:cubicBezTo>
                    <a:pt x="49" y="107"/>
                    <a:pt x="50" y="106"/>
                    <a:pt x="51" y="105"/>
                  </a:cubicBezTo>
                  <a:cubicBezTo>
                    <a:pt x="52" y="103"/>
                    <a:pt x="51" y="101"/>
                    <a:pt x="49" y="99"/>
                  </a:cubicBezTo>
                  <a:cubicBezTo>
                    <a:pt x="47" y="98"/>
                    <a:pt x="45" y="99"/>
                    <a:pt x="44" y="101"/>
                  </a:cubicBezTo>
                  <a:cubicBezTo>
                    <a:pt x="43" y="103"/>
                    <a:pt x="43" y="105"/>
                    <a:pt x="45" y="106"/>
                  </a:cubicBezTo>
                  <a:close/>
                  <a:moveTo>
                    <a:pt x="37" y="129"/>
                  </a:moveTo>
                  <a:cubicBezTo>
                    <a:pt x="38" y="129"/>
                    <a:pt x="38" y="129"/>
                    <a:pt x="38" y="129"/>
                  </a:cubicBezTo>
                  <a:cubicBezTo>
                    <a:pt x="40" y="129"/>
                    <a:pt x="42" y="128"/>
                    <a:pt x="42" y="126"/>
                  </a:cubicBezTo>
                  <a:cubicBezTo>
                    <a:pt x="43" y="124"/>
                    <a:pt x="41" y="122"/>
                    <a:pt x="39" y="121"/>
                  </a:cubicBezTo>
                  <a:cubicBezTo>
                    <a:pt x="37" y="121"/>
                    <a:pt x="35" y="122"/>
                    <a:pt x="34" y="124"/>
                  </a:cubicBezTo>
                  <a:cubicBezTo>
                    <a:pt x="34" y="126"/>
                    <a:pt x="35" y="128"/>
                    <a:pt x="37" y="129"/>
                  </a:cubicBezTo>
                  <a:close/>
                  <a:moveTo>
                    <a:pt x="72" y="216"/>
                  </a:moveTo>
                  <a:cubicBezTo>
                    <a:pt x="72" y="216"/>
                    <a:pt x="72" y="215"/>
                    <a:pt x="72" y="215"/>
                  </a:cubicBezTo>
                  <a:cubicBezTo>
                    <a:pt x="72" y="208"/>
                    <a:pt x="71" y="200"/>
                    <a:pt x="70" y="196"/>
                  </a:cubicBezTo>
                  <a:cubicBezTo>
                    <a:pt x="67" y="189"/>
                    <a:pt x="59" y="189"/>
                    <a:pt x="57" y="189"/>
                  </a:cubicBezTo>
                  <a:cubicBezTo>
                    <a:pt x="52" y="187"/>
                    <a:pt x="50" y="186"/>
                    <a:pt x="48" y="183"/>
                  </a:cubicBezTo>
                  <a:cubicBezTo>
                    <a:pt x="47" y="181"/>
                    <a:pt x="45" y="181"/>
                    <a:pt x="45" y="181"/>
                  </a:cubicBezTo>
                  <a:cubicBezTo>
                    <a:pt x="45" y="180"/>
                    <a:pt x="45" y="179"/>
                    <a:pt x="44" y="177"/>
                  </a:cubicBezTo>
                  <a:cubicBezTo>
                    <a:pt x="47" y="174"/>
                    <a:pt x="47" y="171"/>
                    <a:pt x="47" y="171"/>
                  </a:cubicBezTo>
                  <a:cubicBezTo>
                    <a:pt x="50" y="170"/>
                    <a:pt x="50" y="166"/>
                    <a:pt x="50" y="165"/>
                  </a:cubicBezTo>
                  <a:cubicBezTo>
                    <a:pt x="50" y="163"/>
                    <a:pt x="49" y="163"/>
                    <a:pt x="49" y="163"/>
                  </a:cubicBezTo>
                  <a:cubicBezTo>
                    <a:pt x="49" y="163"/>
                    <a:pt x="51" y="155"/>
                    <a:pt x="47" y="150"/>
                  </a:cubicBezTo>
                  <a:cubicBezTo>
                    <a:pt x="44" y="145"/>
                    <a:pt x="39" y="144"/>
                    <a:pt x="39" y="144"/>
                  </a:cubicBezTo>
                  <a:cubicBezTo>
                    <a:pt x="36" y="144"/>
                    <a:pt x="36" y="144"/>
                    <a:pt x="36" y="144"/>
                  </a:cubicBezTo>
                  <a:cubicBezTo>
                    <a:pt x="36" y="144"/>
                    <a:pt x="33" y="143"/>
                    <a:pt x="32" y="143"/>
                  </a:cubicBezTo>
                  <a:cubicBezTo>
                    <a:pt x="32" y="143"/>
                    <a:pt x="32" y="144"/>
                    <a:pt x="33" y="144"/>
                  </a:cubicBezTo>
                  <a:cubicBezTo>
                    <a:pt x="33" y="144"/>
                    <a:pt x="28" y="145"/>
                    <a:pt x="24" y="150"/>
                  </a:cubicBezTo>
                  <a:cubicBezTo>
                    <a:pt x="21" y="155"/>
                    <a:pt x="23" y="163"/>
                    <a:pt x="23" y="163"/>
                  </a:cubicBezTo>
                  <a:cubicBezTo>
                    <a:pt x="23" y="163"/>
                    <a:pt x="22" y="163"/>
                    <a:pt x="22" y="165"/>
                  </a:cubicBezTo>
                  <a:cubicBezTo>
                    <a:pt x="21" y="166"/>
                    <a:pt x="22" y="170"/>
                    <a:pt x="24" y="171"/>
                  </a:cubicBezTo>
                  <a:cubicBezTo>
                    <a:pt x="24" y="171"/>
                    <a:pt x="25" y="174"/>
                    <a:pt x="27" y="177"/>
                  </a:cubicBezTo>
                  <a:cubicBezTo>
                    <a:pt x="27" y="179"/>
                    <a:pt x="27" y="180"/>
                    <a:pt x="26" y="181"/>
                  </a:cubicBezTo>
                  <a:cubicBezTo>
                    <a:pt x="26" y="181"/>
                    <a:pt x="25" y="181"/>
                    <a:pt x="23" y="183"/>
                  </a:cubicBezTo>
                  <a:cubicBezTo>
                    <a:pt x="22" y="186"/>
                    <a:pt x="20" y="187"/>
                    <a:pt x="14" y="189"/>
                  </a:cubicBezTo>
                  <a:cubicBezTo>
                    <a:pt x="12" y="189"/>
                    <a:pt x="5" y="189"/>
                    <a:pt x="2" y="196"/>
                  </a:cubicBezTo>
                  <a:cubicBezTo>
                    <a:pt x="1" y="200"/>
                    <a:pt x="0" y="208"/>
                    <a:pt x="0" y="215"/>
                  </a:cubicBezTo>
                  <a:cubicBezTo>
                    <a:pt x="0" y="215"/>
                    <a:pt x="0" y="216"/>
                    <a:pt x="0" y="216"/>
                  </a:cubicBezTo>
                  <a:cubicBezTo>
                    <a:pt x="0" y="216"/>
                    <a:pt x="0" y="216"/>
                    <a:pt x="0" y="216"/>
                  </a:cubicBezTo>
                  <a:cubicBezTo>
                    <a:pt x="7" y="221"/>
                    <a:pt x="18" y="226"/>
                    <a:pt x="36" y="226"/>
                  </a:cubicBezTo>
                  <a:cubicBezTo>
                    <a:pt x="54" y="226"/>
                    <a:pt x="65" y="221"/>
                    <a:pt x="72" y="216"/>
                  </a:cubicBezTo>
                  <a:cubicBezTo>
                    <a:pt x="72" y="216"/>
                    <a:pt x="72" y="216"/>
                    <a:pt x="72" y="216"/>
                  </a:cubicBezTo>
                  <a:close/>
                  <a:moveTo>
                    <a:pt x="35" y="141"/>
                  </a:moveTo>
                  <a:cubicBezTo>
                    <a:pt x="36" y="141"/>
                    <a:pt x="36" y="141"/>
                    <a:pt x="36" y="141"/>
                  </a:cubicBezTo>
                  <a:cubicBezTo>
                    <a:pt x="38" y="141"/>
                    <a:pt x="40" y="139"/>
                    <a:pt x="40" y="137"/>
                  </a:cubicBezTo>
                  <a:cubicBezTo>
                    <a:pt x="40" y="135"/>
                    <a:pt x="39" y="133"/>
                    <a:pt x="36" y="133"/>
                  </a:cubicBezTo>
                  <a:cubicBezTo>
                    <a:pt x="34" y="133"/>
                    <a:pt x="32" y="134"/>
                    <a:pt x="32" y="136"/>
                  </a:cubicBezTo>
                  <a:cubicBezTo>
                    <a:pt x="32" y="139"/>
                    <a:pt x="33" y="141"/>
                    <a:pt x="35" y="141"/>
                  </a:cubicBezTo>
                  <a:close/>
                  <a:moveTo>
                    <a:pt x="197" y="95"/>
                  </a:moveTo>
                  <a:cubicBezTo>
                    <a:pt x="197" y="96"/>
                    <a:pt x="199" y="97"/>
                    <a:pt x="200" y="97"/>
                  </a:cubicBezTo>
                  <a:cubicBezTo>
                    <a:pt x="201" y="97"/>
                    <a:pt x="202" y="96"/>
                    <a:pt x="202" y="96"/>
                  </a:cubicBezTo>
                  <a:cubicBezTo>
                    <a:pt x="204" y="94"/>
                    <a:pt x="204" y="92"/>
                    <a:pt x="203" y="90"/>
                  </a:cubicBezTo>
                  <a:cubicBezTo>
                    <a:pt x="202" y="88"/>
                    <a:pt x="199" y="88"/>
                    <a:pt x="197" y="89"/>
                  </a:cubicBezTo>
                  <a:cubicBezTo>
                    <a:pt x="196" y="91"/>
                    <a:pt x="195" y="93"/>
                    <a:pt x="197" y="95"/>
                  </a:cubicBezTo>
                  <a:close/>
                  <a:moveTo>
                    <a:pt x="212" y="126"/>
                  </a:moveTo>
                  <a:cubicBezTo>
                    <a:pt x="212" y="127"/>
                    <a:pt x="214" y="129"/>
                    <a:pt x="216" y="129"/>
                  </a:cubicBezTo>
                  <a:cubicBezTo>
                    <a:pt x="216" y="129"/>
                    <a:pt x="217" y="129"/>
                    <a:pt x="217" y="128"/>
                  </a:cubicBezTo>
                  <a:cubicBezTo>
                    <a:pt x="219" y="128"/>
                    <a:pt x="220" y="126"/>
                    <a:pt x="220" y="124"/>
                  </a:cubicBezTo>
                  <a:cubicBezTo>
                    <a:pt x="220" y="124"/>
                    <a:pt x="220" y="124"/>
                    <a:pt x="220" y="124"/>
                  </a:cubicBezTo>
                  <a:cubicBezTo>
                    <a:pt x="219" y="121"/>
                    <a:pt x="217" y="120"/>
                    <a:pt x="215" y="121"/>
                  </a:cubicBezTo>
                  <a:cubicBezTo>
                    <a:pt x="213" y="121"/>
                    <a:pt x="211" y="124"/>
                    <a:pt x="212" y="126"/>
                  </a:cubicBezTo>
                  <a:close/>
                  <a:moveTo>
                    <a:pt x="208" y="115"/>
                  </a:moveTo>
                  <a:cubicBezTo>
                    <a:pt x="209" y="116"/>
                    <a:pt x="210" y="117"/>
                    <a:pt x="212" y="117"/>
                  </a:cubicBezTo>
                  <a:cubicBezTo>
                    <a:pt x="212" y="117"/>
                    <a:pt x="213" y="117"/>
                    <a:pt x="213" y="117"/>
                  </a:cubicBezTo>
                  <a:cubicBezTo>
                    <a:pt x="216" y="116"/>
                    <a:pt x="216" y="114"/>
                    <a:pt x="216" y="112"/>
                  </a:cubicBezTo>
                  <a:cubicBezTo>
                    <a:pt x="215" y="110"/>
                    <a:pt x="212" y="109"/>
                    <a:pt x="210" y="110"/>
                  </a:cubicBezTo>
                  <a:cubicBezTo>
                    <a:pt x="208" y="110"/>
                    <a:pt x="207" y="113"/>
                    <a:pt x="208" y="115"/>
                  </a:cubicBezTo>
                  <a:close/>
                  <a:moveTo>
                    <a:pt x="71" y="80"/>
                  </a:moveTo>
                  <a:cubicBezTo>
                    <a:pt x="72" y="80"/>
                    <a:pt x="73" y="80"/>
                    <a:pt x="73" y="79"/>
                  </a:cubicBezTo>
                  <a:cubicBezTo>
                    <a:pt x="75" y="78"/>
                    <a:pt x="75" y="75"/>
                    <a:pt x="74" y="73"/>
                  </a:cubicBezTo>
                  <a:cubicBezTo>
                    <a:pt x="73" y="72"/>
                    <a:pt x="70" y="71"/>
                    <a:pt x="68" y="73"/>
                  </a:cubicBezTo>
                  <a:cubicBezTo>
                    <a:pt x="67" y="74"/>
                    <a:pt x="66" y="77"/>
                    <a:pt x="68" y="78"/>
                  </a:cubicBezTo>
                  <a:cubicBezTo>
                    <a:pt x="69" y="79"/>
                    <a:pt x="70" y="80"/>
                    <a:pt x="71" y="80"/>
                  </a:cubicBezTo>
                  <a:close/>
                  <a:moveTo>
                    <a:pt x="214" y="137"/>
                  </a:moveTo>
                  <a:cubicBezTo>
                    <a:pt x="215" y="139"/>
                    <a:pt x="216" y="140"/>
                    <a:pt x="218" y="140"/>
                  </a:cubicBezTo>
                  <a:cubicBezTo>
                    <a:pt x="218" y="140"/>
                    <a:pt x="219" y="140"/>
                    <a:pt x="219" y="140"/>
                  </a:cubicBezTo>
                  <a:cubicBezTo>
                    <a:pt x="221" y="140"/>
                    <a:pt x="222" y="138"/>
                    <a:pt x="222" y="136"/>
                  </a:cubicBezTo>
                  <a:cubicBezTo>
                    <a:pt x="222" y="134"/>
                    <a:pt x="220" y="132"/>
                    <a:pt x="218" y="132"/>
                  </a:cubicBezTo>
                  <a:cubicBezTo>
                    <a:pt x="215" y="133"/>
                    <a:pt x="214" y="135"/>
                    <a:pt x="214" y="137"/>
                  </a:cubicBezTo>
                  <a:close/>
                  <a:moveTo>
                    <a:pt x="192" y="87"/>
                  </a:moveTo>
                  <a:cubicBezTo>
                    <a:pt x="193" y="87"/>
                    <a:pt x="194" y="87"/>
                    <a:pt x="195" y="86"/>
                  </a:cubicBezTo>
                  <a:cubicBezTo>
                    <a:pt x="196" y="85"/>
                    <a:pt x="196" y="82"/>
                    <a:pt x="195" y="81"/>
                  </a:cubicBezTo>
                  <a:cubicBezTo>
                    <a:pt x="195" y="81"/>
                    <a:pt x="195" y="81"/>
                    <a:pt x="195" y="81"/>
                  </a:cubicBezTo>
                  <a:cubicBezTo>
                    <a:pt x="193" y="79"/>
                    <a:pt x="191" y="79"/>
                    <a:pt x="189" y="81"/>
                  </a:cubicBezTo>
                  <a:cubicBezTo>
                    <a:pt x="187" y="82"/>
                    <a:pt x="188" y="85"/>
                    <a:pt x="189" y="86"/>
                  </a:cubicBezTo>
                  <a:cubicBezTo>
                    <a:pt x="190" y="87"/>
                    <a:pt x="191" y="87"/>
                    <a:pt x="192" y="87"/>
                  </a:cubicBezTo>
                  <a:close/>
                  <a:moveTo>
                    <a:pt x="68" y="219"/>
                  </a:moveTo>
                  <a:cubicBezTo>
                    <a:pt x="67" y="221"/>
                    <a:pt x="67" y="224"/>
                    <a:pt x="69" y="225"/>
                  </a:cubicBezTo>
                  <a:cubicBezTo>
                    <a:pt x="69" y="226"/>
                    <a:pt x="70" y="226"/>
                    <a:pt x="71" y="226"/>
                  </a:cubicBezTo>
                  <a:cubicBezTo>
                    <a:pt x="72" y="226"/>
                    <a:pt x="74" y="225"/>
                    <a:pt x="74" y="224"/>
                  </a:cubicBezTo>
                  <a:cubicBezTo>
                    <a:pt x="76" y="222"/>
                    <a:pt x="75" y="220"/>
                    <a:pt x="74" y="219"/>
                  </a:cubicBezTo>
                  <a:cubicBezTo>
                    <a:pt x="72" y="217"/>
                    <a:pt x="69" y="218"/>
                    <a:pt x="68" y="219"/>
                  </a:cubicBezTo>
                  <a:close/>
                  <a:moveTo>
                    <a:pt x="203" y="104"/>
                  </a:moveTo>
                  <a:cubicBezTo>
                    <a:pt x="204" y="106"/>
                    <a:pt x="205" y="106"/>
                    <a:pt x="207" y="106"/>
                  </a:cubicBezTo>
                  <a:cubicBezTo>
                    <a:pt x="207" y="106"/>
                    <a:pt x="208" y="106"/>
                    <a:pt x="209" y="106"/>
                  </a:cubicBezTo>
                  <a:cubicBezTo>
                    <a:pt x="210" y="105"/>
                    <a:pt x="211" y="102"/>
                    <a:pt x="210" y="100"/>
                  </a:cubicBezTo>
                  <a:cubicBezTo>
                    <a:pt x="210" y="100"/>
                    <a:pt x="210" y="100"/>
                    <a:pt x="210" y="100"/>
                  </a:cubicBezTo>
                  <a:cubicBezTo>
                    <a:pt x="209" y="99"/>
                    <a:pt x="206" y="98"/>
                    <a:pt x="205" y="99"/>
                  </a:cubicBezTo>
                  <a:cubicBezTo>
                    <a:pt x="203" y="100"/>
                    <a:pt x="202" y="103"/>
                    <a:pt x="203" y="104"/>
                  </a:cubicBezTo>
                  <a:close/>
                  <a:moveTo>
                    <a:pt x="254" y="215"/>
                  </a:moveTo>
                  <a:cubicBezTo>
                    <a:pt x="254" y="208"/>
                    <a:pt x="253" y="200"/>
                    <a:pt x="252" y="196"/>
                  </a:cubicBezTo>
                  <a:cubicBezTo>
                    <a:pt x="249" y="189"/>
                    <a:pt x="242" y="189"/>
                    <a:pt x="240" y="189"/>
                  </a:cubicBezTo>
                  <a:cubicBezTo>
                    <a:pt x="234" y="187"/>
                    <a:pt x="232" y="186"/>
                    <a:pt x="231" y="183"/>
                  </a:cubicBezTo>
                  <a:cubicBezTo>
                    <a:pt x="229" y="181"/>
                    <a:pt x="228" y="181"/>
                    <a:pt x="228" y="181"/>
                  </a:cubicBezTo>
                  <a:cubicBezTo>
                    <a:pt x="227" y="180"/>
                    <a:pt x="227" y="179"/>
                    <a:pt x="227" y="177"/>
                  </a:cubicBezTo>
                  <a:cubicBezTo>
                    <a:pt x="229" y="174"/>
                    <a:pt x="230" y="171"/>
                    <a:pt x="230" y="171"/>
                  </a:cubicBezTo>
                  <a:cubicBezTo>
                    <a:pt x="232" y="170"/>
                    <a:pt x="233" y="166"/>
                    <a:pt x="233" y="165"/>
                  </a:cubicBezTo>
                  <a:cubicBezTo>
                    <a:pt x="232" y="163"/>
                    <a:pt x="232" y="163"/>
                    <a:pt x="232" y="163"/>
                  </a:cubicBezTo>
                  <a:cubicBezTo>
                    <a:pt x="232" y="163"/>
                    <a:pt x="233" y="155"/>
                    <a:pt x="230" y="150"/>
                  </a:cubicBezTo>
                  <a:cubicBezTo>
                    <a:pt x="227" y="145"/>
                    <a:pt x="222" y="144"/>
                    <a:pt x="222" y="144"/>
                  </a:cubicBezTo>
                  <a:cubicBezTo>
                    <a:pt x="218" y="144"/>
                    <a:pt x="218" y="144"/>
                    <a:pt x="218" y="144"/>
                  </a:cubicBezTo>
                  <a:cubicBezTo>
                    <a:pt x="218" y="144"/>
                    <a:pt x="215" y="143"/>
                    <a:pt x="214" y="143"/>
                  </a:cubicBezTo>
                  <a:cubicBezTo>
                    <a:pt x="214" y="143"/>
                    <a:pt x="215" y="144"/>
                    <a:pt x="215" y="144"/>
                  </a:cubicBezTo>
                  <a:cubicBezTo>
                    <a:pt x="215" y="144"/>
                    <a:pt x="210" y="145"/>
                    <a:pt x="207" y="150"/>
                  </a:cubicBezTo>
                  <a:cubicBezTo>
                    <a:pt x="204" y="155"/>
                    <a:pt x="205" y="163"/>
                    <a:pt x="205" y="163"/>
                  </a:cubicBezTo>
                  <a:cubicBezTo>
                    <a:pt x="205" y="163"/>
                    <a:pt x="204" y="163"/>
                    <a:pt x="204" y="165"/>
                  </a:cubicBezTo>
                  <a:cubicBezTo>
                    <a:pt x="204" y="166"/>
                    <a:pt x="205" y="170"/>
                    <a:pt x="207" y="171"/>
                  </a:cubicBezTo>
                  <a:cubicBezTo>
                    <a:pt x="207" y="171"/>
                    <a:pt x="207" y="174"/>
                    <a:pt x="210" y="177"/>
                  </a:cubicBezTo>
                  <a:cubicBezTo>
                    <a:pt x="210" y="179"/>
                    <a:pt x="209" y="180"/>
                    <a:pt x="209" y="181"/>
                  </a:cubicBezTo>
                  <a:cubicBezTo>
                    <a:pt x="209" y="181"/>
                    <a:pt x="207" y="181"/>
                    <a:pt x="206" y="183"/>
                  </a:cubicBezTo>
                  <a:cubicBezTo>
                    <a:pt x="204" y="186"/>
                    <a:pt x="203" y="187"/>
                    <a:pt x="197" y="189"/>
                  </a:cubicBezTo>
                  <a:cubicBezTo>
                    <a:pt x="195" y="189"/>
                    <a:pt x="187" y="189"/>
                    <a:pt x="185" y="196"/>
                  </a:cubicBezTo>
                  <a:cubicBezTo>
                    <a:pt x="183" y="200"/>
                    <a:pt x="183" y="208"/>
                    <a:pt x="183" y="215"/>
                  </a:cubicBezTo>
                  <a:cubicBezTo>
                    <a:pt x="183" y="215"/>
                    <a:pt x="183" y="216"/>
                    <a:pt x="183" y="216"/>
                  </a:cubicBezTo>
                  <a:cubicBezTo>
                    <a:pt x="183" y="216"/>
                    <a:pt x="183" y="216"/>
                    <a:pt x="183" y="216"/>
                  </a:cubicBezTo>
                  <a:cubicBezTo>
                    <a:pt x="189" y="221"/>
                    <a:pt x="201" y="226"/>
                    <a:pt x="218" y="226"/>
                  </a:cubicBezTo>
                  <a:cubicBezTo>
                    <a:pt x="236" y="226"/>
                    <a:pt x="247" y="221"/>
                    <a:pt x="254" y="216"/>
                  </a:cubicBezTo>
                  <a:cubicBezTo>
                    <a:pt x="254" y="216"/>
                    <a:pt x="254" y="216"/>
                    <a:pt x="254" y="216"/>
                  </a:cubicBezTo>
                  <a:cubicBezTo>
                    <a:pt x="254" y="216"/>
                    <a:pt x="254" y="215"/>
                    <a:pt x="254" y="215"/>
                  </a:cubicBezTo>
                  <a:close/>
                  <a:moveTo>
                    <a:pt x="161" y="230"/>
                  </a:moveTo>
                  <a:cubicBezTo>
                    <a:pt x="159" y="231"/>
                    <a:pt x="158" y="233"/>
                    <a:pt x="159" y="235"/>
                  </a:cubicBezTo>
                  <a:cubicBezTo>
                    <a:pt x="159" y="237"/>
                    <a:pt x="161" y="238"/>
                    <a:pt x="162" y="238"/>
                  </a:cubicBezTo>
                  <a:cubicBezTo>
                    <a:pt x="163" y="238"/>
                    <a:pt x="163" y="238"/>
                    <a:pt x="164" y="237"/>
                  </a:cubicBezTo>
                  <a:cubicBezTo>
                    <a:pt x="166" y="237"/>
                    <a:pt x="167" y="234"/>
                    <a:pt x="166" y="232"/>
                  </a:cubicBezTo>
                  <a:cubicBezTo>
                    <a:pt x="165" y="230"/>
                    <a:pt x="163" y="229"/>
                    <a:pt x="161" y="230"/>
                  </a:cubicBezTo>
                  <a:close/>
                  <a:moveTo>
                    <a:pt x="150" y="234"/>
                  </a:moveTo>
                  <a:cubicBezTo>
                    <a:pt x="148" y="234"/>
                    <a:pt x="147" y="236"/>
                    <a:pt x="147" y="239"/>
                  </a:cubicBezTo>
                  <a:cubicBezTo>
                    <a:pt x="148" y="240"/>
                    <a:pt x="149" y="242"/>
                    <a:pt x="151" y="242"/>
                  </a:cubicBezTo>
                  <a:cubicBezTo>
                    <a:pt x="151" y="242"/>
                    <a:pt x="152" y="242"/>
                    <a:pt x="152" y="241"/>
                  </a:cubicBezTo>
                  <a:cubicBezTo>
                    <a:pt x="154" y="241"/>
                    <a:pt x="155" y="239"/>
                    <a:pt x="155" y="237"/>
                  </a:cubicBezTo>
                  <a:cubicBezTo>
                    <a:pt x="154" y="234"/>
                    <a:pt x="152" y="233"/>
                    <a:pt x="150" y="234"/>
                  </a:cubicBezTo>
                  <a:close/>
                  <a:moveTo>
                    <a:pt x="171" y="72"/>
                  </a:moveTo>
                  <a:cubicBezTo>
                    <a:pt x="171" y="73"/>
                    <a:pt x="172" y="73"/>
                    <a:pt x="173" y="73"/>
                  </a:cubicBezTo>
                  <a:cubicBezTo>
                    <a:pt x="174" y="73"/>
                    <a:pt x="176" y="72"/>
                    <a:pt x="176" y="71"/>
                  </a:cubicBezTo>
                  <a:cubicBezTo>
                    <a:pt x="177" y="69"/>
                    <a:pt x="177" y="67"/>
                    <a:pt x="175" y="65"/>
                  </a:cubicBezTo>
                  <a:cubicBezTo>
                    <a:pt x="173" y="64"/>
                    <a:pt x="170" y="65"/>
                    <a:pt x="169" y="67"/>
                  </a:cubicBezTo>
                  <a:cubicBezTo>
                    <a:pt x="168" y="69"/>
                    <a:pt x="169" y="71"/>
                    <a:pt x="171" y="72"/>
                  </a:cubicBezTo>
                  <a:close/>
                  <a:moveTo>
                    <a:pt x="171" y="225"/>
                  </a:moveTo>
                  <a:cubicBezTo>
                    <a:pt x="169" y="226"/>
                    <a:pt x="169" y="228"/>
                    <a:pt x="170" y="230"/>
                  </a:cubicBezTo>
                  <a:cubicBezTo>
                    <a:pt x="170" y="232"/>
                    <a:pt x="172" y="232"/>
                    <a:pt x="173" y="232"/>
                  </a:cubicBezTo>
                  <a:cubicBezTo>
                    <a:pt x="174" y="232"/>
                    <a:pt x="174" y="232"/>
                    <a:pt x="175" y="232"/>
                  </a:cubicBezTo>
                  <a:cubicBezTo>
                    <a:pt x="177" y="231"/>
                    <a:pt x="178" y="228"/>
                    <a:pt x="177" y="226"/>
                  </a:cubicBezTo>
                  <a:cubicBezTo>
                    <a:pt x="175" y="224"/>
                    <a:pt x="173" y="224"/>
                    <a:pt x="171" y="225"/>
                  </a:cubicBezTo>
                  <a:close/>
                  <a:moveTo>
                    <a:pt x="181" y="219"/>
                  </a:moveTo>
                  <a:cubicBezTo>
                    <a:pt x="181" y="219"/>
                    <a:pt x="181" y="219"/>
                    <a:pt x="181" y="219"/>
                  </a:cubicBezTo>
                  <a:cubicBezTo>
                    <a:pt x="179" y="220"/>
                    <a:pt x="179" y="222"/>
                    <a:pt x="180" y="224"/>
                  </a:cubicBezTo>
                  <a:cubicBezTo>
                    <a:pt x="181" y="225"/>
                    <a:pt x="182" y="226"/>
                    <a:pt x="183" y="226"/>
                  </a:cubicBezTo>
                  <a:cubicBezTo>
                    <a:pt x="184" y="226"/>
                    <a:pt x="185" y="225"/>
                    <a:pt x="186" y="225"/>
                  </a:cubicBezTo>
                  <a:cubicBezTo>
                    <a:pt x="186" y="225"/>
                    <a:pt x="186" y="225"/>
                    <a:pt x="186" y="225"/>
                  </a:cubicBezTo>
                  <a:cubicBezTo>
                    <a:pt x="187" y="224"/>
                    <a:pt x="188" y="221"/>
                    <a:pt x="186" y="219"/>
                  </a:cubicBezTo>
                  <a:cubicBezTo>
                    <a:pt x="185" y="217"/>
                    <a:pt x="182" y="217"/>
                    <a:pt x="181" y="219"/>
                  </a:cubicBezTo>
                  <a:close/>
                  <a:moveTo>
                    <a:pt x="139" y="236"/>
                  </a:moveTo>
                  <a:cubicBezTo>
                    <a:pt x="136" y="236"/>
                    <a:pt x="135" y="238"/>
                    <a:pt x="135" y="240"/>
                  </a:cubicBezTo>
                  <a:cubicBezTo>
                    <a:pt x="135" y="242"/>
                    <a:pt x="137" y="244"/>
                    <a:pt x="139" y="244"/>
                  </a:cubicBezTo>
                  <a:cubicBezTo>
                    <a:pt x="139" y="244"/>
                    <a:pt x="140" y="244"/>
                    <a:pt x="140" y="244"/>
                  </a:cubicBezTo>
                  <a:cubicBezTo>
                    <a:pt x="140" y="244"/>
                    <a:pt x="140" y="244"/>
                    <a:pt x="140" y="244"/>
                  </a:cubicBezTo>
                  <a:cubicBezTo>
                    <a:pt x="142" y="244"/>
                    <a:pt x="143" y="242"/>
                    <a:pt x="143" y="239"/>
                  </a:cubicBezTo>
                  <a:cubicBezTo>
                    <a:pt x="143" y="237"/>
                    <a:pt x="141" y="236"/>
                    <a:pt x="139" y="236"/>
                  </a:cubicBezTo>
                  <a:close/>
                  <a:moveTo>
                    <a:pt x="183" y="80"/>
                  </a:moveTo>
                  <a:cubicBezTo>
                    <a:pt x="184" y="80"/>
                    <a:pt x="185" y="79"/>
                    <a:pt x="186" y="78"/>
                  </a:cubicBezTo>
                  <a:cubicBezTo>
                    <a:pt x="187" y="76"/>
                    <a:pt x="187" y="74"/>
                    <a:pt x="185" y="72"/>
                  </a:cubicBezTo>
                  <a:cubicBezTo>
                    <a:pt x="183" y="71"/>
                    <a:pt x="181" y="71"/>
                    <a:pt x="180" y="73"/>
                  </a:cubicBezTo>
                  <a:cubicBezTo>
                    <a:pt x="178" y="75"/>
                    <a:pt x="179" y="77"/>
                    <a:pt x="180" y="79"/>
                  </a:cubicBezTo>
                  <a:cubicBezTo>
                    <a:pt x="181" y="79"/>
                    <a:pt x="182" y="80"/>
                    <a:pt x="183" y="80"/>
                  </a:cubicBezTo>
                  <a:close/>
                  <a:moveTo>
                    <a:pt x="81" y="73"/>
                  </a:moveTo>
                  <a:cubicBezTo>
                    <a:pt x="82" y="73"/>
                    <a:pt x="82" y="73"/>
                    <a:pt x="83" y="73"/>
                  </a:cubicBezTo>
                  <a:cubicBezTo>
                    <a:pt x="85" y="72"/>
                    <a:pt x="85" y="69"/>
                    <a:pt x="84" y="67"/>
                  </a:cubicBezTo>
                  <a:cubicBezTo>
                    <a:pt x="83" y="65"/>
                    <a:pt x="81" y="65"/>
                    <a:pt x="79" y="66"/>
                  </a:cubicBezTo>
                  <a:cubicBezTo>
                    <a:pt x="77" y="67"/>
                    <a:pt x="76" y="69"/>
                    <a:pt x="77" y="71"/>
                  </a:cubicBezTo>
                  <a:cubicBezTo>
                    <a:pt x="78" y="73"/>
                    <a:pt x="80" y="73"/>
                    <a:pt x="81" y="73"/>
                  </a:cubicBezTo>
                  <a:close/>
                  <a:moveTo>
                    <a:pt x="127" y="237"/>
                  </a:moveTo>
                  <a:cubicBezTo>
                    <a:pt x="125" y="237"/>
                    <a:pt x="123" y="239"/>
                    <a:pt x="123" y="241"/>
                  </a:cubicBezTo>
                  <a:cubicBezTo>
                    <a:pt x="123" y="243"/>
                    <a:pt x="125" y="245"/>
                    <a:pt x="127" y="245"/>
                  </a:cubicBezTo>
                  <a:cubicBezTo>
                    <a:pt x="129" y="245"/>
                    <a:pt x="131" y="243"/>
                    <a:pt x="131" y="241"/>
                  </a:cubicBezTo>
                  <a:cubicBezTo>
                    <a:pt x="131" y="238"/>
                    <a:pt x="129" y="237"/>
                    <a:pt x="127" y="237"/>
                  </a:cubicBezTo>
                  <a:close/>
                  <a:moveTo>
                    <a:pt x="91" y="68"/>
                  </a:moveTo>
                  <a:cubicBezTo>
                    <a:pt x="91" y="69"/>
                    <a:pt x="91" y="71"/>
                    <a:pt x="91" y="72"/>
                  </a:cubicBezTo>
                  <a:cubicBezTo>
                    <a:pt x="91" y="73"/>
                    <a:pt x="91" y="73"/>
                    <a:pt x="91" y="74"/>
                  </a:cubicBezTo>
                  <a:cubicBezTo>
                    <a:pt x="91" y="74"/>
                    <a:pt x="91" y="74"/>
                    <a:pt x="91" y="74"/>
                  </a:cubicBezTo>
                  <a:cubicBezTo>
                    <a:pt x="98" y="78"/>
                    <a:pt x="109" y="83"/>
                    <a:pt x="127" y="83"/>
                  </a:cubicBezTo>
                  <a:cubicBezTo>
                    <a:pt x="145" y="83"/>
                    <a:pt x="156" y="78"/>
                    <a:pt x="163" y="74"/>
                  </a:cubicBezTo>
                  <a:cubicBezTo>
                    <a:pt x="163" y="74"/>
                    <a:pt x="163" y="74"/>
                    <a:pt x="163" y="74"/>
                  </a:cubicBezTo>
                  <a:cubicBezTo>
                    <a:pt x="163" y="73"/>
                    <a:pt x="163" y="73"/>
                    <a:pt x="163" y="72"/>
                  </a:cubicBezTo>
                  <a:cubicBezTo>
                    <a:pt x="163" y="71"/>
                    <a:pt x="163" y="69"/>
                    <a:pt x="163" y="68"/>
                  </a:cubicBezTo>
                  <a:cubicBezTo>
                    <a:pt x="164" y="67"/>
                    <a:pt x="165" y="66"/>
                    <a:pt x="166" y="65"/>
                  </a:cubicBezTo>
                  <a:cubicBezTo>
                    <a:pt x="167" y="63"/>
                    <a:pt x="166" y="61"/>
                    <a:pt x="164" y="60"/>
                  </a:cubicBezTo>
                  <a:cubicBezTo>
                    <a:pt x="163" y="60"/>
                    <a:pt x="163" y="60"/>
                    <a:pt x="162" y="60"/>
                  </a:cubicBezTo>
                  <a:cubicBezTo>
                    <a:pt x="162" y="57"/>
                    <a:pt x="161" y="55"/>
                    <a:pt x="161" y="53"/>
                  </a:cubicBezTo>
                  <a:cubicBezTo>
                    <a:pt x="158" y="47"/>
                    <a:pt x="151" y="47"/>
                    <a:pt x="149" y="46"/>
                  </a:cubicBezTo>
                  <a:cubicBezTo>
                    <a:pt x="143" y="44"/>
                    <a:pt x="141" y="43"/>
                    <a:pt x="140" y="41"/>
                  </a:cubicBezTo>
                  <a:cubicBezTo>
                    <a:pt x="138" y="38"/>
                    <a:pt x="136" y="38"/>
                    <a:pt x="136" y="38"/>
                  </a:cubicBezTo>
                  <a:cubicBezTo>
                    <a:pt x="136" y="37"/>
                    <a:pt x="136" y="36"/>
                    <a:pt x="136" y="35"/>
                  </a:cubicBezTo>
                  <a:cubicBezTo>
                    <a:pt x="138" y="32"/>
                    <a:pt x="139" y="28"/>
                    <a:pt x="139" y="28"/>
                  </a:cubicBezTo>
                  <a:cubicBezTo>
                    <a:pt x="141" y="27"/>
                    <a:pt x="142" y="23"/>
                    <a:pt x="141" y="22"/>
                  </a:cubicBezTo>
                  <a:cubicBezTo>
                    <a:pt x="141" y="20"/>
                    <a:pt x="140" y="20"/>
                    <a:pt x="140" y="20"/>
                  </a:cubicBezTo>
                  <a:cubicBezTo>
                    <a:pt x="140" y="20"/>
                    <a:pt x="142" y="12"/>
                    <a:pt x="139" y="7"/>
                  </a:cubicBezTo>
                  <a:cubicBezTo>
                    <a:pt x="135" y="2"/>
                    <a:pt x="130" y="1"/>
                    <a:pt x="130" y="1"/>
                  </a:cubicBezTo>
                  <a:cubicBezTo>
                    <a:pt x="127" y="1"/>
                    <a:pt x="127" y="1"/>
                    <a:pt x="127" y="1"/>
                  </a:cubicBezTo>
                  <a:cubicBezTo>
                    <a:pt x="127" y="1"/>
                    <a:pt x="124" y="1"/>
                    <a:pt x="123" y="0"/>
                  </a:cubicBezTo>
                  <a:cubicBezTo>
                    <a:pt x="123" y="0"/>
                    <a:pt x="123" y="1"/>
                    <a:pt x="124" y="1"/>
                  </a:cubicBezTo>
                  <a:cubicBezTo>
                    <a:pt x="124" y="1"/>
                    <a:pt x="119" y="2"/>
                    <a:pt x="116" y="7"/>
                  </a:cubicBezTo>
                  <a:cubicBezTo>
                    <a:pt x="112" y="12"/>
                    <a:pt x="114" y="20"/>
                    <a:pt x="114" y="20"/>
                  </a:cubicBezTo>
                  <a:cubicBezTo>
                    <a:pt x="114" y="20"/>
                    <a:pt x="113" y="20"/>
                    <a:pt x="113" y="22"/>
                  </a:cubicBezTo>
                  <a:cubicBezTo>
                    <a:pt x="113" y="23"/>
                    <a:pt x="113" y="27"/>
                    <a:pt x="116" y="28"/>
                  </a:cubicBezTo>
                  <a:cubicBezTo>
                    <a:pt x="116" y="28"/>
                    <a:pt x="116" y="32"/>
                    <a:pt x="119" y="35"/>
                  </a:cubicBezTo>
                  <a:cubicBezTo>
                    <a:pt x="118" y="36"/>
                    <a:pt x="118" y="37"/>
                    <a:pt x="118" y="38"/>
                  </a:cubicBezTo>
                  <a:cubicBezTo>
                    <a:pt x="118" y="38"/>
                    <a:pt x="116" y="38"/>
                    <a:pt x="115" y="41"/>
                  </a:cubicBezTo>
                  <a:cubicBezTo>
                    <a:pt x="113" y="43"/>
                    <a:pt x="111" y="44"/>
                    <a:pt x="106" y="46"/>
                  </a:cubicBezTo>
                  <a:cubicBezTo>
                    <a:pt x="104" y="47"/>
                    <a:pt x="96" y="47"/>
                    <a:pt x="93" y="53"/>
                  </a:cubicBezTo>
                  <a:cubicBezTo>
                    <a:pt x="93" y="55"/>
                    <a:pt x="92" y="57"/>
                    <a:pt x="92" y="60"/>
                  </a:cubicBezTo>
                  <a:cubicBezTo>
                    <a:pt x="91" y="60"/>
                    <a:pt x="91" y="60"/>
                    <a:pt x="90" y="60"/>
                  </a:cubicBezTo>
                  <a:cubicBezTo>
                    <a:pt x="88" y="61"/>
                    <a:pt x="87" y="63"/>
                    <a:pt x="88" y="65"/>
                  </a:cubicBezTo>
                  <a:cubicBezTo>
                    <a:pt x="89" y="67"/>
                    <a:pt x="90" y="68"/>
                    <a:pt x="91" y="68"/>
                  </a:cubicBezTo>
                  <a:close/>
                  <a:moveTo>
                    <a:pt x="83" y="225"/>
                  </a:moveTo>
                  <a:cubicBezTo>
                    <a:pt x="81" y="224"/>
                    <a:pt x="79" y="225"/>
                    <a:pt x="78" y="226"/>
                  </a:cubicBezTo>
                  <a:cubicBezTo>
                    <a:pt x="77" y="228"/>
                    <a:pt x="77" y="231"/>
                    <a:pt x="79" y="232"/>
                  </a:cubicBezTo>
                  <a:cubicBezTo>
                    <a:pt x="80" y="232"/>
                    <a:pt x="81" y="232"/>
                    <a:pt x="81" y="232"/>
                  </a:cubicBezTo>
                  <a:cubicBezTo>
                    <a:pt x="83" y="232"/>
                    <a:pt x="84" y="232"/>
                    <a:pt x="85" y="230"/>
                  </a:cubicBezTo>
                  <a:cubicBezTo>
                    <a:pt x="86" y="229"/>
                    <a:pt x="85" y="226"/>
                    <a:pt x="83" y="225"/>
                  </a:cubicBezTo>
                  <a:close/>
                  <a:moveTo>
                    <a:pt x="94" y="230"/>
                  </a:moveTo>
                  <a:cubicBezTo>
                    <a:pt x="91" y="229"/>
                    <a:pt x="89" y="230"/>
                    <a:pt x="88" y="232"/>
                  </a:cubicBezTo>
                  <a:cubicBezTo>
                    <a:pt x="87" y="234"/>
                    <a:pt x="88" y="237"/>
                    <a:pt x="90" y="237"/>
                  </a:cubicBezTo>
                  <a:cubicBezTo>
                    <a:pt x="91" y="238"/>
                    <a:pt x="91" y="238"/>
                    <a:pt x="92" y="238"/>
                  </a:cubicBezTo>
                  <a:cubicBezTo>
                    <a:pt x="94" y="238"/>
                    <a:pt x="95" y="237"/>
                    <a:pt x="96" y="235"/>
                  </a:cubicBezTo>
                  <a:cubicBezTo>
                    <a:pt x="97" y="233"/>
                    <a:pt x="96" y="231"/>
                    <a:pt x="94" y="230"/>
                  </a:cubicBezTo>
                  <a:close/>
                  <a:moveTo>
                    <a:pt x="116" y="236"/>
                  </a:moveTo>
                  <a:cubicBezTo>
                    <a:pt x="114" y="236"/>
                    <a:pt x="112" y="237"/>
                    <a:pt x="111" y="239"/>
                  </a:cubicBezTo>
                  <a:cubicBezTo>
                    <a:pt x="111" y="242"/>
                    <a:pt x="112" y="244"/>
                    <a:pt x="115" y="244"/>
                  </a:cubicBezTo>
                  <a:cubicBezTo>
                    <a:pt x="115" y="244"/>
                    <a:pt x="115" y="244"/>
                    <a:pt x="115" y="244"/>
                  </a:cubicBezTo>
                  <a:cubicBezTo>
                    <a:pt x="117" y="244"/>
                    <a:pt x="119" y="242"/>
                    <a:pt x="119" y="240"/>
                  </a:cubicBezTo>
                  <a:cubicBezTo>
                    <a:pt x="119" y="238"/>
                    <a:pt x="118" y="236"/>
                    <a:pt x="116" y="236"/>
                  </a:cubicBezTo>
                  <a:close/>
                  <a:moveTo>
                    <a:pt x="104" y="234"/>
                  </a:moveTo>
                  <a:cubicBezTo>
                    <a:pt x="102" y="233"/>
                    <a:pt x="100" y="234"/>
                    <a:pt x="100" y="237"/>
                  </a:cubicBezTo>
                  <a:cubicBezTo>
                    <a:pt x="99" y="239"/>
                    <a:pt x="100" y="241"/>
                    <a:pt x="102" y="241"/>
                  </a:cubicBezTo>
                  <a:cubicBezTo>
                    <a:pt x="103" y="242"/>
                    <a:pt x="103" y="242"/>
                    <a:pt x="103" y="242"/>
                  </a:cubicBezTo>
                  <a:cubicBezTo>
                    <a:pt x="105" y="242"/>
                    <a:pt x="107" y="240"/>
                    <a:pt x="107" y="239"/>
                  </a:cubicBezTo>
                  <a:cubicBezTo>
                    <a:pt x="108" y="237"/>
                    <a:pt x="107" y="234"/>
                    <a:pt x="104" y="234"/>
                  </a:cubicBez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64" name="그룹 63"/>
          <p:cNvGrpSpPr/>
          <p:nvPr/>
        </p:nvGrpSpPr>
        <p:grpSpPr>
          <a:xfrm>
            <a:off x="4536129" y="2711228"/>
            <a:ext cx="1328026" cy="1282280"/>
            <a:chOff x="4536129" y="2711228"/>
            <a:chExt cx="1328026" cy="1282280"/>
          </a:xfrm>
        </p:grpSpPr>
        <p:grpSp>
          <p:nvGrpSpPr>
            <p:cNvPr id="55" name="그룹 54"/>
            <p:cNvGrpSpPr/>
            <p:nvPr/>
          </p:nvGrpSpPr>
          <p:grpSpPr>
            <a:xfrm>
              <a:off x="4536129" y="3096467"/>
              <a:ext cx="1328026" cy="897041"/>
              <a:chOff x="6436600" y="3180568"/>
              <a:chExt cx="1328026" cy="897040"/>
            </a:xfrm>
          </p:grpSpPr>
          <p:sp>
            <p:nvSpPr>
              <p:cNvPr id="95" name="직사각형 94"/>
              <p:cNvSpPr/>
              <p:nvPr/>
            </p:nvSpPr>
            <p:spPr>
              <a:xfrm>
                <a:off x="6436600" y="3252298"/>
                <a:ext cx="1260000" cy="36000"/>
              </a:xfrm>
              <a:prstGeom prst="rect">
                <a:avLst/>
              </a:prstGeom>
              <a:pattFill prst="pct20">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 name="TextBox 8"/>
              <p:cNvSpPr txBox="1"/>
              <p:nvPr/>
            </p:nvSpPr>
            <p:spPr>
              <a:xfrm>
                <a:off x="6436600" y="3296761"/>
                <a:ext cx="1260000" cy="369332"/>
              </a:xfrm>
              <a:prstGeom prst="rect">
                <a:avLst/>
              </a:prstGeom>
              <a:noFill/>
            </p:spPr>
            <p:txBody>
              <a:bodyPr wrap="square" rtlCol="0">
                <a:spAutoFit/>
              </a:bodyPr>
              <a:lstStyle/>
              <a:p>
                <a:pPr algn="ctr"/>
                <a:r>
                  <a:rPr lang="en-US" altLang="ko-KR" sz="800" dirty="0">
                    <a:gradFill>
                      <a:gsLst>
                        <a:gs pos="0">
                          <a:schemeClr val="tx1">
                            <a:alpha val="70000"/>
                          </a:schemeClr>
                        </a:gs>
                        <a:gs pos="100000">
                          <a:schemeClr val="tx1">
                            <a:alpha val="70000"/>
                          </a:schemeClr>
                        </a:gs>
                      </a:gsLst>
                      <a:lin ang="5400000" scaled="0"/>
                    </a:gradFill>
                    <a:latin typeface="Roboto Condensed Regular"/>
                  </a:rPr>
                  <a:t>Value 04</a:t>
                </a:r>
              </a:p>
              <a:p>
                <a:pPr lvl="0" algn="ctr"/>
                <a:r>
                  <a:rPr lang="en-US" altLang="ko-KR" sz="1000" b="1" dirty="0">
                    <a:gradFill>
                      <a:gsLst>
                        <a:gs pos="0">
                          <a:schemeClr val="accent1"/>
                        </a:gs>
                        <a:gs pos="100000">
                          <a:schemeClr val="accent1"/>
                        </a:gs>
                      </a:gsLst>
                      <a:lin ang="5400000" scaled="0"/>
                    </a:gradFill>
                    <a:latin typeface="Roboto Condensed Regular"/>
                  </a:rPr>
                  <a:t>Communications</a:t>
                </a:r>
                <a:endParaRPr lang="ko-KR" altLang="en-US" sz="1000" b="1" dirty="0">
                  <a:gradFill>
                    <a:gsLst>
                      <a:gs pos="0">
                        <a:schemeClr val="accent1"/>
                      </a:gs>
                      <a:gs pos="100000">
                        <a:schemeClr val="accent1"/>
                      </a:gs>
                    </a:gsLst>
                    <a:lin ang="5400000" scaled="0"/>
                  </a:gradFill>
                  <a:latin typeface="Roboto Condensed Regular"/>
                </a:endParaRPr>
              </a:p>
            </p:txBody>
          </p:sp>
          <p:sp>
            <p:nvSpPr>
              <p:cNvPr id="22" name="TextBox 21"/>
              <p:cNvSpPr txBox="1"/>
              <p:nvPr/>
            </p:nvSpPr>
            <p:spPr>
              <a:xfrm>
                <a:off x="6534150" y="3639026"/>
                <a:ext cx="1064900" cy="438582"/>
              </a:xfrm>
              <a:prstGeom prst="rect">
                <a:avLst/>
              </a:prstGeom>
              <a:noFill/>
            </p:spPr>
            <p:txBody>
              <a:bodyPr wrap="square" rtlCol="0">
                <a:spAutoFit/>
              </a:bodyPr>
              <a:lstStyle/>
              <a:p>
                <a:pPr algn="ctr">
                  <a:lnSpc>
                    <a:spcPts val="900"/>
                  </a:lnSpc>
                </a:pPr>
                <a:r>
                  <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Integer nec odio. Praesent libero. Sed cursus ante dapibus diam. Sed nisi. </a:t>
                </a:r>
              </a:p>
            </p:txBody>
          </p:sp>
          <p:cxnSp>
            <p:nvCxnSpPr>
              <p:cNvPr id="31" name="직선 연결선 30"/>
              <p:cNvCxnSpPr/>
              <p:nvPr/>
            </p:nvCxnSpPr>
            <p:spPr>
              <a:xfrm>
                <a:off x="6539010" y="3662895"/>
                <a:ext cx="105518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30" name="직사각형 29"/>
              <p:cNvSpPr/>
              <p:nvPr/>
            </p:nvSpPr>
            <p:spPr>
              <a:xfrm>
                <a:off x="6436600" y="3215878"/>
                <a:ext cx="1260000" cy="36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07" name="이등변 삼각형 106"/>
              <p:cNvSpPr/>
              <p:nvPr/>
            </p:nvSpPr>
            <p:spPr>
              <a:xfrm rot="5400000">
                <a:off x="7679880" y="3197288"/>
                <a:ext cx="101466" cy="68026"/>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54" name="Freeform 48"/>
            <p:cNvSpPr>
              <a:spLocks noEditPoints="1"/>
            </p:cNvSpPr>
            <p:nvPr/>
          </p:nvSpPr>
          <p:spPr bwMode="auto">
            <a:xfrm>
              <a:off x="5024066" y="2711228"/>
              <a:ext cx="237053" cy="346856"/>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363329129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slide(fromLeft)">
                                      <p:cBhvr>
                                        <p:cTn id="7" dur="500"/>
                                        <p:tgtEl>
                                          <p:spTgt spid="101"/>
                                        </p:tgtEl>
                                      </p:cBhvr>
                                    </p:animEffect>
                                  </p:childTnLst>
                                </p:cTn>
                              </p:par>
                            </p:childTnLst>
                          </p:cTn>
                        </p:par>
                        <p:par>
                          <p:cTn id="8" fill="hold">
                            <p:stCondLst>
                              <p:cond delay="500"/>
                            </p:stCondLst>
                            <p:childTnLst>
                              <p:par>
                                <p:cTn id="9" presetID="12" presetClass="entr" presetSubtype="8"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slide(fromLeft)">
                                      <p:cBhvr>
                                        <p:cTn id="11" dur="500"/>
                                        <p:tgtEl>
                                          <p:spTgt spid="41"/>
                                        </p:tgtEl>
                                      </p:cBhvr>
                                    </p:animEffect>
                                  </p:childTnLst>
                                </p:cTn>
                              </p:par>
                            </p:childTnLst>
                          </p:cTn>
                        </p:par>
                        <p:par>
                          <p:cTn id="12" fill="hold">
                            <p:stCondLst>
                              <p:cond delay="1000"/>
                            </p:stCondLst>
                            <p:childTnLst>
                              <p:par>
                                <p:cTn id="13" presetID="17" presetClass="entr" presetSubtype="1"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 calcmode="lin" valueType="num">
                                      <p:cBhvr>
                                        <p:cTn id="15" dur="500" fill="hold"/>
                                        <p:tgtEl>
                                          <p:spTgt spid="57"/>
                                        </p:tgtEl>
                                        <p:attrNameLst>
                                          <p:attrName>ppt_x</p:attrName>
                                        </p:attrNameLst>
                                      </p:cBhvr>
                                      <p:tavLst>
                                        <p:tav tm="0">
                                          <p:val>
                                            <p:strVal val="#ppt_x"/>
                                          </p:val>
                                        </p:tav>
                                        <p:tav tm="100000">
                                          <p:val>
                                            <p:strVal val="#ppt_x"/>
                                          </p:val>
                                        </p:tav>
                                      </p:tavLst>
                                    </p:anim>
                                    <p:anim calcmode="lin" valueType="num">
                                      <p:cBhvr>
                                        <p:cTn id="16" dur="500" fill="hold"/>
                                        <p:tgtEl>
                                          <p:spTgt spid="57"/>
                                        </p:tgtEl>
                                        <p:attrNameLst>
                                          <p:attrName>ppt_y</p:attrName>
                                        </p:attrNameLst>
                                      </p:cBhvr>
                                      <p:tavLst>
                                        <p:tav tm="0">
                                          <p:val>
                                            <p:strVal val="#ppt_y-#ppt_h/2"/>
                                          </p:val>
                                        </p:tav>
                                        <p:tav tm="100000">
                                          <p:val>
                                            <p:strVal val="#ppt_y"/>
                                          </p:val>
                                        </p:tav>
                                      </p:tavLst>
                                    </p:anim>
                                    <p:anim calcmode="lin" valueType="num">
                                      <p:cBhvr>
                                        <p:cTn id="17" dur="500" fill="hold"/>
                                        <p:tgtEl>
                                          <p:spTgt spid="57"/>
                                        </p:tgtEl>
                                        <p:attrNameLst>
                                          <p:attrName>ppt_w</p:attrName>
                                        </p:attrNameLst>
                                      </p:cBhvr>
                                      <p:tavLst>
                                        <p:tav tm="0">
                                          <p:val>
                                            <p:strVal val="#ppt_w"/>
                                          </p:val>
                                        </p:tav>
                                        <p:tav tm="100000">
                                          <p:val>
                                            <p:strVal val="#ppt_w"/>
                                          </p:val>
                                        </p:tav>
                                      </p:tavLst>
                                    </p:anim>
                                    <p:anim calcmode="lin" valueType="num">
                                      <p:cBhvr>
                                        <p:cTn id="18" dur="500" fill="hold"/>
                                        <p:tgtEl>
                                          <p:spTgt spid="57"/>
                                        </p:tgtEl>
                                        <p:attrNameLst>
                                          <p:attrName>ppt_h</p:attrName>
                                        </p:attrNameLst>
                                      </p:cBhvr>
                                      <p:tavLst>
                                        <p:tav tm="0">
                                          <p:val>
                                            <p:fltVal val="0"/>
                                          </p:val>
                                        </p:tav>
                                        <p:tav tm="100000">
                                          <p:val>
                                            <p:strVal val="#ppt_h"/>
                                          </p:val>
                                        </p:tav>
                                      </p:tavLst>
                                    </p:anim>
                                  </p:childTnLst>
                                </p:cTn>
                              </p:par>
                            </p:childTnLst>
                          </p:cTn>
                        </p:par>
                        <p:par>
                          <p:cTn id="19" fill="hold">
                            <p:stCondLst>
                              <p:cond delay="1500"/>
                            </p:stCondLst>
                            <p:childTnLst>
                              <p:par>
                                <p:cTn id="20" presetID="12" presetClass="entr" presetSubtype="8" fill="hold" nodeType="after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slide(fromLeft)">
                                      <p:cBhvr>
                                        <p:cTn id="22" dur="500"/>
                                        <p:tgtEl>
                                          <p:spTgt spid="43"/>
                                        </p:tgtEl>
                                      </p:cBhvr>
                                    </p:animEffect>
                                  </p:childTnLst>
                                </p:cTn>
                              </p:par>
                            </p:childTnLst>
                          </p:cTn>
                        </p:par>
                        <p:par>
                          <p:cTn id="23" fill="hold">
                            <p:stCondLst>
                              <p:cond delay="2000"/>
                            </p:stCondLst>
                            <p:childTnLst>
                              <p:par>
                                <p:cTn id="24" presetID="17" presetClass="entr" presetSubtype="4" fill="hold" nodeType="afterEffect">
                                  <p:stCondLst>
                                    <p:cond delay="0"/>
                                  </p:stCondLst>
                                  <p:childTnLst>
                                    <p:set>
                                      <p:cBhvr>
                                        <p:cTn id="25" dur="1" fill="hold">
                                          <p:stCondLst>
                                            <p:cond delay="0"/>
                                          </p:stCondLst>
                                        </p:cTn>
                                        <p:tgtEl>
                                          <p:spTgt spid="60"/>
                                        </p:tgtEl>
                                        <p:attrNameLst>
                                          <p:attrName>style.visibility</p:attrName>
                                        </p:attrNameLst>
                                      </p:cBhvr>
                                      <p:to>
                                        <p:strVal val="visible"/>
                                      </p:to>
                                    </p:set>
                                    <p:anim calcmode="lin" valueType="num">
                                      <p:cBhvr>
                                        <p:cTn id="26" dur="500" fill="hold"/>
                                        <p:tgtEl>
                                          <p:spTgt spid="60"/>
                                        </p:tgtEl>
                                        <p:attrNameLst>
                                          <p:attrName>ppt_x</p:attrName>
                                        </p:attrNameLst>
                                      </p:cBhvr>
                                      <p:tavLst>
                                        <p:tav tm="0">
                                          <p:val>
                                            <p:strVal val="#ppt_x"/>
                                          </p:val>
                                        </p:tav>
                                        <p:tav tm="100000">
                                          <p:val>
                                            <p:strVal val="#ppt_x"/>
                                          </p:val>
                                        </p:tav>
                                      </p:tavLst>
                                    </p:anim>
                                    <p:anim calcmode="lin" valueType="num">
                                      <p:cBhvr>
                                        <p:cTn id="27" dur="500" fill="hold"/>
                                        <p:tgtEl>
                                          <p:spTgt spid="60"/>
                                        </p:tgtEl>
                                        <p:attrNameLst>
                                          <p:attrName>ppt_y</p:attrName>
                                        </p:attrNameLst>
                                      </p:cBhvr>
                                      <p:tavLst>
                                        <p:tav tm="0">
                                          <p:val>
                                            <p:strVal val="#ppt_y+#ppt_h/2"/>
                                          </p:val>
                                        </p:tav>
                                        <p:tav tm="100000">
                                          <p:val>
                                            <p:strVal val="#ppt_y"/>
                                          </p:val>
                                        </p:tav>
                                      </p:tavLst>
                                    </p:anim>
                                    <p:anim calcmode="lin" valueType="num">
                                      <p:cBhvr>
                                        <p:cTn id="28" dur="500" fill="hold"/>
                                        <p:tgtEl>
                                          <p:spTgt spid="60"/>
                                        </p:tgtEl>
                                        <p:attrNameLst>
                                          <p:attrName>ppt_w</p:attrName>
                                        </p:attrNameLst>
                                      </p:cBhvr>
                                      <p:tavLst>
                                        <p:tav tm="0">
                                          <p:val>
                                            <p:strVal val="#ppt_w"/>
                                          </p:val>
                                        </p:tav>
                                        <p:tav tm="100000">
                                          <p:val>
                                            <p:strVal val="#ppt_w"/>
                                          </p:val>
                                        </p:tav>
                                      </p:tavLst>
                                    </p:anim>
                                    <p:anim calcmode="lin" valueType="num">
                                      <p:cBhvr>
                                        <p:cTn id="29" dur="500" fill="hold"/>
                                        <p:tgtEl>
                                          <p:spTgt spid="60"/>
                                        </p:tgtEl>
                                        <p:attrNameLst>
                                          <p:attrName>ppt_h</p:attrName>
                                        </p:attrNameLst>
                                      </p:cBhvr>
                                      <p:tavLst>
                                        <p:tav tm="0">
                                          <p:val>
                                            <p:fltVal val="0"/>
                                          </p:val>
                                        </p:tav>
                                        <p:tav tm="100000">
                                          <p:val>
                                            <p:strVal val="#ppt_h"/>
                                          </p:val>
                                        </p:tav>
                                      </p:tavLst>
                                    </p:anim>
                                  </p:childTnLst>
                                </p:cTn>
                              </p:par>
                            </p:childTnLst>
                          </p:cTn>
                        </p:par>
                        <p:par>
                          <p:cTn id="30" fill="hold">
                            <p:stCondLst>
                              <p:cond delay="2500"/>
                            </p:stCondLst>
                            <p:childTnLst>
                              <p:par>
                                <p:cTn id="31" presetID="12" presetClass="entr" presetSubtype="8" fill="hold" nodeType="after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slide(fromLeft)">
                                      <p:cBhvr>
                                        <p:cTn id="33" dur="500"/>
                                        <p:tgtEl>
                                          <p:spTgt spid="46"/>
                                        </p:tgtEl>
                                      </p:cBhvr>
                                    </p:animEffect>
                                  </p:childTnLst>
                                </p:cTn>
                              </p:par>
                            </p:childTnLst>
                          </p:cTn>
                        </p:par>
                        <p:par>
                          <p:cTn id="34" fill="hold">
                            <p:stCondLst>
                              <p:cond delay="3000"/>
                            </p:stCondLst>
                            <p:childTnLst>
                              <p:par>
                                <p:cTn id="35" presetID="17" presetClass="entr" presetSubtype="1" fill="hold" nodeType="afterEffect">
                                  <p:stCondLst>
                                    <p:cond delay="0"/>
                                  </p:stCondLst>
                                  <p:childTnLst>
                                    <p:set>
                                      <p:cBhvr>
                                        <p:cTn id="36" dur="1" fill="hold">
                                          <p:stCondLst>
                                            <p:cond delay="0"/>
                                          </p:stCondLst>
                                        </p:cTn>
                                        <p:tgtEl>
                                          <p:spTgt spid="63"/>
                                        </p:tgtEl>
                                        <p:attrNameLst>
                                          <p:attrName>style.visibility</p:attrName>
                                        </p:attrNameLst>
                                      </p:cBhvr>
                                      <p:to>
                                        <p:strVal val="visible"/>
                                      </p:to>
                                    </p:set>
                                    <p:anim calcmode="lin" valueType="num">
                                      <p:cBhvr>
                                        <p:cTn id="37" dur="500" fill="hold"/>
                                        <p:tgtEl>
                                          <p:spTgt spid="63"/>
                                        </p:tgtEl>
                                        <p:attrNameLst>
                                          <p:attrName>ppt_x</p:attrName>
                                        </p:attrNameLst>
                                      </p:cBhvr>
                                      <p:tavLst>
                                        <p:tav tm="0">
                                          <p:val>
                                            <p:strVal val="#ppt_x"/>
                                          </p:val>
                                        </p:tav>
                                        <p:tav tm="100000">
                                          <p:val>
                                            <p:strVal val="#ppt_x"/>
                                          </p:val>
                                        </p:tav>
                                      </p:tavLst>
                                    </p:anim>
                                    <p:anim calcmode="lin" valueType="num">
                                      <p:cBhvr>
                                        <p:cTn id="38" dur="500" fill="hold"/>
                                        <p:tgtEl>
                                          <p:spTgt spid="63"/>
                                        </p:tgtEl>
                                        <p:attrNameLst>
                                          <p:attrName>ppt_y</p:attrName>
                                        </p:attrNameLst>
                                      </p:cBhvr>
                                      <p:tavLst>
                                        <p:tav tm="0">
                                          <p:val>
                                            <p:strVal val="#ppt_y-#ppt_h/2"/>
                                          </p:val>
                                        </p:tav>
                                        <p:tav tm="100000">
                                          <p:val>
                                            <p:strVal val="#ppt_y"/>
                                          </p:val>
                                        </p:tav>
                                      </p:tavLst>
                                    </p:anim>
                                    <p:anim calcmode="lin" valueType="num">
                                      <p:cBhvr>
                                        <p:cTn id="39" dur="500" fill="hold"/>
                                        <p:tgtEl>
                                          <p:spTgt spid="63"/>
                                        </p:tgtEl>
                                        <p:attrNameLst>
                                          <p:attrName>ppt_w</p:attrName>
                                        </p:attrNameLst>
                                      </p:cBhvr>
                                      <p:tavLst>
                                        <p:tav tm="0">
                                          <p:val>
                                            <p:strVal val="#ppt_w"/>
                                          </p:val>
                                        </p:tav>
                                        <p:tav tm="100000">
                                          <p:val>
                                            <p:strVal val="#ppt_w"/>
                                          </p:val>
                                        </p:tav>
                                      </p:tavLst>
                                    </p:anim>
                                    <p:anim calcmode="lin" valueType="num">
                                      <p:cBhvr>
                                        <p:cTn id="40" dur="500" fill="hold"/>
                                        <p:tgtEl>
                                          <p:spTgt spid="63"/>
                                        </p:tgtEl>
                                        <p:attrNameLst>
                                          <p:attrName>ppt_h</p:attrName>
                                        </p:attrNameLst>
                                      </p:cBhvr>
                                      <p:tavLst>
                                        <p:tav tm="0">
                                          <p:val>
                                            <p:fltVal val="0"/>
                                          </p:val>
                                        </p:tav>
                                        <p:tav tm="100000">
                                          <p:val>
                                            <p:strVal val="#ppt_h"/>
                                          </p:val>
                                        </p:tav>
                                      </p:tavLst>
                                    </p:anim>
                                  </p:childTnLst>
                                </p:cTn>
                              </p:par>
                            </p:childTnLst>
                          </p:cTn>
                        </p:par>
                        <p:par>
                          <p:cTn id="41" fill="hold">
                            <p:stCondLst>
                              <p:cond delay="3500"/>
                            </p:stCondLst>
                            <p:childTnLst>
                              <p:par>
                                <p:cTn id="42" presetID="12" presetClass="entr" presetSubtype="8" fill="hold" nodeType="afterEffect">
                                  <p:stCondLst>
                                    <p:cond delay="0"/>
                                  </p:stCondLst>
                                  <p:childTnLst>
                                    <p:set>
                                      <p:cBhvr>
                                        <p:cTn id="43" dur="1" fill="hold">
                                          <p:stCondLst>
                                            <p:cond delay="0"/>
                                          </p:stCondLst>
                                        </p:cTn>
                                        <p:tgtEl>
                                          <p:spTgt spid="64"/>
                                        </p:tgtEl>
                                        <p:attrNameLst>
                                          <p:attrName>style.visibility</p:attrName>
                                        </p:attrNameLst>
                                      </p:cBhvr>
                                      <p:to>
                                        <p:strVal val="visible"/>
                                      </p:to>
                                    </p:set>
                                    <p:animEffect transition="in" filter="slide(fromLeft)">
                                      <p:cBhvr>
                                        <p:cTn id="44" dur="500"/>
                                        <p:tgtEl>
                                          <p:spTgt spid="64"/>
                                        </p:tgtEl>
                                      </p:cBhvr>
                                    </p:animEffect>
                                  </p:childTnLst>
                                </p:cTn>
                              </p:par>
                            </p:childTnLst>
                          </p:cTn>
                        </p:par>
                        <p:par>
                          <p:cTn id="45" fill="hold">
                            <p:stCondLst>
                              <p:cond delay="4000"/>
                            </p:stCondLst>
                            <p:childTnLst>
                              <p:par>
                                <p:cTn id="46" presetID="53" presetClass="entr" presetSubtype="0" fill="hold" nodeType="afterEffect">
                                  <p:stCondLst>
                                    <p:cond delay="0"/>
                                  </p:stCondLst>
                                  <p:childTnLst>
                                    <p:set>
                                      <p:cBhvr>
                                        <p:cTn id="47" dur="1" fill="hold">
                                          <p:stCondLst>
                                            <p:cond delay="0"/>
                                          </p:stCondLst>
                                        </p:cTn>
                                        <p:tgtEl>
                                          <p:spTgt spid="56"/>
                                        </p:tgtEl>
                                        <p:attrNameLst>
                                          <p:attrName>style.visibility</p:attrName>
                                        </p:attrNameLst>
                                      </p:cBhvr>
                                      <p:to>
                                        <p:strVal val="visible"/>
                                      </p:to>
                                    </p:set>
                                    <p:anim calcmode="lin" valueType="num">
                                      <p:cBhvr>
                                        <p:cTn id="48" dur="500" fill="hold"/>
                                        <p:tgtEl>
                                          <p:spTgt spid="56"/>
                                        </p:tgtEl>
                                        <p:attrNameLst>
                                          <p:attrName>ppt_w</p:attrName>
                                        </p:attrNameLst>
                                      </p:cBhvr>
                                      <p:tavLst>
                                        <p:tav tm="0">
                                          <p:val>
                                            <p:fltVal val="0"/>
                                          </p:val>
                                        </p:tav>
                                        <p:tav tm="100000">
                                          <p:val>
                                            <p:strVal val="#ppt_w"/>
                                          </p:val>
                                        </p:tav>
                                      </p:tavLst>
                                    </p:anim>
                                    <p:anim calcmode="lin" valueType="num">
                                      <p:cBhvr>
                                        <p:cTn id="49" dur="500" fill="hold"/>
                                        <p:tgtEl>
                                          <p:spTgt spid="56"/>
                                        </p:tgtEl>
                                        <p:attrNameLst>
                                          <p:attrName>ppt_h</p:attrName>
                                        </p:attrNameLst>
                                      </p:cBhvr>
                                      <p:tavLst>
                                        <p:tav tm="0">
                                          <p:val>
                                            <p:fltVal val="0"/>
                                          </p:val>
                                        </p:tav>
                                        <p:tav tm="100000">
                                          <p:val>
                                            <p:strVal val="#ppt_h"/>
                                          </p:val>
                                        </p:tav>
                                      </p:tavLst>
                                    </p:anim>
                                    <p:animEffect transition="in" filter="fade">
                                      <p:cBhvr>
                                        <p:cTn id="50"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그룹 84"/>
          <p:cNvGrpSpPr/>
          <p:nvPr/>
        </p:nvGrpSpPr>
        <p:grpSpPr>
          <a:xfrm>
            <a:off x="1629675" y="2087998"/>
            <a:ext cx="1792552" cy="736693"/>
            <a:chOff x="3664648" y="1802131"/>
            <a:chExt cx="1792552" cy="736693"/>
          </a:xfrm>
        </p:grpSpPr>
        <p:grpSp>
          <p:nvGrpSpPr>
            <p:cNvPr id="231" name="그룹 230"/>
            <p:cNvGrpSpPr/>
            <p:nvPr/>
          </p:nvGrpSpPr>
          <p:grpSpPr>
            <a:xfrm>
              <a:off x="3664648" y="1802131"/>
              <a:ext cx="1792552" cy="736693"/>
              <a:chOff x="1726049" y="1770381"/>
              <a:chExt cx="1792552" cy="736693"/>
            </a:xfrm>
          </p:grpSpPr>
          <p:sp>
            <p:nvSpPr>
              <p:cNvPr id="240" name="직사각형 239"/>
              <p:cNvSpPr/>
              <p:nvPr/>
            </p:nvSpPr>
            <p:spPr>
              <a:xfrm>
                <a:off x="1726049" y="2387074"/>
                <a:ext cx="1451514"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41" name="도넛 9"/>
              <p:cNvSpPr/>
              <p:nvPr/>
            </p:nvSpPr>
            <p:spPr>
              <a:xfrm rot="5400000">
                <a:off x="3177563" y="2267074"/>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42" name="직사각형 241"/>
              <p:cNvSpPr/>
              <p:nvPr/>
            </p:nvSpPr>
            <p:spPr>
              <a:xfrm rot="16200000">
                <a:off x="3267563" y="2117074"/>
                <a:ext cx="180000"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43" name="이등변 삼각형 242"/>
              <p:cNvSpPr/>
              <p:nvPr/>
            </p:nvSpPr>
            <p:spPr>
              <a:xfrm>
                <a:off x="3196525" y="1770381"/>
                <a:ext cx="322076" cy="316693"/>
              </a:xfrm>
              <a:prstGeom prst="triangl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44" name="직각 삼각형 243"/>
              <p:cNvSpPr>
                <a:spLocks/>
              </p:cNvSpPr>
              <p:nvPr/>
            </p:nvSpPr>
            <p:spPr>
              <a:xfrm rot="5400000">
                <a:off x="3298163" y="2086474"/>
                <a:ext cx="118800" cy="120000"/>
              </a:xfrm>
              <a:prstGeom prst="rtTriangle">
                <a:avLst/>
              </a:prstGeom>
              <a:solidFill>
                <a:schemeClr val="accent4">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83" name="직사각형 182"/>
            <p:cNvSpPr/>
            <p:nvPr/>
          </p:nvSpPr>
          <p:spPr>
            <a:xfrm>
              <a:off x="3712446" y="2418824"/>
              <a:ext cx="206712" cy="118800"/>
            </a:xfrm>
            <a:custGeom>
              <a:avLst/>
              <a:gdLst/>
              <a:ahLst/>
              <a:cxnLst/>
              <a:rect l="l" t="t" r="r" b="b"/>
              <a:pathLst>
                <a:path w="206712" h="118800">
                  <a:moveTo>
                    <a:pt x="159709" y="0"/>
                  </a:moveTo>
                  <a:lnTo>
                    <a:pt x="206712" y="0"/>
                  </a:lnTo>
                  <a:cubicBezTo>
                    <a:pt x="167904" y="68736"/>
                    <a:pt x="95547" y="115609"/>
                    <a:pt x="11904" y="118800"/>
                  </a:cubicBezTo>
                  <a:lnTo>
                    <a:pt x="0" y="118800"/>
                  </a:lnTo>
                  <a:lnTo>
                    <a:pt x="0" y="115262"/>
                  </a:lnTo>
                  <a:cubicBezTo>
                    <a:pt x="68553" y="101780"/>
                    <a:pt x="126572" y="58989"/>
                    <a:pt x="159709" y="0"/>
                  </a:cubicBezTo>
                  <a:close/>
                </a:path>
              </a:pathLst>
            </a:custGeom>
            <a:pattFill prst="dkVert">
              <a:fgClr>
                <a:schemeClr val="accent3">
                  <a:lumMod val="50000"/>
                </a:schemeClr>
              </a:fgClr>
              <a:bgClr>
                <a:schemeClr val="accent3">
                  <a:lumMod val="6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86" name="그룹 85"/>
          <p:cNvGrpSpPr/>
          <p:nvPr/>
        </p:nvGrpSpPr>
        <p:grpSpPr>
          <a:xfrm>
            <a:off x="3081193" y="2087998"/>
            <a:ext cx="1792553" cy="736693"/>
            <a:chOff x="5116162" y="1802131"/>
            <a:chExt cx="1792553" cy="736693"/>
          </a:xfrm>
        </p:grpSpPr>
        <p:grpSp>
          <p:nvGrpSpPr>
            <p:cNvPr id="248" name="그룹 247"/>
            <p:cNvGrpSpPr/>
            <p:nvPr/>
          </p:nvGrpSpPr>
          <p:grpSpPr>
            <a:xfrm>
              <a:off x="5116162" y="1802131"/>
              <a:ext cx="1792553" cy="736693"/>
              <a:chOff x="1726048" y="1770381"/>
              <a:chExt cx="1792553" cy="736693"/>
            </a:xfrm>
          </p:grpSpPr>
          <p:sp>
            <p:nvSpPr>
              <p:cNvPr id="257" name="직사각형 256"/>
              <p:cNvSpPr/>
              <p:nvPr/>
            </p:nvSpPr>
            <p:spPr>
              <a:xfrm>
                <a:off x="1726048" y="2387074"/>
                <a:ext cx="1451515"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58" name="도넛 9"/>
              <p:cNvSpPr/>
              <p:nvPr/>
            </p:nvSpPr>
            <p:spPr>
              <a:xfrm rot="5400000">
                <a:off x="3177563" y="2267074"/>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59" name="직사각형 258"/>
              <p:cNvSpPr/>
              <p:nvPr/>
            </p:nvSpPr>
            <p:spPr>
              <a:xfrm rot="16200000">
                <a:off x="3267563" y="2117074"/>
                <a:ext cx="180000"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60" name="이등변 삼각형 259"/>
              <p:cNvSpPr/>
              <p:nvPr/>
            </p:nvSpPr>
            <p:spPr>
              <a:xfrm>
                <a:off x="3196525" y="1770381"/>
                <a:ext cx="322076" cy="316693"/>
              </a:xfrm>
              <a:prstGeom prst="triangl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61" name="직각 삼각형 260"/>
              <p:cNvSpPr>
                <a:spLocks/>
              </p:cNvSpPr>
              <p:nvPr/>
            </p:nvSpPr>
            <p:spPr>
              <a:xfrm rot="5400000">
                <a:off x="3298163" y="2086474"/>
                <a:ext cx="118800" cy="120000"/>
              </a:xfrm>
              <a:prstGeom prst="rtTriangle">
                <a:avLst/>
              </a:prstGeom>
              <a:solidFill>
                <a:schemeClr val="accent4">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230" name="직사각형 182"/>
            <p:cNvSpPr/>
            <p:nvPr/>
          </p:nvSpPr>
          <p:spPr>
            <a:xfrm>
              <a:off x="5163960" y="2418824"/>
              <a:ext cx="206712" cy="118800"/>
            </a:xfrm>
            <a:custGeom>
              <a:avLst/>
              <a:gdLst/>
              <a:ahLst/>
              <a:cxnLst/>
              <a:rect l="l" t="t" r="r" b="b"/>
              <a:pathLst>
                <a:path w="206712" h="118800">
                  <a:moveTo>
                    <a:pt x="159709" y="0"/>
                  </a:moveTo>
                  <a:lnTo>
                    <a:pt x="206712" y="0"/>
                  </a:lnTo>
                  <a:cubicBezTo>
                    <a:pt x="167904" y="68736"/>
                    <a:pt x="95547" y="115609"/>
                    <a:pt x="11904" y="118800"/>
                  </a:cubicBezTo>
                  <a:lnTo>
                    <a:pt x="0" y="118800"/>
                  </a:lnTo>
                  <a:lnTo>
                    <a:pt x="0" y="115262"/>
                  </a:lnTo>
                  <a:cubicBezTo>
                    <a:pt x="68553" y="101780"/>
                    <a:pt x="126572" y="58989"/>
                    <a:pt x="159709" y="0"/>
                  </a:cubicBezTo>
                  <a:close/>
                </a:path>
              </a:pathLst>
            </a:custGeom>
            <a:pattFill prst="dkVert">
              <a:fgClr>
                <a:schemeClr val="accent3">
                  <a:lumMod val="50000"/>
                </a:schemeClr>
              </a:fgClr>
              <a:bgClr>
                <a:schemeClr val="accent3">
                  <a:lumMod val="6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88" name="그룹 87"/>
          <p:cNvGrpSpPr/>
          <p:nvPr/>
        </p:nvGrpSpPr>
        <p:grpSpPr>
          <a:xfrm>
            <a:off x="903918" y="3089890"/>
            <a:ext cx="1792552" cy="736693"/>
            <a:chOff x="2938891" y="2804023"/>
            <a:chExt cx="1792552" cy="736693"/>
          </a:xfrm>
        </p:grpSpPr>
        <p:grpSp>
          <p:nvGrpSpPr>
            <p:cNvPr id="282" name="그룹 281"/>
            <p:cNvGrpSpPr/>
            <p:nvPr/>
          </p:nvGrpSpPr>
          <p:grpSpPr>
            <a:xfrm flipV="1">
              <a:off x="2938891" y="2804023"/>
              <a:ext cx="1792552" cy="736693"/>
              <a:chOff x="1726049" y="1770381"/>
              <a:chExt cx="1792552" cy="736693"/>
            </a:xfrm>
          </p:grpSpPr>
          <p:sp>
            <p:nvSpPr>
              <p:cNvPr id="291" name="직사각형 290"/>
              <p:cNvSpPr/>
              <p:nvPr/>
            </p:nvSpPr>
            <p:spPr>
              <a:xfrm>
                <a:off x="1726049" y="2387074"/>
                <a:ext cx="1451514"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92" name="도넛 9"/>
              <p:cNvSpPr/>
              <p:nvPr/>
            </p:nvSpPr>
            <p:spPr>
              <a:xfrm rot="5400000">
                <a:off x="3177563" y="2267074"/>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93" name="직사각형 292"/>
              <p:cNvSpPr/>
              <p:nvPr/>
            </p:nvSpPr>
            <p:spPr>
              <a:xfrm rot="16200000">
                <a:off x="3267563" y="2117074"/>
                <a:ext cx="180000"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94" name="이등변 삼각형 293"/>
              <p:cNvSpPr/>
              <p:nvPr/>
            </p:nvSpPr>
            <p:spPr>
              <a:xfrm>
                <a:off x="3196525" y="1770381"/>
                <a:ext cx="322076" cy="316693"/>
              </a:xfrm>
              <a:prstGeom prst="triangl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95" name="직각 삼각형 294"/>
              <p:cNvSpPr>
                <a:spLocks/>
              </p:cNvSpPr>
              <p:nvPr/>
            </p:nvSpPr>
            <p:spPr>
              <a:xfrm rot="5400000">
                <a:off x="3298163" y="2086474"/>
                <a:ext cx="118800" cy="120000"/>
              </a:xfrm>
              <a:prstGeom prst="rtTriangle">
                <a:avLst/>
              </a:prstGeom>
              <a:solidFill>
                <a:schemeClr val="accent4">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264" name="직사각형 182"/>
            <p:cNvSpPr/>
            <p:nvPr/>
          </p:nvSpPr>
          <p:spPr>
            <a:xfrm flipV="1">
              <a:off x="2986689" y="2805223"/>
              <a:ext cx="206712" cy="118800"/>
            </a:xfrm>
            <a:custGeom>
              <a:avLst/>
              <a:gdLst/>
              <a:ahLst/>
              <a:cxnLst/>
              <a:rect l="l" t="t" r="r" b="b"/>
              <a:pathLst>
                <a:path w="206712" h="118800">
                  <a:moveTo>
                    <a:pt x="159709" y="0"/>
                  </a:moveTo>
                  <a:lnTo>
                    <a:pt x="206712" y="0"/>
                  </a:lnTo>
                  <a:cubicBezTo>
                    <a:pt x="167904" y="68736"/>
                    <a:pt x="95547" y="115609"/>
                    <a:pt x="11904" y="118800"/>
                  </a:cubicBezTo>
                  <a:lnTo>
                    <a:pt x="0" y="118800"/>
                  </a:lnTo>
                  <a:lnTo>
                    <a:pt x="0" y="115262"/>
                  </a:lnTo>
                  <a:cubicBezTo>
                    <a:pt x="68553" y="101780"/>
                    <a:pt x="126572" y="58989"/>
                    <a:pt x="159709" y="0"/>
                  </a:cubicBezTo>
                  <a:close/>
                </a:path>
              </a:pathLst>
            </a:custGeom>
            <a:pattFill prst="dkVert">
              <a:fgClr>
                <a:schemeClr val="accent3">
                  <a:lumMod val="50000"/>
                </a:schemeClr>
              </a:fgClr>
              <a:bgClr>
                <a:schemeClr val="accent3">
                  <a:lumMod val="6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89" name="그룹 88"/>
          <p:cNvGrpSpPr/>
          <p:nvPr/>
        </p:nvGrpSpPr>
        <p:grpSpPr>
          <a:xfrm>
            <a:off x="2330923" y="3089890"/>
            <a:ext cx="1817060" cy="736693"/>
            <a:chOff x="4365897" y="2804023"/>
            <a:chExt cx="1817060" cy="736693"/>
          </a:xfrm>
        </p:grpSpPr>
        <p:grpSp>
          <p:nvGrpSpPr>
            <p:cNvPr id="299" name="그룹 298"/>
            <p:cNvGrpSpPr/>
            <p:nvPr/>
          </p:nvGrpSpPr>
          <p:grpSpPr>
            <a:xfrm flipV="1">
              <a:off x="4365897" y="2804023"/>
              <a:ext cx="1817060" cy="736693"/>
              <a:chOff x="1701541" y="1770381"/>
              <a:chExt cx="1817060" cy="736693"/>
            </a:xfrm>
          </p:grpSpPr>
          <p:sp>
            <p:nvSpPr>
              <p:cNvPr id="308" name="직사각형 307"/>
              <p:cNvSpPr/>
              <p:nvPr/>
            </p:nvSpPr>
            <p:spPr>
              <a:xfrm>
                <a:off x="1701541" y="2387074"/>
                <a:ext cx="1476022"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309" name="도넛 9"/>
              <p:cNvSpPr/>
              <p:nvPr/>
            </p:nvSpPr>
            <p:spPr>
              <a:xfrm rot="5400000">
                <a:off x="3177563" y="2267074"/>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10" name="직사각형 309"/>
              <p:cNvSpPr/>
              <p:nvPr/>
            </p:nvSpPr>
            <p:spPr>
              <a:xfrm rot="16200000">
                <a:off x="3267563" y="2117074"/>
                <a:ext cx="180000"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311" name="이등변 삼각형 310"/>
              <p:cNvSpPr/>
              <p:nvPr/>
            </p:nvSpPr>
            <p:spPr>
              <a:xfrm>
                <a:off x="3196525" y="1770381"/>
                <a:ext cx="322076" cy="316693"/>
              </a:xfrm>
              <a:prstGeom prst="triangl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12" name="직각 삼각형 311"/>
              <p:cNvSpPr>
                <a:spLocks/>
              </p:cNvSpPr>
              <p:nvPr/>
            </p:nvSpPr>
            <p:spPr>
              <a:xfrm rot="5400000">
                <a:off x="3298163" y="2086474"/>
                <a:ext cx="118800" cy="120000"/>
              </a:xfrm>
              <a:prstGeom prst="rtTriangle">
                <a:avLst/>
              </a:prstGeom>
              <a:solidFill>
                <a:schemeClr val="accent4">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281" name="직사각형 182"/>
            <p:cNvSpPr/>
            <p:nvPr/>
          </p:nvSpPr>
          <p:spPr>
            <a:xfrm flipV="1">
              <a:off x="4438203" y="2805223"/>
              <a:ext cx="206712" cy="118800"/>
            </a:xfrm>
            <a:custGeom>
              <a:avLst/>
              <a:gdLst/>
              <a:ahLst/>
              <a:cxnLst/>
              <a:rect l="l" t="t" r="r" b="b"/>
              <a:pathLst>
                <a:path w="206712" h="118800">
                  <a:moveTo>
                    <a:pt x="159709" y="0"/>
                  </a:moveTo>
                  <a:lnTo>
                    <a:pt x="206712" y="0"/>
                  </a:lnTo>
                  <a:cubicBezTo>
                    <a:pt x="167904" y="68736"/>
                    <a:pt x="95547" y="115609"/>
                    <a:pt x="11904" y="118800"/>
                  </a:cubicBezTo>
                  <a:lnTo>
                    <a:pt x="0" y="118800"/>
                  </a:lnTo>
                  <a:lnTo>
                    <a:pt x="0" y="115262"/>
                  </a:lnTo>
                  <a:cubicBezTo>
                    <a:pt x="68553" y="101780"/>
                    <a:pt x="126572" y="58989"/>
                    <a:pt x="159709" y="0"/>
                  </a:cubicBezTo>
                  <a:close/>
                </a:path>
              </a:pathLst>
            </a:custGeom>
            <a:pattFill prst="dkVert">
              <a:fgClr>
                <a:schemeClr val="accent3">
                  <a:lumMod val="50000"/>
                </a:schemeClr>
              </a:fgClr>
              <a:bgClr>
                <a:schemeClr val="accent3">
                  <a:lumMod val="6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84" name="그룹 83"/>
          <p:cNvGrpSpPr/>
          <p:nvPr/>
        </p:nvGrpSpPr>
        <p:grpSpPr>
          <a:xfrm>
            <a:off x="662594" y="2087998"/>
            <a:ext cx="1308123" cy="736693"/>
            <a:chOff x="2697563" y="1802131"/>
            <a:chExt cx="1308123" cy="736693"/>
          </a:xfrm>
        </p:grpSpPr>
        <p:grpSp>
          <p:nvGrpSpPr>
            <p:cNvPr id="184" name="그룹 183"/>
            <p:cNvGrpSpPr/>
            <p:nvPr/>
          </p:nvGrpSpPr>
          <p:grpSpPr>
            <a:xfrm>
              <a:off x="2756963" y="1802131"/>
              <a:ext cx="1248723" cy="736693"/>
              <a:chOff x="2269878" y="1770381"/>
              <a:chExt cx="1248723" cy="736693"/>
            </a:xfrm>
          </p:grpSpPr>
          <p:sp>
            <p:nvSpPr>
              <p:cNvPr id="13" name="직사각형 12"/>
              <p:cNvSpPr/>
              <p:nvPr/>
            </p:nvSpPr>
            <p:spPr>
              <a:xfrm>
                <a:off x="2269878" y="2387074"/>
                <a:ext cx="907685"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10" name="도넛 9"/>
              <p:cNvSpPr/>
              <p:nvPr/>
            </p:nvSpPr>
            <p:spPr>
              <a:xfrm rot="5400000">
                <a:off x="3177563" y="2267074"/>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8" name="직사각형 17"/>
              <p:cNvSpPr/>
              <p:nvPr/>
            </p:nvSpPr>
            <p:spPr>
              <a:xfrm rot="16200000">
                <a:off x="3267563" y="2117074"/>
                <a:ext cx="180000"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1" name="이등변 삼각형 20"/>
              <p:cNvSpPr/>
              <p:nvPr/>
            </p:nvSpPr>
            <p:spPr>
              <a:xfrm>
                <a:off x="3196525" y="1770381"/>
                <a:ext cx="322076" cy="316693"/>
              </a:xfrm>
              <a:prstGeom prst="triangl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3" name="직각 삼각형 22"/>
              <p:cNvSpPr>
                <a:spLocks/>
              </p:cNvSpPr>
              <p:nvPr/>
            </p:nvSpPr>
            <p:spPr>
              <a:xfrm rot="5400000">
                <a:off x="3298163" y="2086474"/>
                <a:ext cx="118800" cy="120000"/>
              </a:xfrm>
              <a:prstGeom prst="rtTriangle">
                <a:avLst/>
              </a:prstGeom>
              <a:solidFill>
                <a:schemeClr val="accent4">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326" name="타원 325"/>
            <p:cNvSpPr/>
            <p:nvPr/>
          </p:nvSpPr>
          <p:spPr>
            <a:xfrm>
              <a:off x="2697563" y="2420024"/>
              <a:ext cx="118800" cy="118800"/>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87" name="그룹 86"/>
          <p:cNvGrpSpPr/>
          <p:nvPr/>
        </p:nvGrpSpPr>
        <p:grpSpPr>
          <a:xfrm>
            <a:off x="662589" y="3089890"/>
            <a:ext cx="582366" cy="736693"/>
            <a:chOff x="2697563" y="2804023"/>
            <a:chExt cx="582366" cy="736693"/>
          </a:xfrm>
        </p:grpSpPr>
        <p:grpSp>
          <p:nvGrpSpPr>
            <p:cNvPr id="265" name="그룹 264"/>
            <p:cNvGrpSpPr/>
            <p:nvPr/>
          </p:nvGrpSpPr>
          <p:grpSpPr>
            <a:xfrm flipV="1">
              <a:off x="2756963" y="2804023"/>
              <a:ext cx="522966" cy="736693"/>
              <a:chOff x="2995635" y="1770381"/>
              <a:chExt cx="522966" cy="736693"/>
            </a:xfrm>
          </p:grpSpPr>
          <p:sp>
            <p:nvSpPr>
              <p:cNvPr id="274" name="직사각형 273"/>
              <p:cNvSpPr/>
              <p:nvPr/>
            </p:nvSpPr>
            <p:spPr>
              <a:xfrm>
                <a:off x="2995635" y="2387074"/>
                <a:ext cx="181928"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75" name="도넛 9"/>
              <p:cNvSpPr/>
              <p:nvPr/>
            </p:nvSpPr>
            <p:spPr>
              <a:xfrm rot="5400000">
                <a:off x="3177563" y="2267074"/>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76" name="직사각형 275"/>
              <p:cNvSpPr/>
              <p:nvPr/>
            </p:nvSpPr>
            <p:spPr>
              <a:xfrm rot="16200000">
                <a:off x="3267563" y="2117074"/>
                <a:ext cx="180000"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77" name="이등변 삼각형 276"/>
              <p:cNvSpPr/>
              <p:nvPr/>
            </p:nvSpPr>
            <p:spPr>
              <a:xfrm>
                <a:off x="3196525" y="1770381"/>
                <a:ext cx="322076" cy="316693"/>
              </a:xfrm>
              <a:prstGeom prst="triangl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78" name="직각 삼각형 277"/>
              <p:cNvSpPr>
                <a:spLocks/>
              </p:cNvSpPr>
              <p:nvPr/>
            </p:nvSpPr>
            <p:spPr>
              <a:xfrm rot="5400000">
                <a:off x="3298163" y="2086474"/>
                <a:ext cx="118800" cy="120000"/>
              </a:xfrm>
              <a:prstGeom prst="rtTriangle">
                <a:avLst/>
              </a:prstGeom>
              <a:solidFill>
                <a:schemeClr val="accent4">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328" name="타원 327"/>
            <p:cNvSpPr/>
            <p:nvPr/>
          </p:nvSpPr>
          <p:spPr>
            <a:xfrm>
              <a:off x="2697563" y="2805223"/>
              <a:ext cx="118800" cy="118800"/>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331" name="그룹 330"/>
          <p:cNvGrpSpPr/>
          <p:nvPr/>
        </p:nvGrpSpPr>
        <p:grpSpPr>
          <a:xfrm>
            <a:off x="662589" y="2796250"/>
            <a:ext cx="4781740" cy="322076"/>
            <a:chOff x="2697563" y="2491337"/>
            <a:chExt cx="4781740" cy="322076"/>
          </a:xfrm>
        </p:grpSpPr>
        <p:grpSp>
          <p:nvGrpSpPr>
            <p:cNvPr id="132" name="그룹 131"/>
            <p:cNvGrpSpPr/>
            <p:nvPr/>
          </p:nvGrpSpPr>
          <p:grpSpPr>
            <a:xfrm rot="5400000">
              <a:off x="4957095" y="291205"/>
              <a:ext cx="322076" cy="4722340"/>
              <a:chOff x="3196525" y="1790689"/>
              <a:chExt cx="322076" cy="4722340"/>
            </a:xfrm>
          </p:grpSpPr>
          <p:sp>
            <p:nvSpPr>
              <p:cNvPr id="143" name="직사각형 142"/>
              <p:cNvSpPr/>
              <p:nvPr/>
            </p:nvSpPr>
            <p:spPr>
              <a:xfrm rot="16200000">
                <a:off x="1154742" y="4250206"/>
                <a:ext cx="4405647" cy="12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144" name="이등변 삼각형 143"/>
              <p:cNvSpPr/>
              <p:nvPr/>
            </p:nvSpPr>
            <p:spPr>
              <a:xfrm>
                <a:off x="3196525" y="1790689"/>
                <a:ext cx="322076" cy="316693"/>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5" name="직각 삼각형 144"/>
              <p:cNvSpPr>
                <a:spLocks/>
              </p:cNvSpPr>
              <p:nvPr/>
            </p:nvSpPr>
            <p:spPr>
              <a:xfrm rot="5400000">
                <a:off x="3298163" y="2106782"/>
                <a:ext cx="118800" cy="120000"/>
              </a:xfrm>
              <a:prstGeom prst="rtTriangle">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330" name="타원 329"/>
            <p:cNvSpPr/>
            <p:nvPr/>
          </p:nvSpPr>
          <p:spPr>
            <a:xfrm>
              <a:off x="2697563" y="2592975"/>
              <a:ext cx="118800" cy="1188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6" name="텍스트 개체 틀 5"/>
          <p:cNvSpPr>
            <a:spLocks noGrp="1"/>
          </p:cNvSpPr>
          <p:nvPr>
            <p:ph type="body" sz="quarter" idx="10"/>
          </p:nvPr>
        </p:nvSpPr>
        <p:spPr/>
        <p:txBody>
          <a:bodyPr/>
          <a:lstStyle/>
          <a:p>
            <a:r>
              <a:rPr lang="en-US" altLang="ko-KR" dirty="0" err="1"/>
              <a:t>Faucibus</a:t>
            </a:r>
            <a:r>
              <a:rPr lang="en-US" altLang="ko-KR" dirty="0"/>
              <a:t> </a:t>
            </a:r>
            <a:r>
              <a:rPr lang="en-US" altLang="ko-KR" dirty="0" err="1"/>
              <a:t>orci</a:t>
            </a:r>
            <a:r>
              <a:rPr lang="en-US" altLang="ko-KR" dirty="0"/>
              <a:t> </a:t>
            </a:r>
            <a:r>
              <a:rPr lang="en-US" altLang="ko-KR" dirty="0" err="1"/>
              <a:t>luctus</a:t>
            </a:r>
            <a:r>
              <a:rPr lang="en-US" altLang="ko-KR" dirty="0"/>
              <a:t> et </a:t>
            </a:r>
            <a:r>
              <a:rPr lang="en-US" altLang="ko-KR" dirty="0" err="1"/>
              <a:t>ultrices</a:t>
            </a:r>
            <a:r>
              <a:rPr lang="en-US" altLang="ko-KR" dirty="0"/>
              <a:t> </a:t>
            </a:r>
            <a:r>
              <a:rPr lang="en-US" altLang="ko-KR" dirty="0" err="1"/>
              <a:t>posuere</a:t>
            </a:r>
            <a:r>
              <a:rPr lang="en-US" altLang="ko-KR" dirty="0"/>
              <a:t> </a:t>
            </a:r>
            <a:r>
              <a:rPr lang="en-US" altLang="ko-KR" dirty="0" err="1"/>
              <a:t>cubilia</a:t>
            </a:r>
            <a:r>
              <a:rPr lang="en-US" altLang="ko-KR" dirty="0"/>
              <a:t> </a:t>
            </a:r>
            <a:r>
              <a:rPr lang="en-US" altLang="ko-KR" dirty="0" err="1"/>
              <a:t>Curae</a:t>
            </a:r>
            <a:r>
              <a:rPr lang="en-US" altLang="ko-KR" dirty="0"/>
              <a:t>; </a:t>
            </a:r>
            <a:r>
              <a:rPr lang="en-US" altLang="ko-KR" dirty="0" err="1"/>
              <a:t>Morbi</a:t>
            </a:r>
            <a:r>
              <a:rPr lang="en-US" altLang="ko-KR" dirty="0"/>
              <a:t> </a:t>
            </a:r>
            <a:r>
              <a:rPr lang="en-US" altLang="ko-KR" dirty="0" err="1"/>
              <a:t>lacinia</a:t>
            </a:r>
            <a:r>
              <a:rPr lang="en-US" altLang="ko-KR" dirty="0"/>
              <a:t> </a:t>
            </a:r>
            <a:r>
              <a:rPr lang="en-US" altLang="ko-KR" dirty="0" err="1"/>
              <a:t>molestie</a:t>
            </a:r>
            <a:r>
              <a:rPr lang="en-US" altLang="ko-KR" dirty="0"/>
              <a:t> dui. </a:t>
            </a:r>
            <a:r>
              <a:rPr lang="en-US" altLang="ko-KR" dirty="0" err="1"/>
              <a:t>Praesent</a:t>
            </a:r>
            <a:r>
              <a:rPr lang="en-US" altLang="ko-KR" dirty="0"/>
              <a:t> </a:t>
            </a:r>
            <a:r>
              <a:rPr lang="en-US" altLang="ko-KR" dirty="0" err="1"/>
              <a:t>blandit</a:t>
            </a:r>
            <a:r>
              <a:rPr lang="en-US" altLang="ko-KR" dirty="0"/>
              <a:t> dolor. </a:t>
            </a:r>
            <a:r>
              <a:rPr lang="en-US" altLang="ko-KR" dirty="0" err="1"/>
              <a:t>Sed</a:t>
            </a:r>
            <a:r>
              <a:rPr lang="en-US" altLang="ko-KR" dirty="0"/>
              <a:t> non quam. In </a:t>
            </a:r>
            <a:r>
              <a:rPr lang="en-US" altLang="ko-KR" dirty="0" err="1"/>
              <a:t>vel</a:t>
            </a:r>
            <a:r>
              <a:rPr lang="en-US" altLang="ko-KR" dirty="0"/>
              <a:t> mi sit amen </a:t>
            </a:r>
            <a:r>
              <a:rPr lang="en-US" altLang="ko-KR" dirty="0" err="1"/>
              <a:t>augue</a:t>
            </a:r>
            <a:r>
              <a:rPr lang="en-US" altLang="ko-KR" dirty="0"/>
              <a:t> </a:t>
            </a:r>
            <a:r>
              <a:rPr lang="en-US" altLang="ko-KR" dirty="0" err="1"/>
              <a:t>congue</a:t>
            </a:r>
            <a:r>
              <a:rPr lang="en-US" altLang="ko-KR" dirty="0"/>
              <a:t> </a:t>
            </a:r>
            <a:r>
              <a:rPr lang="en-US" altLang="ko-KR" dirty="0" err="1"/>
              <a:t>elementum</a:t>
            </a:r>
            <a:r>
              <a:rPr lang="en-US" altLang="ko-KR" dirty="0"/>
              <a:t>. </a:t>
            </a:r>
            <a:r>
              <a:rPr lang="en-US" altLang="ko-KR" dirty="0" err="1"/>
              <a:t>Morbi</a:t>
            </a:r>
            <a:r>
              <a:rPr lang="en-US" altLang="ko-KR" dirty="0"/>
              <a:t> in </a:t>
            </a:r>
            <a:r>
              <a:rPr lang="en-US" altLang="ko-KR" dirty="0" err="1"/>
              <a:t>ipsum</a:t>
            </a:r>
            <a:r>
              <a:rPr lang="en-US" altLang="ko-KR" dirty="0"/>
              <a:t> sit amen </a:t>
            </a:r>
            <a:r>
              <a:rPr lang="en-US" altLang="ko-KR" dirty="0" err="1"/>
              <a:t>pede</a:t>
            </a:r>
            <a:r>
              <a:rPr lang="en-US" altLang="ko-KR" dirty="0"/>
              <a:t> </a:t>
            </a:r>
            <a:r>
              <a:rPr lang="en-US" altLang="ko-KR" dirty="0" err="1"/>
              <a:t>facilisis</a:t>
            </a:r>
            <a:r>
              <a:rPr lang="en-US" altLang="ko-KR" dirty="0"/>
              <a:t> </a:t>
            </a:r>
            <a:r>
              <a:rPr lang="en-US" altLang="ko-KR" dirty="0" err="1"/>
              <a:t>laoreet</a:t>
            </a:r>
            <a:r>
              <a:rPr lang="en-US" altLang="ko-KR" dirty="0"/>
              <a:t>. </a:t>
            </a:r>
            <a:r>
              <a:rPr lang="en-US" altLang="ko-KR" dirty="0" err="1"/>
              <a:t>Donec</a:t>
            </a:r>
            <a:r>
              <a:rPr lang="en-US" altLang="ko-KR" dirty="0"/>
              <a:t> lacus </a:t>
            </a:r>
            <a:r>
              <a:rPr lang="en-US" altLang="ko-KR" dirty="0" err="1"/>
              <a:t>nunc</a:t>
            </a:r>
            <a:r>
              <a:rPr lang="en-US" altLang="ko-KR" dirty="0"/>
              <a:t>, </a:t>
            </a:r>
            <a:r>
              <a:rPr lang="en-US" altLang="ko-KR" dirty="0" err="1"/>
              <a:t>viverra</a:t>
            </a:r>
            <a:r>
              <a:rPr lang="en-US" altLang="ko-KR" dirty="0"/>
              <a:t> </a:t>
            </a:r>
            <a:r>
              <a:rPr lang="en-US" altLang="ko-KR" dirty="0" err="1"/>
              <a:t>nec</a:t>
            </a:r>
            <a:r>
              <a:rPr lang="en-US" altLang="ko-KR" dirty="0"/>
              <a:t>, </a:t>
            </a:r>
            <a:r>
              <a:rPr lang="en-US" altLang="ko-KR" dirty="0" err="1"/>
              <a:t>blandit</a:t>
            </a:r>
            <a:r>
              <a:rPr lang="en-US" altLang="ko-KR" dirty="0"/>
              <a:t> </a:t>
            </a:r>
            <a:r>
              <a:rPr lang="en-US" altLang="ko-KR" dirty="0" err="1"/>
              <a:t>vel</a:t>
            </a:r>
            <a:r>
              <a:rPr lang="en-US" altLang="ko-KR" dirty="0"/>
              <a:t>, </a:t>
            </a:r>
            <a:r>
              <a:rPr lang="en-US" altLang="ko-KR" dirty="0" err="1"/>
              <a:t>egestas</a:t>
            </a:r>
            <a:r>
              <a:rPr lang="en-US" altLang="ko-KR" dirty="0"/>
              <a:t> et, </a:t>
            </a:r>
            <a:r>
              <a:rPr lang="en-US" altLang="ko-KR" dirty="0" err="1"/>
              <a:t>augue</a:t>
            </a:r>
            <a:r>
              <a:rPr lang="en-US" altLang="ko-KR" dirty="0"/>
              <a:t>. </a:t>
            </a:r>
          </a:p>
          <a:p>
            <a:endParaRPr lang="en-US" altLang="ko-KR" dirty="0"/>
          </a:p>
          <a:p>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Integer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a:t>
            </a:r>
            <a:r>
              <a:rPr lang="en-US" altLang="ko-KR" dirty="0" err="1"/>
              <a:t>cursus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a:t>
            </a:r>
            <a:r>
              <a:rPr lang="en-US" altLang="ko-KR" dirty="0" err="1"/>
              <a:t>massa</a:t>
            </a:r>
            <a:r>
              <a:rPr lang="en-US" altLang="ko-KR" dirty="0"/>
              <a:t> </a:t>
            </a:r>
            <a:r>
              <a:rPr lang="en-US" altLang="ko-KR" dirty="0" err="1"/>
              <a:t>mattis</a:t>
            </a:r>
            <a:r>
              <a:rPr lang="en-US" altLang="ko-KR" dirty="0"/>
              <a:t> </a:t>
            </a:r>
            <a:r>
              <a:rPr lang="en-US" altLang="ko-KR" dirty="0" err="1"/>
              <a:t>sem</a:t>
            </a:r>
            <a:r>
              <a:rPr lang="en-US" altLang="ko-KR" dirty="0"/>
              <a:t>, at </a:t>
            </a:r>
            <a:r>
              <a:rPr lang="en-US" altLang="ko-KR" dirty="0" err="1"/>
              <a:t>interdum</a:t>
            </a:r>
            <a:r>
              <a:rPr lang="en-US" altLang="ko-KR" dirty="0"/>
              <a:t> magna </a:t>
            </a:r>
            <a:r>
              <a:rPr lang="en-US" altLang="ko-KR" dirty="0" err="1"/>
              <a:t>augue</a:t>
            </a:r>
            <a:r>
              <a:rPr lang="en-US" altLang="ko-KR" dirty="0"/>
              <a:t> </a:t>
            </a:r>
            <a:r>
              <a:rPr lang="en-US" altLang="ko-KR" dirty="0" err="1"/>
              <a:t>eget</a:t>
            </a:r>
            <a:r>
              <a:rPr lang="en-US" altLang="ko-KR" dirty="0"/>
              <a:t> diam. </a:t>
            </a:r>
            <a:r>
              <a:rPr lang="en-US" altLang="ko-KR" dirty="0" err="1"/>
              <a:t>Vestibulum</a:t>
            </a:r>
            <a:r>
              <a:rPr lang="en-US" altLang="ko-KR" dirty="0"/>
              <a:t> ante </a:t>
            </a:r>
            <a:r>
              <a:rPr lang="en-US" altLang="ko-KR" dirty="0" err="1"/>
              <a:t>ipsum</a:t>
            </a:r>
            <a:r>
              <a:rPr lang="en-US" altLang="ko-KR" dirty="0"/>
              <a:t> </a:t>
            </a:r>
            <a:r>
              <a:rPr lang="en-US" altLang="ko-KR" dirty="0" err="1"/>
              <a:t>primis</a:t>
            </a:r>
            <a:r>
              <a:rPr lang="en-US" altLang="ko-KR" dirty="0"/>
              <a:t> in </a:t>
            </a:r>
            <a:r>
              <a:rPr lang="en-US" altLang="ko-KR" dirty="0" err="1"/>
              <a:t>faucibus</a:t>
            </a:r>
            <a:r>
              <a:rPr lang="en-US" altLang="ko-KR" dirty="0"/>
              <a:t> </a:t>
            </a:r>
            <a:r>
              <a:rPr lang="en-US" altLang="ko-KR" dirty="0" err="1"/>
              <a:t>orci</a:t>
            </a:r>
            <a:r>
              <a:rPr lang="en-US" altLang="ko-KR" dirty="0"/>
              <a:t> </a:t>
            </a:r>
            <a:r>
              <a:rPr lang="en-US" altLang="ko-KR" dirty="0" err="1"/>
              <a:t>luctus</a:t>
            </a:r>
            <a:r>
              <a:rPr lang="en-US" altLang="ko-KR" dirty="0"/>
              <a:t>.</a:t>
            </a:r>
          </a:p>
          <a:p>
            <a:endParaRPr lang="ko-KR" altLang="en-US" dirty="0"/>
          </a:p>
        </p:txBody>
      </p:sp>
      <p:sp>
        <p:nvSpPr>
          <p:cNvPr id="2" name="제목 1"/>
          <p:cNvSpPr>
            <a:spLocks noGrp="1"/>
          </p:cNvSpPr>
          <p:nvPr>
            <p:ph type="title"/>
          </p:nvPr>
        </p:nvSpPr>
        <p:spPr/>
        <p:txBody>
          <a:bodyPr/>
          <a:lstStyle/>
          <a:p>
            <a:r>
              <a:rPr lang="en-US" altLang="ko-KR" dirty="0"/>
              <a:t>Business Goals</a:t>
            </a:r>
            <a:endParaRPr lang="ko-KR" altLang="en-US" dirty="0"/>
          </a:p>
        </p:txBody>
      </p:sp>
      <p:grpSp>
        <p:nvGrpSpPr>
          <p:cNvPr id="5" name="그룹 4"/>
          <p:cNvGrpSpPr/>
          <p:nvPr/>
        </p:nvGrpSpPr>
        <p:grpSpPr>
          <a:xfrm>
            <a:off x="5444333" y="2504928"/>
            <a:ext cx="943971" cy="1365124"/>
            <a:chOff x="7479304" y="2219065"/>
            <a:chExt cx="943971" cy="1365124"/>
          </a:xfrm>
        </p:grpSpPr>
        <p:sp>
          <p:nvSpPr>
            <p:cNvPr id="317" name="TextBox 316"/>
            <p:cNvSpPr txBox="1"/>
            <p:nvPr/>
          </p:nvSpPr>
          <p:spPr>
            <a:xfrm>
              <a:off x="7479304" y="2219065"/>
              <a:ext cx="943971" cy="603174"/>
            </a:xfrm>
            <a:prstGeom prst="rect">
              <a:avLst/>
            </a:prstGeom>
            <a:noFill/>
          </p:spPr>
          <p:txBody>
            <a:bodyPr wrap="square" lIns="0" tIns="0" rIns="0" bIns="0" rtlCol="0" anchor="ctr">
              <a:noAutofit/>
            </a:bodyPr>
            <a:lstStyle/>
            <a:p>
              <a:pPr algn="ctr"/>
              <a:r>
                <a:rPr lang="en-US" altLang="ko-KR" sz="6000" dirty="0">
                  <a:pattFill prst="pct70">
                    <a:fgClr>
                      <a:schemeClr val="bg2"/>
                    </a:fgClr>
                    <a:bgClr>
                      <a:schemeClr val="accent3">
                        <a:lumMod val="50000"/>
                      </a:schemeClr>
                    </a:bgClr>
                  </a:pattFill>
                  <a:latin typeface="Bebas Neue"/>
                  <a:ea typeface="Roboto Condensed Regular"/>
                  <a:cs typeface="+mj-cs"/>
                </a:rPr>
                <a:t>“</a:t>
              </a:r>
              <a:endParaRPr lang="nb-NO" altLang="ko-KR" sz="6000" dirty="0">
                <a:pattFill prst="pct70">
                  <a:fgClr>
                    <a:schemeClr val="bg2"/>
                  </a:fgClr>
                  <a:bgClr>
                    <a:schemeClr val="accent3">
                      <a:lumMod val="50000"/>
                    </a:schemeClr>
                  </a:bgClr>
                </a:pattFill>
                <a:latin typeface="Bebas Neue"/>
                <a:ea typeface="Roboto Condensed Regular"/>
                <a:cs typeface="+mj-cs"/>
              </a:endParaRPr>
            </a:p>
          </p:txBody>
        </p:sp>
        <p:sp>
          <p:nvSpPr>
            <p:cNvPr id="318" name="TextBox 317"/>
            <p:cNvSpPr txBox="1"/>
            <p:nvPr/>
          </p:nvSpPr>
          <p:spPr>
            <a:xfrm>
              <a:off x="7479304" y="2981015"/>
              <a:ext cx="943971" cy="603174"/>
            </a:xfrm>
            <a:prstGeom prst="rect">
              <a:avLst/>
            </a:prstGeom>
            <a:noFill/>
          </p:spPr>
          <p:txBody>
            <a:bodyPr wrap="square" lIns="0" tIns="0" rIns="0" bIns="0" rtlCol="0" anchor="ctr">
              <a:noAutofit/>
            </a:bodyPr>
            <a:lstStyle/>
            <a:p>
              <a:pPr algn="ctr"/>
              <a:r>
                <a:rPr lang="en-US" altLang="ko-KR" sz="6000" dirty="0">
                  <a:pattFill prst="pct70">
                    <a:fgClr>
                      <a:schemeClr val="bg2"/>
                    </a:fgClr>
                    <a:bgClr>
                      <a:schemeClr val="accent3">
                        <a:lumMod val="50000"/>
                      </a:schemeClr>
                    </a:bgClr>
                  </a:pattFill>
                  <a:latin typeface="Bebas Neue"/>
                  <a:ea typeface="Roboto Condensed Regular"/>
                  <a:cs typeface="+mj-cs"/>
                </a:rPr>
                <a:t>”</a:t>
              </a:r>
              <a:endParaRPr lang="nb-NO" altLang="ko-KR" sz="6000" dirty="0">
                <a:pattFill prst="pct70">
                  <a:fgClr>
                    <a:schemeClr val="bg2"/>
                  </a:fgClr>
                  <a:bgClr>
                    <a:schemeClr val="accent3">
                      <a:lumMod val="50000"/>
                    </a:schemeClr>
                  </a:bgClr>
                </a:pattFill>
                <a:latin typeface="Bebas Neue"/>
                <a:ea typeface="Roboto Condensed Regular"/>
                <a:cs typeface="+mj-cs"/>
              </a:endParaRPr>
            </a:p>
          </p:txBody>
        </p:sp>
        <p:sp>
          <p:nvSpPr>
            <p:cNvPr id="316" name="TextBox 315"/>
            <p:cNvSpPr txBox="1"/>
            <p:nvPr/>
          </p:nvSpPr>
          <p:spPr>
            <a:xfrm>
              <a:off x="7479304" y="2512596"/>
              <a:ext cx="943971" cy="339945"/>
            </a:xfrm>
            <a:prstGeom prst="rect">
              <a:avLst/>
            </a:prstGeom>
            <a:noFill/>
          </p:spPr>
          <p:txBody>
            <a:bodyPr wrap="square" lIns="0" tIns="0" rIns="0" bIns="0" rtlCol="0" anchor="ctr">
              <a:noAutofit/>
            </a:bodyPr>
            <a:lstStyle/>
            <a:p>
              <a:pPr lvl="0" algn="ctr"/>
              <a:r>
                <a:rPr lang="en-US" altLang="ko-KR" sz="1200" dirty="0">
                  <a:gradFill>
                    <a:gsLst>
                      <a:gs pos="0">
                        <a:schemeClr val="tx2"/>
                      </a:gs>
                      <a:gs pos="100000">
                        <a:schemeClr val="tx2"/>
                      </a:gs>
                    </a:gsLst>
                    <a:lin ang="0" scaled="1"/>
                  </a:gradFill>
                  <a:latin typeface="Bebas Neue"/>
                  <a:ea typeface="Roboto Condensed Regular"/>
                  <a:cs typeface="+mj-cs"/>
                </a:rPr>
                <a:t>Your Business Goals here</a:t>
              </a:r>
              <a:endParaRPr lang="nb-NO" altLang="ko-KR" sz="1200" b="1" dirty="0">
                <a:gradFill>
                  <a:gsLst>
                    <a:gs pos="0">
                      <a:schemeClr val="tx2"/>
                    </a:gs>
                    <a:gs pos="100000">
                      <a:schemeClr val="tx2"/>
                    </a:gs>
                  </a:gsLst>
                  <a:lin ang="0" scaled="1"/>
                </a:gradFill>
                <a:latin typeface="Bebas Neue" pitchFamily="34" charset="0"/>
                <a:ea typeface="Roboto Light" pitchFamily="2" charset="0"/>
                <a:cs typeface="Roboto Condensed Regular"/>
              </a:endParaRPr>
            </a:p>
          </p:txBody>
        </p:sp>
      </p:grpSp>
      <p:grpSp>
        <p:nvGrpSpPr>
          <p:cNvPr id="93" name="그룹 92"/>
          <p:cNvGrpSpPr/>
          <p:nvPr/>
        </p:nvGrpSpPr>
        <p:grpSpPr>
          <a:xfrm>
            <a:off x="1271727" y="1602945"/>
            <a:ext cx="1256651" cy="478703"/>
            <a:chOff x="1271727" y="1602945"/>
            <a:chExt cx="1256651" cy="478703"/>
          </a:xfrm>
        </p:grpSpPr>
        <p:grpSp>
          <p:nvGrpSpPr>
            <p:cNvPr id="35" name="그룹 34"/>
            <p:cNvGrpSpPr/>
            <p:nvPr/>
          </p:nvGrpSpPr>
          <p:grpSpPr>
            <a:xfrm>
              <a:off x="1648509" y="1602945"/>
              <a:ext cx="879869" cy="478703"/>
              <a:chOff x="2871213" y="1119161"/>
              <a:chExt cx="879869" cy="478703"/>
            </a:xfrm>
          </p:grpSpPr>
          <p:sp>
            <p:nvSpPr>
              <p:cNvPr id="33" name="TextBox 32"/>
              <p:cNvSpPr txBox="1"/>
              <p:nvPr/>
            </p:nvSpPr>
            <p:spPr>
              <a:xfrm>
                <a:off x="2871213" y="1119161"/>
                <a:ext cx="879869" cy="153888"/>
              </a:xfrm>
              <a:prstGeom prst="rect">
                <a:avLst/>
              </a:prstGeom>
              <a:noFill/>
            </p:spPr>
            <p:txBody>
              <a:bodyPr wrap="square" lIns="0" tIns="0" rIns="0" bIns="0" rtlCol="0">
                <a:noAutofit/>
              </a:bodyPr>
              <a:lstStyle/>
              <a:p>
                <a:pPr lvl="0"/>
                <a:r>
                  <a:rPr lang="en-US" altLang="ko-KR" sz="900" b="1" dirty="0">
                    <a:gradFill>
                      <a:gsLst>
                        <a:gs pos="0">
                          <a:schemeClr val="accent1"/>
                        </a:gs>
                        <a:gs pos="100000">
                          <a:schemeClr val="accent1"/>
                        </a:gs>
                      </a:gsLst>
                      <a:lin ang="5400000" scaled="0"/>
                    </a:gradFill>
                    <a:latin typeface="Roboto Condensed Regular"/>
                  </a:rPr>
                  <a:t>LOREM IPSUM </a:t>
                </a:r>
                <a:endParaRPr lang="ko-KR" altLang="en-US" sz="900" b="1" dirty="0">
                  <a:gradFill>
                    <a:gsLst>
                      <a:gs pos="0">
                        <a:schemeClr val="accent1"/>
                      </a:gs>
                      <a:gs pos="100000">
                        <a:schemeClr val="accent1"/>
                      </a:gs>
                    </a:gsLst>
                    <a:lin ang="5400000" scaled="0"/>
                  </a:gradFill>
                  <a:latin typeface="Roboto Condensed Regular"/>
                </a:endParaRPr>
              </a:p>
            </p:txBody>
          </p:sp>
          <p:sp>
            <p:nvSpPr>
              <p:cNvPr id="34" name="TextBox 33"/>
              <p:cNvSpPr txBox="1"/>
              <p:nvPr/>
            </p:nvSpPr>
            <p:spPr>
              <a:xfrm>
                <a:off x="2871213" y="1288726"/>
                <a:ext cx="879869" cy="30913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sp>
          <p:nvSpPr>
            <p:cNvPr id="92" name="Freeform 50"/>
            <p:cNvSpPr>
              <a:spLocks noEditPoints="1"/>
            </p:cNvSpPr>
            <p:nvPr/>
          </p:nvSpPr>
          <p:spPr bwMode="auto">
            <a:xfrm>
              <a:off x="1271727" y="1613132"/>
              <a:ext cx="273283" cy="344211"/>
            </a:xfrm>
            <a:custGeom>
              <a:avLst/>
              <a:gdLst/>
              <a:ahLst/>
              <a:cxnLst>
                <a:cxn ang="0">
                  <a:pos x="187" y="135"/>
                </a:cxn>
                <a:cxn ang="0">
                  <a:pos x="44" y="135"/>
                </a:cxn>
                <a:cxn ang="0">
                  <a:pos x="44" y="156"/>
                </a:cxn>
                <a:cxn ang="0">
                  <a:pos x="187" y="156"/>
                </a:cxn>
                <a:cxn ang="0">
                  <a:pos x="187" y="135"/>
                </a:cxn>
                <a:cxn ang="0">
                  <a:pos x="187" y="95"/>
                </a:cxn>
                <a:cxn ang="0">
                  <a:pos x="44" y="95"/>
                </a:cxn>
                <a:cxn ang="0">
                  <a:pos x="44" y="115"/>
                </a:cxn>
                <a:cxn ang="0">
                  <a:pos x="187" y="115"/>
                </a:cxn>
                <a:cxn ang="0">
                  <a:pos x="187" y="95"/>
                </a:cxn>
                <a:cxn ang="0">
                  <a:pos x="187" y="54"/>
                </a:cxn>
                <a:cxn ang="0">
                  <a:pos x="44" y="54"/>
                </a:cxn>
                <a:cxn ang="0">
                  <a:pos x="44" y="75"/>
                </a:cxn>
                <a:cxn ang="0">
                  <a:pos x="187" y="75"/>
                </a:cxn>
                <a:cxn ang="0">
                  <a:pos x="187" y="54"/>
                </a:cxn>
                <a:cxn ang="0">
                  <a:pos x="44" y="196"/>
                </a:cxn>
                <a:cxn ang="0">
                  <a:pos x="116" y="196"/>
                </a:cxn>
                <a:cxn ang="0">
                  <a:pos x="116" y="176"/>
                </a:cxn>
                <a:cxn ang="0">
                  <a:pos x="44" y="176"/>
                </a:cxn>
                <a:cxn ang="0">
                  <a:pos x="44" y="196"/>
                </a:cxn>
                <a:cxn ang="0">
                  <a:pos x="233" y="29"/>
                </a:cxn>
                <a:cxn ang="0">
                  <a:pos x="233" y="0"/>
                </a:cxn>
                <a:cxn ang="0">
                  <a:pos x="0" y="0"/>
                </a:cxn>
                <a:cxn ang="0">
                  <a:pos x="0" y="301"/>
                </a:cxn>
                <a:cxn ang="0">
                  <a:pos x="29" y="301"/>
                </a:cxn>
                <a:cxn ang="0">
                  <a:pos x="29" y="330"/>
                </a:cxn>
                <a:cxn ang="0">
                  <a:pos x="262" y="330"/>
                </a:cxn>
                <a:cxn ang="0">
                  <a:pos x="262" y="29"/>
                </a:cxn>
                <a:cxn ang="0">
                  <a:pos x="233" y="29"/>
                </a:cxn>
                <a:cxn ang="0">
                  <a:pos x="15" y="286"/>
                </a:cxn>
                <a:cxn ang="0">
                  <a:pos x="15" y="16"/>
                </a:cxn>
                <a:cxn ang="0">
                  <a:pos x="216" y="16"/>
                </a:cxn>
                <a:cxn ang="0">
                  <a:pos x="216" y="216"/>
                </a:cxn>
                <a:cxn ang="0">
                  <a:pos x="148" y="216"/>
                </a:cxn>
                <a:cxn ang="0">
                  <a:pos x="148" y="286"/>
                </a:cxn>
                <a:cxn ang="0">
                  <a:pos x="15" y="286"/>
                </a:cxn>
                <a:cxn ang="0">
                  <a:pos x="245" y="315"/>
                </a:cxn>
                <a:cxn ang="0">
                  <a:pos x="44" y="315"/>
                </a:cxn>
                <a:cxn ang="0">
                  <a:pos x="44" y="301"/>
                </a:cxn>
                <a:cxn ang="0">
                  <a:pos x="155" y="301"/>
                </a:cxn>
                <a:cxn ang="0">
                  <a:pos x="233" y="225"/>
                </a:cxn>
                <a:cxn ang="0">
                  <a:pos x="233" y="45"/>
                </a:cxn>
                <a:cxn ang="0">
                  <a:pos x="245" y="45"/>
                </a:cxn>
                <a:cxn ang="0">
                  <a:pos x="245" y="315"/>
                </a:cxn>
              </a:cxnLst>
              <a:rect l="0" t="0" r="r" b="b"/>
              <a:pathLst>
                <a:path w="262" h="330">
                  <a:moveTo>
                    <a:pt x="187" y="135"/>
                  </a:moveTo>
                  <a:lnTo>
                    <a:pt x="44" y="135"/>
                  </a:lnTo>
                  <a:lnTo>
                    <a:pt x="44" y="156"/>
                  </a:lnTo>
                  <a:lnTo>
                    <a:pt x="187" y="156"/>
                  </a:lnTo>
                  <a:lnTo>
                    <a:pt x="187" y="135"/>
                  </a:lnTo>
                  <a:close/>
                  <a:moveTo>
                    <a:pt x="187" y="95"/>
                  </a:moveTo>
                  <a:lnTo>
                    <a:pt x="44" y="95"/>
                  </a:lnTo>
                  <a:lnTo>
                    <a:pt x="44" y="115"/>
                  </a:lnTo>
                  <a:lnTo>
                    <a:pt x="187" y="115"/>
                  </a:lnTo>
                  <a:lnTo>
                    <a:pt x="187" y="95"/>
                  </a:lnTo>
                  <a:close/>
                  <a:moveTo>
                    <a:pt x="187" y="54"/>
                  </a:moveTo>
                  <a:lnTo>
                    <a:pt x="44" y="54"/>
                  </a:lnTo>
                  <a:lnTo>
                    <a:pt x="44" y="75"/>
                  </a:lnTo>
                  <a:lnTo>
                    <a:pt x="187" y="75"/>
                  </a:lnTo>
                  <a:lnTo>
                    <a:pt x="187" y="54"/>
                  </a:lnTo>
                  <a:close/>
                  <a:moveTo>
                    <a:pt x="44" y="196"/>
                  </a:moveTo>
                  <a:lnTo>
                    <a:pt x="116" y="196"/>
                  </a:lnTo>
                  <a:lnTo>
                    <a:pt x="116" y="176"/>
                  </a:lnTo>
                  <a:lnTo>
                    <a:pt x="44" y="176"/>
                  </a:lnTo>
                  <a:lnTo>
                    <a:pt x="44" y="196"/>
                  </a:lnTo>
                  <a:close/>
                  <a:moveTo>
                    <a:pt x="233" y="29"/>
                  </a:moveTo>
                  <a:lnTo>
                    <a:pt x="233" y="0"/>
                  </a:lnTo>
                  <a:lnTo>
                    <a:pt x="0" y="0"/>
                  </a:lnTo>
                  <a:lnTo>
                    <a:pt x="0" y="301"/>
                  </a:lnTo>
                  <a:lnTo>
                    <a:pt x="29" y="301"/>
                  </a:lnTo>
                  <a:lnTo>
                    <a:pt x="29" y="330"/>
                  </a:lnTo>
                  <a:lnTo>
                    <a:pt x="262" y="330"/>
                  </a:lnTo>
                  <a:lnTo>
                    <a:pt x="262" y="29"/>
                  </a:lnTo>
                  <a:lnTo>
                    <a:pt x="233" y="29"/>
                  </a:lnTo>
                  <a:close/>
                  <a:moveTo>
                    <a:pt x="15" y="286"/>
                  </a:moveTo>
                  <a:lnTo>
                    <a:pt x="15" y="16"/>
                  </a:lnTo>
                  <a:lnTo>
                    <a:pt x="216" y="16"/>
                  </a:lnTo>
                  <a:lnTo>
                    <a:pt x="216" y="216"/>
                  </a:lnTo>
                  <a:lnTo>
                    <a:pt x="148" y="216"/>
                  </a:lnTo>
                  <a:lnTo>
                    <a:pt x="148" y="286"/>
                  </a:lnTo>
                  <a:lnTo>
                    <a:pt x="15" y="286"/>
                  </a:lnTo>
                  <a:close/>
                  <a:moveTo>
                    <a:pt x="245" y="315"/>
                  </a:moveTo>
                  <a:lnTo>
                    <a:pt x="44" y="315"/>
                  </a:lnTo>
                  <a:lnTo>
                    <a:pt x="44" y="301"/>
                  </a:lnTo>
                  <a:lnTo>
                    <a:pt x="155" y="301"/>
                  </a:lnTo>
                  <a:lnTo>
                    <a:pt x="233" y="225"/>
                  </a:lnTo>
                  <a:lnTo>
                    <a:pt x="233" y="45"/>
                  </a:lnTo>
                  <a:lnTo>
                    <a:pt x="245" y="45"/>
                  </a:lnTo>
                  <a:lnTo>
                    <a:pt x="245" y="315"/>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01" name="그룹 100"/>
          <p:cNvGrpSpPr/>
          <p:nvPr/>
        </p:nvGrpSpPr>
        <p:grpSpPr>
          <a:xfrm>
            <a:off x="2676047" y="1602945"/>
            <a:ext cx="1293643" cy="478703"/>
            <a:chOff x="2676047" y="1602945"/>
            <a:chExt cx="1293643" cy="478703"/>
          </a:xfrm>
        </p:grpSpPr>
        <p:grpSp>
          <p:nvGrpSpPr>
            <p:cNvPr id="234" name="그룹 233"/>
            <p:cNvGrpSpPr/>
            <p:nvPr/>
          </p:nvGrpSpPr>
          <p:grpSpPr>
            <a:xfrm>
              <a:off x="3089821" y="1602945"/>
              <a:ext cx="879869" cy="478703"/>
              <a:chOff x="2871213" y="1119161"/>
              <a:chExt cx="879869" cy="478703"/>
            </a:xfrm>
          </p:grpSpPr>
          <p:sp>
            <p:nvSpPr>
              <p:cNvPr id="235" name="TextBox 234"/>
              <p:cNvSpPr txBox="1"/>
              <p:nvPr/>
            </p:nvSpPr>
            <p:spPr>
              <a:xfrm>
                <a:off x="2871213" y="1119161"/>
                <a:ext cx="879869" cy="153888"/>
              </a:xfrm>
              <a:prstGeom prst="rect">
                <a:avLst/>
              </a:prstGeom>
              <a:noFill/>
            </p:spPr>
            <p:txBody>
              <a:bodyPr wrap="square" lIns="0" tIns="0" rIns="0" bIns="0" rtlCol="0">
                <a:noAutofit/>
              </a:bodyPr>
              <a:lstStyle/>
              <a:p>
                <a:r>
                  <a:rPr lang="en-US" altLang="ko-KR" sz="900" b="1" dirty="0">
                    <a:gradFill>
                      <a:gsLst>
                        <a:gs pos="0">
                          <a:schemeClr val="accent1"/>
                        </a:gs>
                        <a:gs pos="100000">
                          <a:schemeClr val="accent1"/>
                        </a:gs>
                      </a:gsLst>
                      <a:lin ang="5400000" scaled="0"/>
                    </a:gradFill>
                    <a:latin typeface="Roboto Condensed Regular"/>
                  </a:rPr>
                  <a:t>LOREM IPSUM </a:t>
                </a:r>
                <a:endParaRPr lang="ko-KR" altLang="en-US" sz="900" b="1" dirty="0">
                  <a:gradFill>
                    <a:gsLst>
                      <a:gs pos="0">
                        <a:schemeClr val="accent1"/>
                      </a:gs>
                      <a:gs pos="100000">
                        <a:schemeClr val="accent1"/>
                      </a:gs>
                    </a:gsLst>
                    <a:lin ang="5400000" scaled="0"/>
                  </a:gradFill>
                  <a:latin typeface="Roboto Condensed Regular"/>
                </a:endParaRPr>
              </a:p>
            </p:txBody>
          </p:sp>
          <p:sp>
            <p:nvSpPr>
              <p:cNvPr id="236" name="TextBox 235"/>
              <p:cNvSpPr txBox="1"/>
              <p:nvPr/>
            </p:nvSpPr>
            <p:spPr>
              <a:xfrm>
                <a:off x="2871213" y="1288726"/>
                <a:ext cx="879869" cy="309138"/>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sp>
          <p:nvSpPr>
            <p:cNvPr id="94" name="Freeform 57"/>
            <p:cNvSpPr>
              <a:spLocks noEditPoints="1"/>
            </p:cNvSpPr>
            <p:nvPr/>
          </p:nvSpPr>
          <p:spPr bwMode="auto">
            <a:xfrm>
              <a:off x="2676047" y="1608086"/>
              <a:ext cx="342124" cy="354303"/>
            </a:xfrm>
            <a:custGeom>
              <a:avLst/>
              <a:gdLst/>
              <a:ahLst/>
              <a:cxnLst>
                <a:cxn ang="0">
                  <a:pos x="142" y="175"/>
                </a:cxn>
                <a:cxn ang="0">
                  <a:pos x="147" y="179"/>
                </a:cxn>
                <a:cxn ang="0">
                  <a:pos x="203" y="210"/>
                </a:cxn>
                <a:cxn ang="0">
                  <a:pos x="202" y="146"/>
                </a:cxn>
                <a:cxn ang="0">
                  <a:pos x="200" y="140"/>
                </a:cxn>
                <a:cxn ang="0">
                  <a:pos x="194" y="130"/>
                </a:cxn>
                <a:cxn ang="0">
                  <a:pos x="136" y="165"/>
                </a:cxn>
                <a:cxn ang="0">
                  <a:pos x="142" y="175"/>
                </a:cxn>
                <a:cxn ang="0">
                  <a:pos x="175" y="130"/>
                </a:cxn>
                <a:cxn ang="0">
                  <a:pos x="189" y="122"/>
                </a:cxn>
                <a:cxn ang="0">
                  <a:pos x="129" y="23"/>
                </a:cxn>
                <a:cxn ang="0">
                  <a:pos x="115" y="32"/>
                </a:cxn>
                <a:cxn ang="0">
                  <a:pos x="175" y="130"/>
                </a:cxn>
                <a:cxn ang="0">
                  <a:pos x="169" y="134"/>
                </a:cxn>
                <a:cxn ang="0">
                  <a:pos x="109" y="36"/>
                </a:cxn>
                <a:cxn ang="0">
                  <a:pos x="92" y="46"/>
                </a:cxn>
                <a:cxn ang="0">
                  <a:pos x="151" y="145"/>
                </a:cxn>
                <a:cxn ang="0">
                  <a:pos x="169" y="134"/>
                </a:cxn>
                <a:cxn ang="0">
                  <a:pos x="72" y="58"/>
                </a:cxn>
                <a:cxn ang="0">
                  <a:pos x="131" y="157"/>
                </a:cxn>
                <a:cxn ang="0">
                  <a:pos x="145" y="148"/>
                </a:cxn>
                <a:cxn ang="0">
                  <a:pos x="86" y="50"/>
                </a:cxn>
                <a:cxn ang="0">
                  <a:pos x="72" y="58"/>
                </a:cxn>
                <a:cxn ang="0">
                  <a:pos x="67" y="50"/>
                </a:cxn>
                <a:cxn ang="0">
                  <a:pos x="124" y="15"/>
                </a:cxn>
                <a:cxn ang="0">
                  <a:pos x="120" y="8"/>
                </a:cxn>
                <a:cxn ang="0">
                  <a:pos x="102" y="4"/>
                </a:cxn>
                <a:cxn ang="0">
                  <a:pos x="67" y="25"/>
                </a:cxn>
                <a:cxn ang="0">
                  <a:pos x="62" y="43"/>
                </a:cxn>
                <a:cxn ang="0">
                  <a:pos x="67" y="50"/>
                </a:cxn>
                <a:cxn ang="0">
                  <a:pos x="0" y="210"/>
                </a:cxn>
                <a:cxn ang="0">
                  <a:pos x="155" y="210"/>
                </a:cxn>
                <a:cxn ang="0">
                  <a:pos x="155" y="198"/>
                </a:cxn>
                <a:cxn ang="0">
                  <a:pos x="0" y="198"/>
                </a:cxn>
                <a:cxn ang="0">
                  <a:pos x="0" y="210"/>
                </a:cxn>
              </a:cxnLst>
              <a:rect l="0" t="0" r="r" b="b"/>
              <a:pathLst>
                <a:path w="203" h="210">
                  <a:moveTo>
                    <a:pt x="142" y="175"/>
                  </a:moveTo>
                  <a:cubicBezTo>
                    <a:pt x="143" y="177"/>
                    <a:pt x="145" y="178"/>
                    <a:pt x="147" y="179"/>
                  </a:cubicBezTo>
                  <a:cubicBezTo>
                    <a:pt x="203" y="210"/>
                    <a:pt x="203" y="210"/>
                    <a:pt x="203" y="210"/>
                  </a:cubicBezTo>
                  <a:cubicBezTo>
                    <a:pt x="202" y="146"/>
                    <a:pt x="202" y="146"/>
                    <a:pt x="202" y="146"/>
                  </a:cubicBezTo>
                  <a:cubicBezTo>
                    <a:pt x="202" y="144"/>
                    <a:pt x="201" y="142"/>
                    <a:pt x="200" y="140"/>
                  </a:cubicBezTo>
                  <a:cubicBezTo>
                    <a:pt x="194" y="130"/>
                    <a:pt x="194" y="130"/>
                    <a:pt x="194" y="130"/>
                  </a:cubicBezTo>
                  <a:cubicBezTo>
                    <a:pt x="136" y="165"/>
                    <a:pt x="136" y="165"/>
                    <a:pt x="136" y="165"/>
                  </a:cubicBezTo>
                  <a:lnTo>
                    <a:pt x="142" y="175"/>
                  </a:lnTo>
                  <a:close/>
                  <a:moveTo>
                    <a:pt x="175" y="130"/>
                  </a:moveTo>
                  <a:cubicBezTo>
                    <a:pt x="189" y="122"/>
                    <a:pt x="189" y="122"/>
                    <a:pt x="189" y="122"/>
                  </a:cubicBezTo>
                  <a:cubicBezTo>
                    <a:pt x="129" y="23"/>
                    <a:pt x="129" y="23"/>
                    <a:pt x="129" y="23"/>
                  </a:cubicBezTo>
                  <a:cubicBezTo>
                    <a:pt x="115" y="32"/>
                    <a:pt x="115" y="32"/>
                    <a:pt x="115" y="32"/>
                  </a:cubicBezTo>
                  <a:lnTo>
                    <a:pt x="175" y="130"/>
                  </a:lnTo>
                  <a:close/>
                  <a:moveTo>
                    <a:pt x="169" y="134"/>
                  </a:moveTo>
                  <a:cubicBezTo>
                    <a:pt x="109" y="36"/>
                    <a:pt x="109" y="36"/>
                    <a:pt x="109" y="36"/>
                  </a:cubicBezTo>
                  <a:cubicBezTo>
                    <a:pt x="92" y="46"/>
                    <a:pt x="92" y="46"/>
                    <a:pt x="92" y="46"/>
                  </a:cubicBezTo>
                  <a:cubicBezTo>
                    <a:pt x="151" y="145"/>
                    <a:pt x="151" y="145"/>
                    <a:pt x="151" y="145"/>
                  </a:cubicBezTo>
                  <a:lnTo>
                    <a:pt x="169" y="134"/>
                  </a:lnTo>
                  <a:close/>
                  <a:moveTo>
                    <a:pt x="72" y="58"/>
                  </a:moveTo>
                  <a:cubicBezTo>
                    <a:pt x="131" y="157"/>
                    <a:pt x="131" y="157"/>
                    <a:pt x="131" y="157"/>
                  </a:cubicBezTo>
                  <a:cubicBezTo>
                    <a:pt x="145" y="148"/>
                    <a:pt x="145" y="148"/>
                    <a:pt x="145" y="148"/>
                  </a:cubicBezTo>
                  <a:cubicBezTo>
                    <a:pt x="86" y="50"/>
                    <a:pt x="86" y="50"/>
                    <a:pt x="86" y="50"/>
                  </a:cubicBezTo>
                  <a:lnTo>
                    <a:pt x="72" y="58"/>
                  </a:lnTo>
                  <a:close/>
                  <a:moveTo>
                    <a:pt x="67" y="50"/>
                  </a:moveTo>
                  <a:cubicBezTo>
                    <a:pt x="124" y="15"/>
                    <a:pt x="124" y="15"/>
                    <a:pt x="124" y="15"/>
                  </a:cubicBezTo>
                  <a:cubicBezTo>
                    <a:pt x="120" y="8"/>
                    <a:pt x="120" y="8"/>
                    <a:pt x="120" y="8"/>
                  </a:cubicBezTo>
                  <a:cubicBezTo>
                    <a:pt x="116" y="2"/>
                    <a:pt x="108" y="0"/>
                    <a:pt x="102" y="4"/>
                  </a:cubicBezTo>
                  <a:cubicBezTo>
                    <a:pt x="67" y="25"/>
                    <a:pt x="67" y="25"/>
                    <a:pt x="67" y="25"/>
                  </a:cubicBezTo>
                  <a:cubicBezTo>
                    <a:pt x="61" y="29"/>
                    <a:pt x="59" y="37"/>
                    <a:pt x="62" y="43"/>
                  </a:cubicBezTo>
                  <a:lnTo>
                    <a:pt x="67" y="50"/>
                  </a:lnTo>
                  <a:close/>
                  <a:moveTo>
                    <a:pt x="0" y="210"/>
                  </a:moveTo>
                  <a:cubicBezTo>
                    <a:pt x="155" y="210"/>
                    <a:pt x="155" y="210"/>
                    <a:pt x="155" y="210"/>
                  </a:cubicBezTo>
                  <a:cubicBezTo>
                    <a:pt x="155" y="198"/>
                    <a:pt x="155" y="198"/>
                    <a:pt x="155" y="198"/>
                  </a:cubicBezTo>
                  <a:cubicBezTo>
                    <a:pt x="0" y="198"/>
                    <a:pt x="0" y="198"/>
                    <a:pt x="0" y="198"/>
                  </a:cubicBezTo>
                  <a:lnTo>
                    <a:pt x="0" y="21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03" name="그룹 102"/>
          <p:cNvGrpSpPr/>
          <p:nvPr/>
        </p:nvGrpSpPr>
        <p:grpSpPr>
          <a:xfrm>
            <a:off x="4235796" y="1596289"/>
            <a:ext cx="1185824" cy="485359"/>
            <a:chOff x="4235796" y="1596289"/>
            <a:chExt cx="1185824" cy="485359"/>
          </a:xfrm>
        </p:grpSpPr>
        <p:grpSp>
          <p:nvGrpSpPr>
            <p:cNvPr id="251" name="그룹 250"/>
            <p:cNvGrpSpPr/>
            <p:nvPr/>
          </p:nvGrpSpPr>
          <p:grpSpPr>
            <a:xfrm>
              <a:off x="4541751" y="1602945"/>
              <a:ext cx="879869" cy="478703"/>
              <a:chOff x="2871213" y="1119161"/>
              <a:chExt cx="879869" cy="478703"/>
            </a:xfrm>
          </p:grpSpPr>
          <p:sp>
            <p:nvSpPr>
              <p:cNvPr id="252" name="TextBox 251"/>
              <p:cNvSpPr txBox="1"/>
              <p:nvPr/>
            </p:nvSpPr>
            <p:spPr>
              <a:xfrm>
                <a:off x="2871213" y="1119161"/>
                <a:ext cx="879869" cy="153888"/>
              </a:xfrm>
              <a:prstGeom prst="rect">
                <a:avLst/>
              </a:prstGeom>
              <a:noFill/>
            </p:spPr>
            <p:txBody>
              <a:bodyPr wrap="square" lIns="0" tIns="0" rIns="0" bIns="0" rtlCol="0">
                <a:noAutofit/>
              </a:bodyPr>
              <a:lstStyle/>
              <a:p>
                <a:r>
                  <a:rPr lang="en-US" altLang="ko-KR" sz="900" b="1" dirty="0">
                    <a:gradFill>
                      <a:gsLst>
                        <a:gs pos="0">
                          <a:schemeClr val="accent1"/>
                        </a:gs>
                        <a:gs pos="100000">
                          <a:schemeClr val="accent1"/>
                        </a:gs>
                      </a:gsLst>
                      <a:lin ang="5400000" scaled="0"/>
                    </a:gradFill>
                    <a:latin typeface="Roboto Condensed Regular"/>
                  </a:rPr>
                  <a:t>LOREM IPSUM </a:t>
                </a:r>
                <a:endParaRPr lang="ko-KR" altLang="en-US" sz="900" b="1" dirty="0">
                  <a:gradFill>
                    <a:gsLst>
                      <a:gs pos="0">
                        <a:schemeClr val="accent1"/>
                      </a:gs>
                      <a:gs pos="100000">
                        <a:schemeClr val="accent1"/>
                      </a:gs>
                    </a:gsLst>
                    <a:lin ang="5400000" scaled="0"/>
                  </a:gradFill>
                  <a:latin typeface="Roboto Condensed Regular"/>
                </a:endParaRPr>
              </a:p>
            </p:txBody>
          </p:sp>
          <p:sp>
            <p:nvSpPr>
              <p:cNvPr id="253" name="TextBox 252"/>
              <p:cNvSpPr txBox="1"/>
              <p:nvPr/>
            </p:nvSpPr>
            <p:spPr>
              <a:xfrm>
                <a:off x="2871213" y="1288726"/>
                <a:ext cx="879869" cy="309138"/>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sp>
          <p:nvSpPr>
            <p:cNvPr id="102" name="Freeform 48"/>
            <p:cNvSpPr>
              <a:spLocks noEditPoints="1"/>
            </p:cNvSpPr>
            <p:nvPr/>
          </p:nvSpPr>
          <p:spPr bwMode="auto">
            <a:xfrm>
              <a:off x="4235796" y="1596289"/>
              <a:ext cx="240786" cy="352319"/>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05" name="그룹 104"/>
          <p:cNvGrpSpPr/>
          <p:nvPr/>
        </p:nvGrpSpPr>
        <p:grpSpPr>
          <a:xfrm>
            <a:off x="530736" y="3962933"/>
            <a:ext cx="1280230" cy="491794"/>
            <a:chOff x="530736" y="3962933"/>
            <a:chExt cx="1280230" cy="491794"/>
          </a:xfrm>
        </p:grpSpPr>
        <p:grpSp>
          <p:nvGrpSpPr>
            <p:cNvPr id="268" name="그룹 267"/>
            <p:cNvGrpSpPr/>
            <p:nvPr/>
          </p:nvGrpSpPr>
          <p:grpSpPr>
            <a:xfrm>
              <a:off x="931097" y="3976024"/>
              <a:ext cx="879869" cy="478703"/>
              <a:chOff x="2871213" y="1119161"/>
              <a:chExt cx="879869" cy="478703"/>
            </a:xfrm>
          </p:grpSpPr>
          <p:sp>
            <p:nvSpPr>
              <p:cNvPr id="269" name="TextBox 268"/>
              <p:cNvSpPr txBox="1"/>
              <p:nvPr/>
            </p:nvSpPr>
            <p:spPr>
              <a:xfrm>
                <a:off x="2871213" y="1119161"/>
                <a:ext cx="879869" cy="153888"/>
              </a:xfrm>
              <a:prstGeom prst="rect">
                <a:avLst/>
              </a:prstGeom>
              <a:noFill/>
            </p:spPr>
            <p:txBody>
              <a:bodyPr wrap="square" lIns="0" tIns="0" rIns="0" bIns="0" rtlCol="0">
                <a:noAutofit/>
              </a:bodyPr>
              <a:lstStyle/>
              <a:p>
                <a:r>
                  <a:rPr lang="en-US" altLang="ko-KR" sz="900" b="1" dirty="0">
                    <a:gradFill>
                      <a:gsLst>
                        <a:gs pos="0">
                          <a:schemeClr val="accent1"/>
                        </a:gs>
                        <a:gs pos="100000">
                          <a:schemeClr val="accent1"/>
                        </a:gs>
                      </a:gsLst>
                      <a:lin ang="5400000" scaled="0"/>
                    </a:gradFill>
                    <a:latin typeface="Roboto Condensed Regular"/>
                  </a:rPr>
                  <a:t>LOREM IPSUM </a:t>
                </a:r>
                <a:endParaRPr lang="ko-KR" altLang="en-US" sz="900" b="1" dirty="0">
                  <a:gradFill>
                    <a:gsLst>
                      <a:gs pos="0">
                        <a:schemeClr val="accent1"/>
                      </a:gs>
                      <a:gs pos="100000">
                        <a:schemeClr val="accent1"/>
                      </a:gs>
                    </a:gsLst>
                    <a:lin ang="5400000" scaled="0"/>
                  </a:gradFill>
                  <a:latin typeface="Roboto Condensed Regular"/>
                </a:endParaRPr>
              </a:p>
            </p:txBody>
          </p:sp>
          <p:sp>
            <p:nvSpPr>
              <p:cNvPr id="270" name="TextBox 269"/>
              <p:cNvSpPr txBox="1"/>
              <p:nvPr/>
            </p:nvSpPr>
            <p:spPr>
              <a:xfrm>
                <a:off x="2871213" y="1288726"/>
                <a:ext cx="879869" cy="309138"/>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sp>
          <p:nvSpPr>
            <p:cNvPr id="104" name="Freeform 39"/>
            <p:cNvSpPr>
              <a:spLocks noEditPoints="1"/>
            </p:cNvSpPr>
            <p:nvPr/>
          </p:nvSpPr>
          <p:spPr bwMode="auto">
            <a:xfrm>
              <a:off x="530736" y="3962933"/>
              <a:ext cx="351925" cy="350893"/>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07" name="그룹 106"/>
          <p:cNvGrpSpPr/>
          <p:nvPr/>
        </p:nvGrpSpPr>
        <p:grpSpPr>
          <a:xfrm>
            <a:off x="1928613" y="3976022"/>
            <a:ext cx="1336922" cy="478703"/>
            <a:chOff x="1928613" y="3976022"/>
            <a:chExt cx="1336922" cy="478703"/>
          </a:xfrm>
        </p:grpSpPr>
        <p:grpSp>
          <p:nvGrpSpPr>
            <p:cNvPr id="285" name="그룹 284"/>
            <p:cNvGrpSpPr/>
            <p:nvPr/>
          </p:nvGrpSpPr>
          <p:grpSpPr>
            <a:xfrm>
              <a:off x="2385666" y="3976022"/>
              <a:ext cx="879869" cy="478703"/>
              <a:chOff x="2871213" y="1119161"/>
              <a:chExt cx="879869" cy="478703"/>
            </a:xfrm>
          </p:grpSpPr>
          <p:sp>
            <p:nvSpPr>
              <p:cNvPr id="286" name="TextBox 285"/>
              <p:cNvSpPr txBox="1"/>
              <p:nvPr/>
            </p:nvSpPr>
            <p:spPr>
              <a:xfrm>
                <a:off x="2871213" y="1119161"/>
                <a:ext cx="879869" cy="153888"/>
              </a:xfrm>
              <a:prstGeom prst="rect">
                <a:avLst/>
              </a:prstGeom>
              <a:noFill/>
            </p:spPr>
            <p:txBody>
              <a:bodyPr wrap="square" lIns="0" tIns="0" rIns="0" bIns="0" rtlCol="0">
                <a:noAutofit/>
              </a:bodyPr>
              <a:lstStyle/>
              <a:p>
                <a:r>
                  <a:rPr lang="en-US" altLang="ko-KR" sz="900" b="1" dirty="0">
                    <a:gradFill>
                      <a:gsLst>
                        <a:gs pos="0">
                          <a:schemeClr val="accent1"/>
                        </a:gs>
                        <a:gs pos="100000">
                          <a:schemeClr val="accent1"/>
                        </a:gs>
                      </a:gsLst>
                      <a:lin ang="5400000" scaled="0"/>
                    </a:gradFill>
                    <a:latin typeface="Roboto Condensed Regular"/>
                  </a:rPr>
                  <a:t>LOREM IPSUM </a:t>
                </a:r>
                <a:endParaRPr lang="ko-KR" altLang="en-US" sz="900" b="1" dirty="0">
                  <a:gradFill>
                    <a:gsLst>
                      <a:gs pos="0">
                        <a:schemeClr val="accent1"/>
                      </a:gs>
                      <a:gs pos="100000">
                        <a:schemeClr val="accent1"/>
                      </a:gs>
                    </a:gsLst>
                    <a:lin ang="5400000" scaled="0"/>
                  </a:gradFill>
                  <a:latin typeface="Roboto Condensed Regular"/>
                </a:endParaRPr>
              </a:p>
            </p:txBody>
          </p:sp>
          <p:sp>
            <p:nvSpPr>
              <p:cNvPr id="287" name="TextBox 286"/>
              <p:cNvSpPr txBox="1"/>
              <p:nvPr/>
            </p:nvSpPr>
            <p:spPr>
              <a:xfrm>
                <a:off x="2871213" y="1288726"/>
                <a:ext cx="879869" cy="309138"/>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sp>
          <p:nvSpPr>
            <p:cNvPr id="106" name="Freeform 40"/>
            <p:cNvSpPr>
              <a:spLocks noEditPoints="1"/>
            </p:cNvSpPr>
            <p:nvPr/>
          </p:nvSpPr>
          <p:spPr bwMode="auto">
            <a:xfrm>
              <a:off x="1928613" y="4015519"/>
              <a:ext cx="379066" cy="322452"/>
            </a:xfrm>
            <a:custGeom>
              <a:avLst/>
              <a:gdLst/>
              <a:ahLst/>
              <a:cxnLst>
                <a:cxn ang="0">
                  <a:pos x="72" y="112"/>
                </a:cxn>
                <a:cxn ang="0">
                  <a:pos x="72" y="171"/>
                </a:cxn>
                <a:cxn ang="0">
                  <a:pos x="116" y="171"/>
                </a:cxn>
                <a:cxn ang="0">
                  <a:pos x="116" y="118"/>
                </a:cxn>
                <a:cxn ang="0">
                  <a:pos x="97" y="137"/>
                </a:cxn>
                <a:cxn ang="0">
                  <a:pos x="72" y="112"/>
                </a:cxn>
                <a:cxn ang="0">
                  <a:pos x="9" y="164"/>
                </a:cxn>
                <a:cxn ang="0">
                  <a:pos x="16" y="171"/>
                </a:cxn>
                <a:cxn ang="0">
                  <a:pos x="54" y="171"/>
                </a:cxn>
                <a:cxn ang="0">
                  <a:pos x="54" y="94"/>
                </a:cxn>
                <a:cxn ang="0">
                  <a:pos x="9" y="138"/>
                </a:cxn>
                <a:cxn ang="0">
                  <a:pos x="9" y="164"/>
                </a:cxn>
                <a:cxn ang="0">
                  <a:pos x="134" y="100"/>
                </a:cxn>
                <a:cxn ang="0">
                  <a:pos x="134" y="171"/>
                </a:cxn>
                <a:cxn ang="0">
                  <a:pos x="172" y="171"/>
                </a:cxn>
                <a:cxn ang="0">
                  <a:pos x="179" y="164"/>
                </a:cxn>
                <a:cxn ang="0">
                  <a:pos x="179" y="55"/>
                </a:cxn>
                <a:cxn ang="0">
                  <a:pos x="141" y="94"/>
                </a:cxn>
                <a:cxn ang="0">
                  <a:pos x="134" y="100"/>
                </a:cxn>
                <a:cxn ang="0">
                  <a:pos x="161" y="4"/>
                </a:cxn>
                <a:cxn ang="0">
                  <a:pos x="154" y="13"/>
                </a:cxn>
                <a:cxn ang="0">
                  <a:pos x="163" y="20"/>
                </a:cxn>
                <a:cxn ang="0">
                  <a:pos x="171" y="19"/>
                </a:cxn>
                <a:cxn ang="0">
                  <a:pos x="97" y="94"/>
                </a:cxn>
                <a:cxn ang="0">
                  <a:pos x="54" y="50"/>
                </a:cxn>
                <a:cxn ang="0">
                  <a:pos x="3" y="101"/>
                </a:cxn>
                <a:cxn ang="0">
                  <a:pos x="3" y="112"/>
                </a:cxn>
                <a:cxn ang="0">
                  <a:pos x="14" y="112"/>
                </a:cxn>
                <a:cxn ang="0">
                  <a:pos x="54" y="73"/>
                </a:cxn>
                <a:cxn ang="0">
                  <a:pos x="97" y="116"/>
                </a:cxn>
                <a:cxn ang="0">
                  <a:pos x="183" y="31"/>
                </a:cxn>
                <a:cxn ang="0">
                  <a:pos x="182" y="39"/>
                </a:cxn>
                <a:cxn ang="0">
                  <a:pos x="189" y="48"/>
                </a:cxn>
                <a:cxn ang="0">
                  <a:pos x="190" y="48"/>
                </a:cxn>
                <a:cxn ang="0">
                  <a:pos x="198" y="41"/>
                </a:cxn>
                <a:cxn ang="0">
                  <a:pos x="202" y="0"/>
                </a:cxn>
                <a:cxn ang="0">
                  <a:pos x="161" y="4"/>
                </a:cxn>
              </a:cxnLst>
              <a:rect l="0" t="0" r="r" b="b"/>
              <a:pathLst>
                <a:path w="202" h="171">
                  <a:moveTo>
                    <a:pt x="72" y="112"/>
                  </a:moveTo>
                  <a:cubicBezTo>
                    <a:pt x="72" y="171"/>
                    <a:pt x="72" y="171"/>
                    <a:pt x="72" y="171"/>
                  </a:cubicBezTo>
                  <a:cubicBezTo>
                    <a:pt x="116" y="171"/>
                    <a:pt x="116" y="171"/>
                    <a:pt x="116" y="171"/>
                  </a:cubicBezTo>
                  <a:cubicBezTo>
                    <a:pt x="116" y="118"/>
                    <a:pt x="116" y="118"/>
                    <a:pt x="116" y="118"/>
                  </a:cubicBezTo>
                  <a:cubicBezTo>
                    <a:pt x="97" y="137"/>
                    <a:pt x="97" y="137"/>
                    <a:pt x="97" y="137"/>
                  </a:cubicBezTo>
                  <a:lnTo>
                    <a:pt x="72" y="112"/>
                  </a:lnTo>
                  <a:close/>
                  <a:moveTo>
                    <a:pt x="9" y="164"/>
                  </a:moveTo>
                  <a:cubicBezTo>
                    <a:pt x="9" y="168"/>
                    <a:pt x="12" y="171"/>
                    <a:pt x="16" y="171"/>
                  </a:cubicBezTo>
                  <a:cubicBezTo>
                    <a:pt x="54" y="171"/>
                    <a:pt x="54" y="171"/>
                    <a:pt x="54" y="171"/>
                  </a:cubicBezTo>
                  <a:cubicBezTo>
                    <a:pt x="54" y="94"/>
                    <a:pt x="54" y="94"/>
                    <a:pt x="54" y="94"/>
                  </a:cubicBezTo>
                  <a:cubicBezTo>
                    <a:pt x="9" y="138"/>
                    <a:pt x="9" y="138"/>
                    <a:pt x="9" y="138"/>
                  </a:cubicBezTo>
                  <a:lnTo>
                    <a:pt x="9" y="164"/>
                  </a:lnTo>
                  <a:close/>
                  <a:moveTo>
                    <a:pt x="134" y="100"/>
                  </a:moveTo>
                  <a:cubicBezTo>
                    <a:pt x="134" y="171"/>
                    <a:pt x="134" y="171"/>
                    <a:pt x="134" y="171"/>
                  </a:cubicBezTo>
                  <a:cubicBezTo>
                    <a:pt x="172" y="171"/>
                    <a:pt x="172" y="171"/>
                    <a:pt x="172" y="171"/>
                  </a:cubicBezTo>
                  <a:cubicBezTo>
                    <a:pt x="176" y="171"/>
                    <a:pt x="179" y="168"/>
                    <a:pt x="179" y="164"/>
                  </a:cubicBezTo>
                  <a:cubicBezTo>
                    <a:pt x="179" y="55"/>
                    <a:pt x="179" y="55"/>
                    <a:pt x="179" y="55"/>
                  </a:cubicBezTo>
                  <a:cubicBezTo>
                    <a:pt x="141" y="94"/>
                    <a:pt x="141" y="94"/>
                    <a:pt x="141" y="94"/>
                  </a:cubicBezTo>
                  <a:lnTo>
                    <a:pt x="134" y="100"/>
                  </a:lnTo>
                  <a:close/>
                  <a:moveTo>
                    <a:pt x="161" y="4"/>
                  </a:moveTo>
                  <a:cubicBezTo>
                    <a:pt x="157" y="4"/>
                    <a:pt x="154" y="8"/>
                    <a:pt x="154" y="13"/>
                  </a:cubicBezTo>
                  <a:cubicBezTo>
                    <a:pt x="154" y="17"/>
                    <a:pt x="158" y="20"/>
                    <a:pt x="163" y="20"/>
                  </a:cubicBezTo>
                  <a:cubicBezTo>
                    <a:pt x="171" y="19"/>
                    <a:pt x="171" y="19"/>
                    <a:pt x="171" y="19"/>
                  </a:cubicBezTo>
                  <a:cubicBezTo>
                    <a:pt x="97" y="94"/>
                    <a:pt x="97" y="94"/>
                    <a:pt x="97" y="94"/>
                  </a:cubicBezTo>
                  <a:cubicBezTo>
                    <a:pt x="54" y="50"/>
                    <a:pt x="54" y="50"/>
                    <a:pt x="54" y="50"/>
                  </a:cubicBezTo>
                  <a:cubicBezTo>
                    <a:pt x="3" y="101"/>
                    <a:pt x="3" y="101"/>
                    <a:pt x="3" y="101"/>
                  </a:cubicBezTo>
                  <a:cubicBezTo>
                    <a:pt x="0" y="104"/>
                    <a:pt x="0" y="109"/>
                    <a:pt x="3" y="112"/>
                  </a:cubicBezTo>
                  <a:cubicBezTo>
                    <a:pt x="6" y="115"/>
                    <a:pt x="11" y="115"/>
                    <a:pt x="14" y="112"/>
                  </a:cubicBezTo>
                  <a:cubicBezTo>
                    <a:pt x="54" y="73"/>
                    <a:pt x="54" y="73"/>
                    <a:pt x="54" y="73"/>
                  </a:cubicBezTo>
                  <a:cubicBezTo>
                    <a:pt x="97" y="116"/>
                    <a:pt x="97" y="116"/>
                    <a:pt x="97" y="116"/>
                  </a:cubicBezTo>
                  <a:cubicBezTo>
                    <a:pt x="183" y="31"/>
                    <a:pt x="183" y="31"/>
                    <a:pt x="183" y="31"/>
                  </a:cubicBezTo>
                  <a:cubicBezTo>
                    <a:pt x="182" y="39"/>
                    <a:pt x="182" y="39"/>
                    <a:pt x="182" y="39"/>
                  </a:cubicBezTo>
                  <a:cubicBezTo>
                    <a:pt x="182" y="44"/>
                    <a:pt x="185" y="48"/>
                    <a:pt x="189" y="48"/>
                  </a:cubicBezTo>
                  <a:cubicBezTo>
                    <a:pt x="190" y="48"/>
                    <a:pt x="190" y="48"/>
                    <a:pt x="190" y="48"/>
                  </a:cubicBezTo>
                  <a:cubicBezTo>
                    <a:pt x="194" y="48"/>
                    <a:pt x="198" y="45"/>
                    <a:pt x="198" y="41"/>
                  </a:cubicBezTo>
                  <a:cubicBezTo>
                    <a:pt x="202" y="0"/>
                    <a:pt x="202" y="0"/>
                    <a:pt x="202" y="0"/>
                  </a:cubicBezTo>
                  <a:lnTo>
                    <a:pt x="161" y="4"/>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15" name="그룹 114"/>
          <p:cNvGrpSpPr/>
          <p:nvPr/>
        </p:nvGrpSpPr>
        <p:grpSpPr>
          <a:xfrm>
            <a:off x="3521229" y="3976024"/>
            <a:ext cx="1196231" cy="478703"/>
            <a:chOff x="3521229" y="3976024"/>
            <a:chExt cx="1196231" cy="478703"/>
          </a:xfrm>
        </p:grpSpPr>
        <p:grpSp>
          <p:nvGrpSpPr>
            <p:cNvPr id="302" name="그룹 301"/>
            <p:cNvGrpSpPr/>
            <p:nvPr/>
          </p:nvGrpSpPr>
          <p:grpSpPr>
            <a:xfrm>
              <a:off x="3837591" y="3976024"/>
              <a:ext cx="879869" cy="478703"/>
              <a:chOff x="2871213" y="1119161"/>
              <a:chExt cx="879869" cy="478703"/>
            </a:xfrm>
          </p:grpSpPr>
          <p:sp>
            <p:nvSpPr>
              <p:cNvPr id="303" name="TextBox 302"/>
              <p:cNvSpPr txBox="1"/>
              <p:nvPr/>
            </p:nvSpPr>
            <p:spPr>
              <a:xfrm>
                <a:off x="2871213" y="1119161"/>
                <a:ext cx="879869" cy="153888"/>
              </a:xfrm>
              <a:prstGeom prst="rect">
                <a:avLst/>
              </a:prstGeom>
              <a:noFill/>
            </p:spPr>
            <p:txBody>
              <a:bodyPr wrap="square" lIns="0" tIns="0" rIns="0" bIns="0" rtlCol="0">
                <a:noAutofit/>
              </a:bodyPr>
              <a:lstStyle/>
              <a:p>
                <a:r>
                  <a:rPr lang="en-US" altLang="ko-KR" sz="900" b="1" dirty="0">
                    <a:gradFill>
                      <a:gsLst>
                        <a:gs pos="0">
                          <a:schemeClr val="accent1"/>
                        </a:gs>
                        <a:gs pos="100000">
                          <a:schemeClr val="accent1"/>
                        </a:gs>
                      </a:gsLst>
                      <a:lin ang="5400000" scaled="0"/>
                    </a:gradFill>
                    <a:latin typeface="Roboto Condensed Regular"/>
                  </a:rPr>
                  <a:t>LOREM IPSUM </a:t>
                </a:r>
                <a:endParaRPr lang="ko-KR" altLang="en-US" sz="900" b="1" dirty="0">
                  <a:gradFill>
                    <a:gsLst>
                      <a:gs pos="0">
                        <a:schemeClr val="accent1"/>
                      </a:gs>
                      <a:gs pos="100000">
                        <a:schemeClr val="accent1"/>
                      </a:gs>
                    </a:gsLst>
                    <a:lin ang="5400000" scaled="0"/>
                  </a:gradFill>
                  <a:latin typeface="Roboto Condensed Regular"/>
                </a:endParaRPr>
              </a:p>
            </p:txBody>
          </p:sp>
          <p:sp>
            <p:nvSpPr>
              <p:cNvPr id="304" name="TextBox 303"/>
              <p:cNvSpPr txBox="1"/>
              <p:nvPr/>
            </p:nvSpPr>
            <p:spPr>
              <a:xfrm>
                <a:off x="2871213" y="1288726"/>
                <a:ext cx="879869" cy="309138"/>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sp>
          <p:nvSpPr>
            <p:cNvPr id="114" name="Freeform 55"/>
            <p:cNvSpPr>
              <a:spLocks noEditPoints="1"/>
            </p:cNvSpPr>
            <p:nvPr/>
          </p:nvSpPr>
          <p:spPr bwMode="auto">
            <a:xfrm>
              <a:off x="3521229" y="3997618"/>
              <a:ext cx="224785" cy="345469"/>
            </a:xfrm>
            <a:custGeom>
              <a:avLst/>
              <a:gdLst/>
              <a:ahLst/>
              <a:cxnLst>
                <a:cxn ang="0">
                  <a:pos x="148" y="0"/>
                </a:cxn>
                <a:cxn ang="0">
                  <a:pos x="13" y="0"/>
                </a:cxn>
                <a:cxn ang="0">
                  <a:pos x="0" y="12"/>
                </a:cxn>
                <a:cxn ang="0">
                  <a:pos x="0" y="232"/>
                </a:cxn>
                <a:cxn ang="0">
                  <a:pos x="13" y="245"/>
                </a:cxn>
                <a:cxn ang="0">
                  <a:pos x="148" y="245"/>
                </a:cxn>
                <a:cxn ang="0">
                  <a:pos x="160" y="232"/>
                </a:cxn>
                <a:cxn ang="0">
                  <a:pos x="160" y="12"/>
                </a:cxn>
                <a:cxn ang="0">
                  <a:pos x="148" y="0"/>
                </a:cxn>
                <a:cxn ang="0">
                  <a:pos x="80" y="235"/>
                </a:cxn>
                <a:cxn ang="0">
                  <a:pos x="68" y="222"/>
                </a:cxn>
                <a:cxn ang="0">
                  <a:pos x="80" y="210"/>
                </a:cxn>
                <a:cxn ang="0">
                  <a:pos x="93" y="222"/>
                </a:cxn>
                <a:cxn ang="0">
                  <a:pos x="80" y="235"/>
                </a:cxn>
                <a:cxn ang="0">
                  <a:pos x="145" y="188"/>
                </a:cxn>
                <a:cxn ang="0">
                  <a:pos x="133" y="200"/>
                </a:cxn>
                <a:cxn ang="0">
                  <a:pos x="28" y="200"/>
                </a:cxn>
                <a:cxn ang="0">
                  <a:pos x="15" y="188"/>
                </a:cxn>
                <a:cxn ang="0">
                  <a:pos x="15" y="29"/>
                </a:cxn>
                <a:cxn ang="0">
                  <a:pos x="28" y="16"/>
                </a:cxn>
                <a:cxn ang="0">
                  <a:pos x="133" y="16"/>
                </a:cxn>
                <a:cxn ang="0">
                  <a:pos x="145" y="29"/>
                </a:cxn>
                <a:cxn ang="0">
                  <a:pos x="145" y="188"/>
                </a:cxn>
              </a:cxnLst>
              <a:rect l="0" t="0" r="r" b="b"/>
              <a:pathLst>
                <a:path w="160" h="245">
                  <a:moveTo>
                    <a:pt x="148" y="0"/>
                  </a:moveTo>
                  <a:cubicBezTo>
                    <a:pt x="13" y="0"/>
                    <a:pt x="13" y="0"/>
                    <a:pt x="13" y="0"/>
                  </a:cubicBezTo>
                  <a:cubicBezTo>
                    <a:pt x="6" y="0"/>
                    <a:pt x="0" y="5"/>
                    <a:pt x="0" y="12"/>
                  </a:cubicBezTo>
                  <a:cubicBezTo>
                    <a:pt x="0" y="232"/>
                    <a:pt x="0" y="232"/>
                    <a:pt x="0" y="232"/>
                  </a:cubicBezTo>
                  <a:cubicBezTo>
                    <a:pt x="0" y="239"/>
                    <a:pt x="6" y="245"/>
                    <a:pt x="13" y="245"/>
                  </a:cubicBezTo>
                  <a:cubicBezTo>
                    <a:pt x="148" y="245"/>
                    <a:pt x="148" y="245"/>
                    <a:pt x="148" y="245"/>
                  </a:cubicBezTo>
                  <a:cubicBezTo>
                    <a:pt x="155" y="245"/>
                    <a:pt x="160" y="239"/>
                    <a:pt x="160" y="232"/>
                  </a:cubicBezTo>
                  <a:cubicBezTo>
                    <a:pt x="160" y="12"/>
                    <a:pt x="160" y="12"/>
                    <a:pt x="160" y="12"/>
                  </a:cubicBezTo>
                  <a:cubicBezTo>
                    <a:pt x="160" y="5"/>
                    <a:pt x="155" y="0"/>
                    <a:pt x="148" y="0"/>
                  </a:cubicBezTo>
                  <a:close/>
                  <a:moveTo>
                    <a:pt x="80" y="235"/>
                  </a:moveTo>
                  <a:cubicBezTo>
                    <a:pt x="73" y="235"/>
                    <a:pt x="68" y="229"/>
                    <a:pt x="68" y="222"/>
                  </a:cubicBezTo>
                  <a:cubicBezTo>
                    <a:pt x="68" y="216"/>
                    <a:pt x="73" y="210"/>
                    <a:pt x="80" y="210"/>
                  </a:cubicBezTo>
                  <a:cubicBezTo>
                    <a:pt x="87" y="210"/>
                    <a:pt x="93" y="216"/>
                    <a:pt x="93" y="222"/>
                  </a:cubicBezTo>
                  <a:cubicBezTo>
                    <a:pt x="93" y="229"/>
                    <a:pt x="87" y="235"/>
                    <a:pt x="80" y="235"/>
                  </a:cubicBezTo>
                  <a:close/>
                  <a:moveTo>
                    <a:pt x="145" y="188"/>
                  </a:moveTo>
                  <a:cubicBezTo>
                    <a:pt x="145" y="195"/>
                    <a:pt x="140" y="200"/>
                    <a:pt x="133" y="200"/>
                  </a:cubicBezTo>
                  <a:cubicBezTo>
                    <a:pt x="28" y="200"/>
                    <a:pt x="28" y="200"/>
                    <a:pt x="28" y="200"/>
                  </a:cubicBezTo>
                  <a:cubicBezTo>
                    <a:pt x="21" y="200"/>
                    <a:pt x="15" y="195"/>
                    <a:pt x="15" y="188"/>
                  </a:cubicBezTo>
                  <a:cubicBezTo>
                    <a:pt x="15" y="29"/>
                    <a:pt x="15" y="29"/>
                    <a:pt x="15" y="29"/>
                  </a:cubicBezTo>
                  <a:cubicBezTo>
                    <a:pt x="15" y="22"/>
                    <a:pt x="21" y="16"/>
                    <a:pt x="28" y="16"/>
                  </a:cubicBezTo>
                  <a:cubicBezTo>
                    <a:pt x="133" y="16"/>
                    <a:pt x="133" y="16"/>
                    <a:pt x="133" y="16"/>
                  </a:cubicBezTo>
                  <a:cubicBezTo>
                    <a:pt x="140" y="16"/>
                    <a:pt x="145" y="22"/>
                    <a:pt x="145" y="29"/>
                  </a:cubicBezTo>
                  <a:lnTo>
                    <a:pt x="145" y="188"/>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166156505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slide(fromLeft)">
                                      <p:cBhvr>
                                        <p:cTn id="7" dur="500"/>
                                        <p:tgtEl>
                                          <p:spTgt spid="84"/>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93"/>
                                        </p:tgtEl>
                                        <p:attrNameLst>
                                          <p:attrName>style.visibility</p:attrName>
                                        </p:attrNameLst>
                                      </p:cBhvr>
                                      <p:to>
                                        <p:strVal val="visible"/>
                                      </p:to>
                                    </p:set>
                                    <p:anim calcmode="lin" valueType="num">
                                      <p:cBhvr>
                                        <p:cTn id="11" dur="500" fill="hold"/>
                                        <p:tgtEl>
                                          <p:spTgt spid="93"/>
                                        </p:tgtEl>
                                        <p:attrNameLst>
                                          <p:attrName>ppt_w</p:attrName>
                                        </p:attrNameLst>
                                      </p:cBhvr>
                                      <p:tavLst>
                                        <p:tav tm="0">
                                          <p:val>
                                            <p:fltVal val="0"/>
                                          </p:val>
                                        </p:tav>
                                        <p:tav tm="100000">
                                          <p:val>
                                            <p:strVal val="#ppt_w"/>
                                          </p:val>
                                        </p:tav>
                                      </p:tavLst>
                                    </p:anim>
                                    <p:anim calcmode="lin" valueType="num">
                                      <p:cBhvr>
                                        <p:cTn id="12" dur="500" fill="hold"/>
                                        <p:tgtEl>
                                          <p:spTgt spid="93"/>
                                        </p:tgtEl>
                                        <p:attrNameLst>
                                          <p:attrName>ppt_h</p:attrName>
                                        </p:attrNameLst>
                                      </p:cBhvr>
                                      <p:tavLst>
                                        <p:tav tm="0">
                                          <p:val>
                                            <p:strVal val="#ppt_h"/>
                                          </p:val>
                                        </p:tav>
                                        <p:tav tm="100000">
                                          <p:val>
                                            <p:strVal val="#ppt_h"/>
                                          </p:val>
                                        </p:tav>
                                      </p:tavLst>
                                    </p:anim>
                                  </p:childTnLst>
                                </p:cTn>
                              </p:par>
                            </p:childTnLst>
                          </p:cTn>
                        </p:par>
                        <p:par>
                          <p:cTn id="13" fill="hold">
                            <p:stCondLst>
                              <p:cond delay="1000"/>
                            </p:stCondLst>
                            <p:childTnLst>
                              <p:par>
                                <p:cTn id="14" presetID="12" presetClass="entr" presetSubtype="8" fill="hold" nodeType="afterEffect">
                                  <p:stCondLst>
                                    <p:cond delay="0"/>
                                  </p:stCondLst>
                                  <p:childTnLst>
                                    <p:set>
                                      <p:cBhvr>
                                        <p:cTn id="15" dur="1" fill="hold">
                                          <p:stCondLst>
                                            <p:cond delay="0"/>
                                          </p:stCondLst>
                                        </p:cTn>
                                        <p:tgtEl>
                                          <p:spTgt spid="85"/>
                                        </p:tgtEl>
                                        <p:attrNameLst>
                                          <p:attrName>style.visibility</p:attrName>
                                        </p:attrNameLst>
                                      </p:cBhvr>
                                      <p:to>
                                        <p:strVal val="visible"/>
                                      </p:to>
                                    </p:set>
                                    <p:animEffect transition="in" filter="slide(fromLeft)">
                                      <p:cBhvr>
                                        <p:cTn id="16" dur="500"/>
                                        <p:tgtEl>
                                          <p:spTgt spid="85"/>
                                        </p:tgtEl>
                                      </p:cBhvr>
                                    </p:animEffect>
                                  </p:childTnLst>
                                </p:cTn>
                              </p:par>
                            </p:childTnLst>
                          </p:cTn>
                        </p:par>
                        <p:par>
                          <p:cTn id="17" fill="hold">
                            <p:stCondLst>
                              <p:cond delay="1500"/>
                            </p:stCondLst>
                            <p:childTnLst>
                              <p:par>
                                <p:cTn id="18" presetID="17" presetClass="entr" presetSubtype="10" fill="hold" nodeType="afterEffect">
                                  <p:stCondLst>
                                    <p:cond delay="0"/>
                                  </p:stCondLst>
                                  <p:childTnLst>
                                    <p:set>
                                      <p:cBhvr>
                                        <p:cTn id="19" dur="1" fill="hold">
                                          <p:stCondLst>
                                            <p:cond delay="0"/>
                                          </p:stCondLst>
                                        </p:cTn>
                                        <p:tgtEl>
                                          <p:spTgt spid="101"/>
                                        </p:tgtEl>
                                        <p:attrNameLst>
                                          <p:attrName>style.visibility</p:attrName>
                                        </p:attrNameLst>
                                      </p:cBhvr>
                                      <p:to>
                                        <p:strVal val="visible"/>
                                      </p:to>
                                    </p:set>
                                    <p:anim calcmode="lin" valueType="num">
                                      <p:cBhvr>
                                        <p:cTn id="20" dur="500" fill="hold"/>
                                        <p:tgtEl>
                                          <p:spTgt spid="101"/>
                                        </p:tgtEl>
                                        <p:attrNameLst>
                                          <p:attrName>ppt_w</p:attrName>
                                        </p:attrNameLst>
                                      </p:cBhvr>
                                      <p:tavLst>
                                        <p:tav tm="0">
                                          <p:val>
                                            <p:fltVal val="0"/>
                                          </p:val>
                                        </p:tav>
                                        <p:tav tm="100000">
                                          <p:val>
                                            <p:strVal val="#ppt_w"/>
                                          </p:val>
                                        </p:tav>
                                      </p:tavLst>
                                    </p:anim>
                                    <p:anim calcmode="lin" valueType="num">
                                      <p:cBhvr>
                                        <p:cTn id="21" dur="500" fill="hold"/>
                                        <p:tgtEl>
                                          <p:spTgt spid="101"/>
                                        </p:tgtEl>
                                        <p:attrNameLst>
                                          <p:attrName>ppt_h</p:attrName>
                                        </p:attrNameLst>
                                      </p:cBhvr>
                                      <p:tavLst>
                                        <p:tav tm="0">
                                          <p:val>
                                            <p:strVal val="#ppt_h"/>
                                          </p:val>
                                        </p:tav>
                                        <p:tav tm="100000">
                                          <p:val>
                                            <p:strVal val="#ppt_h"/>
                                          </p:val>
                                        </p:tav>
                                      </p:tavLst>
                                    </p:anim>
                                  </p:childTnLst>
                                </p:cTn>
                              </p:par>
                            </p:childTnLst>
                          </p:cTn>
                        </p:par>
                        <p:par>
                          <p:cTn id="22" fill="hold">
                            <p:stCondLst>
                              <p:cond delay="2000"/>
                            </p:stCondLst>
                            <p:childTnLst>
                              <p:par>
                                <p:cTn id="23" presetID="12" presetClass="entr" presetSubtype="8" fill="hold" nodeType="after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slide(fromLeft)">
                                      <p:cBhvr>
                                        <p:cTn id="25" dur="500"/>
                                        <p:tgtEl>
                                          <p:spTgt spid="86"/>
                                        </p:tgtEl>
                                      </p:cBhvr>
                                    </p:animEffect>
                                  </p:childTnLst>
                                </p:cTn>
                              </p:par>
                            </p:childTnLst>
                          </p:cTn>
                        </p:par>
                        <p:par>
                          <p:cTn id="26" fill="hold">
                            <p:stCondLst>
                              <p:cond delay="2500"/>
                            </p:stCondLst>
                            <p:childTnLst>
                              <p:par>
                                <p:cTn id="27" presetID="17" presetClass="entr" presetSubtype="10" fill="hold" nodeType="afterEffect">
                                  <p:stCondLst>
                                    <p:cond delay="0"/>
                                  </p:stCondLst>
                                  <p:childTnLst>
                                    <p:set>
                                      <p:cBhvr>
                                        <p:cTn id="28" dur="1" fill="hold">
                                          <p:stCondLst>
                                            <p:cond delay="0"/>
                                          </p:stCondLst>
                                        </p:cTn>
                                        <p:tgtEl>
                                          <p:spTgt spid="103"/>
                                        </p:tgtEl>
                                        <p:attrNameLst>
                                          <p:attrName>style.visibility</p:attrName>
                                        </p:attrNameLst>
                                      </p:cBhvr>
                                      <p:to>
                                        <p:strVal val="visible"/>
                                      </p:to>
                                    </p:set>
                                    <p:anim calcmode="lin" valueType="num">
                                      <p:cBhvr>
                                        <p:cTn id="29" dur="500" fill="hold"/>
                                        <p:tgtEl>
                                          <p:spTgt spid="103"/>
                                        </p:tgtEl>
                                        <p:attrNameLst>
                                          <p:attrName>ppt_w</p:attrName>
                                        </p:attrNameLst>
                                      </p:cBhvr>
                                      <p:tavLst>
                                        <p:tav tm="0">
                                          <p:val>
                                            <p:fltVal val="0"/>
                                          </p:val>
                                        </p:tav>
                                        <p:tav tm="100000">
                                          <p:val>
                                            <p:strVal val="#ppt_w"/>
                                          </p:val>
                                        </p:tav>
                                      </p:tavLst>
                                    </p:anim>
                                    <p:anim calcmode="lin" valueType="num">
                                      <p:cBhvr>
                                        <p:cTn id="30" dur="500" fill="hold"/>
                                        <p:tgtEl>
                                          <p:spTgt spid="103"/>
                                        </p:tgtEl>
                                        <p:attrNameLst>
                                          <p:attrName>ppt_h</p:attrName>
                                        </p:attrNameLst>
                                      </p:cBhvr>
                                      <p:tavLst>
                                        <p:tav tm="0">
                                          <p:val>
                                            <p:strVal val="#ppt_h"/>
                                          </p:val>
                                        </p:tav>
                                        <p:tav tm="100000">
                                          <p:val>
                                            <p:strVal val="#ppt_h"/>
                                          </p:val>
                                        </p:tav>
                                      </p:tavLst>
                                    </p:anim>
                                  </p:childTnLst>
                                </p:cTn>
                              </p:par>
                            </p:childTnLst>
                          </p:cTn>
                        </p:par>
                        <p:par>
                          <p:cTn id="31" fill="hold">
                            <p:stCondLst>
                              <p:cond delay="3000"/>
                            </p:stCondLst>
                            <p:childTnLst>
                              <p:par>
                                <p:cTn id="32" presetID="12" presetClass="entr" presetSubtype="8" fill="hold" nodeType="afterEffect">
                                  <p:stCondLst>
                                    <p:cond delay="0"/>
                                  </p:stCondLst>
                                  <p:childTnLst>
                                    <p:set>
                                      <p:cBhvr>
                                        <p:cTn id="33" dur="1" fill="hold">
                                          <p:stCondLst>
                                            <p:cond delay="0"/>
                                          </p:stCondLst>
                                        </p:cTn>
                                        <p:tgtEl>
                                          <p:spTgt spid="87"/>
                                        </p:tgtEl>
                                        <p:attrNameLst>
                                          <p:attrName>style.visibility</p:attrName>
                                        </p:attrNameLst>
                                      </p:cBhvr>
                                      <p:to>
                                        <p:strVal val="visible"/>
                                      </p:to>
                                    </p:set>
                                    <p:animEffect transition="in" filter="slide(fromLeft)">
                                      <p:cBhvr>
                                        <p:cTn id="34" dur="500"/>
                                        <p:tgtEl>
                                          <p:spTgt spid="87"/>
                                        </p:tgtEl>
                                      </p:cBhvr>
                                    </p:animEffect>
                                  </p:childTnLst>
                                </p:cTn>
                              </p:par>
                            </p:childTnLst>
                          </p:cTn>
                        </p:par>
                        <p:par>
                          <p:cTn id="35" fill="hold">
                            <p:stCondLst>
                              <p:cond delay="3500"/>
                            </p:stCondLst>
                            <p:childTnLst>
                              <p:par>
                                <p:cTn id="36" presetID="17" presetClass="entr" presetSubtype="10" fill="hold" nodeType="afterEffect">
                                  <p:stCondLst>
                                    <p:cond delay="0"/>
                                  </p:stCondLst>
                                  <p:childTnLst>
                                    <p:set>
                                      <p:cBhvr>
                                        <p:cTn id="37" dur="1" fill="hold">
                                          <p:stCondLst>
                                            <p:cond delay="0"/>
                                          </p:stCondLst>
                                        </p:cTn>
                                        <p:tgtEl>
                                          <p:spTgt spid="105"/>
                                        </p:tgtEl>
                                        <p:attrNameLst>
                                          <p:attrName>style.visibility</p:attrName>
                                        </p:attrNameLst>
                                      </p:cBhvr>
                                      <p:to>
                                        <p:strVal val="visible"/>
                                      </p:to>
                                    </p:set>
                                    <p:anim calcmode="lin" valueType="num">
                                      <p:cBhvr>
                                        <p:cTn id="38" dur="500" fill="hold"/>
                                        <p:tgtEl>
                                          <p:spTgt spid="105"/>
                                        </p:tgtEl>
                                        <p:attrNameLst>
                                          <p:attrName>ppt_w</p:attrName>
                                        </p:attrNameLst>
                                      </p:cBhvr>
                                      <p:tavLst>
                                        <p:tav tm="0">
                                          <p:val>
                                            <p:fltVal val="0"/>
                                          </p:val>
                                        </p:tav>
                                        <p:tav tm="100000">
                                          <p:val>
                                            <p:strVal val="#ppt_w"/>
                                          </p:val>
                                        </p:tav>
                                      </p:tavLst>
                                    </p:anim>
                                    <p:anim calcmode="lin" valueType="num">
                                      <p:cBhvr>
                                        <p:cTn id="39" dur="500" fill="hold"/>
                                        <p:tgtEl>
                                          <p:spTgt spid="105"/>
                                        </p:tgtEl>
                                        <p:attrNameLst>
                                          <p:attrName>ppt_h</p:attrName>
                                        </p:attrNameLst>
                                      </p:cBhvr>
                                      <p:tavLst>
                                        <p:tav tm="0">
                                          <p:val>
                                            <p:strVal val="#ppt_h"/>
                                          </p:val>
                                        </p:tav>
                                        <p:tav tm="100000">
                                          <p:val>
                                            <p:strVal val="#ppt_h"/>
                                          </p:val>
                                        </p:tav>
                                      </p:tavLst>
                                    </p:anim>
                                  </p:childTnLst>
                                </p:cTn>
                              </p:par>
                            </p:childTnLst>
                          </p:cTn>
                        </p:par>
                        <p:par>
                          <p:cTn id="40" fill="hold">
                            <p:stCondLst>
                              <p:cond delay="4000"/>
                            </p:stCondLst>
                            <p:childTnLst>
                              <p:par>
                                <p:cTn id="41" presetID="12" presetClass="entr" presetSubtype="8" fill="hold" nodeType="afterEffect">
                                  <p:stCondLst>
                                    <p:cond delay="0"/>
                                  </p:stCondLst>
                                  <p:childTnLst>
                                    <p:set>
                                      <p:cBhvr>
                                        <p:cTn id="42" dur="1" fill="hold">
                                          <p:stCondLst>
                                            <p:cond delay="0"/>
                                          </p:stCondLst>
                                        </p:cTn>
                                        <p:tgtEl>
                                          <p:spTgt spid="88"/>
                                        </p:tgtEl>
                                        <p:attrNameLst>
                                          <p:attrName>style.visibility</p:attrName>
                                        </p:attrNameLst>
                                      </p:cBhvr>
                                      <p:to>
                                        <p:strVal val="visible"/>
                                      </p:to>
                                    </p:set>
                                    <p:animEffect transition="in" filter="slide(fromLeft)">
                                      <p:cBhvr>
                                        <p:cTn id="43" dur="500"/>
                                        <p:tgtEl>
                                          <p:spTgt spid="88"/>
                                        </p:tgtEl>
                                      </p:cBhvr>
                                    </p:animEffect>
                                  </p:childTnLst>
                                </p:cTn>
                              </p:par>
                            </p:childTnLst>
                          </p:cTn>
                        </p:par>
                        <p:par>
                          <p:cTn id="44" fill="hold">
                            <p:stCondLst>
                              <p:cond delay="4500"/>
                            </p:stCondLst>
                            <p:childTnLst>
                              <p:par>
                                <p:cTn id="45" presetID="17" presetClass="entr" presetSubtype="10" fill="hold" nodeType="afterEffect">
                                  <p:stCondLst>
                                    <p:cond delay="0"/>
                                  </p:stCondLst>
                                  <p:childTnLst>
                                    <p:set>
                                      <p:cBhvr>
                                        <p:cTn id="46" dur="1" fill="hold">
                                          <p:stCondLst>
                                            <p:cond delay="0"/>
                                          </p:stCondLst>
                                        </p:cTn>
                                        <p:tgtEl>
                                          <p:spTgt spid="107"/>
                                        </p:tgtEl>
                                        <p:attrNameLst>
                                          <p:attrName>style.visibility</p:attrName>
                                        </p:attrNameLst>
                                      </p:cBhvr>
                                      <p:to>
                                        <p:strVal val="visible"/>
                                      </p:to>
                                    </p:set>
                                    <p:anim calcmode="lin" valueType="num">
                                      <p:cBhvr>
                                        <p:cTn id="47" dur="500" fill="hold"/>
                                        <p:tgtEl>
                                          <p:spTgt spid="107"/>
                                        </p:tgtEl>
                                        <p:attrNameLst>
                                          <p:attrName>ppt_w</p:attrName>
                                        </p:attrNameLst>
                                      </p:cBhvr>
                                      <p:tavLst>
                                        <p:tav tm="0">
                                          <p:val>
                                            <p:fltVal val="0"/>
                                          </p:val>
                                        </p:tav>
                                        <p:tav tm="100000">
                                          <p:val>
                                            <p:strVal val="#ppt_w"/>
                                          </p:val>
                                        </p:tav>
                                      </p:tavLst>
                                    </p:anim>
                                    <p:anim calcmode="lin" valueType="num">
                                      <p:cBhvr>
                                        <p:cTn id="48" dur="500" fill="hold"/>
                                        <p:tgtEl>
                                          <p:spTgt spid="107"/>
                                        </p:tgtEl>
                                        <p:attrNameLst>
                                          <p:attrName>ppt_h</p:attrName>
                                        </p:attrNameLst>
                                      </p:cBhvr>
                                      <p:tavLst>
                                        <p:tav tm="0">
                                          <p:val>
                                            <p:strVal val="#ppt_h"/>
                                          </p:val>
                                        </p:tav>
                                        <p:tav tm="100000">
                                          <p:val>
                                            <p:strVal val="#ppt_h"/>
                                          </p:val>
                                        </p:tav>
                                      </p:tavLst>
                                    </p:anim>
                                  </p:childTnLst>
                                </p:cTn>
                              </p:par>
                            </p:childTnLst>
                          </p:cTn>
                        </p:par>
                        <p:par>
                          <p:cTn id="49" fill="hold">
                            <p:stCondLst>
                              <p:cond delay="5000"/>
                            </p:stCondLst>
                            <p:childTnLst>
                              <p:par>
                                <p:cTn id="50" presetID="12" presetClass="entr" presetSubtype="8" fill="hold" nodeType="afterEffect">
                                  <p:stCondLst>
                                    <p:cond delay="0"/>
                                  </p:stCondLst>
                                  <p:childTnLst>
                                    <p:set>
                                      <p:cBhvr>
                                        <p:cTn id="51" dur="1" fill="hold">
                                          <p:stCondLst>
                                            <p:cond delay="0"/>
                                          </p:stCondLst>
                                        </p:cTn>
                                        <p:tgtEl>
                                          <p:spTgt spid="89"/>
                                        </p:tgtEl>
                                        <p:attrNameLst>
                                          <p:attrName>style.visibility</p:attrName>
                                        </p:attrNameLst>
                                      </p:cBhvr>
                                      <p:to>
                                        <p:strVal val="visible"/>
                                      </p:to>
                                    </p:set>
                                    <p:animEffect transition="in" filter="slide(fromLeft)">
                                      <p:cBhvr>
                                        <p:cTn id="52" dur="500"/>
                                        <p:tgtEl>
                                          <p:spTgt spid="89"/>
                                        </p:tgtEl>
                                      </p:cBhvr>
                                    </p:animEffect>
                                  </p:childTnLst>
                                </p:cTn>
                              </p:par>
                            </p:childTnLst>
                          </p:cTn>
                        </p:par>
                        <p:par>
                          <p:cTn id="53" fill="hold">
                            <p:stCondLst>
                              <p:cond delay="5500"/>
                            </p:stCondLst>
                            <p:childTnLst>
                              <p:par>
                                <p:cTn id="54" presetID="17" presetClass="entr" presetSubtype="10" fill="hold" nodeType="afterEffect">
                                  <p:stCondLst>
                                    <p:cond delay="0"/>
                                  </p:stCondLst>
                                  <p:childTnLst>
                                    <p:set>
                                      <p:cBhvr>
                                        <p:cTn id="55" dur="1" fill="hold">
                                          <p:stCondLst>
                                            <p:cond delay="0"/>
                                          </p:stCondLst>
                                        </p:cTn>
                                        <p:tgtEl>
                                          <p:spTgt spid="115"/>
                                        </p:tgtEl>
                                        <p:attrNameLst>
                                          <p:attrName>style.visibility</p:attrName>
                                        </p:attrNameLst>
                                      </p:cBhvr>
                                      <p:to>
                                        <p:strVal val="visible"/>
                                      </p:to>
                                    </p:set>
                                    <p:anim calcmode="lin" valueType="num">
                                      <p:cBhvr>
                                        <p:cTn id="56" dur="500" fill="hold"/>
                                        <p:tgtEl>
                                          <p:spTgt spid="115"/>
                                        </p:tgtEl>
                                        <p:attrNameLst>
                                          <p:attrName>ppt_w</p:attrName>
                                        </p:attrNameLst>
                                      </p:cBhvr>
                                      <p:tavLst>
                                        <p:tav tm="0">
                                          <p:val>
                                            <p:fltVal val="0"/>
                                          </p:val>
                                        </p:tav>
                                        <p:tav tm="100000">
                                          <p:val>
                                            <p:strVal val="#ppt_w"/>
                                          </p:val>
                                        </p:tav>
                                      </p:tavLst>
                                    </p:anim>
                                    <p:anim calcmode="lin" valueType="num">
                                      <p:cBhvr>
                                        <p:cTn id="57" dur="500" fill="hold"/>
                                        <p:tgtEl>
                                          <p:spTgt spid="115"/>
                                        </p:tgtEl>
                                        <p:attrNameLst>
                                          <p:attrName>ppt_h</p:attrName>
                                        </p:attrNameLst>
                                      </p:cBhvr>
                                      <p:tavLst>
                                        <p:tav tm="0">
                                          <p:val>
                                            <p:strVal val="#ppt_h"/>
                                          </p:val>
                                        </p:tav>
                                        <p:tav tm="100000">
                                          <p:val>
                                            <p:strVal val="#ppt_h"/>
                                          </p:val>
                                        </p:tav>
                                      </p:tavLst>
                                    </p:anim>
                                  </p:childTnLst>
                                </p:cTn>
                              </p:par>
                            </p:childTnLst>
                          </p:cTn>
                        </p:par>
                        <p:par>
                          <p:cTn id="58" fill="hold">
                            <p:stCondLst>
                              <p:cond delay="6000"/>
                            </p:stCondLst>
                            <p:childTnLst>
                              <p:par>
                                <p:cTn id="59" presetID="12" presetClass="entr" presetSubtype="8" fill="hold" nodeType="afterEffect">
                                  <p:stCondLst>
                                    <p:cond delay="0"/>
                                  </p:stCondLst>
                                  <p:childTnLst>
                                    <p:set>
                                      <p:cBhvr>
                                        <p:cTn id="60" dur="1" fill="hold">
                                          <p:stCondLst>
                                            <p:cond delay="0"/>
                                          </p:stCondLst>
                                        </p:cTn>
                                        <p:tgtEl>
                                          <p:spTgt spid="331"/>
                                        </p:tgtEl>
                                        <p:attrNameLst>
                                          <p:attrName>style.visibility</p:attrName>
                                        </p:attrNameLst>
                                      </p:cBhvr>
                                      <p:to>
                                        <p:strVal val="visible"/>
                                      </p:to>
                                    </p:set>
                                    <p:animEffect transition="in" filter="slide(fromLeft)">
                                      <p:cBhvr>
                                        <p:cTn id="61" dur="1000"/>
                                        <p:tgtEl>
                                          <p:spTgt spid="331"/>
                                        </p:tgtEl>
                                      </p:cBhvr>
                                    </p:animEffect>
                                  </p:childTnLst>
                                </p:cTn>
                              </p:par>
                            </p:childTnLst>
                          </p:cTn>
                        </p:par>
                        <p:par>
                          <p:cTn id="62" fill="hold">
                            <p:stCondLst>
                              <p:cond delay="7000"/>
                            </p:stCondLst>
                            <p:childTnLst>
                              <p:par>
                                <p:cTn id="63" presetID="53" presetClass="entr" presetSubtype="0" fill="hold" nodeType="afterEffect">
                                  <p:stCondLst>
                                    <p:cond delay="0"/>
                                  </p:stCondLst>
                                  <p:childTnLst>
                                    <p:set>
                                      <p:cBhvr>
                                        <p:cTn id="64" dur="1" fill="hold">
                                          <p:stCondLst>
                                            <p:cond delay="0"/>
                                          </p:stCondLst>
                                        </p:cTn>
                                        <p:tgtEl>
                                          <p:spTgt spid="5"/>
                                        </p:tgtEl>
                                        <p:attrNameLst>
                                          <p:attrName>style.visibility</p:attrName>
                                        </p:attrNameLst>
                                      </p:cBhvr>
                                      <p:to>
                                        <p:strVal val="visible"/>
                                      </p:to>
                                    </p:set>
                                    <p:anim calcmode="lin" valueType="num">
                                      <p:cBhvr>
                                        <p:cTn id="65" dur="500" fill="hold"/>
                                        <p:tgtEl>
                                          <p:spTgt spid="5"/>
                                        </p:tgtEl>
                                        <p:attrNameLst>
                                          <p:attrName>ppt_w</p:attrName>
                                        </p:attrNameLst>
                                      </p:cBhvr>
                                      <p:tavLst>
                                        <p:tav tm="0">
                                          <p:val>
                                            <p:fltVal val="0"/>
                                          </p:val>
                                        </p:tav>
                                        <p:tav tm="100000">
                                          <p:val>
                                            <p:strVal val="#ppt_w"/>
                                          </p:val>
                                        </p:tav>
                                      </p:tavLst>
                                    </p:anim>
                                    <p:anim calcmode="lin" valueType="num">
                                      <p:cBhvr>
                                        <p:cTn id="66" dur="500" fill="hold"/>
                                        <p:tgtEl>
                                          <p:spTgt spid="5"/>
                                        </p:tgtEl>
                                        <p:attrNameLst>
                                          <p:attrName>ppt_h</p:attrName>
                                        </p:attrNameLst>
                                      </p:cBhvr>
                                      <p:tavLst>
                                        <p:tav tm="0">
                                          <p:val>
                                            <p:fltVal val="0"/>
                                          </p:val>
                                        </p:tav>
                                        <p:tav tm="100000">
                                          <p:val>
                                            <p:strVal val="#ppt_h"/>
                                          </p:val>
                                        </p:tav>
                                      </p:tavLst>
                                    </p:anim>
                                    <p:animEffect transition="in" filter="fade">
                                      <p:cBhvr>
                                        <p:cTn id="6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Freeform 5"/>
          <p:cNvSpPr>
            <a:spLocks/>
          </p:cNvSpPr>
          <p:nvPr/>
        </p:nvSpPr>
        <p:spPr bwMode="auto">
          <a:xfrm>
            <a:off x="5" y="2182769"/>
            <a:ext cx="5292601" cy="1903995"/>
          </a:xfrm>
          <a:custGeom>
            <a:avLst/>
            <a:gdLst>
              <a:gd name="T0" fmla="*/ 2969 w 2969"/>
              <a:gd name="T1" fmla="*/ 0 h 1089"/>
              <a:gd name="T2" fmla="*/ 2498 w 2969"/>
              <a:gd name="T3" fmla="*/ 617 h 1089"/>
              <a:gd name="T4" fmla="*/ 2874 w 2969"/>
              <a:gd name="T5" fmla="*/ 617 h 1089"/>
              <a:gd name="T6" fmla="*/ 2019 w 2969"/>
              <a:gd name="T7" fmla="*/ 689 h 1089"/>
              <a:gd name="T8" fmla="*/ 1182 w 2969"/>
              <a:gd name="T9" fmla="*/ 855 h 1089"/>
              <a:gd name="T10" fmla="*/ 583 w 2969"/>
              <a:gd name="T11" fmla="*/ 954 h 1089"/>
              <a:gd name="T12" fmla="*/ 0 w 2969"/>
              <a:gd name="T13" fmla="*/ 950 h 1089"/>
            </a:gdLst>
            <a:ahLst/>
            <a:cxnLst>
              <a:cxn ang="0">
                <a:pos x="T0" y="T1"/>
              </a:cxn>
              <a:cxn ang="0">
                <a:pos x="T2" y="T3"/>
              </a:cxn>
              <a:cxn ang="0">
                <a:pos x="T4" y="T5"/>
              </a:cxn>
              <a:cxn ang="0">
                <a:pos x="T6" y="T7"/>
              </a:cxn>
              <a:cxn ang="0">
                <a:pos x="T8" y="T9"/>
              </a:cxn>
              <a:cxn ang="0">
                <a:pos x="T10" y="T11"/>
              </a:cxn>
              <a:cxn ang="0">
                <a:pos x="T12" y="T13"/>
              </a:cxn>
            </a:cxnLst>
            <a:rect l="0" t="0" r="r" b="b"/>
            <a:pathLst>
              <a:path w="2969" h="1089">
                <a:moveTo>
                  <a:pt x="2969" y="0"/>
                </a:moveTo>
                <a:cubicBezTo>
                  <a:pt x="2969" y="0"/>
                  <a:pt x="2627" y="194"/>
                  <a:pt x="2498" y="617"/>
                </a:cubicBezTo>
                <a:cubicBezTo>
                  <a:pt x="2370" y="1040"/>
                  <a:pt x="2926" y="964"/>
                  <a:pt x="2874" y="617"/>
                </a:cubicBezTo>
                <a:cubicBezTo>
                  <a:pt x="2822" y="270"/>
                  <a:pt x="2213" y="361"/>
                  <a:pt x="2019" y="689"/>
                </a:cubicBezTo>
                <a:cubicBezTo>
                  <a:pt x="1824" y="1016"/>
                  <a:pt x="1539" y="508"/>
                  <a:pt x="1182" y="855"/>
                </a:cubicBezTo>
                <a:cubicBezTo>
                  <a:pt x="1182" y="855"/>
                  <a:pt x="976" y="1089"/>
                  <a:pt x="583" y="954"/>
                </a:cubicBezTo>
                <a:cubicBezTo>
                  <a:pt x="190" y="818"/>
                  <a:pt x="67" y="888"/>
                  <a:pt x="0" y="950"/>
                </a:cubicBezTo>
              </a:path>
            </a:pathLst>
          </a:custGeom>
          <a:noFill/>
          <a:ln w="28575" cap="rnd">
            <a:solidFill>
              <a:schemeClr val="accent1"/>
            </a:solidFill>
            <a:prstDash val="sys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6" name="텍스트 개체 틀 5"/>
          <p:cNvSpPr>
            <a:spLocks noGrp="1"/>
          </p:cNvSpPr>
          <p:nvPr>
            <p:ph type="body" sz="quarter" idx="10"/>
          </p:nvPr>
        </p:nvSpPr>
        <p:spPr/>
        <p:txBody>
          <a:bodyPr/>
          <a:lstStyle/>
          <a:p>
            <a:r>
              <a:rPr lang="en-US" altLang="ko-KR" dirty="0" err="1"/>
              <a:t>Faucibus</a:t>
            </a:r>
            <a:r>
              <a:rPr lang="en-US" altLang="ko-KR" dirty="0"/>
              <a:t> </a:t>
            </a:r>
            <a:r>
              <a:rPr lang="en-US" altLang="ko-KR" dirty="0" err="1"/>
              <a:t>orci</a:t>
            </a:r>
            <a:r>
              <a:rPr lang="en-US" altLang="ko-KR" dirty="0"/>
              <a:t> </a:t>
            </a:r>
            <a:r>
              <a:rPr lang="en-US" altLang="ko-KR" dirty="0" err="1"/>
              <a:t>luctus</a:t>
            </a:r>
            <a:r>
              <a:rPr lang="en-US" altLang="ko-KR" dirty="0"/>
              <a:t> et </a:t>
            </a:r>
            <a:r>
              <a:rPr lang="en-US" altLang="ko-KR" dirty="0" err="1"/>
              <a:t>ultrices</a:t>
            </a:r>
            <a:r>
              <a:rPr lang="en-US" altLang="ko-KR" dirty="0"/>
              <a:t> </a:t>
            </a:r>
            <a:r>
              <a:rPr lang="en-US" altLang="ko-KR" dirty="0" err="1"/>
              <a:t>posuere</a:t>
            </a:r>
            <a:r>
              <a:rPr lang="en-US" altLang="ko-KR" dirty="0"/>
              <a:t> </a:t>
            </a:r>
            <a:r>
              <a:rPr lang="en-US" altLang="ko-KR" dirty="0" err="1"/>
              <a:t>cubilia</a:t>
            </a:r>
            <a:r>
              <a:rPr lang="en-US" altLang="ko-KR" dirty="0"/>
              <a:t> </a:t>
            </a:r>
            <a:r>
              <a:rPr lang="en-US" altLang="ko-KR" dirty="0" err="1"/>
              <a:t>Curae</a:t>
            </a:r>
            <a:r>
              <a:rPr lang="en-US" altLang="ko-KR" dirty="0"/>
              <a:t>; </a:t>
            </a:r>
            <a:r>
              <a:rPr lang="en-US" altLang="ko-KR" dirty="0" err="1"/>
              <a:t>Morbi</a:t>
            </a:r>
            <a:r>
              <a:rPr lang="en-US" altLang="ko-KR" dirty="0"/>
              <a:t> </a:t>
            </a:r>
            <a:r>
              <a:rPr lang="en-US" altLang="ko-KR" dirty="0" err="1"/>
              <a:t>lacinia</a:t>
            </a:r>
            <a:r>
              <a:rPr lang="en-US" altLang="ko-KR" dirty="0"/>
              <a:t> </a:t>
            </a:r>
            <a:r>
              <a:rPr lang="en-US" altLang="ko-KR" dirty="0" err="1"/>
              <a:t>molestie</a:t>
            </a:r>
            <a:r>
              <a:rPr lang="en-US" altLang="ko-KR" dirty="0"/>
              <a:t> dui. </a:t>
            </a:r>
            <a:r>
              <a:rPr lang="en-US" altLang="ko-KR" dirty="0" err="1"/>
              <a:t>Praesent</a:t>
            </a:r>
            <a:r>
              <a:rPr lang="en-US" altLang="ko-KR" dirty="0"/>
              <a:t> </a:t>
            </a:r>
            <a:r>
              <a:rPr lang="en-US" altLang="ko-KR" dirty="0" err="1"/>
              <a:t>blandit</a:t>
            </a:r>
            <a:r>
              <a:rPr lang="en-US" altLang="ko-KR" dirty="0"/>
              <a:t> dolor. </a:t>
            </a:r>
            <a:r>
              <a:rPr lang="en-US" altLang="ko-KR" dirty="0" err="1"/>
              <a:t>Sed</a:t>
            </a:r>
            <a:r>
              <a:rPr lang="en-US" altLang="ko-KR" dirty="0"/>
              <a:t> non quam. In </a:t>
            </a:r>
            <a:r>
              <a:rPr lang="en-US" altLang="ko-KR" dirty="0" err="1"/>
              <a:t>vel</a:t>
            </a:r>
            <a:r>
              <a:rPr lang="en-US" altLang="ko-KR" dirty="0"/>
              <a:t> mi sit amen </a:t>
            </a:r>
            <a:r>
              <a:rPr lang="en-US" altLang="ko-KR" dirty="0" err="1"/>
              <a:t>augue</a:t>
            </a:r>
            <a:r>
              <a:rPr lang="en-US" altLang="ko-KR" dirty="0"/>
              <a:t> </a:t>
            </a:r>
            <a:r>
              <a:rPr lang="en-US" altLang="ko-KR" dirty="0" err="1"/>
              <a:t>congue</a:t>
            </a:r>
            <a:r>
              <a:rPr lang="en-US" altLang="ko-KR" dirty="0"/>
              <a:t> </a:t>
            </a:r>
            <a:r>
              <a:rPr lang="en-US" altLang="ko-KR" dirty="0" err="1"/>
              <a:t>elementum</a:t>
            </a:r>
            <a:r>
              <a:rPr lang="en-US" altLang="ko-KR" dirty="0"/>
              <a:t>. </a:t>
            </a:r>
            <a:r>
              <a:rPr lang="en-US" altLang="ko-KR" dirty="0" err="1"/>
              <a:t>Morbi</a:t>
            </a:r>
            <a:r>
              <a:rPr lang="en-US" altLang="ko-KR" dirty="0"/>
              <a:t> in </a:t>
            </a:r>
            <a:r>
              <a:rPr lang="en-US" altLang="ko-KR" dirty="0" err="1"/>
              <a:t>ipsum</a:t>
            </a:r>
            <a:r>
              <a:rPr lang="en-US" altLang="ko-KR" dirty="0"/>
              <a:t> sit amen </a:t>
            </a:r>
            <a:r>
              <a:rPr lang="en-US" altLang="ko-KR" dirty="0" err="1"/>
              <a:t>pede</a:t>
            </a:r>
            <a:r>
              <a:rPr lang="en-US" altLang="ko-KR" dirty="0"/>
              <a:t> </a:t>
            </a:r>
            <a:r>
              <a:rPr lang="en-US" altLang="ko-KR" dirty="0" err="1"/>
              <a:t>facilisis</a:t>
            </a:r>
            <a:r>
              <a:rPr lang="en-US" altLang="ko-KR" dirty="0"/>
              <a:t> </a:t>
            </a:r>
            <a:r>
              <a:rPr lang="en-US" altLang="ko-KR" dirty="0" err="1"/>
              <a:t>laoreet</a:t>
            </a:r>
            <a:r>
              <a:rPr lang="en-US" altLang="ko-KR" dirty="0"/>
              <a:t>. </a:t>
            </a:r>
            <a:r>
              <a:rPr lang="en-US" altLang="ko-KR" dirty="0" err="1"/>
              <a:t>Donec</a:t>
            </a:r>
            <a:r>
              <a:rPr lang="en-US" altLang="ko-KR" dirty="0"/>
              <a:t> lacus </a:t>
            </a:r>
            <a:r>
              <a:rPr lang="en-US" altLang="ko-KR" dirty="0" err="1"/>
              <a:t>nunc</a:t>
            </a:r>
            <a:r>
              <a:rPr lang="en-US" altLang="ko-KR" dirty="0"/>
              <a:t>, </a:t>
            </a:r>
            <a:r>
              <a:rPr lang="en-US" altLang="ko-KR" dirty="0" err="1"/>
              <a:t>viverra</a:t>
            </a:r>
            <a:r>
              <a:rPr lang="en-US" altLang="ko-KR" dirty="0"/>
              <a:t> </a:t>
            </a:r>
            <a:r>
              <a:rPr lang="en-US" altLang="ko-KR" dirty="0" err="1"/>
              <a:t>nec</a:t>
            </a:r>
            <a:r>
              <a:rPr lang="en-US" altLang="ko-KR" dirty="0"/>
              <a:t>, </a:t>
            </a:r>
            <a:r>
              <a:rPr lang="en-US" altLang="ko-KR" dirty="0" err="1"/>
              <a:t>blandit</a:t>
            </a:r>
            <a:r>
              <a:rPr lang="en-US" altLang="ko-KR" dirty="0"/>
              <a:t> </a:t>
            </a:r>
            <a:r>
              <a:rPr lang="en-US" altLang="ko-KR" dirty="0" err="1"/>
              <a:t>vel</a:t>
            </a:r>
            <a:r>
              <a:rPr lang="en-US" altLang="ko-KR" dirty="0"/>
              <a:t>, </a:t>
            </a:r>
            <a:r>
              <a:rPr lang="en-US" altLang="ko-KR" dirty="0" err="1"/>
              <a:t>egestas</a:t>
            </a:r>
            <a:r>
              <a:rPr lang="en-US" altLang="ko-KR" dirty="0"/>
              <a:t> et, </a:t>
            </a:r>
            <a:r>
              <a:rPr lang="en-US" altLang="ko-KR" dirty="0" err="1"/>
              <a:t>augue</a:t>
            </a:r>
            <a:r>
              <a:rPr lang="en-US" altLang="ko-KR" dirty="0"/>
              <a:t>. </a:t>
            </a:r>
          </a:p>
          <a:p>
            <a:endParaRPr lang="en-US" altLang="ko-KR" dirty="0"/>
          </a:p>
          <a:p>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Integer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a:t>
            </a:r>
            <a:r>
              <a:rPr lang="en-US" altLang="ko-KR" dirty="0" err="1"/>
              <a:t>cursus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a:t>
            </a:r>
            <a:r>
              <a:rPr lang="en-US" altLang="ko-KR" dirty="0" err="1"/>
              <a:t>massa</a:t>
            </a:r>
            <a:r>
              <a:rPr lang="en-US" altLang="ko-KR" dirty="0"/>
              <a:t> </a:t>
            </a:r>
            <a:r>
              <a:rPr lang="en-US" altLang="ko-KR" dirty="0" err="1"/>
              <a:t>mattis</a:t>
            </a:r>
            <a:r>
              <a:rPr lang="en-US" altLang="ko-KR" dirty="0"/>
              <a:t> </a:t>
            </a:r>
            <a:r>
              <a:rPr lang="en-US" altLang="ko-KR" dirty="0" err="1"/>
              <a:t>sem</a:t>
            </a:r>
            <a:r>
              <a:rPr lang="en-US" altLang="ko-KR" dirty="0"/>
              <a:t>, at </a:t>
            </a:r>
            <a:r>
              <a:rPr lang="en-US" altLang="ko-KR" dirty="0" err="1"/>
              <a:t>interdum</a:t>
            </a:r>
            <a:r>
              <a:rPr lang="en-US" altLang="ko-KR" dirty="0"/>
              <a:t> magna </a:t>
            </a:r>
            <a:r>
              <a:rPr lang="en-US" altLang="ko-KR" dirty="0" err="1"/>
              <a:t>augue</a:t>
            </a:r>
            <a:r>
              <a:rPr lang="en-US" altLang="ko-KR" dirty="0"/>
              <a:t> </a:t>
            </a:r>
            <a:r>
              <a:rPr lang="en-US" altLang="ko-KR" dirty="0" err="1"/>
              <a:t>eget</a:t>
            </a:r>
            <a:r>
              <a:rPr lang="en-US" altLang="ko-KR" dirty="0"/>
              <a:t> diam. </a:t>
            </a:r>
            <a:r>
              <a:rPr lang="en-US" altLang="ko-KR" dirty="0" err="1"/>
              <a:t>Vestibulum</a:t>
            </a:r>
            <a:r>
              <a:rPr lang="en-US" altLang="ko-KR" dirty="0"/>
              <a:t> ante </a:t>
            </a:r>
            <a:r>
              <a:rPr lang="en-US" altLang="ko-KR" dirty="0" err="1"/>
              <a:t>ipsum</a:t>
            </a:r>
            <a:r>
              <a:rPr lang="en-US" altLang="ko-KR" dirty="0"/>
              <a:t> </a:t>
            </a:r>
            <a:r>
              <a:rPr lang="en-US" altLang="ko-KR" dirty="0" err="1"/>
              <a:t>primis</a:t>
            </a:r>
            <a:r>
              <a:rPr lang="en-US" altLang="ko-KR" dirty="0"/>
              <a:t> in </a:t>
            </a:r>
            <a:r>
              <a:rPr lang="en-US" altLang="ko-KR" dirty="0" err="1"/>
              <a:t>faucibus</a:t>
            </a:r>
            <a:r>
              <a:rPr lang="en-US" altLang="ko-KR" dirty="0"/>
              <a:t> </a:t>
            </a:r>
            <a:r>
              <a:rPr lang="en-US" altLang="ko-KR" dirty="0" err="1"/>
              <a:t>orci</a:t>
            </a:r>
            <a:r>
              <a:rPr lang="en-US" altLang="ko-KR" dirty="0"/>
              <a:t> </a:t>
            </a:r>
            <a:r>
              <a:rPr lang="en-US" altLang="ko-KR" dirty="0" err="1"/>
              <a:t>luctus</a:t>
            </a:r>
            <a:r>
              <a:rPr lang="en-US" altLang="ko-KR" dirty="0"/>
              <a:t>.</a:t>
            </a:r>
          </a:p>
          <a:p>
            <a:endParaRPr lang="ko-KR" altLang="en-US" dirty="0"/>
          </a:p>
        </p:txBody>
      </p:sp>
      <p:sp>
        <p:nvSpPr>
          <p:cNvPr id="11" name="Title 10"/>
          <p:cNvSpPr>
            <a:spLocks noGrp="1"/>
          </p:cNvSpPr>
          <p:nvPr>
            <p:ph type="title"/>
          </p:nvPr>
        </p:nvSpPr>
        <p:spPr/>
        <p:txBody>
          <a:bodyPr/>
          <a:lstStyle/>
          <a:p>
            <a:r>
              <a:rPr lang="en-US" dirty="0"/>
              <a:t>Business Goals</a:t>
            </a:r>
          </a:p>
        </p:txBody>
      </p:sp>
      <p:grpSp>
        <p:nvGrpSpPr>
          <p:cNvPr id="5" name="그룹 4"/>
          <p:cNvGrpSpPr/>
          <p:nvPr/>
        </p:nvGrpSpPr>
        <p:grpSpPr>
          <a:xfrm>
            <a:off x="2150095" y="1648640"/>
            <a:ext cx="964934" cy="490389"/>
            <a:chOff x="2846913" y="966432"/>
            <a:chExt cx="1277658" cy="649318"/>
          </a:xfrm>
        </p:grpSpPr>
        <p:sp>
          <p:nvSpPr>
            <p:cNvPr id="74" name="자유형 73"/>
            <p:cNvSpPr>
              <a:spLocks/>
            </p:cNvSpPr>
            <p:nvPr/>
          </p:nvSpPr>
          <p:spPr bwMode="auto">
            <a:xfrm>
              <a:off x="2849794" y="966432"/>
              <a:ext cx="1274777" cy="572398"/>
            </a:xfrm>
            <a:custGeom>
              <a:avLst/>
              <a:gdLst>
                <a:gd name="connsiteX0" fmla="*/ 599384 w 1274777"/>
                <a:gd name="connsiteY0" fmla="*/ 14 h 572398"/>
                <a:gd name="connsiteX1" fmla="*/ 807380 w 1274777"/>
                <a:gd name="connsiteY1" fmla="*/ 110683 h 572398"/>
                <a:gd name="connsiteX2" fmla="*/ 1032830 w 1274777"/>
                <a:gd name="connsiteY2" fmla="*/ 192229 h 572398"/>
                <a:gd name="connsiteX3" fmla="*/ 1261189 w 1274777"/>
                <a:gd name="connsiteY3" fmla="*/ 359689 h 572398"/>
                <a:gd name="connsiteX4" fmla="*/ 1243735 w 1274777"/>
                <a:gd name="connsiteY4" fmla="*/ 388813 h 572398"/>
                <a:gd name="connsiteX5" fmla="*/ 1243575 w 1274777"/>
                <a:gd name="connsiteY5" fmla="*/ 388864 h 572398"/>
                <a:gd name="connsiteX6" fmla="*/ 1208805 w 1274777"/>
                <a:gd name="connsiteY6" fmla="*/ 423612 h 572398"/>
                <a:gd name="connsiteX7" fmla="*/ 992172 w 1274777"/>
                <a:gd name="connsiteY7" fmla="*/ 454140 h 572398"/>
                <a:gd name="connsiteX8" fmla="*/ 680854 w 1274777"/>
                <a:gd name="connsiteY8" fmla="*/ 532793 h 572398"/>
                <a:gd name="connsiteX9" fmla="*/ 216787 w 1274777"/>
                <a:gd name="connsiteY9" fmla="*/ 471618 h 572398"/>
                <a:gd name="connsiteX10" fmla="*/ 29 w 1274777"/>
                <a:gd name="connsiteY10" fmla="*/ 379856 h 572398"/>
                <a:gd name="connsiteX11" fmla="*/ 142 w 1274777"/>
                <a:gd name="connsiteY11" fmla="*/ 379934 h 572398"/>
                <a:gd name="connsiteX12" fmla="*/ 4486 w 1274777"/>
                <a:gd name="connsiteY12" fmla="*/ 349496 h 572398"/>
                <a:gd name="connsiteX13" fmla="*/ 228481 w 1274777"/>
                <a:gd name="connsiteY13" fmla="*/ 234458 h 572398"/>
                <a:gd name="connsiteX14" fmla="*/ 398660 w 1274777"/>
                <a:gd name="connsiteY14" fmla="*/ 150000 h 572398"/>
                <a:gd name="connsiteX15" fmla="*/ 599384 w 1274777"/>
                <a:gd name="connsiteY15" fmla="*/ 14 h 572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4777" h="572398">
                  <a:moveTo>
                    <a:pt x="599384" y="14"/>
                  </a:moveTo>
                  <a:cubicBezTo>
                    <a:pt x="760835" y="-1442"/>
                    <a:pt x="807380" y="110683"/>
                    <a:pt x="807380" y="110683"/>
                  </a:cubicBezTo>
                  <a:cubicBezTo>
                    <a:pt x="958650" y="74279"/>
                    <a:pt x="1032830" y="192229"/>
                    <a:pt x="1032830" y="192229"/>
                  </a:cubicBezTo>
                  <a:cubicBezTo>
                    <a:pt x="1093920" y="155825"/>
                    <a:pt x="1333915" y="212616"/>
                    <a:pt x="1261189" y="359689"/>
                  </a:cubicBezTo>
                  <a:cubicBezTo>
                    <a:pt x="1255371" y="371339"/>
                    <a:pt x="1249553" y="380076"/>
                    <a:pt x="1243735" y="388813"/>
                  </a:cubicBezTo>
                  <a:lnTo>
                    <a:pt x="1243575" y="388864"/>
                  </a:lnTo>
                  <a:lnTo>
                    <a:pt x="1208805" y="423612"/>
                  </a:lnTo>
                  <a:cubicBezTo>
                    <a:pt x="1120258" y="489825"/>
                    <a:pt x="992172" y="454140"/>
                    <a:pt x="992172" y="454140"/>
                  </a:cubicBezTo>
                  <a:cubicBezTo>
                    <a:pt x="872882" y="607077"/>
                    <a:pt x="680854" y="532793"/>
                    <a:pt x="680854" y="532793"/>
                  </a:cubicBezTo>
                  <a:cubicBezTo>
                    <a:pt x="276432" y="649317"/>
                    <a:pt x="216787" y="471618"/>
                    <a:pt x="216787" y="471618"/>
                  </a:cubicBezTo>
                  <a:cubicBezTo>
                    <a:pt x="216787" y="471618"/>
                    <a:pt x="-2881" y="503662"/>
                    <a:pt x="29" y="379856"/>
                  </a:cubicBezTo>
                  <a:lnTo>
                    <a:pt x="142" y="379934"/>
                  </a:lnTo>
                  <a:lnTo>
                    <a:pt x="4486" y="349496"/>
                  </a:lnTo>
                  <a:cubicBezTo>
                    <a:pt x="43758" y="189317"/>
                    <a:pt x="228481" y="234458"/>
                    <a:pt x="228481" y="234458"/>
                  </a:cubicBezTo>
                  <a:cubicBezTo>
                    <a:pt x="272117" y="116508"/>
                    <a:pt x="398660" y="155825"/>
                    <a:pt x="398660" y="150000"/>
                  </a:cubicBezTo>
                  <a:cubicBezTo>
                    <a:pt x="398660" y="144175"/>
                    <a:pt x="437932" y="1470"/>
                    <a:pt x="599384" y="14"/>
                  </a:cubicBezTo>
                  <a:close/>
                </a:path>
              </a:pathLst>
            </a:custGeom>
            <a:solidFill>
              <a:schemeClr val="accent3">
                <a:lumMod val="95000"/>
              </a:schemeClr>
            </a:solidFill>
            <a:ln w="9525">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ko-KR" altLang="en-US" sz="900" dirty="0">
                <a:gradFill>
                  <a:gsLst>
                    <a:gs pos="0">
                      <a:schemeClr val="bg1">
                        <a:lumMod val="65000"/>
                      </a:schemeClr>
                    </a:gs>
                    <a:gs pos="100000">
                      <a:schemeClr val="bg1">
                        <a:lumMod val="65000"/>
                      </a:schemeClr>
                    </a:gs>
                  </a:gsLst>
                  <a:lin ang="5400000" scaled="0"/>
                </a:gradFill>
                <a:latin typeface="+mj-lt"/>
                <a:ea typeface="+mj-ea"/>
              </a:endParaRPr>
            </a:p>
          </p:txBody>
        </p:sp>
        <p:sp>
          <p:nvSpPr>
            <p:cNvPr id="75" name="Freeform 6"/>
            <p:cNvSpPr>
              <a:spLocks/>
            </p:cNvSpPr>
            <p:nvPr/>
          </p:nvSpPr>
          <p:spPr bwMode="auto">
            <a:xfrm>
              <a:off x="2846913" y="1346289"/>
              <a:ext cx="1246725" cy="269461"/>
            </a:xfrm>
            <a:custGeom>
              <a:avLst/>
              <a:gdLst>
                <a:gd name="T0" fmla="*/ 692 w 857"/>
                <a:gd name="T1" fmla="*/ 5 h 185"/>
                <a:gd name="T2" fmla="*/ 470 w 857"/>
                <a:gd name="T3" fmla="*/ 38 h 185"/>
                <a:gd name="T4" fmla="*/ 188 w 857"/>
                <a:gd name="T5" fmla="*/ 29 h 185"/>
                <a:gd name="T6" fmla="*/ 2 w 857"/>
                <a:gd name="T7" fmla="*/ 0 h 185"/>
                <a:gd name="T8" fmla="*/ 151 w 857"/>
                <a:gd name="T9" fmla="*/ 63 h 185"/>
                <a:gd name="T10" fmla="*/ 470 w 857"/>
                <a:gd name="T11" fmla="*/ 105 h 185"/>
                <a:gd name="T12" fmla="*/ 684 w 857"/>
                <a:gd name="T13" fmla="*/ 51 h 185"/>
                <a:gd name="T14" fmla="*/ 857 w 857"/>
                <a:gd name="T15" fmla="*/ 6 h 185"/>
                <a:gd name="T16" fmla="*/ 692 w 857"/>
                <a:gd name="T17" fmla="*/ 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7" h="185">
                  <a:moveTo>
                    <a:pt x="692" y="5"/>
                  </a:moveTo>
                  <a:cubicBezTo>
                    <a:pt x="564" y="131"/>
                    <a:pt x="470" y="38"/>
                    <a:pt x="470" y="38"/>
                  </a:cubicBezTo>
                  <a:cubicBezTo>
                    <a:pt x="292" y="155"/>
                    <a:pt x="188" y="29"/>
                    <a:pt x="188" y="29"/>
                  </a:cubicBezTo>
                  <a:cubicBezTo>
                    <a:pt x="86" y="51"/>
                    <a:pt x="30" y="25"/>
                    <a:pt x="2" y="0"/>
                  </a:cubicBezTo>
                  <a:cubicBezTo>
                    <a:pt x="0" y="85"/>
                    <a:pt x="151" y="63"/>
                    <a:pt x="151" y="63"/>
                  </a:cubicBezTo>
                  <a:cubicBezTo>
                    <a:pt x="151" y="63"/>
                    <a:pt x="192" y="185"/>
                    <a:pt x="470" y="105"/>
                  </a:cubicBezTo>
                  <a:cubicBezTo>
                    <a:pt x="470" y="105"/>
                    <a:pt x="602" y="156"/>
                    <a:pt x="684" y="51"/>
                  </a:cubicBezTo>
                  <a:cubicBezTo>
                    <a:pt x="684" y="51"/>
                    <a:pt x="799" y="83"/>
                    <a:pt x="857" y="6"/>
                  </a:cubicBezTo>
                  <a:cubicBezTo>
                    <a:pt x="770" y="42"/>
                    <a:pt x="692" y="5"/>
                    <a:pt x="692" y="5"/>
                  </a:cubicBezTo>
                  <a:close/>
                </a:path>
              </a:pathLst>
            </a:custGeom>
            <a:solidFill>
              <a:schemeClr val="accent3">
                <a:lumMod val="8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ko-KR" altLang="en-US" sz="900" b="1" dirty="0">
                <a:gradFill>
                  <a:gsLst>
                    <a:gs pos="0">
                      <a:schemeClr val="tx2"/>
                    </a:gs>
                    <a:gs pos="100000">
                      <a:schemeClr val="tx2"/>
                    </a:gs>
                  </a:gsLst>
                  <a:lin ang="5400000" scaled="0"/>
                </a:gradFill>
                <a:latin typeface="+mj-lt"/>
              </a:endParaRPr>
            </a:p>
          </p:txBody>
        </p:sp>
      </p:grpSp>
      <p:grpSp>
        <p:nvGrpSpPr>
          <p:cNvPr id="57" name="그룹 56"/>
          <p:cNvGrpSpPr/>
          <p:nvPr/>
        </p:nvGrpSpPr>
        <p:grpSpPr>
          <a:xfrm>
            <a:off x="3332563" y="2293429"/>
            <a:ext cx="705326" cy="354851"/>
            <a:chOff x="4412603" y="1820189"/>
            <a:chExt cx="933914" cy="469854"/>
          </a:xfrm>
        </p:grpSpPr>
        <p:sp>
          <p:nvSpPr>
            <p:cNvPr id="78" name="자유형 77"/>
            <p:cNvSpPr>
              <a:spLocks/>
            </p:cNvSpPr>
            <p:nvPr/>
          </p:nvSpPr>
          <p:spPr bwMode="auto">
            <a:xfrm rot="21436258" flipH="1">
              <a:off x="4412603" y="1820189"/>
              <a:ext cx="923959" cy="414874"/>
            </a:xfrm>
            <a:custGeom>
              <a:avLst/>
              <a:gdLst>
                <a:gd name="connsiteX0" fmla="*/ 434433 w 923959"/>
                <a:gd name="connsiteY0" fmla="*/ 10 h 414874"/>
                <a:gd name="connsiteX1" fmla="*/ 288949 w 923959"/>
                <a:gd name="connsiteY1" fmla="*/ 108720 h 414874"/>
                <a:gd name="connsiteX2" fmla="*/ 165603 w 923959"/>
                <a:gd name="connsiteY2" fmla="*/ 169935 h 414874"/>
                <a:gd name="connsiteX3" fmla="*/ 3250 w 923959"/>
                <a:gd name="connsiteY3" fmla="*/ 253315 h 414874"/>
                <a:gd name="connsiteX4" fmla="*/ 102 w 923959"/>
                <a:gd name="connsiteY4" fmla="*/ 275376 h 414874"/>
                <a:gd name="connsiteX5" fmla="*/ 21 w 923959"/>
                <a:gd name="connsiteY5" fmla="*/ 275320 h 414874"/>
                <a:gd name="connsiteX6" fmla="*/ 157128 w 923959"/>
                <a:gd name="connsiteY6" fmla="*/ 341830 h 414874"/>
                <a:gd name="connsiteX7" fmla="*/ 493484 w 923959"/>
                <a:gd name="connsiteY7" fmla="*/ 386169 h 414874"/>
                <a:gd name="connsiteX8" fmla="*/ 719128 w 923959"/>
                <a:gd name="connsiteY8" fmla="*/ 329161 h 414874"/>
                <a:gd name="connsiteX9" fmla="*/ 876144 w 923959"/>
                <a:gd name="connsiteY9" fmla="*/ 307035 h 414874"/>
                <a:gd name="connsiteX10" fmla="*/ 901358 w 923959"/>
                <a:gd name="connsiteY10" fmla="*/ 281836 h 414874"/>
                <a:gd name="connsiteX11" fmla="*/ 901460 w 923959"/>
                <a:gd name="connsiteY11" fmla="*/ 281811 h 414874"/>
                <a:gd name="connsiteX12" fmla="*/ 914111 w 923959"/>
                <a:gd name="connsiteY12" fmla="*/ 260703 h 414874"/>
                <a:gd name="connsiteX13" fmla="*/ 748596 w 923959"/>
                <a:gd name="connsiteY13" fmla="*/ 139328 h 414874"/>
                <a:gd name="connsiteX14" fmla="*/ 585189 w 923959"/>
                <a:gd name="connsiteY14" fmla="*/ 80223 h 414874"/>
                <a:gd name="connsiteX15" fmla="*/ 434433 w 923959"/>
                <a:gd name="connsiteY15" fmla="*/ 10 h 414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23959" h="414874">
                  <a:moveTo>
                    <a:pt x="434433" y="10"/>
                  </a:moveTo>
                  <a:cubicBezTo>
                    <a:pt x="317413" y="1065"/>
                    <a:pt x="288949" y="104498"/>
                    <a:pt x="288949" y="108720"/>
                  </a:cubicBezTo>
                  <a:cubicBezTo>
                    <a:pt x="288949" y="112942"/>
                    <a:pt x="197230" y="84445"/>
                    <a:pt x="165603" y="169935"/>
                  </a:cubicBezTo>
                  <a:cubicBezTo>
                    <a:pt x="165603" y="169935"/>
                    <a:pt x="31715" y="137217"/>
                    <a:pt x="3250" y="253315"/>
                  </a:cubicBezTo>
                  <a:lnTo>
                    <a:pt x="102" y="275376"/>
                  </a:lnTo>
                  <a:lnTo>
                    <a:pt x="21" y="275320"/>
                  </a:lnTo>
                  <a:cubicBezTo>
                    <a:pt x="-2088" y="365055"/>
                    <a:pt x="157128" y="341830"/>
                    <a:pt x="157128" y="341830"/>
                  </a:cubicBezTo>
                  <a:cubicBezTo>
                    <a:pt x="157128" y="341830"/>
                    <a:pt x="200358" y="470626"/>
                    <a:pt x="493484" y="386169"/>
                  </a:cubicBezTo>
                  <a:cubicBezTo>
                    <a:pt x="493484" y="386169"/>
                    <a:pt x="632666" y="440011"/>
                    <a:pt x="719128" y="329161"/>
                  </a:cubicBezTo>
                  <a:cubicBezTo>
                    <a:pt x="719128" y="329161"/>
                    <a:pt x="811965" y="355026"/>
                    <a:pt x="876144" y="307035"/>
                  </a:cubicBezTo>
                  <a:lnTo>
                    <a:pt x="901358" y="281836"/>
                  </a:lnTo>
                  <a:lnTo>
                    <a:pt x="901460" y="281811"/>
                  </a:lnTo>
                  <a:cubicBezTo>
                    <a:pt x="905677" y="275479"/>
                    <a:pt x="909894" y="269146"/>
                    <a:pt x="914111" y="260703"/>
                  </a:cubicBezTo>
                  <a:cubicBezTo>
                    <a:pt x="966823" y="154104"/>
                    <a:pt x="792874" y="112942"/>
                    <a:pt x="748596" y="139328"/>
                  </a:cubicBezTo>
                  <a:cubicBezTo>
                    <a:pt x="748596" y="139328"/>
                    <a:pt x="694830" y="53837"/>
                    <a:pt x="585189" y="80223"/>
                  </a:cubicBezTo>
                  <a:cubicBezTo>
                    <a:pt x="585189" y="80223"/>
                    <a:pt x="551453" y="-1046"/>
                    <a:pt x="434433" y="10"/>
                  </a:cubicBezTo>
                  <a:close/>
                </a:path>
              </a:pathLst>
            </a:custGeom>
            <a:solidFill>
              <a:schemeClr val="accent3">
                <a:lumMod val="95000"/>
              </a:schemeClr>
            </a:solidFill>
            <a:ln w="9525">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ko-KR" altLang="en-US" sz="900" dirty="0">
                <a:gradFill>
                  <a:gsLst>
                    <a:gs pos="0">
                      <a:schemeClr val="bg1">
                        <a:lumMod val="65000"/>
                      </a:schemeClr>
                    </a:gs>
                    <a:gs pos="100000">
                      <a:schemeClr val="bg1">
                        <a:lumMod val="65000"/>
                      </a:schemeClr>
                    </a:gs>
                  </a:gsLst>
                  <a:lin ang="5400000" scaled="0"/>
                </a:gradFill>
                <a:latin typeface="+mj-lt"/>
                <a:ea typeface="+mj-ea"/>
              </a:endParaRPr>
            </a:p>
          </p:txBody>
        </p:sp>
        <p:sp>
          <p:nvSpPr>
            <p:cNvPr id="79" name="Freeform 6"/>
            <p:cNvSpPr>
              <a:spLocks/>
            </p:cNvSpPr>
            <p:nvPr/>
          </p:nvSpPr>
          <p:spPr bwMode="auto">
            <a:xfrm rot="21436258" flipH="1">
              <a:off x="4442889" y="2094737"/>
              <a:ext cx="903628" cy="195306"/>
            </a:xfrm>
            <a:custGeom>
              <a:avLst/>
              <a:gdLst>
                <a:gd name="T0" fmla="*/ 692 w 857"/>
                <a:gd name="T1" fmla="*/ 5 h 185"/>
                <a:gd name="T2" fmla="*/ 470 w 857"/>
                <a:gd name="T3" fmla="*/ 38 h 185"/>
                <a:gd name="T4" fmla="*/ 188 w 857"/>
                <a:gd name="T5" fmla="*/ 29 h 185"/>
                <a:gd name="T6" fmla="*/ 2 w 857"/>
                <a:gd name="T7" fmla="*/ 0 h 185"/>
                <a:gd name="T8" fmla="*/ 151 w 857"/>
                <a:gd name="T9" fmla="*/ 63 h 185"/>
                <a:gd name="T10" fmla="*/ 470 w 857"/>
                <a:gd name="T11" fmla="*/ 105 h 185"/>
                <a:gd name="T12" fmla="*/ 684 w 857"/>
                <a:gd name="T13" fmla="*/ 51 h 185"/>
                <a:gd name="T14" fmla="*/ 857 w 857"/>
                <a:gd name="T15" fmla="*/ 6 h 185"/>
                <a:gd name="T16" fmla="*/ 692 w 857"/>
                <a:gd name="T17" fmla="*/ 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7" h="185">
                  <a:moveTo>
                    <a:pt x="692" y="5"/>
                  </a:moveTo>
                  <a:cubicBezTo>
                    <a:pt x="564" y="131"/>
                    <a:pt x="470" y="38"/>
                    <a:pt x="470" y="38"/>
                  </a:cubicBezTo>
                  <a:cubicBezTo>
                    <a:pt x="292" y="155"/>
                    <a:pt x="188" y="29"/>
                    <a:pt x="188" y="29"/>
                  </a:cubicBezTo>
                  <a:cubicBezTo>
                    <a:pt x="86" y="51"/>
                    <a:pt x="30" y="25"/>
                    <a:pt x="2" y="0"/>
                  </a:cubicBezTo>
                  <a:cubicBezTo>
                    <a:pt x="0" y="85"/>
                    <a:pt x="151" y="63"/>
                    <a:pt x="151" y="63"/>
                  </a:cubicBezTo>
                  <a:cubicBezTo>
                    <a:pt x="151" y="63"/>
                    <a:pt x="192" y="185"/>
                    <a:pt x="470" y="105"/>
                  </a:cubicBezTo>
                  <a:cubicBezTo>
                    <a:pt x="470" y="105"/>
                    <a:pt x="602" y="156"/>
                    <a:pt x="684" y="51"/>
                  </a:cubicBezTo>
                  <a:cubicBezTo>
                    <a:pt x="684" y="51"/>
                    <a:pt x="799" y="83"/>
                    <a:pt x="857" y="6"/>
                  </a:cubicBezTo>
                  <a:cubicBezTo>
                    <a:pt x="770" y="42"/>
                    <a:pt x="692" y="5"/>
                    <a:pt x="692" y="5"/>
                  </a:cubicBezTo>
                  <a:close/>
                </a:path>
              </a:pathLst>
            </a:custGeom>
            <a:solidFill>
              <a:schemeClr val="accent3">
                <a:lumMod val="8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ko-KR" altLang="en-US" sz="900" b="1" dirty="0">
                <a:gradFill>
                  <a:gsLst>
                    <a:gs pos="0">
                      <a:schemeClr val="tx2"/>
                    </a:gs>
                    <a:gs pos="100000">
                      <a:schemeClr val="tx2"/>
                    </a:gs>
                  </a:gsLst>
                  <a:lin ang="5400000" scaled="0"/>
                </a:gradFill>
                <a:latin typeface="+mj-lt"/>
              </a:endParaRPr>
            </a:p>
          </p:txBody>
        </p:sp>
      </p:grpSp>
      <p:grpSp>
        <p:nvGrpSpPr>
          <p:cNvPr id="4" name="그룹 3"/>
          <p:cNvGrpSpPr/>
          <p:nvPr/>
        </p:nvGrpSpPr>
        <p:grpSpPr>
          <a:xfrm>
            <a:off x="4167774" y="1872537"/>
            <a:ext cx="497189" cy="252676"/>
            <a:chOff x="5518493" y="1262895"/>
            <a:chExt cx="658322" cy="334565"/>
          </a:xfrm>
        </p:grpSpPr>
        <p:sp>
          <p:nvSpPr>
            <p:cNvPr id="82" name="자유형 81"/>
            <p:cNvSpPr>
              <a:spLocks/>
            </p:cNvSpPr>
            <p:nvPr/>
          </p:nvSpPr>
          <p:spPr bwMode="auto">
            <a:xfrm>
              <a:off x="5519977" y="1262895"/>
              <a:ext cx="656838" cy="294931"/>
            </a:xfrm>
            <a:custGeom>
              <a:avLst/>
              <a:gdLst>
                <a:gd name="connsiteX0" fmla="*/ 308837 w 656838"/>
                <a:gd name="connsiteY0" fmla="*/ 7 h 294931"/>
                <a:gd name="connsiteX1" fmla="*/ 416008 w 656838"/>
                <a:gd name="connsiteY1" fmla="*/ 57030 h 294931"/>
                <a:gd name="connsiteX2" fmla="*/ 532173 w 656838"/>
                <a:gd name="connsiteY2" fmla="*/ 99047 h 294931"/>
                <a:gd name="connsiteX3" fmla="*/ 649837 w 656838"/>
                <a:gd name="connsiteY3" fmla="*/ 185332 h 294931"/>
                <a:gd name="connsiteX4" fmla="*/ 640843 w 656838"/>
                <a:gd name="connsiteY4" fmla="*/ 200339 h 294931"/>
                <a:gd name="connsiteX5" fmla="*/ 640770 w 656838"/>
                <a:gd name="connsiteY5" fmla="*/ 200356 h 294931"/>
                <a:gd name="connsiteX6" fmla="*/ 622846 w 656838"/>
                <a:gd name="connsiteY6" fmla="*/ 218269 h 294931"/>
                <a:gd name="connsiteX7" fmla="*/ 511224 w 656838"/>
                <a:gd name="connsiteY7" fmla="*/ 233998 h 294931"/>
                <a:gd name="connsiteX8" fmla="*/ 350816 w 656838"/>
                <a:gd name="connsiteY8" fmla="*/ 274525 h 294931"/>
                <a:gd name="connsiteX9" fmla="*/ 111702 w 656838"/>
                <a:gd name="connsiteY9" fmla="*/ 243004 h 294931"/>
                <a:gd name="connsiteX10" fmla="*/ 15 w 656838"/>
                <a:gd name="connsiteY10" fmla="*/ 195723 h 294931"/>
                <a:gd name="connsiteX11" fmla="*/ 75 w 656838"/>
                <a:gd name="connsiteY11" fmla="*/ 195753 h 294931"/>
                <a:gd name="connsiteX12" fmla="*/ 2312 w 656838"/>
                <a:gd name="connsiteY12" fmla="*/ 180080 h 294931"/>
                <a:gd name="connsiteX13" fmla="*/ 117727 w 656838"/>
                <a:gd name="connsiteY13" fmla="*/ 120806 h 294931"/>
                <a:gd name="connsiteX14" fmla="*/ 205413 w 656838"/>
                <a:gd name="connsiteY14" fmla="*/ 77289 h 294931"/>
                <a:gd name="connsiteX15" fmla="*/ 308837 w 656838"/>
                <a:gd name="connsiteY15" fmla="*/ 7 h 294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56838" h="294931">
                  <a:moveTo>
                    <a:pt x="308837" y="7"/>
                  </a:moveTo>
                  <a:cubicBezTo>
                    <a:pt x="392026" y="-743"/>
                    <a:pt x="416008" y="57030"/>
                    <a:pt x="416008" y="57030"/>
                  </a:cubicBezTo>
                  <a:cubicBezTo>
                    <a:pt x="493951" y="38273"/>
                    <a:pt x="532173" y="99047"/>
                    <a:pt x="532173" y="99047"/>
                  </a:cubicBezTo>
                  <a:cubicBezTo>
                    <a:pt x="563650" y="80290"/>
                    <a:pt x="687309" y="109552"/>
                    <a:pt x="649837" y="185332"/>
                  </a:cubicBezTo>
                  <a:cubicBezTo>
                    <a:pt x="646839" y="191335"/>
                    <a:pt x="643841" y="195837"/>
                    <a:pt x="640843" y="200339"/>
                  </a:cubicBezTo>
                  <a:lnTo>
                    <a:pt x="640770" y="200356"/>
                  </a:lnTo>
                  <a:lnTo>
                    <a:pt x="622846" y="218269"/>
                  </a:lnTo>
                  <a:cubicBezTo>
                    <a:pt x="577222" y="252386"/>
                    <a:pt x="511224" y="233998"/>
                    <a:pt x="511224" y="233998"/>
                  </a:cubicBezTo>
                  <a:cubicBezTo>
                    <a:pt x="449759" y="312801"/>
                    <a:pt x="350816" y="274525"/>
                    <a:pt x="350816" y="274525"/>
                  </a:cubicBezTo>
                  <a:cubicBezTo>
                    <a:pt x="142434" y="334565"/>
                    <a:pt x="111702" y="243004"/>
                    <a:pt x="111702" y="243004"/>
                  </a:cubicBezTo>
                  <a:cubicBezTo>
                    <a:pt x="111702" y="243004"/>
                    <a:pt x="-1484" y="259515"/>
                    <a:pt x="15" y="195723"/>
                  </a:cubicBezTo>
                  <a:lnTo>
                    <a:pt x="75" y="195753"/>
                  </a:lnTo>
                  <a:lnTo>
                    <a:pt x="2312" y="180080"/>
                  </a:lnTo>
                  <a:cubicBezTo>
                    <a:pt x="22547" y="97547"/>
                    <a:pt x="117727" y="120806"/>
                    <a:pt x="117727" y="120806"/>
                  </a:cubicBezTo>
                  <a:cubicBezTo>
                    <a:pt x="140210" y="60032"/>
                    <a:pt x="205413" y="80290"/>
                    <a:pt x="205413" y="77289"/>
                  </a:cubicBezTo>
                  <a:cubicBezTo>
                    <a:pt x="205413" y="74287"/>
                    <a:pt x="225648" y="758"/>
                    <a:pt x="308837" y="7"/>
                  </a:cubicBezTo>
                  <a:close/>
                </a:path>
              </a:pathLst>
            </a:custGeom>
            <a:solidFill>
              <a:schemeClr val="accent3">
                <a:lumMod val="95000"/>
              </a:schemeClr>
            </a:solidFill>
            <a:ln w="9525">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ko-KR" altLang="en-US" sz="900" dirty="0">
                <a:gradFill>
                  <a:gsLst>
                    <a:gs pos="0">
                      <a:schemeClr val="bg1">
                        <a:lumMod val="65000"/>
                      </a:schemeClr>
                    </a:gs>
                    <a:gs pos="100000">
                      <a:schemeClr val="bg1">
                        <a:lumMod val="65000"/>
                      </a:schemeClr>
                    </a:gs>
                  </a:gsLst>
                  <a:lin ang="5400000" scaled="0"/>
                </a:gradFill>
                <a:latin typeface="+mj-lt"/>
                <a:ea typeface="+mj-ea"/>
              </a:endParaRPr>
            </a:p>
          </p:txBody>
        </p:sp>
        <p:sp>
          <p:nvSpPr>
            <p:cNvPr id="83" name="Freeform 6"/>
            <p:cNvSpPr>
              <a:spLocks/>
            </p:cNvSpPr>
            <p:nvPr/>
          </p:nvSpPr>
          <p:spPr bwMode="auto">
            <a:xfrm>
              <a:off x="5518493" y="1458618"/>
              <a:ext cx="642384" cy="138842"/>
            </a:xfrm>
            <a:custGeom>
              <a:avLst/>
              <a:gdLst>
                <a:gd name="T0" fmla="*/ 692 w 857"/>
                <a:gd name="T1" fmla="*/ 5 h 185"/>
                <a:gd name="T2" fmla="*/ 470 w 857"/>
                <a:gd name="T3" fmla="*/ 38 h 185"/>
                <a:gd name="T4" fmla="*/ 188 w 857"/>
                <a:gd name="T5" fmla="*/ 29 h 185"/>
                <a:gd name="T6" fmla="*/ 2 w 857"/>
                <a:gd name="T7" fmla="*/ 0 h 185"/>
                <a:gd name="T8" fmla="*/ 151 w 857"/>
                <a:gd name="T9" fmla="*/ 63 h 185"/>
                <a:gd name="T10" fmla="*/ 470 w 857"/>
                <a:gd name="T11" fmla="*/ 105 h 185"/>
                <a:gd name="T12" fmla="*/ 684 w 857"/>
                <a:gd name="T13" fmla="*/ 51 h 185"/>
                <a:gd name="T14" fmla="*/ 857 w 857"/>
                <a:gd name="T15" fmla="*/ 6 h 185"/>
                <a:gd name="T16" fmla="*/ 692 w 857"/>
                <a:gd name="T17" fmla="*/ 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7" h="185">
                  <a:moveTo>
                    <a:pt x="692" y="5"/>
                  </a:moveTo>
                  <a:cubicBezTo>
                    <a:pt x="564" y="131"/>
                    <a:pt x="470" y="38"/>
                    <a:pt x="470" y="38"/>
                  </a:cubicBezTo>
                  <a:cubicBezTo>
                    <a:pt x="292" y="155"/>
                    <a:pt x="188" y="29"/>
                    <a:pt x="188" y="29"/>
                  </a:cubicBezTo>
                  <a:cubicBezTo>
                    <a:pt x="86" y="51"/>
                    <a:pt x="30" y="25"/>
                    <a:pt x="2" y="0"/>
                  </a:cubicBezTo>
                  <a:cubicBezTo>
                    <a:pt x="0" y="85"/>
                    <a:pt x="151" y="63"/>
                    <a:pt x="151" y="63"/>
                  </a:cubicBezTo>
                  <a:cubicBezTo>
                    <a:pt x="151" y="63"/>
                    <a:pt x="192" y="185"/>
                    <a:pt x="470" y="105"/>
                  </a:cubicBezTo>
                  <a:cubicBezTo>
                    <a:pt x="470" y="105"/>
                    <a:pt x="602" y="156"/>
                    <a:pt x="684" y="51"/>
                  </a:cubicBezTo>
                  <a:cubicBezTo>
                    <a:pt x="684" y="51"/>
                    <a:pt x="799" y="83"/>
                    <a:pt x="857" y="6"/>
                  </a:cubicBezTo>
                  <a:cubicBezTo>
                    <a:pt x="770" y="42"/>
                    <a:pt x="692" y="5"/>
                    <a:pt x="692" y="5"/>
                  </a:cubicBezTo>
                  <a:close/>
                </a:path>
              </a:pathLst>
            </a:custGeom>
            <a:solidFill>
              <a:schemeClr val="accent3">
                <a:lumMod val="8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ko-KR" altLang="en-US" sz="900" b="1" dirty="0">
                <a:gradFill>
                  <a:gsLst>
                    <a:gs pos="0">
                      <a:schemeClr val="tx2"/>
                    </a:gs>
                    <a:gs pos="100000">
                      <a:schemeClr val="tx2"/>
                    </a:gs>
                  </a:gsLst>
                  <a:lin ang="5400000" scaled="0"/>
                </a:gradFill>
                <a:latin typeface="+mj-lt"/>
              </a:endParaRPr>
            </a:p>
          </p:txBody>
        </p:sp>
      </p:grpSp>
      <p:grpSp>
        <p:nvGrpSpPr>
          <p:cNvPr id="2" name="그룹 1"/>
          <p:cNvGrpSpPr/>
          <p:nvPr/>
        </p:nvGrpSpPr>
        <p:grpSpPr>
          <a:xfrm>
            <a:off x="5509118" y="2748701"/>
            <a:ext cx="625615" cy="311213"/>
            <a:chOff x="7294551" y="2423008"/>
            <a:chExt cx="828369" cy="412073"/>
          </a:xfrm>
        </p:grpSpPr>
        <p:sp>
          <p:nvSpPr>
            <p:cNvPr id="84" name="자유형 83"/>
            <p:cNvSpPr>
              <a:spLocks/>
            </p:cNvSpPr>
            <p:nvPr/>
          </p:nvSpPr>
          <p:spPr bwMode="auto">
            <a:xfrm rot="21264977" flipH="1">
              <a:off x="7294551" y="2423008"/>
              <a:ext cx="812423" cy="364791"/>
            </a:xfrm>
            <a:custGeom>
              <a:avLst/>
              <a:gdLst>
                <a:gd name="connsiteX0" fmla="*/ 381991 w 812423"/>
                <a:gd name="connsiteY0" fmla="*/ 8 h 364791"/>
                <a:gd name="connsiteX1" fmla="*/ 254068 w 812423"/>
                <a:gd name="connsiteY1" fmla="*/ 95595 h 364791"/>
                <a:gd name="connsiteX2" fmla="*/ 145612 w 812423"/>
                <a:gd name="connsiteY2" fmla="*/ 149421 h 364791"/>
                <a:gd name="connsiteX3" fmla="*/ 2859 w 812423"/>
                <a:gd name="connsiteY3" fmla="*/ 222735 h 364791"/>
                <a:gd name="connsiteX4" fmla="*/ 93 w 812423"/>
                <a:gd name="connsiteY4" fmla="*/ 242120 h 364791"/>
                <a:gd name="connsiteX5" fmla="*/ 19 w 812423"/>
                <a:gd name="connsiteY5" fmla="*/ 242083 h 364791"/>
                <a:gd name="connsiteX6" fmla="*/ 138161 w 812423"/>
                <a:gd name="connsiteY6" fmla="*/ 300564 h 364791"/>
                <a:gd name="connsiteX7" fmla="*/ 433913 w 812423"/>
                <a:gd name="connsiteY7" fmla="*/ 339551 h 364791"/>
                <a:gd name="connsiteX8" fmla="*/ 632318 w 812423"/>
                <a:gd name="connsiteY8" fmla="*/ 289425 h 364791"/>
                <a:gd name="connsiteX9" fmla="*/ 770379 w 812423"/>
                <a:gd name="connsiteY9" fmla="*/ 269969 h 364791"/>
                <a:gd name="connsiteX10" fmla="*/ 792549 w 812423"/>
                <a:gd name="connsiteY10" fmla="*/ 247814 h 364791"/>
                <a:gd name="connsiteX11" fmla="*/ 792640 w 812423"/>
                <a:gd name="connsiteY11" fmla="*/ 247792 h 364791"/>
                <a:gd name="connsiteX12" fmla="*/ 803763 w 812423"/>
                <a:gd name="connsiteY12" fmla="*/ 229231 h 364791"/>
                <a:gd name="connsiteX13" fmla="*/ 658229 w 812423"/>
                <a:gd name="connsiteY13" fmla="*/ 122508 h 364791"/>
                <a:gd name="connsiteX14" fmla="*/ 514548 w 812423"/>
                <a:gd name="connsiteY14" fmla="*/ 70538 h 364791"/>
                <a:gd name="connsiteX15" fmla="*/ 381991 w 812423"/>
                <a:gd name="connsiteY15" fmla="*/ 8 h 364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12423" h="364791">
                  <a:moveTo>
                    <a:pt x="381991" y="8"/>
                  </a:moveTo>
                  <a:cubicBezTo>
                    <a:pt x="279097" y="936"/>
                    <a:pt x="254069" y="91883"/>
                    <a:pt x="254068" y="95595"/>
                  </a:cubicBezTo>
                  <a:cubicBezTo>
                    <a:pt x="254069" y="99307"/>
                    <a:pt x="173422" y="74250"/>
                    <a:pt x="145612" y="149421"/>
                  </a:cubicBezTo>
                  <a:cubicBezTo>
                    <a:pt x="145612" y="149421"/>
                    <a:pt x="27887" y="120652"/>
                    <a:pt x="2859" y="222735"/>
                  </a:cubicBezTo>
                  <a:lnTo>
                    <a:pt x="93" y="242120"/>
                  </a:lnTo>
                  <a:lnTo>
                    <a:pt x="19" y="242083"/>
                  </a:lnTo>
                  <a:cubicBezTo>
                    <a:pt x="-1835" y="320986"/>
                    <a:pt x="138161" y="300564"/>
                    <a:pt x="138161" y="300564"/>
                  </a:cubicBezTo>
                  <a:cubicBezTo>
                    <a:pt x="138161" y="300564"/>
                    <a:pt x="176173" y="413812"/>
                    <a:pt x="433913" y="339551"/>
                  </a:cubicBezTo>
                  <a:cubicBezTo>
                    <a:pt x="433913" y="339551"/>
                    <a:pt x="556294" y="386892"/>
                    <a:pt x="632318" y="289425"/>
                  </a:cubicBezTo>
                  <a:cubicBezTo>
                    <a:pt x="632318" y="289425"/>
                    <a:pt x="713948" y="312167"/>
                    <a:pt x="770379" y="269969"/>
                  </a:cubicBezTo>
                  <a:lnTo>
                    <a:pt x="792549" y="247814"/>
                  </a:lnTo>
                  <a:lnTo>
                    <a:pt x="792640" y="247792"/>
                  </a:lnTo>
                  <a:cubicBezTo>
                    <a:pt x="796347" y="242223"/>
                    <a:pt x="800055" y="236655"/>
                    <a:pt x="803763" y="229231"/>
                  </a:cubicBezTo>
                  <a:cubicBezTo>
                    <a:pt x="850112" y="135500"/>
                    <a:pt x="697161" y="99307"/>
                    <a:pt x="658229" y="122508"/>
                  </a:cubicBezTo>
                  <a:cubicBezTo>
                    <a:pt x="658229" y="122508"/>
                    <a:pt x="610953" y="47338"/>
                    <a:pt x="514548" y="70538"/>
                  </a:cubicBezTo>
                  <a:cubicBezTo>
                    <a:pt x="514548" y="70538"/>
                    <a:pt x="484885" y="-920"/>
                    <a:pt x="381991" y="8"/>
                  </a:cubicBezTo>
                  <a:close/>
                </a:path>
              </a:pathLst>
            </a:custGeom>
            <a:solidFill>
              <a:schemeClr val="accent3">
                <a:lumMod val="95000"/>
              </a:schemeClr>
            </a:solidFill>
            <a:ln w="9525">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ko-KR" altLang="en-US" sz="900" dirty="0">
                <a:gradFill>
                  <a:gsLst>
                    <a:gs pos="0">
                      <a:schemeClr val="bg1">
                        <a:lumMod val="65000"/>
                      </a:schemeClr>
                    </a:gs>
                    <a:gs pos="100000">
                      <a:schemeClr val="bg1">
                        <a:lumMod val="65000"/>
                      </a:schemeClr>
                    </a:gs>
                  </a:gsLst>
                  <a:lin ang="5400000" scaled="0"/>
                </a:gradFill>
                <a:latin typeface="+mj-lt"/>
                <a:ea typeface="+mj-ea"/>
              </a:endParaRPr>
            </a:p>
          </p:txBody>
        </p:sp>
        <p:sp>
          <p:nvSpPr>
            <p:cNvPr id="85" name="Freeform 6"/>
            <p:cNvSpPr>
              <a:spLocks/>
            </p:cNvSpPr>
            <p:nvPr/>
          </p:nvSpPr>
          <p:spPr bwMode="auto">
            <a:xfrm rot="21264977" flipH="1">
              <a:off x="7328375" y="2663352"/>
              <a:ext cx="794545" cy="171729"/>
            </a:xfrm>
            <a:custGeom>
              <a:avLst/>
              <a:gdLst>
                <a:gd name="T0" fmla="*/ 692 w 857"/>
                <a:gd name="T1" fmla="*/ 5 h 185"/>
                <a:gd name="T2" fmla="*/ 470 w 857"/>
                <a:gd name="T3" fmla="*/ 38 h 185"/>
                <a:gd name="T4" fmla="*/ 188 w 857"/>
                <a:gd name="T5" fmla="*/ 29 h 185"/>
                <a:gd name="T6" fmla="*/ 2 w 857"/>
                <a:gd name="T7" fmla="*/ 0 h 185"/>
                <a:gd name="T8" fmla="*/ 151 w 857"/>
                <a:gd name="T9" fmla="*/ 63 h 185"/>
                <a:gd name="T10" fmla="*/ 470 w 857"/>
                <a:gd name="T11" fmla="*/ 105 h 185"/>
                <a:gd name="T12" fmla="*/ 684 w 857"/>
                <a:gd name="T13" fmla="*/ 51 h 185"/>
                <a:gd name="T14" fmla="*/ 857 w 857"/>
                <a:gd name="T15" fmla="*/ 6 h 185"/>
                <a:gd name="T16" fmla="*/ 692 w 857"/>
                <a:gd name="T17" fmla="*/ 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7" h="185">
                  <a:moveTo>
                    <a:pt x="692" y="5"/>
                  </a:moveTo>
                  <a:cubicBezTo>
                    <a:pt x="564" y="131"/>
                    <a:pt x="470" y="38"/>
                    <a:pt x="470" y="38"/>
                  </a:cubicBezTo>
                  <a:cubicBezTo>
                    <a:pt x="292" y="155"/>
                    <a:pt x="188" y="29"/>
                    <a:pt x="188" y="29"/>
                  </a:cubicBezTo>
                  <a:cubicBezTo>
                    <a:pt x="86" y="51"/>
                    <a:pt x="30" y="25"/>
                    <a:pt x="2" y="0"/>
                  </a:cubicBezTo>
                  <a:cubicBezTo>
                    <a:pt x="0" y="85"/>
                    <a:pt x="151" y="63"/>
                    <a:pt x="151" y="63"/>
                  </a:cubicBezTo>
                  <a:cubicBezTo>
                    <a:pt x="151" y="63"/>
                    <a:pt x="192" y="185"/>
                    <a:pt x="470" y="105"/>
                  </a:cubicBezTo>
                  <a:cubicBezTo>
                    <a:pt x="470" y="105"/>
                    <a:pt x="602" y="156"/>
                    <a:pt x="684" y="51"/>
                  </a:cubicBezTo>
                  <a:cubicBezTo>
                    <a:pt x="684" y="51"/>
                    <a:pt x="799" y="83"/>
                    <a:pt x="857" y="6"/>
                  </a:cubicBezTo>
                  <a:cubicBezTo>
                    <a:pt x="770" y="42"/>
                    <a:pt x="692" y="5"/>
                    <a:pt x="692" y="5"/>
                  </a:cubicBezTo>
                  <a:close/>
                </a:path>
              </a:pathLst>
            </a:custGeom>
            <a:solidFill>
              <a:schemeClr val="accent3">
                <a:lumMod val="8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ko-KR" altLang="en-US" sz="900" b="1" dirty="0">
                <a:gradFill>
                  <a:gsLst>
                    <a:gs pos="0">
                      <a:schemeClr val="tx2"/>
                    </a:gs>
                    <a:gs pos="100000">
                      <a:schemeClr val="tx2"/>
                    </a:gs>
                  </a:gsLst>
                  <a:lin ang="5400000" scaled="0"/>
                </a:gradFill>
                <a:latin typeface="+mj-lt"/>
              </a:endParaRPr>
            </a:p>
          </p:txBody>
        </p:sp>
      </p:grpSp>
      <p:grpSp>
        <p:nvGrpSpPr>
          <p:cNvPr id="93" name="그룹 92"/>
          <p:cNvGrpSpPr/>
          <p:nvPr/>
        </p:nvGrpSpPr>
        <p:grpSpPr>
          <a:xfrm>
            <a:off x="5811703" y="1534069"/>
            <a:ext cx="712922" cy="1135607"/>
            <a:chOff x="7479304" y="2219065"/>
            <a:chExt cx="943971" cy="1503644"/>
          </a:xfrm>
        </p:grpSpPr>
        <p:sp>
          <p:nvSpPr>
            <p:cNvPr id="94" name="TextBox 93"/>
            <p:cNvSpPr txBox="1"/>
            <p:nvPr/>
          </p:nvSpPr>
          <p:spPr>
            <a:xfrm>
              <a:off x="7479304" y="2219065"/>
              <a:ext cx="943971" cy="603174"/>
            </a:xfrm>
            <a:prstGeom prst="rect">
              <a:avLst/>
            </a:prstGeom>
            <a:noFill/>
          </p:spPr>
          <p:txBody>
            <a:bodyPr wrap="square" lIns="0" tIns="0" rIns="0" bIns="0" rtlCol="0" anchor="ctr">
              <a:noAutofit/>
            </a:bodyPr>
            <a:lstStyle/>
            <a:p>
              <a:pPr algn="ctr"/>
              <a:r>
                <a:rPr lang="en-US" altLang="ko-KR" sz="6000" dirty="0">
                  <a:pattFill prst="pct70">
                    <a:fgClr>
                      <a:schemeClr val="bg2"/>
                    </a:fgClr>
                    <a:bgClr>
                      <a:schemeClr val="accent3">
                        <a:lumMod val="50000"/>
                      </a:schemeClr>
                    </a:bgClr>
                  </a:pattFill>
                  <a:latin typeface="Bebas Neue"/>
                  <a:ea typeface="Roboto Condensed Regular"/>
                  <a:cs typeface="+mj-cs"/>
                </a:rPr>
                <a:t>“</a:t>
              </a:r>
              <a:endParaRPr lang="nb-NO" altLang="ko-KR" sz="6000" dirty="0">
                <a:pattFill prst="pct70">
                  <a:fgClr>
                    <a:schemeClr val="bg2"/>
                  </a:fgClr>
                  <a:bgClr>
                    <a:schemeClr val="accent3">
                      <a:lumMod val="50000"/>
                    </a:schemeClr>
                  </a:bgClr>
                </a:pattFill>
                <a:latin typeface="Bebas Neue"/>
                <a:ea typeface="Roboto Condensed Regular"/>
                <a:cs typeface="+mj-cs"/>
              </a:endParaRPr>
            </a:p>
          </p:txBody>
        </p:sp>
        <p:sp>
          <p:nvSpPr>
            <p:cNvPr id="95" name="TextBox 94"/>
            <p:cNvSpPr txBox="1"/>
            <p:nvPr/>
          </p:nvSpPr>
          <p:spPr>
            <a:xfrm>
              <a:off x="7479304" y="3119535"/>
              <a:ext cx="943971" cy="603174"/>
            </a:xfrm>
            <a:prstGeom prst="rect">
              <a:avLst/>
            </a:prstGeom>
            <a:noFill/>
          </p:spPr>
          <p:txBody>
            <a:bodyPr wrap="square" lIns="0" tIns="0" rIns="0" bIns="0" rtlCol="0" anchor="ctr">
              <a:noAutofit/>
            </a:bodyPr>
            <a:lstStyle/>
            <a:p>
              <a:pPr algn="ctr"/>
              <a:r>
                <a:rPr lang="en-US" altLang="ko-KR" sz="6000" dirty="0">
                  <a:pattFill prst="pct70">
                    <a:fgClr>
                      <a:schemeClr val="bg2"/>
                    </a:fgClr>
                    <a:bgClr>
                      <a:schemeClr val="accent3">
                        <a:lumMod val="50000"/>
                      </a:schemeClr>
                    </a:bgClr>
                  </a:pattFill>
                  <a:latin typeface="Bebas Neue"/>
                  <a:ea typeface="Roboto Condensed Regular"/>
                  <a:cs typeface="+mj-cs"/>
                </a:rPr>
                <a:t>”</a:t>
              </a:r>
              <a:endParaRPr lang="nb-NO" altLang="ko-KR" sz="6000" dirty="0">
                <a:pattFill prst="pct70">
                  <a:fgClr>
                    <a:schemeClr val="bg2"/>
                  </a:fgClr>
                  <a:bgClr>
                    <a:schemeClr val="accent3">
                      <a:lumMod val="50000"/>
                    </a:schemeClr>
                  </a:bgClr>
                </a:pattFill>
                <a:latin typeface="Bebas Neue"/>
                <a:ea typeface="Roboto Condensed Regular"/>
                <a:cs typeface="+mj-cs"/>
              </a:endParaRPr>
            </a:p>
          </p:txBody>
        </p:sp>
        <p:sp>
          <p:nvSpPr>
            <p:cNvPr id="96" name="TextBox 95"/>
            <p:cNvSpPr txBox="1"/>
            <p:nvPr/>
          </p:nvSpPr>
          <p:spPr>
            <a:xfrm>
              <a:off x="7479304" y="2512596"/>
              <a:ext cx="943971" cy="339945"/>
            </a:xfrm>
            <a:prstGeom prst="rect">
              <a:avLst/>
            </a:prstGeom>
            <a:noFill/>
          </p:spPr>
          <p:txBody>
            <a:bodyPr wrap="square" lIns="0" tIns="0" rIns="0" bIns="0" rtlCol="0" anchor="ctr">
              <a:noAutofit/>
            </a:bodyPr>
            <a:lstStyle/>
            <a:p>
              <a:pPr lvl="0" algn="ctr"/>
              <a:r>
                <a:rPr lang="en-US" altLang="ko-KR" sz="1200" dirty="0">
                  <a:gradFill>
                    <a:gsLst>
                      <a:gs pos="0">
                        <a:schemeClr val="tx2"/>
                      </a:gs>
                      <a:gs pos="100000">
                        <a:schemeClr val="tx2"/>
                      </a:gs>
                    </a:gsLst>
                    <a:lin ang="0" scaled="1"/>
                  </a:gradFill>
                  <a:latin typeface="Bebas Neue"/>
                  <a:ea typeface="Roboto Condensed Regular"/>
                  <a:cs typeface="+mj-cs"/>
                </a:rPr>
                <a:t>Your Business Goals here</a:t>
              </a:r>
              <a:endParaRPr lang="nb-NO" altLang="ko-KR" sz="1200" b="1" dirty="0">
                <a:gradFill>
                  <a:gsLst>
                    <a:gs pos="0">
                      <a:schemeClr val="tx2"/>
                    </a:gs>
                    <a:gs pos="100000">
                      <a:schemeClr val="tx2"/>
                    </a:gs>
                  </a:gsLst>
                  <a:lin ang="0" scaled="1"/>
                </a:gradFill>
                <a:latin typeface="Bebas Neue" pitchFamily="34" charset="0"/>
                <a:ea typeface="Roboto Light" pitchFamily="2" charset="0"/>
                <a:cs typeface="Roboto Condensed Regular"/>
              </a:endParaRPr>
            </a:p>
          </p:txBody>
        </p:sp>
      </p:grpSp>
      <p:grpSp>
        <p:nvGrpSpPr>
          <p:cNvPr id="59" name="그룹 58"/>
          <p:cNvGrpSpPr>
            <a:grpSpLocks/>
          </p:cNvGrpSpPr>
          <p:nvPr/>
        </p:nvGrpSpPr>
        <p:grpSpPr>
          <a:xfrm>
            <a:off x="5157630" y="1871976"/>
            <a:ext cx="558160" cy="312012"/>
            <a:chOff x="3353306" y="1175150"/>
            <a:chExt cx="4679444" cy="2615800"/>
          </a:xfrm>
          <a:effectLst/>
        </p:grpSpPr>
        <p:sp>
          <p:nvSpPr>
            <p:cNvPr id="60" name="Freeform 6"/>
            <p:cNvSpPr>
              <a:spLocks/>
            </p:cNvSpPr>
            <p:nvPr/>
          </p:nvSpPr>
          <p:spPr bwMode="auto">
            <a:xfrm>
              <a:off x="3353306" y="1175150"/>
              <a:ext cx="4679443" cy="1245010"/>
            </a:xfrm>
            <a:custGeom>
              <a:avLst/>
              <a:gdLst>
                <a:gd name="T0" fmla="*/ 0 w 4390"/>
                <a:gd name="T1" fmla="*/ 625 h 1168"/>
                <a:gd name="T2" fmla="*/ 4390 w 4390"/>
                <a:gd name="T3" fmla="*/ 0 h 1168"/>
                <a:gd name="T4" fmla="*/ 858 w 4390"/>
                <a:gd name="T5" fmla="*/ 1168 h 1168"/>
                <a:gd name="T6" fmla="*/ 0 w 4390"/>
                <a:gd name="T7" fmla="*/ 625 h 1168"/>
              </a:gdLst>
              <a:ahLst/>
              <a:cxnLst>
                <a:cxn ang="0">
                  <a:pos x="T0" y="T1"/>
                </a:cxn>
                <a:cxn ang="0">
                  <a:pos x="T2" y="T3"/>
                </a:cxn>
                <a:cxn ang="0">
                  <a:pos x="T4" y="T5"/>
                </a:cxn>
                <a:cxn ang="0">
                  <a:pos x="T6" y="T7"/>
                </a:cxn>
              </a:cxnLst>
              <a:rect l="0" t="0" r="r" b="b"/>
              <a:pathLst>
                <a:path w="4390" h="1168">
                  <a:moveTo>
                    <a:pt x="0" y="625"/>
                  </a:moveTo>
                  <a:lnTo>
                    <a:pt x="4390" y="0"/>
                  </a:lnTo>
                  <a:lnTo>
                    <a:pt x="858" y="1168"/>
                  </a:lnTo>
                  <a:lnTo>
                    <a:pt x="0" y="625"/>
                  </a:lnTo>
                  <a:close/>
                </a:path>
              </a:pathLst>
            </a:custGeom>
            <a:solidFill>
              <a:schemeClr val="accent1"/>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1" name="Freeform 7"/>
            <p:cNvSpPr>
              <a:spLocks/>
            </p:cNvSpPr>
            <p:nvPr/>
          </p:nvSpPr>
          <p:spPr bwMode="auto">
            <a:xfrm>
              <a:off x="4782722" y="1175150"/>
              <a:ext cx="3250028" cy="2431393"/>
            </a:xfrm>
            <a:custGeom>
              <a:avLst/>
              <a:gdLst>
                <a:gd name="T0" fmla="*/ 3049 w 3049"/>
                <a:gd name="T1" fmla="*/ 0 h 2281"/>
                <a:gd name="T2" fmla="*/ 1282 w 3049"/>
                <a:gd name="T3" fmla="*/ 2281 h 2281"/>
                <a:gd name="T4" fmla="*/ 0 w 3049"/>
                <a:gd name="T5" fmla="*/ 1471 h 2281"/>
                <a:gd name="T6" fmla="*/ 3049 w 3049"/>
                <a:gd name="T7" fmla="*/ 0 h 2281"/>
              </a:gdLst>
              <a:ahLst/>
              <a:cxnLst>
                <a:cxn ang="0">
                  <a:pos x="T0" y="T1"/>
                </a:cxn>
                <a:cxn ang="0">
                  <a:pos x="T2" y="T3"/>
                </a:cxn>
                <a:cxn ang="0">
                  <a:pos x="T4" y="T5"/>
                </a:cxn>
                <a:cxn ang="0">
                  <a:pos x="T6" y="T7"/>
                </a:cxn>
              </a:cxnLst>
              <a:rect l="0" t="0" r="r" b="b"/>
              <a:pathLst>
                <a:path w="3049" h="2281">
                  <a:moveTo>
                    <a:pt x="3049" y="0"/>
                  </a:moveTo>
                  <a:lnTo>
                    <a:pt x="1282" y="2281"/>
                  </a:lnTo>
                  <a:lnTo>
                    <a:pt x="0" y="1471"/>
                  </a:lnTo>
                  <a:lnTo>
                    <a:pt x="3049" y="0"/>
                  </a:lnTo>
                  <a:close/>
                </a:path>
              </a:pathLst>
            </a:custGeom>
            <a:solidFill>
              <a:schemeClr val="accent1"/>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2" name="Freeform 8"/>
            <p:cNvSpPr>
              <a:spLocks/>
            </p:cNvSpPr>
            <p:nvPr/>
          </p:nvSpPr>
          <p:spPr bwMode="auto">
            <a:xfrm>
              <a:off x="4267876" y="1175150"/>
              <a:ext cx="3764873" cy="2615800"/>
            </a:xfrm>
            <a:custGeom>
              <a:avLst/>
              <a:gdLst/>
              <a:ahLst/>
              <a:cxnLst/>
              <a:rect l="l" t="t" r="r" b="b"/>
              <a:pathLst>
                <a:path w="3764873" h="2615800">
                  <a:moveTo>
                    <a:pt x="3764873" y="0"/>
                  </a:moveTo>
                  <a:lnTo>
                    <a:pt x="514846" y="1567988"/>
                  </a:lnTo>
                  <a:lnTo>
                    <a:pt x="514846" y="2615800"/>
                  </a:lnTo>
                  <a:lnTo>
                    <a:pt x="0" y="1245010"/>
                  </a:lnTo>
                  <a:close/>
                </a:path>
              </a:pathLst>
            </a:custGeom>
            <a:pattFill prst="ltDnDiag">
              <a:fgClr>
                <a:schemeClr val="accent1"/>
              </a:fgClr>
              <a:bgClr>
                <a:schemeClr val="accent1">
                  <a:lumMod val="75000"/>
                </a:schemeClr>
              </a:bgClr>
            </a:patt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3" name="Freeform 9"/>
            <p:cNvSpPr>
              <a:spLocks/>
            </p:cNvSpPr>
            <p:nvPr/>
          </p:nvSpPr>
          <p:spPr bwMode="auto">
            <a:xfrm>
              <a:off x="4782722" y="2743138"/>
              <a:ext cx="736560" cy="1047812"/>
            </a:xfrm>
            <a:custGeom>
              <a:avLst/>
              <a:gdLst>
                <a:gd name="T0" fmla="*/ 0 w 691"/>
                <a:gd name="T1" fmla="*/ 0 h 983"/>
                <a:gd name="T2" fmla="*/ 691 w 691"/>
                <a:gd name="T3" fmla="*/ 436 h 983"/>
                <a:gd name="T4" fmla="*/ 0 w 691"/>
                <a:gd name="T5" fmla="*/ 983 h 983"/>
                <a:gd name="T6" fmla="*/ 0 w 691"/>
                <a:gd name="T7" fmla="*/ 0 h 983"/>
              </a:gdLst>
              <a:ahLst/>
              <a:cxnLst>
                <a:cxn ang="0">
                  <a:pos x="T0" y="T1"/>
                </a:cxn>
                <a:cxn ang="0">
                  <a:pos x="T2" y="T3"/>
                </a:cxn>
                <a:cxn ang="0">
                  <a:pos x="T4" y="T5"/>
                </a:cxn>
                <a:cxn ang="0">
                  <a:pos x="T6" y="T7"/>
                </a:cxn>
              </a:cxnLst>
              <a:rect l="0" t="0" r="r" b="b"/>
              <a:pathLst>
                <a:path w="691" h="983">
                  <a:moveTo>
                    <a:pt x="0" y="0"/>
                  </a:moveTo>
                  <a:lnTo>
                    <a:pt x="691" y="436"/>
                  </a:lnTo>
                  <a:lnTo>
                    <a:pt x="0" y="983"/>
                  </a:lnTo>
                  <a:lnTo>
                    <a:pt x="0" y="0"/>
                  </a:lnTo>
                  <a:close/>
                </a:path>
              </a:pathLst>
            </a:custGeom>
            <a:solidFill>
              <a:schemeClr val="accent1">
                <a:lumMod val="7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68" name="그룹 67"/>
          <p:cNvGrpSpPr/>
          <p:nvPr/>
        </p:nvGrpSpPr>
        <p:grpSpPr>
          <a:xfrm>
            <a:off x="509552" y="3580120"/>
            <a:ext cx="664509" cy="858278"/>
            <a:chOff x="509552" y="3580120"/>
            <a:chExt cx="664509" cy="858278"/>
          </a:xfrm>
        </p:grpSpPr>
        <p:grpSp>
          <p:nvGrpSpPr>
            <p:cNvPr id="53" name="그룹 52"/>
            <p:cNvGrpSpPr/>
            <p:nvPr/>
          </p:nvGrpSpPr>
          <p:grpSpPr>
            <a:xfrm>
              <a:off x="509552" y="3580120"/>
              <a:ext cx="664509" cy="858278"/>
              <a:chOff x="674687" y="3523891"/>
              <a:chExt cx="879869" cy="1136437"/>
            </a:xfrm>
          </p:grpSpPr>
          <p:grpSp>
            <p:nvGrpSpPr>
              <p:cNvPr id="348" name="그룹 347"/>
              <p:cNvGrpSpPr/>
              <p:nvPr/>
            </p:nvGrpSpPr>
            <p:grpSpPr>
              <a:xfrm>
                <a:off x="674687" y="4138385"/>
                <a:ext cx="879869" cy="521943"/>
                <a:chOff x="2871213" y="1119161"/>
                <a:chExt cx="879869" cy="521943"/>
              </a:xfrm>
            </p:grpSpPr>
            <p:sp>
              <p:nvSpPr>
                <p:cNvPr id="357" name="TextBox 356"/>
                <p:cNvSpPr txBox="1"/>
                <p:nvPr/>
              </p:nvSpPr>
              <p:spPr>
                <a:xfrm>
                  <a:off x="2871213" y="1119161"/>
                  <a:ext cx="879869" cy="153888"/>
                </a:xfrm>
                <a:prstGeom prst="rect">
                  <a:avLst/>
                </a:prstGeom>
                <a:noFill/>
              </p:spPr>
              <p:txBody>
                <a:bodyPr wrap="square" lIns="0" tIns="0" rIns="0" bIns="0" rtlCol="0">
                  <a:noAutofit/>
                </a:bodyPr>
                <a:lstStyle/>
                <a:p>
                  <a:pPr lvl="0" algn="ctr"/>
                  <a:r>
                    <a:rPr lang="en-US" altLang="ko-KR" sz="900" b="1" dirty="0">
                      <a:gradFill>
                        <a:gsLst>
                          <a:gs pos="0">
                            <a:schemeClr val="accent1"/>
                          </a:gs>
                          <a:gs pos="100000">
                            <a:schemeClr val="accent1"/>
                          </a:gs>
                        </a:gsLst>
                        <a:lin ang="5400000" scaled="0"/>
                      </a:gradFill>
                      <a:latin typeface="Roboto Condensed Regular"/>
                    </a:rPr>
                    <a:t>LOREM IPSUM </a:t>
                  </a:r>
                  <a:endParaRPr lang="ko-KR" altLang="en-US" sz="900" b="1" dirty="0">
                    <a:gradFill>
                      <a:gsLst>
                        <a:gs pos="0">
                          <a:schemeClr val="accent1"/>
                        </a:gs>
                        <a:gs pos="100000">
                          <a:schemeClr val="accent1"/>
                        </a:gs>
                      </a:gsLst>
                      <a:lin ang="5400000" scaled="0"/>
                    </a:gradFill>
                    <a:latin typeface="Roboto Condensed Regular"/>
                  </a:endParaRPr>
                </a:p>
              </p:txBody>
            </p:sp>
            <p:sp>
              <p:nvSpPr>
                <p:cNvPr id="358" name="TextBox 357"/>
                <p:cNvSpPr txBox="1"/>
                <p:nvPr/>
              </p:nvSpPr>
              <p:spPr>
                <a:xfrm>
                  <a:off x="2871213" y="1331965"/>
                  <a:ext cx="879869" cy="309139"/>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350" name="그룹 349"/>
              <p:cNvGrpSpPr/>
              <p:nvPr/>
            </p:nvGrpSpPr>
            <p:grpSpPr>
              <a:xfrm>
                <a:off x="839042" y="3523891"/>
                <a:ext cx="518400" cy="518400"/>
                <a:chOff x="1385191" y="2138097"/>
                <a:chExt cx="805348" cy="805347"/>
              </a:xfrm>
            </p:grpSpPr>
            <p:sp>
              <p:nvSpPr>
                <p:cNvPr id="355" name="타원 354"/>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56"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sp>
          <p:nvSpPr>
            <p:cNvPr id="58" name="Freeform 55"/>
            <p:cNvSpPr>
              <a:spLocks noEditPoints="1"/>
            </p:cNvSpPr>
            <p:nvPr/>
          </p:nvSpPr>
          <p:spPr bwMode="auto">
            <a:xfrm>
              <a:off x="749495" y="3650863"/>
              <a:ext cx="159045" cy="244434"/>
            </a:xfrm>
            <a:custGeom>
              <a:avLst/>
              <a:gdLst/>
              <a:ahLst/>
              <a:cxnLst>
                <a:cxn ang="0">
                  <a:pos x="148" y="0"/>
                </a:cxn>
                <a:cxn ang="0">
                  <a:pos x="13" y="0"/>
                </a:cxn>
                <a:cxn ang="0">
                  <a:pos x="0" y="12"/>
                </a:cxn>
                <a:cxn ang="0">
                  <a:pos x="0" y="232"/>
                </a:cxn>
                <a:cxn ang="0">
                  <a:pos x="13" y="245"/>
                </a:cxn>
                <a:cxn ang="0">
                  <a:pos x="148" y="245"/>
                </a:cxn>
                <a:cxn ang="0">
                  <a:pos x="160" y="232"/>
                </a:cxn>
                <a:cxn ang="0">
                  <a:pos x="160" y="12"/>
                </a:cxn>
                <a:cxn ang="0">
                  <a:pos x="148" y="0"/>
                </a:cxn>
                <a:cxn ang="0">
                  <a:pos x="80" y="235"/>
                </a:cxn>
                <a:cxn ang="0">
                  <a:pos x="68" y="222"/>
                </a:cxn>
                <a:cxn ang="0">
                  <a:pos x="80" y="210"/>
                </a:cxn>
                <a:cxn ang="0">
                  <a:pos x="93" y="222"/>
                </a:cxn>
                <a:cxn ang="0">
                  <a:pos x="80" y="235"/>
                </a:cxn>
                <a:cxn ang="0">
                  <a:pos x="145" y="188"/>
                </a:cxn>
                <a:cxn ang="0">
                  <a:pos x="133" y="200"/>
                </a:cxn>
                <a:cxn ang="0">
                  <a:pos x="28" y="200"/>
                </a:cxn>
                <a:cxn ang="0">
                  <a:pos x="15" y="188"/>
                </a:cxn>
                <a:cxn ang="0">
                  <a:pos x="15" y="29"/>
                </a:cxn>
                <a:cxn ang="0">
                  <a:pos x="28" y="16"/>
                </a:cxn>
                <a:cxn ang="0">
                  <a:pos x="133" y="16"/>
                </a:cxn>
                <a:cxn ang="0">
                  <a:pos x="145" y="29"/>
                </a:cxn>
                <a:cxn ang="0">
                  <a:pos x="145" y="188"/>
                </a:cxn>
              </a:cxnLst>
              <a:rect l="0" t="0" r="r" b="b"/>
              <a:pathLst>
                <a:path w="160" h="245">
                  <a:moveTo>
                    <a:pt x="148" y="0"/>
                  </a:moveTo>
                  <a:cubicBezTo>
                    <a:pt x="13" y="0"/>
                    <a:pt x="13" y="0"/>
                    <a:pt x="13" y="0"/>
                  </a:cubicBezTo>
                  <a:cubicBezTo>
                    <a:pt x="6" y="0"/>
                    <a:pt x="0" y="5"/>
                    <a:pt x="0" y="12"/>
                  </a:cubicBezTo>
                  <a:cubicBezTo>
                    <a:pt x="0" y="232"/>
                    <a:pt x="0" y="232"/>
                    <a:pt x="0" y="232"/>
                  </a:cubicBezTo>
                  <a:cubicBezTo>
                    <a:pt x="0" y="239"/>
                    <a:pt x="6" y="245"/>
                    <a:pt x="13" y="245"/>
                  </a:cubicBezTo>
                  <a:cubicBezTo>
                    <a:pt x="148" y="245"/>
                    <a:pt x="148" y="245"/>
                    <a:pt x="148" y="245"/>
                  </a:cubicBezTo>
                  <a:cubicBezTo>
                    <a:pt x="155" y="245"/>
                    <a:pt x="160" y="239"/>
                    <a:pt x="160" y="232"/>
                  </a:cubicBezTo>
                  <a:cubicBezTo>
                    <a:pt x="160" y="12"/>
                    <a:pt x="160" y="12"/>
                    <a:pt x="160" y="12"/>
                  </a:cubicBezTo>
                  <a:cubicBezTo>
                    <a:pt x="160" y="5"/>
                    <a:pt x="155" y="0"/>
                    <a:pt x="148" y="0"/>
                  </a:cubicBezTo>
                  <a:close/>
                  <a:moveTo>
                    <a:pt x="80" y="235"/>
                  </a:moveTo>
                  <a:cubicBezTo>
                    <a:pt x="73" y="235"/>
                    <a:pt x="68" y="229"/>
                    <a:pt x="68" y="222"/>
                  </a:cubicBezTo>
                  <a:cubicBezTo>
                    <a:pt x="68" y="216"/>
                    <a:pt x="73" y="210"/>
                    <a:pt x="80" y="210"/>
                  </a:cubicBezTo>
                  <a:cubicBezTo>
                    <a:pt x="87" y="210"/>
                    <a:pt x="93" y="216"/>
                    <a:pt x="93" y="222"/>
                  </a:cubicBezTo>
                  <a:cubicBezTo>
                    <a:pt x="93" y="229"/>
                    <a:pt x="87" y="235"/>
                    <a:pt x="80" y="235"/>
                  </a:cubicBezTo>
                  <a:close/>
                  <a:moveTo>
                    <a:pt x="145" y="188"/>
                  </a:moveTo>
                  <a:cubicBezTo>
                    <a:pt x="145" y="195"/>
                    <a:pt x="140" y="200"/>
                    <a:pt x="133" y="200"/>
                  </a:cubicBezTo>
                  <a:cubicBezTo>
                    <a:pt x="28" y="200"/>
                    <a:pt x="28" y="200"/>
                    <a:pt x="28" y="200"/>
                  </a:cubicBezTo>
                  <a:cubicBezTo>
                    <a:pt x="21" y="200"/>
                    <a:pt x="15" y="195"/>
                    <a:pt x="15" y="188"/>
                  </a:cubicBezTo>
                  <a:cubicBezTo>
                    <a:pt x="15" y="29"/>
                    <a:pt x="15" y="29"/>
                    <a:pt x="15" y="29"/>
                  </a:cubicBezTo>
                  <a:cubicBezTo>
                    <a:pt x="15" y="22"/>
                    <a:pt x="21" y="16"/>
                    <a:pt x="28" y="16"/>
                  </a:cubicBezTo>
                  <a:cubicBezTo>
                    <a:pt x="133" y="16"/>
                    <a:pt x="133" y="16"/>
                    <a:pt x="133" y="16"/>
                  </a:cubicBezTo>
                  <a:cubicBezTo>
                    <a:pt x="140" y="16"/>
                    <a:pt x="145" y="22"/>
                    <a:pt x="145" y="29"/>
                  </a:cubicBezTo>
                  <a:lnTo>
                    <a:pt x="145" y="188"/>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67" name="그룹 66"/>
          <p:cNvGrpSpPr/>
          <p:nvPr/>
        </p:nvGrpSpPr>
        <p:grpSpPr>
          <a:xfrm>
            <a:off x="1430108" y="3673945"/>
            <a:ext cx="664509" cy="858278"/>
            <a:chOff x="1430108" y="3673945"/>
            <a:chExt cx="664509" cy="858278"/>
          </a:xfrm>
        </p:grpSpPr>
        <p:grpSp>
          <p:nvGrpSpPr>
            <p:cNvPr id="54" name="그룹 53"/>
            <p:cNvGrpSpPr/>
            <p:nvPr/>
          </p:nvGrpSpPr>
          <p:grpSpPr>
            <a:xfrm>
              <a:off x="1430108" y="3673945"/>
              <a:ext cx="664509" cy="858278"/>
              <a:chOff x="1893584" y="3648124"/>
              <a:chExt cx="879869" cy="1136437"/>
            </a:xfrm>
          </p:grpSpPr>
          <p:grpSp>
            <p:nvGrpSpPr>
              <p:cNvPr id="360" name="그룹 359"/>
              <p:cNvGrpSpPr/>
              <p:nvPr/>
            </p:nvGrpSpPr>
            <p:grpSpPr>
              <a:xfrm>
                <a:off x="1893584" y="4262618"/>
                <a:ext cx="879869" cy="521943"/>
                <a:chOff x="2871213" y="1119161"/>
                <a:chExt cx="879869" cy="521943"/>
              </a:xfrm>
            </p:grpSpPr>
            <p:sp>
              <p:nvSpPr>
                <p:cNvPr id="369" name="TextBox 368"/>
                <p:cNvSpPr txBox="1"/>
                <p:nvPr/>
              </p:nvSpPr>
              <p:spPr>
                <a:xfrm>
                  <a:off x="2871213" y="1119161"/>
                  <a:ext cx="879869" cy="153888"/>
                </a:xfrm>
                <a:prstGeom prst="rect">
                  <a:avLst/>
                </a:prstGeom>
                <a:noFill/>
              </p:spPr>
              <p:txBody>
                <a:bodyPr wrap="square" lIns="0" tIns="0" rIns="0" bIns="0" rtlCol="0">
                  <a:noAutofit/>
                </a:bodyPr>
                <a:lstStyle/>
                <a:p>
                  <a:pPr algn="ctr"/>
                  <a:r>
                    <a:rPr lang="en-US" altLang="ko-KR" sz="900" b="1" dirty="0">
                      <a:gradFill>
                        <a:gsLst>
                          <a:gs pos="0">
                            <a:schemeClr val="accent1"/>
                          </a:gs>
                          <a:gs pos="100000">
                            <a:schemeClr val="accent1"/>
                          </a:gs>
                        </a:gsLst>
                        <a:lin ang="5400000" scaled="0"/>
                      </a:gradFill>
                      <a:latin typeface="Roboto Condensed Regular"/>
                    </a:rPr>
                    <a:t>LOREM IPSUM </a:t>
                  </a:r>
                  <a:endParaRPr lang="ko-KR" altLang="en-US" sz="900" b="1" dirty="0">
                    <a:gradFill>
                      <a:gsLst>
                        <a:gs pos="0">
                          <a:schemeClr val="accent1"/>
                        </a:gs>
                        <a:gs pos="100000">
                          <a:schemeClr val="accent1"/>
                        </a:gs>
                      </a:gsLst>
                      <a:lin ang="5400000" scaled="0"/>
                    </a:gradFill>
                    <a:latin typeface="Roboto Condensed Regular"/>
                  </a:endParaRPr>
                </a:p>
              </p:txBody>
            </p:sp>
            <p:sp>
              <p:nvSpPr>
                <p:cNvPr id="370" name="TextBox 369"/>
                <p:cNvSpPr txBox="1"/>
                <p:nvPr/>
              </p:nvSpPr>
              <p:spPr>
                <a:xfrm>
                  <a:off x="2871213" y="1331965"/>
                  <a:ext cx="879869" cy="309139"/>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362" name="그룹 361"/>
              <p:cNvGrpSpPr/>
              <p:nvPr/>
            </p:nvGrpSpPr>
            <p:grpSpPr>
              <a:xfrm>
                <a:off x="2057939" y="3648124"/>
                <a:ext cx="518400" cy="518400"/>
                <a:chOff x="1385191" y="2138097"/>
                <a:chExt cx="805348" cy="805347"/>
              </a:xfrm>
            </p:grpSpPr>
            <p:sp>
              <p:nvSpPr>
                <p:cNvPr id="367" name="타원 366"/>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68"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sp>
          <p:nvSpPr>
            <p:cNvPr id="64" name="Freeform 53"/>
            <p:cNvSpPr>
              <a:spLocks noEditPoints="1"/>
            </p:cNvSpPr>
            <p:nvPr/>
          </p:nvSpPr>
          <p:spPr bwMode="auto">
            <a:xfrm>
              <a:off x="1636393" y="3753517"/>
              <a:ext cx="222904" cy="24851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66" name="그룹 65"/>
          <p:cNvGrpSpPr/>
          <p:nvPr/>
        </p:nvGrpSpPr>
        <p:grpSpPr>
          <a:xfrm>
            <a:off x="2350664" y="3267667"/>
            <a:ext cx="664509" cy="858278"/>
            <a:chOff x="2350664" y="3267667"/>
            <a:chExt cx="664509" cy="858278"/>
          </a:xfrm>
        </p:grpSpPr>
        <p:grpSp>
          <p:nvGrpSpPr>
            <p:cNvPr id="55" name="그룹 54"/>
            <p:cNvGrpSpPr/>
            <p:nvPr/>
          </p:nvGrpSpPr>
          <p:grpSpPr>
            <a:xfrm>
              <a:off x="2350664" y="3267667"/>
              <a:ext cx="664509" cy="858278"/>
              <a:chOff x="3112481" y="3110176"/>
              <a:chExt cx="879869" cy="1136437"/>
            </a:xfrm>
          </p:grpSpPr>
          <p:grpSp>
            <p:nvGrpSpPr>
              <p:cNvPr id="372" name="그룹 371"/>
              <p:cNvGrpSpPr/>
              <p:nvPr/>
            </p:nvGrpSpPr>
            <p:grpSpPr>
              <a:xfrm>
                <a:off x="3112481" y="3724670"/>
                <a:ext cx="879869" cy="521943"/>
                <a:chOff x="2871213" y="1119161"/>
                <a:chExt cx="879869" cy="521943"/>
              </a:xfrm>
            </p:grpSpPr>
            <p:sp>
              <p:nvSpPr>
                <p:cNvPr id="381" name="TextBox 380"/>
                <p:cNvSpPr txBox="1"/>
                <p:nvPr/>
              </p:nvSpPr>
              <p:spPr>
                <a:xfrm>
                  <a:off x="2871213" y="1119161"/>
                  <a:ext cx="879869" cy="153888"/>
                </a:xfrm>
                <a:prstGeom prst="rect">
                  <a:avLst/>
                </a:prstGeom>
                <a:noFill/>
              </p:spPr>
              <p:txBody>
                <a:bodyPr wrap="square" lIns="0" tIns="0" rIns="0" bIns="0" rtlCol="0">
                  <a:noAutofit/>
                </a:bodyPr>
                <a:lstStyle/>
                <a:p>
                  <a:pPr algn="ctr"/>
                  <a:r>
                    <a:rPr lang="en-US" altLang="ko-KR" sz="900" b="1" dirty="0">
                      <a:gradFill>
                        <a:gsLst>
                          <a:gs pos="0">
                            <a:schemeClr val="accent1"/>
                          </a:gs>
                          <a:gs pos="100000">
                            <a:schemeClr val="accent1"/>
                          </a:gs>
                        </a:gsLst>
                        <a:lin ang="5400000" scaled="0"/>
                      </a:gradFill>
                      <a:latin typeface="Roboto Condensed Regular"/>
                    </a:rPr>
                    <a:t>LOREM IPSUM </a:t>
                  </a:r>
                  <a:endParaRPr lang="ko-KR" altLang="en-US" sz="900" b="1" dirty="0">
                    <a:gradFill>
                      <a:gsLst>
                        <a:gs pos="0">
                          <a:schemeClr val="accent1"/>
                        </a:gs>
                        <a:gs pos="100000">
                          <a:schemeClr val="accent1"/>
                        </a:gs>
                      </a:gsLst>
                      <a:lin ang="5400000" scaled="0"/>
                    </a:gradFill>
                    <a:latin typeface="Roboto Condensed Regular"/>
                  </a:endParaRPr>
                </a:p>
              </p:txBody>
            </p:sp>
            <p:sp>
              <p:nvSpPr>
                <p:cNvPr id="382" name="TextBox 381"/>
                <p:cNvSpPr txBox="1"/>
                <p:nvPr/>
              </p:nvSpPr>
              <p:spPr>
                <a:xfrm>
                  <a:off x="2871213" y="1331965"/>
                  <a:ext cx="879869" cy="309139"/>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374" name="그룹 373"/>
              <p:cNvGrpSpPr/>
              <p:nvPr/>
            </p:nvGrpSpPr>
            <p:grpSpPr>
              <a:xfrm>
                <a:off x="3276836" y="3110176"/>
                <a:ext cx="518400" cy="518400"/>
                <a:chOff x="1385191" y="2138097"/>
                <a:chExt cx="805348" cy="805347"/>
              </a:xfrm>
            </p:grpSpPr>
            <p:sp>
              <p:nvSpPr>
                <p:cNvPr id="379" name="타원 378"/>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80"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sp>
          <p:nvSpPr>
            <p:cNvPr id="65" name="Freeform 32"/>
            <p:cNvSpPr>
              <a:spLocks noEditPoints="1"/>
            </p:cNvSpPr>
            <p:nvPr/>
          </p:nvSpPr>
          <p:spPr bwMode="auto">
            <a:xfrm>
              <a:off x="2562925" y="3347073"/>
              <a:ext cx="225036" cy="225035"/>
            </a:xfrm>
            <a:custGeom>
              <a:avLst/>
              <a:gdLst/>
              <a:ahLst/>
              <a:cxnLst>
                <a:cxn ang="0">
                  <a:pos x="64" y="107"/>
                </a:cxn>
                <a:cxn ang="0">
                  <a:pos x="117" y="107"/>
                </a:cxn>
                <a:cxn ang="0">
                  <a:pos x="130" y="98"/>
                </a:cxn>
                <a:cxn ang="0">
                  <a:pos x="51" y="98"/>
                </a:cxn>
                <a:cxn ang="0">
                  <a:pos x="64" y="107"/>
                </a:cxn>
                <a:cxn ang="0">
                  <a:pos x="89" y="124"/>
                </a:cxn>
                <a:cxn ang="0">
                  <a:pos x="92" y="124"/>
                </a:cxn>
                <a:cxn ang="0">
                  <a:pos x="104" y="116"/>
                </a:cxn>
                <a:cxn ang="0">
                  <a:pos x="76" y="116"/>
                </a:cxn>
                <a:cxn ang="0">
                  <a:pos x="89" y="124"/>
                </a:cxn>
                <a:cxn ang="0">
                  <a:pos x="175" y="56"/>
                </a:cxn>
                <a:cxn ang="0">
                  <a:pos x="97" y="3"/>
                </a:cxn>
                <a:cxn ang="0">
                  <a:pos x="84" y="3"/>
                </a:cxn>
                <a:cxn ang="0">
                  <a:pos x="5" y="56"/>
                </a:cxn>
                <a:cxn ang="0">
                  <a:pos x="0" y="66"/>
                </a:cxn>
                <a:cxn ang="0">
                  <a:pos x="0" y="167"/>
                </a:cxn>
                <a:cxn ang="0">
                  <a:pos x="12" y="179"/>
                </a:cxn>
                <a:cxn ang="0">
                  <a:pos x="169" y="179"/>
                </a:cxn>
                <a:cxn ang="0">
                  <a:pos x="180" y="167"/>
                </a:cxn>
                <a:cxn ang="0">
                  <a:pos x="180" y="66"/>
                </a:cxn>
                <a:cxn ang="0">
                  <a:pos x="175" y="56"/>
                </a:cxn>
                <a:cxn ang="0">
                  <a:pos x="169" y="82"/>
                </a:cxn>
                <a:cxn ang="0">
                  <a:pos x="90" y="135"/>
                </a:cxn>
                <a:cxn ang="0">
                  <a:pos x="12" y="82"/>
                </a:cxn>
                <a:cxn ang="0">
                  <a:pos x="12" y="71"/>
                </a:cxn>
                <a:cxn ang="0">
                  <a:pos x="17" y="65"/>
                </a:cxn>
                <a:cxn ang="0">
                  <a:pos x="163" y="65"/>
                </a:cxn>
                <a:cxn ang="0">
                  <a:pos x="169" y="71"/>
                </a:cxn>
                <a:cxn ang="0">
                  <a:pos x="169" y="82"/>
                </a:cxn>
                <a:cxn ang="0">
                  <a:pos x="37" y="89"/>
                </a:cxn>
                <a:cxn ang="0">
                  <a:pos x="39" y="90"/>
                </a:cxn>
                <a:cxn ang="0">
                  <a:pos x="142" y="90"/>
                </a:cxn>
                <a:cxn ang="0">
                  <a:pos x="144" y="89"/>
                </a:cxn>
                <a:cxn ang="0">
                  <a:pos x="144" y="81"/>
                </a:cxn>
                <a:cxn ang="0">
                  <a:pos x="37" y="81"/>
                </a:cxn>
                <a:cxn ang="0">
                  <a:pos x="37" y="89"/>
                </a:cxn>
              </a:cxnLst>
              <a:rect l="0" t="0" r="r" b="b"/>
              <a:pathLst>
                <a:path w="180" h="179">
                  <a:moveTo>
                    <a:pt x="64" y="107"/>
                  </a:moveTo>
                  <a:cubicBezTo>
                    <a:pt x="117" y="107"/>
                    <a:pt x="117" y="107"/>
                    <a:pt x="117" y="107"/>
                  </a:cubicBezTo>
                  <a:cubicBezTo>
                    <a:pt x="130" y="98"/>
                    <a:pt x="130" y="98"/>
                    <a:pt x="130" y="98"/>
                  </a:cubicBezTo>
                  <a:cubicBezTo>
                    <a:pt x="51" y="98"/>
                    <a:pt x="51" y="98"/>
                    <a:pt x="51" y="98"/>
                  </a:cubicBezTo>
                  <a:lnTo>
                    <a:pt x="64" y="107"/>
                  </a:lnTo>
                  <a:close/>
                  <a:moveTo>
                    <a:pt x="89" y="124"/>
                  </a:moveTo>
                  <a:cubicBezTo>
                    <a:pt x="92" y="124"/>
                    <a:pt x="92" y="124"/>
                    <a:pt x="92" y="124"/>
                  </a:cubicBezTo>
                  <a:cubicBezTo>
                    <a:pt x="104" y="116"/>
                    <a:pt x="104" y="116"/>
                    <a:pt x="104" y="116"/>
                  </a:cubicBezTo>
                  <a:cubicBezTo>
                    <a:pt x="76" y="116"/>
                    <a:pt x="76" y="116"/>
                    <a:pt x="76" y="116"/>
                  </a:cubicBezTo>
                  <a:lnTo>
                    <a:pt x="89" y="124"/>
                  </a:lnTo>
                  <a:close/>
                  <a:moveTo>
                    <a:pt x="175" y="56"/>
                  </a:moveTo>
                  <a:cubicBezTo>
                    <a:pt x="97" y="3"/>
                    <a:pt x="97" y="3"/>
                    <a:pt x="97" y="3"/>
                  </a:cubicBezTo>
                  <a:cubicBezTo>
                    <a:pt x="93" y="0"/>
                    <a:pt x="88" y="0"/>
                    <a:pt x="84" y="3"/>
                  </a:cubicBezTo>
                  <a:cubicBezTo>
                    <a:pt x="5" y="56"/>
                    <a:pt x="5" y="56"/>
                    <a:pt x="5" y="56"/>
                  </a:cubicBezTo>
                  <a:cubicBezTo>
                    <a:pt x="2" y="58"/>
                    <a:pt x="0" y="62"/>
                    <a:pt x="0" y="66"/>
                  </a:cubicBezTo>
                  <a:cubicBezTo>
                    <a:pt x="0" y="167"/>
                    <a:pt x="0" y="167"/>
                    <a:pt x="0" y="167"/>
                  </a:cubicBezTo>
                  <a:cubicBezTo>
                    <a:pt x="0" y="174"/>
                    <a:pt x="5" y="179"/>
                    <a:pt x="12" y="179"/>
                  </a:cubicBezTo>
                  <a:cubicBezTo>
                    <a:pt x="169" y="179"/>
                    <a:pt x="169" y="179"/>
                    <a:pt x="169" y="179"/>
                  </a:cubicBezTo>
                  <a:cubicBezTo>
                    <a:pt x="175" y="179"/>
                    <a:pt x="180" y="174"/>
                    <a:pt x="180" y="167"/>
                  </a:cubicBezTo>
                  <a:cubicBezTo>
                    <a:pt x="180" y="66"/>
                    <a:pt x="180" y="66"/>
                    <a:pt x="180" y="66"/>
                  </a:cubicBezTo>
                  <a:cubicBezTo>
                    <a:pt x="180" y="62"/>
                    <a:pt x="178" y="58"/>
                    <a:pt x="175" y="56"/>
                  </a:cubicBezTo>
                  <a:close/>
                  <a:moveTo>
                    <a:pt x="169" y="82"/>
                  </a:moveTo>
                  <a:cubicBezTo>
                    <a:pt x="90" y="135"/>
                    <a:pt x="90" y="135"/>
                    <a:pt x="90" y="135"/>
                  </a:cubicBezTo>
                  <a:cubicBezTo>
                    <a:pt x="12" y="82"/>
                    <a:pt x="12" y="82"/>
                    <a:pt x="12" y="82"/>
                  </a:cubicBezTo>
                  <a:cubicBezTo>
                    <a:pt x="12" y="71"/>
                    <a:pt x="12" y="71"/>
                    <a:pt x="12" y="71"/>
                  </a:cubicBezTo>
                  <a:cubicBezTo>
                    <a:pt x="12" y="68"/>
                    <a:pt x="14" y="65"/>
                    <a:pt x="17" y="65"/>
                  </a:cubicBezTo>
                  <a:cubicBezTo>
                    <a:pt x="163" y="65"/>
                    <a:pt x="163" y="65"/>
                    <a:pt x="163" y="65"/>
                  </a:cubicBezTo>
                  <a:cubicBezTo>
                    <a:pt x="166" y="65"/>
                    <a:pt x="169" y="68"/>
                    <a:pt x="169" y="71"/>
                  </a:cubicBezTo>
                  <a:lnTo>
                    <a:pt x="169" y="82"/>
                  </a:lnTo>
                  <a:close/>
                  <a:moveTo>
                    <a:pt x="37" y="89"/>
                  </a:moveTo>
                  <a:cubicBezTo>
                    <a:pt x="39" y="90"/>
                    <a:pt x="39" y="90"/>
                    <a:pt x="39" y="90"/>
                  </a:cubicBezTo>
                  <a:cubicBezTo>
                    <a:pt x="142" y="90"/>
                    <a:pt x="142" y="90"/>
                    <a:pt x="142" y="90"/>
                  </a:cubicBezTo>
                  <a:cubicBezTo>
                    <a:pt x="144" y="89"/>
                    <a:pt x="144" y="89"/>
                    <a:pt x="144" y="89"/>
                  </a:cubicBezTo>
                  <a:cubicBezTo>
                    <a:pt x="144" y="81"/>
                    <a:pt x="144" y="81"/>
                    <a:pt x="144" y="81"/>
                  </a:cubicBezTo>
                  <a:cubicBezTo>
                    <a:pt x="37" y="81"/>
                    <a:pt x="37" y="81"/>
                    <a:pt x="37" y="81"/>
                  </a:cubicBezTo>
                  <a:lnTo>
                    <a:pt x="37" y="89"/>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70" name="그룹 69"/>
          <p:cNvGrpSpPr/>
          <p:nvPr/>
        </p:nvGrpSpPr>
        <p:grpSpPr>
          <a:xfrm>
            <a:off x="3271220" y="3228154"/>
            <a:ext cx="664509" cy="858278"/>
            <a:chOff x="3271220" y="3228154"/>
            <a:chExt cx="664509" cy="858278"/>
          </a:xfrm>
        </p:grpSpPr>
        <p:grpSp>
          <p:nvGrpSpPr>
            <p:cNvPr id="56" name="그룹 55"/>
            <p:cNvGrpSpPr/>
            <p:nvPr/>
          </p:nvGrpSpPr>
          <p:grpSpPr>
            <a:xfrm>
              <a:off x="3271220" y="3228154"/>
              <a:ext cx="664509" cy="858278"/>
              <a:chOff x="4331377" y="3057856"/>
              <a:chExt cx="879869" cy="1136437"/>
            </a:xfrm>
          </p:grpSpPr>
          <p:grpSp>
            <p:nvGrpSpPr>
              <p:cNvPr id="384" name="그룹 383"/>
              <p:cNvGrpSpPr/>
              <p:nvPr/>
            </p:nvGrpSpPr>
            <p:grpSpPr>
              <a:xfrm>
                <a:off x="4331377" y="3672350"/>
                <a:ext cx="879869" cy="521943"/>
                <a:chOff x="2871213" y="1119161"/>
                <a:chExt cx="879869" cy="521943"/>
              </a:xfrm>
            </p:grpSpPr>
            <p:sp>
              <p:nvSpPr>
                <p:cNvPr id="393" name="TextBox 392"/>
                <p:cNvSpPr txBox="1"/>
                <p:nvPr/>
              </p:nvSpPr>
              <p:spPr>
                <a:xfrm>
                  <a:off x="2871213" y="1119161"/>
                  <a:ext cx="879869" cy="153888"/>
                </a:xfrm>
                <a:prstGeom prst="rect">
                  <a:avLst/>
                </a:prstGeom>
                <a:noFill/>
              </p:spPr>
              <p:txBody>
                <a:bodyPr wrap="square" lIns="0" tIns="0" rIns="0" bIns="0" rtlCol="0">
                  <a:noAutofit/>
                </a:bodyPr>
                <a:lstStyle/>
                <a:p>
                  <a:pPr algn="ctr"/>
                  <a:r>
                    <a:rPr lang="en-US" altLang="ko-KR" sz="900" b="1" dirty="0">
                      <a:gradFill>
                        <a:gsLst>
                          <a:gs pos="0">
                            <a:schemeClr val="accent1"/>
                          </a:gs>
                          <a:gs pos="100000">
                            <a:schemeClr val="accent1"/>
                          </a:gs>
                        </a:gsLst>
                        <a:lin ang="5400000" scaled="0"/>
                      </a:gradFill>
                      <a:latin typeface="Roboto Condensed Regular"/>
                    </a:rPr>
                    <a:t>LOREM IPSUM </a:t>
                  </a:r>
                  <a:endParaRPr lang="ko-KR" altLang="en-US" sz="900" b="1" dirty="0">
                    <a:gradFill>
                      <a:gsLst>
                        <a:gs pos="0">
                          <a:schemeClr val="accent1"/>
                        </a:gs>
                        <a:gs pos="100000">
                          <a:schemeClr val="accent1"/>
                        </a:gs>
                      </a:gsLst>
                      <a:lin ang="5400000" scaled="0"/>
                    </a:gradFill>
                    <a:latin typeface="Roboto Condensed Regular"/>
                  </a:endParaRPr>
                </a:p>
              </p:txBody>
            </p:sp>
            <p:sp>
              <p:nvSpPr>
                <p:cNvPr id="394" name="TextBox 393"/>
                <p:cNvSpPr txBox="1"/>
                <p:nvPr/>
              </p:nvSpPr>
              <p:spPr>
                <a:xfrm>
                  <a:off x="2871213" y="1331965"/>
                  <a:ext cx="879869" cy="309139"/>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386" name="그룹 385"/>
              <p:cNvGrpSpPr/>
              <p:nvPr/>
            </p:nvGrpSpPr>
            <p:grpSpPr>
              <a:xfrm>
                <a:off x="4495732" y="3057856"/>
                <a:ext cx="518400" cy="518400"/>
                <a:chOff x="1385191" y="2138097"/>
                <a:chExt cx="805348" cy="805347"/>
              </a:xfrm>
            </p:grpSpPr>
            <p:sp>
              <p:nvSpPr>
                <p:cNvPr id="391" name="타원 390"/>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92"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sp>
          <p:nvSpPr>
            <p:cNvPr id="69" name="Freeform 30"/>
            <p:cNvSpPr>
              <a:spLocks noEditPoints="1"/>
            </p:cNvSpPr>
            <p:nvPr/>
          </p:nvSpPr>
          <p:spPr bwMode="auto">
            <a:xfrm>
              <a:off x="3491922" y="3299222"/>
              <a:ext cx="229622" cy="235871"/>
            </a:xfrm>
            <a:custGeom>
              <a:avLst/>
              <a:gdLst/>
              <a:ahLst/>
              <a:cxnLst>
                <a:cxn ang="0">
                  <a:pos x="162" y="125"/>
                </a:cxn>
                <a:cxn ang="0">
                  <a:pos x="163" y="125"/>
                </a:cxn>
                <a:cxn ang="0">
                  <a:pos x="163" y="124"/>
                </a:cxn>
                <a:cxn ang="0">
                  <a:pos x="134" y="107"/>
                </a:cxn>
                <a:cxn ang="0">
                  <a:pos x="113" y="95"/>
                </a:cxn>
                <a:cxn ang="0">
                  <a:pos x="106" y="89"/>
                </a:cxn>
                <a:cxn ang="0">
                  <a:pos x="104" y="80"/>
                </a:cxn>
                <a:cxn ang="0">
                  <a:pos x="111" y="65"/>
                </a:cxn>
                <a:cxn ang="0">
                  <a:pos x="117" y="51"/>
                </a:cxn>
                <a:cxn ang="0">
                  <a:pos x="115" y="47"/>
                </a:cxn>
                <a:cxn ang="0">
                  <a:pos x="111" y="16"/>
                </a:cxn>
                <a:cxn ang="0">
                  <a:pos x="91" y="3"/>
                </a:cxn>
                <a:cxn ang="0">
                  <a:pos x="84" y="1"/>
                </a:cxn>
                <a:cxn ang="0">
                  <a:pos x="75" y="0"/>
                </a:cxn>
                <a:cxn ang="0">
                  <a:pos x="76" y="3"/>
                </a:cxn>
                <a:cxn ang="0">
                  <a:pos x="57" y="16"/>
                </a:cxn>
                <a:cxn ang="0">
                  <a:pos x="53" y="47"/>
                </a:cxn>
                <a:cxn ang="0">
                  <a:pos x="50" y="51"/>
                </a:cxn>
                <a:cxn ang="0">
                  <a:pos x="57" y="65"/>
                </a:cxn>
                <a:cxn ang="0">
                  <a:pos x="64" y="80"/>
                </a:cxn>
                <a:cxn ang="0">
                  <a:pos x="62" y="89"/>
                </a:cxn>
                <a:cxn ang="0">
                  <a:pos x="55" y="95"/>
                </a:cxn>
                <a:cxn ang="0">
                  <a:pos x="33" y="107"/>
                </a:cxn>
                <a:cxn ang="0">
                  <a:pos x="5" y="124"/>
                </a:cxn>
                <a:cxn ang="0">
                  <a:pos x="0" y="168"/>
                </a:cxn>
                <a:cxn ang="0">
                  <a:pos x="0" y="172"/>
                </a:cxn>
                <a:cxn ang="0">
                  <a:pos x="0" y="172"/>
                </a:cxn>
                <a:cxn ang="0">
                  <a:pos x="84" y="194"/>
                </a:cxn>
                <a:cxn ang="0">
                  <a:pos x="126" y="189"/>
                </a:cxn>
                <a:cxn ang="0">
                  <a:pos x="120" y="167"/>
                </a:cxn>
                <a:cxn ang="0">
                  <a:pos x="162" y="125"/>
                </a:cxn>
                <a:cxn ang="0">
                  <a:pos x="166" y="137"/>
                </a:cxn>
                <a:cxn ang="0">
                  <a:pos x="162" y="136"/>
                </a:cxn>
                <a:cxn ang="0">
                  <a:pos x="131" y="167"/>
                </a:cxn>
                <a:cxn ang="0">
                  <a:pos x="137" y="186"/>
                </a:cxn>
                <a:cxn ang="0">
                  <a:pos x="162" y="198"/>
                </a:cxn>
                <a:cxn ang="0">
                  <a:pos x="193" y="167"/>
                </a:cxn>
                <a:cxn ang="0">
                  <a:pos x="166" y="137"/>
                </a:cxn>
                <a:cxn ang="0">
                  <a:pos x="182" y="171"/>
                </a:cxn>
                <a:cxn ang="0">
                  <a:pos x="166" y="171"/>
                </a:cxn>
                <a:cxn ang="0">
                  <a:pos x="166" y="187"/>
                </a:cxn>
                <a:cxn ang="0">
                  <a:pos x="158" y="187"/>
                </a:cxn>
                <a:cxn ang="0">
                  <a:pos x="158" y="171"/>
                </a:cxn>
                <a:cxn ang="0">
                  <a:pos x="142" y="171"/>
                </a:cxn>
                <a:cxn ang="0">
                  <a:pos x="142" y="163"/>
                </a:cxn>
                <a:cxn ang="0">
                  <a:pos x="158" y="163"/>
                </a:cxn>
                <a:cxn ang="0">
                  <a:pos x="158" y="148"/>
                </a:cxn>
                <a:cxn ang="0">
                  <a:pos x="166" y="148"/>
                </a:cxn>
                <a:cxn ang="0">
                  <a:pos x="166" y="163"/>
                </a:cxn>
                <a:cxn ang="0">
                  <a:pos x="182" y="163"/>
                </a:cxn>
                <a:cxn ang="0">
                  <a:pos x="182" y="171"/>
                </a:cxn>
              </a:cxnLst>
              <a:rect l="0" t="0" r="r" b="b"/>
              <a:pathLst>
                <a:path w="193" h="198">
                  <a:moveTo>
                    <a:pt x="162" y="125"/>
                  </a:moveTo>
                  <a:cubicBezTo>
                    <a:pt x="162" y="125"/>
                    <a:pt x="163" y="125"/>
                    <a:pt x="163" y="125"/>
                  </a:cubicBezTo>
                  <a:cubicBezTo>
                    <a:pt x="163" y="125"/>
                    <a:pt x="163" y="125"/>
                    <a:pt x="163" y="124"/>
                  </a:cubicBezTo>
                  <a:cubicBezTo>
                    <a:pt x="156" y="108"/>
                    <a:pt x="139" y="108"/>
                    <a:pt x="134" y="107"/>
                  </a:cubicBezTo>
                  <a:cubicBezTo>
                    <a:pt x="121" y="103"/>
                    <a:pt x="116" y="101"/>
                    <a:pt x="113" y="95"/>
                  </a:cubicBezTo>
                  <a:cubicBezTo>
                    <a:pt x="110" y="89"/>
                    <a:pt x="106" y="89"/>
                    <a:pt x="106" y="89"/>
                  </a:cubicBezTo>
                  <a:cubicBezTo>
                    <a:pt x="105" y="86"/>
                    <a:pt x="104" y="83"/>
                    <a:pt x="104" y="80"/>
                  </a:cubicBezTo>
                  <a:cubicBezTo>
                    <a:pt x="110" y="73"/>
                    <a:pt x="111" y="65"/>
                    <a:pt x="111" y="65"/>
                  </a:cubicBezTo>
                  <a:cubicBezTo>
                    <a:pt x="116" y="63"/>
                    <a:pt x="118" y="54"/>
                    <a:pt x="117" y="51"/>
                  </a:cubicBezTo>
                  <a:cubicBezTo>
                    <a:pt x="117" y="47"/>
                    <a:pt x="115" y="47"/>
                    <a:pt x="115" y="47"/>
                  </a:cubicBezTo>
                  <a:cubicBezTo>
                    <a:pt x="115" y="47"/>
                    <a:pt x="118" y="28"/>
                    <a:pt x="111" y="16"/>
                  </a:cubicBezTo>
                  <a:cubicBezTo>
                    <a:pt x="103" y="4"/>
                    <a:pt x="91" y="3"/>
                    <a:pt x="91" y="3"/>
                  </a:cubicBezTo>
                  <a:cubicBezTo>
                    <a:pt x="84" y="1"/>
                    <a:pt x="84" y="1"/>
                    <a:pt x="84" y="1"/>
                  </a:cubicBezTo>
                  <a:cubicBezTo>
                    <a:pt x="84" y="1"/>
                    <a:pt x="77" y="1"/>
                    <a:pt x="75" y="0"/>
                  </a:cubicBezTo>
                  <a:cubicBezTo>
                    <a:pt x="75" y="0"/>
                    <a:pt x="75" y="2"/>
                    <a:pt x="76" y="3"/>
                  </a:cubicBezTo>
                  <a:cubicBezTo>
                    <a:pt x="76" y="3"/>
                    <a:pt x="64" y="4"/>
                    <a:pt x="57" y="16"/>
                  </a:cubicBezTo>
                  <a:cubicBezTo>
                    <a:pt x="50" y="28"/>
                    <a:pt x="53" y="47"/>
                    <a:pt x="53" y="47"/>
                  </a:cubicBezTo>
                  <a:cubicBezTo>
                    <a:pt x="53" y="47"/>
                    <a:pt x="51" y="47"/>
                    <a:pt x="50" y="51"/>
                  </a:cubicBezTo>
                  <a:cubicBezTo>
                    <a:pt x="50" y="54"/>
                    <a:pt x="52" y="63"/>
                    <a:pt x="57" y="65"/>
                  </a:cubicBezTo>
                  <a:cubicBezTo>
                    <a:pt x="57" y="65"/>
                    <a:pt x="58" y="73"/>
                    <a:pt x="64" y="80"/>
                  </a:cubicBezTo>
                  <a:cubicBezTo>
                    <a:pt x="63" y="83"/>
                    <a:pt x="63" y="86"/>
                    <a:pt x="62" y="89"/>
                  </a:cubicBezTo>
                  <a:cubicBezTo>
                    <a:pt x="62" y="89"/>
                    <a:pt x="58" y="89"/>
                    <a:pt x="55" y="95"/>
                  </a:cubicBezTo>
                  <a:cubicBezTo>
                    <a:pt x="51" y="101"/>
                    <a:pt x="47" y="103"/>
                    <a:pt x="33" y="107"/>
                  </a:cubicBezTo>
                  <a:cubicBezTo>
                    <a:pt x="29" y="108"/>
                    <a:pt x="12" y="108"/>
                    <a:pt x="5" y="124"/>
                  </a:cubicBezTo>
                  <a:cubicBezTo>
                    <a:pt x="2" y="132"/>
                    <a:pt x="0" y="151"/>
                    <a:pt x="0" y="168"/>
                  </a:cubicBezTo>
                  <a:cubicBezTo>
                    <a:pt x="0" y="170"/>
                    <a:pt x="0" y="171"/>
                    <a:pt x="0" y="172"/>
                  </a:cubicBezTo>
                  <a:cubicBezTo>
                    <a:pt x="0" y="172"/>
                    <a:pt x="0" y="172"/>
                    <a:pt x="0" y="172"/>
                  </a:cubicBezTo>
                  <a:cubicBezTo>
                    <a:pt x="16" y="182"/>
                    <a:pt x="43" y="194"/>
                    <a:pt x="84" y="194"/>
                  </a:cubicBezTo>
                  <a:cubicBezTo>
                    <a:pt x="100" y="194"/>
                    <a:pt x="114" y="192"/>
                    <a:pt x="126" y="189"/>
                  </a:cubicBezTo>
                  <a:cubicBezTo>
                    <a:pt x="122" y="183"/>
                    <a:pt x="120" y="175"/>
                    <a:pt x="120" y="167"/>
                  </a:cubicBezTo>
                  <a:cubicBezTo>
                    <a:pt x="120" y="144"/>
                    <a:pt x="139" y="125"/>
                    <a:pt x="162" y="125"/>
                  </a:cubicBezTo>
                  <a:close/>
                  <a:moveTo>
                    <a:pt x="166" y="137"/>
                  </a:moveTo>
                  <a:cubicBezTo>
                    <a:pt x="164" y="136"/>
                    <a:pt x="163" y="136"/>
                    <a:pt x="162" y="136"/>
                  </a:cubicBezTo>
                  <a:cubicBezTo>
                    <a:pt x="145" y="136"/>
                    <a:pt x="131" y="150"/>
                    <a:pt x="131" y="167"/>
                  </a:cubicBezTo>
                  <a:cubicBezTo>
                    <a:pt x="131" y="174"/>
                    <a:pt x="133" y="181"/>
                    <a:pt x="137" y="186"/>
                  </a:cubicBezTo>
                  <a:cubicBezTo>
                    <a:pt x="143" y="193"/>
                    <a:pt x="152" y="198"/>
                    <a:pt x="162" y="198"/>
                  </a:cubicBezTo>
                  <a:cubicBezTo>
                    <a:pt x="179" y="198"/>
                    <a:pt x="193" y="184"/>
                    <a:pt x="193" y="167"/>
                  </a:cubicBezTo>
                  <a:cubicBezTo>
                    <a:pt x="193" y="151"/>
                    <a:pt x="181" y="138"/>
                    <a:pt x="166" y="137"/>
                  </a:cubicBezTo>
                  <a:close/>
                  <a:moveTo>
                    <a:pt x="182" y="171"/>
                  </a:moveTo>
                  <a:cubicBezTo>
                    <a:pt x="166" y="171"/>
                    <a:pt x="166" y="171"/>
                    <a:pt x="166" y="171"/>
                  </a:cubicBezTo>
                  <a:cubicBezTo>
                    <a:pt x="166" y="187"/>
                    <a:pt x="166" y="187"/>
                    <a:pt x="166" y="187"/>
                  </a:cubicBezTo>
                  <a:cubicBezTo>
                    <a:pt x="158" y="187"/>
                    <a:pt x="158" y="187"/>
                    <a:pt x="158" y="187"/>
                  </a:cubicBezTo>
                  <a:cubicBezTo>
                    <a:pt x="158" y="171"/>
                    <a:pt x="158" y="171"/>
                    <a:pt x="158" y="171"/>
                  </a:cubicBezTo>
                  <a:cubicBezTo>
                    <a:pt x="142" y="171"/>
                    <a:pt x="142" y="171"/>
                    <a:pt x="142" y="171"/>
                  </a:cubicBezTo>
                  <a:cubicBezTo>
                    <a:pt x="142" y="163"/>
                    <a:pt x="142" y="163"/>
                    <a:pt x="142" y="163"/>
                  </a:cubicBezTo>
                  <a:cubicBezTo>
                    <a:pt x="158" y="163"/>
                    <a:pt x="158" y="163"/>
                    <a:pt x="158" y="163"/>
                  </a:cubicBezTo>
                  <a:cubicBezTo>
                    <a:pt x="158" y="148"/>
                    <a:pt x="158" y="148"/>
                    <a:pt x="158" y="148"/>
                  </a:cubicBezTo>
                  <a:cubicBezTo>
                    <a:pt x="166" y="148"/>
                    <a:pt x="166" y="148"/>
                    <a:pt x="166" y="148"/>
                  </a:cubicBezTo>
                  <a:cubicBezTo>
                    <a:pt x="166" y="163"/>
                    <a:pt x="166" y="163"/>
                    <a:pt x="166" y="163"/>
                  </a:cubicBezTo>
                  <a:cubicBezTo>
                    <a:pt x="182" y="163"/>
                    <a:pt x="182" y="163"/>
                    <a:pt x="182" y="163"/>
                  </a:cubicBezTo>
                  <a:lnTo>
                    <a:pt x="182" y="171"/>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8724608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0"/>
                                        </p:tgtEl>
                                        <p:attrNameLst>
                                          <p:attrName>style.visibility</p:attrName>
                                        </p:attrNameLst>
                                      </p:cBhvr>
                                      <p:to>
                                        <p:strVal val="visible"/>
                                      </p:to>
                                    </p:set>
                                    <p:animEffect transition="in" filter="wipe(left)">
                                      <p:cBhvr>
                                        <p:cTn id="7" dur="2000"/>
                                        <p:tgtEl>
                                          <p:spTgt spid="180"/>
                                        </p:tgtEl>
                                      </p:cBhvr>
                                    </p:animEffect>
                                  </p:childTnLst>
                                </p:cTn>
                              </p:par>
                              <p:par>
                                <p:cTn id="8" presetID="42" presetClass="entr" presetSubtype="0" fill="hold"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500"/>
                                        <p:tgtEl>
                                          <p:spTgt spid="68"/>
                                        </p:tgtEl>
                                      </p:cBhvr>
                                    </p:animEffect>
                                    <p:anim calcmode="lin" valueType="num">
                                      <p:cBhvr>
                                        <p:cTn id="11" dur="500" fill="hold"/>
                                        <p:tgtEl>
                                          <p:spTgt spid="68"/>
                                        </p:tgtEl>
                                        <p:attrNameLst>
                                          <p:attrName>ppt_x</p:attrName>
                                        </p:attrNameLst>
                                      </p:cBhvr>
                                      <p:tavLst>
                                        <p:tav tm="0">
                                          <p:val>
                                            <p:strVal val="#ppt_x"/>
                                          </p:val>
                                        </p:tav>
                                        <p:tav tm="100000">
                                          <p:val>
                                            <p:strVal val="#ppt_x"/>
                                          </p:val>
                                        </p:tav>
                                      </p:tavLst>
                                    </p:anim>
                                    <p:anim calcmode="lin" valueType="num">
                                      <p:cBhvr>
                                        <p:cTn id="12" dur="500" fill="hold"/>
                                        <p:tgtEl>
                                          <p:spTgt spid="68"/>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100"/>
                                  </p:stCondLst>
                                  <p:childTnLst>
                                    <p:set>
                                      <p:cBhvr>
                                        <p:cTn id="14" dur="1" fill="hold">
                                          <p:stCondLst>
                                            <p:cond delay="0"/>
                                          </p:stCondLst>
                                        </p:cTn>
                                        <p:tgtEl>
                                          <p:spTgt spid="67"/>
                                        </p:tgtEl>
                                        <p:attrNameLst>
                                          <p:attrName>style.visibility</p:attrName>
                                        </p:attrNameLst>
                                      </p:cBhvr>
                                      <p:to>
                                        <p:strVal val="visible"/>
                                      </p:to>
                                    </p:set>
                                    <p:animEffect transition="in" filter="fade">
                                      <p:cBhvr>
                                        <p:cTn id="15" dur="500"/>
                                        <p:tgtEl>
                                          <p:spTgt spid="67"/>
                                        </p:tgtEl>
                                      </p:cBhvr>
                                    </p:animEffect>
                                    <p:anim calcmode="lin" valueType="num">
                                      <p:cBhvr>
                                        <p:cTn id="16" dur="500" fill="hold"/>
                                        <p:tgtEl>
                                          <p:spTgt spid="67"/>
                                        </p:tgtEl>
                                        <p:attrNameLst>
                                          <p:attrName>ppt_x</p:attrName>
                                        </p:attrNameLst>
                                      </p:cBhvr>
                                      <p:tavLst>
                                        <p:tav tm="0">
                                          <p:val>
                                            <p:strVal val="#ppt_x"/>
                                          </p:val>
                                        </p:tav>
                                        <p:tav tm="100000">
                                          <p:val>
                                            <p:strVal val="#ppt_x"/>
                                          </p:val>
                                        </p:tav>
                                      </p:tavLst>
                                    </p:anim>
                                    <p:anim calcmode="lin" valueType="num">
                                      <p:cBhvr>
                                        <p:cTn id="17" dur="500" fill="hold"/>
                                        <p:tgtEl>
                                          <p:spTgt spid="67"/>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200"/>
                                  </p:stCondLst>
                                  <p:childTnLst>
                                    <p:set>
                                      <p:cBhvr>
                                        <p:cTn id="19" dur="1" fill="hold">
                                          <p:stCondLst>
                                            <p:cond delay="0"/>
                                          </p:stCondLst>
                                        </p:cTn>
                                        <p:tgtEl>
                                          <p:spTgt spid="66"/>
                                        </p:tgtEl>
                                        <p:attrNameLst>
                                          <p:attrName>style.visibility</p:attrName>
                                        </p:attrNameLst>
                                      </p:cBhvr>
                                      <p:to>
                                        <p:strVal val="visible"/>
                                      </p:to>
                                    </p:set>
                                    <p:animEffect transition="in" filter="fade">
                                      <p:cBhvr>
                                        <p:cTn id="20" dur="500"/>
                                        <p:tgtEl>
                                          <p:spTgt spid="66"/>
                                        </p:tgtEl>
                                      </p:cBhvr>
                                    </p:animEffect>
                                    <p:anim calcmode="lin" valueType="num">
                                      <p:cBhvr>
                                        <p:cTn id="21" dur="500" fill="hold"/>
                                        <p:tgtEl>
                                          <p:spTgt spid="66"/>
                                        </p:tgtEl>
                                        <p:attrNameLst>
                                          <p:attrName>ppt_x</p:attrName>
                                        </p:attrNameLst>
                                      </p:cBhvr>
                                      <p:tavLst>
                                        <p:tav tm="0">
                                          <p:val>
                                            <p:strVal val="#ppt_x"/>
                                          </p:val>
                                        </p:tav>
                                        <p:tav tm="100000">
                                          <p:val>
                                            <p:strVal val="#ppt_x"/>
                                          </p:val>
                                        </p:tav>
                                      </p:tavLst>
                                    </p:anim>
                                    <p:anim calcmode="lin" valueType="num">
                                      <p:cBhvr>
                                        <p:cTn id="22" dur="500" fill="hold"/>
                                        <p:tgtEl>
                                          <p:spTgt spid="66"/>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300"/>
                                  </p:stCondLst>
                                  <p:childTnLst>
                                    <p:set>
                                      <p:cBhvr>
                                        <p:cTn id="24" dur="1" fill="hold">
                                          <p:stCondLst>
                                            <p:cond delay="0"/>
                                          </p:stCondLst>
                                        </p:cTn>
                                        <p:tgtEl>
                                          <p:spTgt spid="70"/>
                                        </p:tgtEl>
                                        <p:attrNameLst>
                                          <p:attrName>style.visibility</p:attrName>
                                        </p:attrNameLst>
                                      </p:cBhvr>
                                      <p:to>
                                        <p:strVal val="visible"/>
                                      </p:to>
                                    </p:set>
                                    <p:animEffect transition="in" filter="fade">
                                      <p:cBhvr>
                                        <p:cTn id="25" dur="500"/>
                                        <p:tgtEl>
                                          <p:spTgt spid="70"/>
                                        </p:tgtEl>
                                      </p:cBhvr>
                                    </p:animEffect>
                                    <p:anim calcmode="lin" valueType="num">
                                      <p:cBhvr>
                                        <p:cTn id="26" dur="500" fill="hold"/>
                                        <p:tgtEl>
                                          <p:spTgt spid="70"/>
                                        </p:tgtEl>
                                        <p:attrNameLst>
                                          <p:attrName>ppt_x</p:attrName>
                                        </p:attrNameLst>
                                      </p:cBhvr>
                                      <p:tavLst>
                                        <p:tav tm="0">
                                          <p:val>
                                            <p:strVal val="#ppt_x"/>
                                          </p:val>
                                        </p:tav>
                                        <p:tav tm="100000">
                                          <p:val>
                                            <p:strVal val="#ppt_x"/>
                                          </p:val>
                                        </p:tav>
                                      </p:tavLst>
                                    </p:anim>
                                    <p:anim calcmode="lin" valueType="num">
                                      <p:cBhvr>
                                        <p:cTn id="27" dur="500" fill="hold"/>
                                        <p:tgtEl>
                                          <p:spTgt spid="70"/>
                                        </p:tgtEl>
                                        <p:attrNameLst>
                                          <p:attrName>ppt_y</p:attrName>
                                        </p:attrNameLst>
                                      </p:cBhvr>
                                      <p:tavLst>
                                        <p:tav tm="0">
                                          <p:val>
                                            <p:strVal val="#ppt_y+.1"/>
                                          </p:val>
                                        </p:tav>
                                        <p:tav tm="100000">
                                          <p:val>
                                            <p:strVal val="#ppt_y"/>
                                          </p:val>
                                        </p:tav>
                                      </p:tavLst>
                                    </p:anim>
                                  </p:childTnLst>
                                </p:cTn>
                              </p:par>
                              <p:par>
                                <p:cTn id="28" presetID="47" presetClass="entr" presetSubtype="0" fill="hold" nodeType="withEffect">
                                  <p:stCondLst>
                                    <p:cond delay="50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1000"/>
                                        <p:tgtEl>
                                          <p:spTgt spid="5"/>
                                        </p:tgtEl>
                                      </p:cBhvr>
                                    </p:animEffect>
                                    <p:anim calcmode="lin" valueType="num">
                                      <p:cBhvr>
                                        <p:cTn id="31" dur="1000" fill="hold"/>
                                        <p:tgtEl>
                                          <p:spTgt spid="5"/>
                                        </p:tgtEl>
                                        <p:attrNameLst>
                                          <p:attrName>ppt_x</p:attrName>
                                        </p:attrNameLst>
                                      </p:cBhvr>
                                      <p:tavLst>
                                        <p:tav tm="0">
                                          <p:val>
                                            <p:strVal val="#ppt_x"/>
                                          </p:val>
                                        </p:tav>
                                        <p:tav tm="100000">
                                          <p:val>
                                            <p:strVal val="#ppt_x"/>
                                          </p:val>
                                        </p:tav>
                                      </p:tavLst>
                                    </p:anim>
                                    <p:anim calcmode="lin" valueType="num">
                                      <p:cBhvr>
                                        <p:cTn id="32" dur="1000" fill="hold"/>
                                        <p:tgtEl>
                                          <p:spTgt spid="5"/>
                                        </p:tgtEl>
                                        <p:attrNameLst>
                                          <p:attrName>ppt_y</p:attrName>
                                        </p:attrNameLst>
                                      </p:cBhvr>
                                      <p:tavLst>
                                        <p:tav tm="0">
                                          <p:val>
                                            <p:strVal val="#ppt_y-.1"/>
                                          </p:val>
                                        </p:tav>
                                        <p:tav tm="100000">
                                          <p:val>
                                            <p:strVal val="#ppt_y"/>
                                          </p:val>
                                        </p:tav>
                                      </p:tavLst>
                                    </p:anim>
                                  </p:childTnLst>
                                </p:cTn>
                              </p:par>
                              <p:par>
                                <p:cTn id="33" presetID="47" presetClass="entr" presetSubtype="0" fill="hold" nodeType="withEffect">
                                  <p:stCondLst>
                                    <p:cond delay="400"/>
                                  </p:stCondLst>
                                  <p:childTnLst>
                                    <p:set>
                                      <p:cBhvr>
                                        <p:cTn id="34" dur="1" fill="hold">
                                          <p:stCondLst>
                                            <p:cond delay="0"/>
                                          </p:stCondLst>
                                        </p:cTn>
                                        <p:tgtEl>
                                          <p:spTgt spid="57"/>
                                        </p:tgtEl>
                                        <p:attrNameLst>
                                          <p:attrName>style.visibility</p:attrName>
                                        </p:attrNameLst>
                                      </p:cBhvr>
                                      <p:to>
                                        <p:strVal val="visible"/>
                                      </p:to>
                                    </p:set>
                                    <p:animEffect transition="in" filter="fade">
                                      <p:cBhvr>
                                        <p:cTn id="35" dur="1000"/>
                                        <p:tgtEl>
                                          <p:spTgt spid="57"/>
                                        </p:tgtEl>
                                      </p:cBhvr>
                                    </p:animEffect>
                                    <p:anim calcmode="lin" valueType="num">
                                      <p:cBhvr>
                                        <p:cTn id="36" dur="1000" fill="hold"/>
                                        <p:tgtEl>
                                          <p:spTgt spid="57"/>
                                        </p:tgtEl>
                                        <p:attrNameLst>
                                          <p:attrName>ppt_x</p:attrName>
                                        </p:attrNameLst>
                                      </p:cBhvr>
                                      <p:tavLst>
                                        <p:tav tm="0">
                                          <p:val>
                                            <p:strVal val="#ppt_x"/>
                                          </p:val>
                                        </p:tav>
                                        <p:tav tm="100000">
                                          <p:val>
                                            <p:strVal val="#ppt_x"/>
                                          </p:val>
                                        </p:tav>
                                      </p:tavLst>
                                    </p:anim>
                                    <p:anim calcmode="lin" valueType="num">
                                      <p:cBhvr>
                                        <p:cTn id="37" dur="1000" fill="hold"/>
                                        <p:tgtEl>
                                          <p:spTgt spid="57"/>
                                        </p:tgtEl>
                                        <p:attrNameLst>
                                          <p:attrName>ppt_y</p:attrName>
                                        </p:attrNameLst>
                                      </p:cBhvr>
                                      <p:tavLst>
                                        <p:tav tm="0">
                                          <p:val>
                                            <p:strVal val="#ppt_y-.1"/>
                                          </p:val>
                                        </p:tav>
                                        <p:tav tm="100000">
                                          <p:val>
                                            <p:strVal val="#ppt_y"/>
                                          </p:val>
                                        </p:tav>
                                      </p:tavLst>
                                    </p:anim>
                                  </p:childTnLst>
                                </p:cTn>
                              </p:par>
                              <p:par>
                                <p:cTn id="38" presetID="47" presetClass="entr" presetSubtype="0" fill="hold" nodeType="withEffect">
                                  <p:stCondLst>
                                    <p:cond delay="20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1000"/>
                                        <p:tgtEl>
                                          <p:spTgt spid="4"/>
                                        </p:tgtEl>
                                      </p:cBhvr>
                                    </p:animEffect>
                                    <p:anim calcmode="lin" valueType="num">
                                      <p:cBhvr>
                                        <p:cTn id="41" dur="1000" fill="hold"/>
                                        <p:tgtEl>
                                          <p:spTgt spid="4"/>
                                        </p:tgtEl>
                                        <p:attrNameLst>
                                          <p:attrName>ppt_x</p:attrName>
                                        </p:attrNameLst>
                                      </p:cBhvr>
                                      <p:tavLst>
                                        <p:tav tm="0">
                                          <p:val>
                                            <p:strVal val="#ppt_x"/>
                                          </p:val>
                                        </p:tav>
                                        <p:tav tm="100000">
                                          <p:val>
                                            <p:strVal val="#ppt_x"/>
                                          </p:val>
                                        </p:tav>
                                      </p:tavLst>
                                    </p:anim>
                                    <p:anim calcmode="lin" valueType="num">
                                      <p:cBhvr>
                                        <p:cTn id="42" dur="1000" fill="hold"/>
                                        <p:tgtEl>
                                          <p:spTgt spid="4"/>
                                        </p:tgtEl>
                                        <p:attrNameLst>
                                          <p:attrName>ppt_y</p:attrName>
                                        </p:attrNameLst>
                                      </p:cBhvr>
                                      <p:tavLst>
                                        <p:tav tm="0">
                                          <p:val>
                                            <p:strVal val="#ppt_y-.1"/>
                                          </p:val>
                                        </p:tav>
                                        <p:tav tm="100000">
                                          <p:val>
                                            <p:strVal val="#ppt_y"/>
                                          </p:val>
                                        </p:tav>
                                      </p:tavLst>
                                    </p:anim>
                                  </p:childTnLst>
                                </p:cTn>
                              </p:par>
                              <p:par>
                                <p:cTn id="43" presetID="47" presetClass="entr" presetSubtype="0" fill="hold" nodeType="withEffect">
                                  <p:stCondLst>
                                    <p:cond delay="400"/>
                                  </p:stCondLst>
                                  <p:childTnLst>
                                    <p:set>
                                      <p:cBhvr>
                                        <p:cTn id="44" dur="1" fill="hold">
                                          <p:stCondLst>
                                            <p:cond delay="0"/>
                                          </p:stCondLst>
                                        </p:cTn>
                                        <p:tgtEl>
                                          <p:spTgt spid="2"/>
                                        </p:tgtEl>
                                        <p:attrNameLst>
                                          <p:attrName>style.visibility</p:attrName>
                                        </p:attrNameLst>
                                      </p:cBhvr>
                                      <p:to>
                                        <p:strVal val="visible"/>
                                      </p:to>
                                    </p:set>
                                    <p:animEffect transition="in" filter="fade">
                                      <p:cBhvr>
                                        <p:cTn id="45" dur="1000"/>
                                        <p:tgtEl>
                                          <p:spTgt spid="2"/>
                                        </p:tgtEl>
                                      </p:cBhvr>
                                    </p:animEffect>
                                    <p:anim calcmode="lin" valueType="num">
                                      <p:cBhvr>
                                        <p:cTn id="46" dur="1000" fill="hold"/>
                                        <p:tgtEl>
                                          <p:spTgt spid="2"/>
                                        </p:tgtEl>
                                        <p:attrNameLst>
                                          <p:attrName>ppt_x</p:attrName>
                                        </p:attrNameLst>
                                      </p:cBhvr>
                                      <p:tavLst>
                                        <p:tav tm="0">
                                          <p:val>
                                            <p:strVal val="#ppt_x"/>
                                          </p:val>
                                        </p:tav>
                                        <p:tav tm="100000">
                                          <p:val>
                                            <p:strVal val="#ppt_x"/>
                                          </p:val>
                                        </p:tav>
                                      </p:tavLst>
                                    </p:anim>
                                    <p:anim calcmode="lin" valueType="num">
                                      <p:cBhvr>
                                        <p:cTn id="47" dur="1000" fill="hold"/>
                                        <p:tgtEl>
                                          <p:spTgt spid="2"/>
                                        </p:tgtEl>
                                        <p:attrNameLst>
                                          <p:attrName>ppt_y</p:attrName>
                                        </p:attrNameLst>
                                      </p:cBhvr>
                                      <p:tavLst>
                                        <p:tav tm="0">
                                          <p:val>
                                            <p:strVal val="#ppt_y-.1"/>
                                          </p:val>
                                        </p:tav>
                                        <p:tav tm="100000">
                                          <p:val>
                                            <p:strVal val="#ppt_y"/>
                                          </p:val>
                                        </p:tav>
                                      </p:tavLst>
                                    </p:anim>
                                  </p:childTnLst>
                                </p:cTn>
                              </p:par>
                              <p:par>
                                <p:cTn id="48" presetID="10" presetClass="entr" presetSubtype="0" fill="hold" nodeType="withEffect">
                                  <p:stCondLst>
                                    <p:cond delay="1800"/>
                                  </p:stCondLst>
                                  <p:childTnLst>
                                    <p:set>
                                      <p:cBhvr>
                                        <p:cTn id="49" dur="1" fill="hold">
                                          <p:stCondLst>
                                            <p:cond delay="0"/>
                                          </p:stCondLst>
                                        </p:cTn>
                                        <p:tgtEl>
                                          <p:spTgt spid="59"/>
                                        </p:tgtEl>
                                        <p:attrNameLst>
                                          <p:attrName>style.visibility</p:attrName>
                                        </p:attrNameLst>
                                      </p:cBhvr>
                                      <p:to>
                                        <p:strVal val="visible"/>
                                      </p:to>
                                    </p:set>
                                    <p:animEffect transition="in" filter="fade">
                                      <p:cBhvr>
                                        <p:cTn id="50" dur="500"/>
                                        <p:tgtEl>
                                          <p:spTgt spid="59"/>
                                        </p:tgtEl>
                                      </p:cBhvr>
                                    </p:animEffect>
                                  </p:childTnLst>
                                </p:cTn>
                              </p:par>
                              <p:par>
                                <p:cTn id="51" presetID="56" presetClass="path" presetSubtype="0" accel="50000" decel="50000" fill="hold" nodeType="withEffect">
                                  <p:stCondLst>
                                    <p:cond delay="1800"/>
                                  </p:stCondLst>
                                  <p:childTnLst>
                                    <p:animMotion origin="layout" path="M -0.06895 0.07443 L 4.17862E-6 7.53552E-7 " pathEditMode="relative" rAng="0" ptsTypes="AA">
                                      <p:cBhvr>
                                        <p:cTn id="52" dur="500" fill="hold"/>
                                        <p:tgtEl>
                                          <p:spTgt spid="59"/>
                                        </p:tgtEl>
                                        <p:attrNameLst>
                                          <p:attrName>ppt_x</p:attrName>
                                          <p:attrName>ppt_y</p:attrName>
                                        </p:attrNameLst>
                                      </p:cBhvr>
                                      <p:rCtr x="3400" y="-3700"/>
                                    </p:animMotion>
                                  </p:childTnLst>
                                </p:cTn>
                              </p:par>
                            </p:childTnLst>
                          </p:cTn>
                        </p:par>
                        <p:par>
                          <p:cTn id="53" fill="hold">
                            <p:stCondLst>
                              <p:cond delay="2300"/>
                            </p:stCondLst>
                            <p:childTnLst>
                              <p:par>
                                <p:cTn id="54" presetID="53" presetClass="entr" presetSubtype="0" fill="hold" nodeType="afterEffect">
                                  <p:stCondLst>
                                    <p:cond delay="0"/>
                                  </p:stCondLst>
                                  <p:childTnLst>
                                    <p:set>
                                      <p:cBhvr>
                                        <p:cTn id="55" dur="1" fill="hold">
                                          <p:stCondLst>
                                            <p:cond delay="0"/>
                                          </p:stCondLst>
                                        </p:cTn>
                                        <p:tgtEl>
                                          <p:spTgt spid="93"/>
                                        </p:tgtEl>
                                        <p:attrNameLst>
                                          <p:attrName>style.visibility</p:attrName>
                                        </p:attrNameLst>
                                      </p:cBhvr>
                                      <p:to>
                                        <p:strVal val="visible"/>
                                      </p:to>
                                    </p:set>
                                    <p:anim calcmode="lin" valueType="num">
                                      <p:cBhvr>
                                        <p:cTn id="56" dur="500" fill="hold"/>
                                        <p:tgtEl>
                                          <p:spTgt spid="93"/>
                                        </p:tgtEl>
                                        <p:attrNameLst>
                                          <p:attrName>ppt_w</p:attrName>
                                        </p:attrNameLst>
                                      </p:cBhvr>
                                      <p:tavLst>
                                        <p:tav tm="0">
                                          <p:val>
                                            <p:fltVal val="0"/>
                                          </p:val>
                                        </p:tav>
                                        <p:tav tm="100000">
                                          <p:val>
                                            <p:strVal val="#ppt_w"/>
                                          </p:val>
                                        </p:tav>
                                      </p:tavLst>
                                    </p:anim>
                                    <p:anim calcmode="lin" valueType="num">
                                      <p:cBhvr>
                                        <p:cTn id="57" dur="500" fill="hold"/>
                                        <p:tgtEl>
                                          <p:spTgt spid="93"/>
                                        </p:tgtEl>
                                        <p:attrNameLst>
                                          <p:attrName>ppt_h</p:attrName>
                                        </p:attrNameLst>
                                      </p:cBhvr>
                                      <p:tavLst>
                                        <p:tav tm="0">
                                          <p:val>
                                            <p:fltVal val="0"/>
                                          </p:val>
                                        </p:tav>
                                        <p:tav tm="100000">
                                          <p:val>
                                            <p:strVal val="#ppt_h"/>
                                          </p:val>
                                        </p:tav>
                                      </p:tavLst>
                                    </p:anim>
                                    <p:animEffect transition="in" filter="fade">
                                      <p:cBhvr>
                                        <p:cTn id="58"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 name="그룹 130"/>
          <p:cNvGrpSpPr/>
          <p:nvPr/>
        </p:nvGrpSpPr>
        <p:grpSpPr>
          <a:xfrm>
            <a:off x="5157240" y="3606135"/>
            <a:ext cx="697668" cy="322076"/>
            <a:chOff x="6711296" y="3509280"/>
            <a:chExt cx="697668" cy="322076"/>
          </a:xfrm>
        </p:grpSpPr>
        <p:sp>
          <p:nvSpPr>
            <p:cNvPr id="125" name="직사각형 124"/>
            <p:cNvSpPr/>
            <p:nvPr/>
          </p:nvSpPr>
          <p:spPr>
            <a:xfrm>
              <a:off x="6711296" y="3610318"/>
              <a:ext cx="386621" cy="120000"/>
            </a:xfrm>
            <a:prstGeom prst="rect">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grpSp>
          <p:nvGrpSpPr>
            <p:cNvPr id="149" name="그룹 148"/>
            <p:cNvGrpSpPr/>
            <p:nvPr/>
          </p:nvGrpSpPr>
          <p:grpSpPr>
            <a:xfrm>
              <a:off x="6973472" y="3509280"/>
              <a:ext cx="435492" cy="322076"/>
              <a:chOff x="8245075" y="3509280"/>
              <a:chExt cx="435492" cy="322076"/>
            </a:xfrm>
          </p:grpSpPr>
          <p:sp>
            <p:nvSpPr>
              <p:cNvPr id="17" name="이등변 삼각형 16"/>
              <p:cNvSpPr/>
              <p:nvPr/>
            </p:nvSpPr>
            <p:spPr>
              <a:xfrm rot="5400000">
                <a:off x="8361183" y="3511971"/>
                <a:ext cx="322076" cy="316693"/>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8" name="직각 삼각형 17"/>
              <p:cNvSpPr>
                <a:spLocks/>
              </p:cNvSpPr>
              <p:nvPr/>
            </p:nvSpPr>
            <p:spPr>
              <a:xfrm rot="10800000">
                <a:off x="8245075" y="3610318"/>
                <a:ext cx="118800" cy="120000"/>
              </a:xfrm>
              <a:prstGeom prst="rtTriangle">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sp>
        <p:nvSpPr>
          <p:cNvPr id="101" name="직사각형 100"/>
          <p:cNvSpPr/>
          <p:nvPr/>
        </p:nvSpPr>
        <p:spPr>
          <a:xfrm>
            <a:off x="783165" y="3707172"/>
            <a:ext cx="1080559" cy="120000"/>
          </a:xfrm>
          <a:prstGeom prst="rect">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103" name="직사각형 102"/>
          <p:cNvSpPr/>
          <p:nvPr/>
        </p:nvSpPr>
        <p:spPr>
          <a:xfrm>
            <a:off x="1863723" y="3707172"/>
            <a:ext cx="1133217" cy="120000"/>
          </a:xfrm>
          <a:prstGeom prst="rect">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109" name="직사각형 108"/>
          <p:cNvSpPr/>
          <p:nvPr/>
        </p:nvSpPr>
        <p:spPr>
          <a:xfrm>
            <a:off x="2996939" y="3707172"/>
            <a:ext cx="1047859" cy="120000"/>
          </a:xfrm>
          <a:prstGeom prst="rect">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118" name="직사각형 117"/>
          <p:cNvSpPr/>
          <p:nvPr/>
        </p:nvSpPr>
        <p:spPr>
          <a:xfrm>
            <a:off x="4067272" y="3707172"/>
            <a:ext cx="1089968" cy="120000"/>
          </a:xfrm>
          <a:prstGeom prst="rect">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87" name="직사각형 86"/>
          <p:cNvSpPr/>
          <p:nvPr/>
        </p:nvSpPr>
        <p:spPr>
          <a:xfrm>
            <a:off x="783164" y="1801351"/>
            <a:ext cx="1133626" cy="120000"/>
          </a:xfrm>
          <a:prstGeom prst="rect">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88" name="직사각형 87"/>
          <p:cNvSpPr/>
          <p:nvPr/>
        </p:nvSpPr>
        <p:spPr>
          <a:xfrm>
            <a:off x="1882702" y="1801351"/>
            <a:ext cx="1035377" cy="120000"/>
          </a:xfrm>
          <a:prstGeom prst="rect">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89" name="직사각형 88"/>
          <p:cNvSpPr/>
          <p:nvPr/>
        </p:nvSpPr>
        <p:spPr>
          <a:xfrm>
            <a:off x="2947782" y="1801351"/>
            <a:ext cx="1127909" cy="120000"/>
          </a:xfrm>
          <a:prstGeom prst="rect">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90" name="직사각형 89"/>
          <p:cNvSpPr/>
          <p:nvPr/>
        </p:nvSpPr>
        <p:spPr>
          <a:xfrm>
            <a:off x="4070059" y="1801351"/>
            <a:ext cx="1087182" cy="120000"/>
          </a:xfrm>
          <a:prstGeom prst="rect">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91" name="직사각형 90"/>
          <p:cNvSpPr/>
          <p:nvPr/>
        </p:nvSpPr>
        <p:spPr>
          <a:xfrm>
            <a:off x="5085230" y="1801351"/>
            <a:ext cx="1152161" cy="120000"/>
          </a:xfrm>
          <a:prstGeom prst="rect">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92" name="직사각형 91"/>
          <p:cNvSpPr/>
          <p:nvPr/>
        </p:nvSpPr>
        <p:spPr>
          <a:xfrm>
            <a:off x="6237391" y="1801351"/>
            <a:ext cx="620609" cy="120000"/>
          </a:xfrm>
          <a:prstGeom prst="rect">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11" name="Title 10"/>
          <p:cNvSpPr>
            <a:spLocks noGrp="1"/>
          </p:cNvSpPr>
          <p:nvPr>
            <p:ph type="title"/>
          </p:nvPr>
        </p:nvSpPr>
        <p:spPr/>
        <p:txBody>
          <a:bodyPr/>
          <a:lstStyle/>
          <a:p>
            <a:r>
              <a:rPr lang="en-US" dirty="0"/>
              <a:t>Company history</a:t>
            </a:r>
          </a:p>
        </p:txBody>
      </p:sp>
      <p:grpSp>
        <p:nvGrpSpPr>
          <p:cNvPr id="98" name="그룹 97"/>
          <p:cNvGrpSpPr/>
          <p:nvPr/>
        </p:nvGrpSpPr>
        <p:grpSpPr>
          <a:xfrm>
            <a:off x="332570" y="1801351"/>
            <a:ext cx="450595" cy="120000"/>
            <a:chOff x="720725" y="1704497"/>
            <a:chExt cx="450595" cy="120000"/>
          </a:xfrm>
        </p:grpSpPr>
        <p:sp>
          <p:nvSpPr>
            <p:cNvPr id="35" name="직사각형 34"/>
            <p:cNvSpPr/>
            <p:nvPr/>
          </p:nvSpPr>
          <p:spPr>
            <a:xfrm>
              <a:off x="780126" y="1704497"/>
              <a:ext cx="391194" cy="120000"/>
            </a:xfrm>
            <a:prstGeom prst="rect">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34" name="타원 33"/>
            <p:cNvSpPr/>
            <p:nvPr/>
          </p:nvSpPr>
          <p:spPr>
            <a:xfrm>
              <a:off x="720725" y="1705094"/>
              <a:ext cx="118800" cy="118800"/>
            </a:xfrm>
            <a:prstGeom prst="ellipse">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02" name="직사각형 101"/>
          <p:cNvSpPr/>
          <p:nvPr/>
        </p:nvSpPr>
        <p:spPr>
          <a:xfrm>
            <a:off x="0" y="3707172"/>
            <a:ext cx="783164" cy="120000"/>
          </a:xfrm>
          <a:prstGeom prst="rect">
            <a:avLst/>
          </a:prstGeom>
          <a:pattFill prst="ltDnDiag">
            <a:fgClr>
              <a:schemeClr val="accent1">
                <a:lumMod val="75000"/>
              </a:schemeClr>
            </a:fgClr>
            <a:bgClr>
              <a:schemeClr val="accent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grpSp>
        <p:nvGrpSpPr>
          <p:cNvPr id="150" name="그룹 149"/>
          <p:cNvGrpSpPr/>
          <p:nvPr/>
        </p:nvGrpSpPr>
        <p:grpSpPr>
          <a:xfrm>
            <a:off x="5733320" y="3312869"/>
            <a:ext cx="943971" cy="1365124"/>
            <a:chOff x="7479304" y="3266815"/>
            <a:chExt cx="943971" cy="1365124"/>
          </a:xfrm>
        </p:grpSpPr>
        <p:sp>
          <p:nvSpPr>
            <p:cNvPr id="10" name="TextBox 9"/>
            <p:cNvSpPr txBox="1"/>
            <p:nvPr/>
          </p:nvSpPr>
          <p:spPr>
            <a:xfrm>
              <a:off x="7479304" y="3266815"/>
              <a:ext cx="943971" cy="603174"/>
            </a:xfrm>
            <a:prstGeom prst="rect">
              <a:avLst/>
            </a:prstGeom>
            <a:noFill/>
          </p:spPr>
          <p:txBody>
            <a:bodyPr wrap="square" lIns="0" tIns="0" rIns="0" bIns="0" rtlCol="0" anchor="ctr">
              <a:noAutofit/>
            </a:bodyPr>
            <a:lstStyle/>
            <a:p>
              <a:pPr algn="ctr"/>
              <a:r>
                <a:rPr lang="en-US" altLang="ko-KR" sz="6000" dirty="0">
                  <a:pattFill prst="pct70">
                    <a:fgClr>
                      <a:schemeClr val="bg2"/>
                    </a:fgClr>
                    <a:bgClr>
                      <a:schemeClr val="accent3">
                        <a:lumMod val="50000"/>
                      </a:schemeClr>
                    </a:bgClr>
                  </a:pattFill>
                  <a:latin typeface="Bebas Neue"/>
                  <a:ea typeface="Roboto Condensed Regular"/>
                  <a:cs typeface="+mj-cs"/>
                </a:rPr>
                <a:t>“</a:t>
              </a:r>
              <a:endParaRPr lang="nb-NO" altLang="ko-KR" sz="6000" dirty="0">
                <a:pattFill prst="pct70">
                  <a:fgClr>
                    <a:schemeClr val="bg2"/>
                  </a:fgClr>
                  <a:bgClr>
                    <a:schemeClr val="accent3">
                      <a:lumMod val="50000"/>
                    </a:schemeClr>
                  </a:bgClr>
                </a:pattFill>
                <a:latin typeface="Bebas Neue"/>
                <a:ea typeface="Roboto Condensed Regular"/>
                <a:cs typeface="+mj-cs"/>
              </a:endParaRPr>
            </a:p>
          </p:txBody>
        </p:sp>
        <p:sp>
          <p:nvSpPr>
            <p:cNvPr id="12" name="TextBox 11"/>
            <p:cNvSpPr txBox="1"/>
            <p:nvPr/>
          </p:nvSpPr>
          <p:spPr>
            <a:xfrm>
              <a:off x="7479304" y="4028765"/>
              <a:ext cx="943971" cy="603174"/>
            </a:xfrm>
            <a:prstGeom prst="rect">
              <a:avLst/>
            </a:prstGeom>
            <a:noFill/>
          </p:spPr>
          <p:txBody>
            <a:bodyPr wrap="square" lIns="0" tIns="0" rIns="0" bIns="0" rtlCol="0" anchor="ctr">
              <a:noAutofit/>
            </a:bodyPr>
            <a:lstStyle/>
            <a:p>
              <a:pPr lvl="0" algn="ctr"/>
              <a:r>
                <a:rPr lang="en-US" altLang="ko-KR" sz="6000" dirty="0">
                  <a:pattFill prst="pct70">
                    <a:fgClr>
                      <a:schemeClr val="bg2"/>
                    </a:fgClr>
                    <a:bgClr>
                      <a:schemeClr val="accent3">
                        <a:lumMod val="50000"/>
                      </a:schemeClr>
                    </a:bgClr>
                  </a:pattFill>
                  <a:latin typeface="Bebas Neue"/>
                  <a:ea typeface="Roboto Condensed Regular"/>
                  <a:cs typeface="+mj-cs"/>
                </a:rPr>
                <a:t>”</a:t>
              </a:r>
              <a:endParaRPr lang="nb-NO" altLang="ko-KR" sz="6000" dirty="0">
                <a:pattFill prst="pct70">
                  <a:fgClr>
                    <a:schemeClr val="bg2"/>
                  </a:fgClr>
                  <a:bgClr>
                    <a:schemeClr val="accent3">
                      <a:lumMod val="50000"/>
                    </a:schemeClr>
                  </a:bgClr>
                </a:pattFill>
                <a:latin typeface="Bebas Neue"/>
                <a:ea typeface="Roboto Condensed Regular"/>
                <a:cs typeface="+mj-cs"/>
              </a:endParaRPr>
            </a:p>
          </p:txBody>
        </p:sp>
        <p:sp>
          <p:nvSpPr>
            <p:cNvPr id="9" name="TextBox 8"/>
            <p:cNvSpPr txBox="1"/>
            <p:nvPr/>
          </p:nvSpPr>
          <p:spPr>
            <a:xfrm>
              <a:off x="7479304" y="3560346"/>
              <a:ext cx="943971" cy="339945"/>
            </a:xfrm>
            <a:prstGeom prst="rect">
              <a:avLst/>
            </a:prstGeom>
            <a:noFill/>
          </p:spPr>
          <p:txBody>
            <a:bodyPr wrap="square" lIns="0" tIns="0" rIns="0" bIns="0" rtlCol="0" anchor="ctr">
              <a:noAutofit/>
            </a:bodyPr>
            <a:lstStyle/>
            <a:p>
              <a:pPr lvl="0" algn="ctr"/>
              <a:r>
                <a:rPr lang="en-US" altLang="ko-KR" sz="1200" dirty="0">
                  <a:gradFill>
                    <a:gsLst>
                      <a:gs pos="0">
                        <a:schemeClr val="tx2"/>
                      </a:gs>
                      <a:gs pos="100000">
                        <a:schemeClr val="tx2"/>
                      </a:gs>
                    </a:gsLst>
                    <a:lin ang="0" scaled="1"/>
                  </a:gradFill>
                  <a:latin typeface="Bebas Neue"/>
                  <a:ea typeface="Roboto Condensed Regular"/>
                  <a:cs typeface="+mj-cs"/>
                </a:rPr>
                <a:t>We are </a:t>
              </a:r>
            </a:p>
            <a:p>
              <a:pPr lvl="0" algn="ctr"/>
              <a:r>
                <a:rPr lang="en-US" altLang="ko-KR" sz="1200" dirty="0">
                  <a:gradFill>
                    <a:gsLst>
                      <a:gs pos="0">
                        <a:schemeClr val="tx2"/>
                      </a:gs>
                      <a:gs pos="100000">
                        <a:schemeClr val="tx2"/>
                      </a:gs>
                    </a:gsLst>
                    <a:lin ang="0" scaled="1"/>
                  </a:gradFill>
                  <a:latin typeface="Bebas Neue"/>
                  <a:ea typeface="Roboto Condensed Regular"/>
                  <a:cs typeface="+mj-cs"/>
                </a:rPr>
                <a:t>Still going!</a:t>
              </a:r>
              <a:endParaRPr lang="nb-NO" altLang="ko-KR" sz="1200" b="1" dirty="0">
                <a:gradFill>
                  <a:gsLst>
                    <a:gs pos="0">
                      <a:schemeClr val="tx2"/>
                    </a:gs>
                    <a:gs pos="100000">
                      <a:schemeClr val="tx2"/>
                    </a:gs>
                  </a:gsLst>
                  <a:lin ang="0" scaled="1"/>
                </a:gradFill>
                <a:latin typeface="Bebas Neue" pitchFamily="34" charset="0"/>
                <a:ea typeface="Roboto Light" pitchFamily="2" charset="0"/>
                <a:cs typeface="Roboto Condensed Regular"/>
              </a:endParaRPr>
            </a:p>
          </p:txBody>
        </p:sp>
      </p:grpSp>
      <p:grpSp>
        <p:nvGrpSpPr>
          <p:cNvPr id="141" name="그룹 140"/>
          <p:cNvGrpSpPr/>
          <p:nvPr/>
        </p:nvGrpSpPr>
        <p:grpSpPr>
          <a:xfrm>
            <a:off x="94498" y="941096"/>
            <a:ext cx="1390232" cy="1110882"/>
            <a:chOff x="94498" y="941096"/>
            <a:chExt cx="1390232" cy="1110882"/>
          </a:xfrm>
        </p:grpSpPr>
        <p:grpSp>
          <p:nvGrpSpPr>
            <p:cNvPr id="63" name="그룹 62"/>
            <p:cNvGrpSpPr/>
            <p:nvPr/>
          </p:nvGrpSpPr>
          <p:grpSpPr>
            <a:xfrm>
              <a:off x="94498" y="941096"/>
              <a:ext cx="1390232" cy="1110882"/>
              <a:chOff x="2131368" y="990292"/>
              <a:chExt cx="1390232" cy="1110882"/>
            </a:xfrm>
          </p:grpSpPr>
          <p:sp>
            <p:nvSpPr>
              <p:cNvPr id="61" name="TextBox 60"/>
              <p:cNvSpPr txBox="1"/>
              <p:nvPr/>
            </p:nvSpPr>
            <p:spPr>
              <a:xfrm>
                <a:off x="2386550" y="1445815"/>
                <a:ext cx="879869" cy="254632"/>
              </a:xfrm>
              <a:prstGeom prst="rect">
                <a:avLst/>
              </a:prstGeom>
              <a:noFill/>
            </p:spPr>
            <p:txBody>
              <a:bodyPr wrap="square" lIns="0" tIns="0" rIns="0" bIns="0" rtlCol="0">
                <a:noAutofit/>
              </a:bodyPr>
              <a:lstStyle/>
              <a:p>
                <a:pPr lvl="0" algn="ctr"/>
                <a:r>
                  <a:rPr lang="en-US" altLang="ko-KR" sz="1600" dirty="0">
                    <a:gradFill>
                      <a:gsLst>
                        <a:gs pos="0">
                          <a:schemeClr val="accent1"/>
                        </a:gs>
                        <a:gs pos="100000">
                          <a:schemeClr val="accent1"/>
                        </a:gs>
                      </a:gsLst>
                      <a:lin ang="5400000" scaled="0"/>
                    </a:gradFill>
                    <a:latin typeface="Bebas Neue" pitchFamily="34" charset="0"/>
                  </a:rPr>
                  <a:t>2004</a:t>
                </a:r>
                <a:endParaRPr lang="ko-KR" altLang="en-US" sz="1600" dirty="0">
                  <a:gradFill>
                    <a:gsLst>
                      <a:gs pos="0">
                        <a:schemeClr val="accent1"/>
                      </a:gs>
                      <a:gs pos="100000">
                        <a:schemeClr val="accent1"/>
                      </a:gs>
                    </a:gsLst>
                    <a:lin ang="5400000" scaled="0"/>
                  </a:gradFill>
                  <a:latin typeface="Bebas Neue" pitchFamily="34" charset="0"/>
                </a:endParaRPr>
              </a:p>
            </p:txBody>
          </p:sp>
          <p:sp>
            <p:nvSpPr>
              <p:cNvPr id="62" name="TextBox 61"/>
              <p:cNvSpPr txBox="1"/>
              <p:nvPr/>
            </p:nvSpPr>
            <p:spPr>
              <a:xfrm>
                <a:off x="2131368" y="990292"/>
                <a:ext cx="1390232" cy="426253"/>
              </a:xfrm>
              <a:prstGeom prst="rect">
                <a:avLst/>
              </a:prstGeom>
              <a:noFill/>
            </p:spPr>
            <p:txBody>
              <a:bodyPr wrap="square" lIns="0" tIns="0" rIns="0" bIns="0" rtlCol="0" anchor="b">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Quisque cursus, metus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vitae pharetra auctor, sem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massa mattis sem.</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nvGrpSpPr>
              <p:cNvPr id="57" name="그룹 56"/>
              <p:cNvGrpSpPr/>
              <p:nvPr/>
            </p:nvGrpSpPr>
            <p:grpSpPr>
              <a:xfrm>
                <a:off x="2606156" y="1719920"/>
                <a:ext cx="440658" cy="381254"/>
                <a:chOff x="1539055" y="1217151"/>
                <a:chExt cx="440658" cy="381254"/>
              </a:xfrm>
            </p:grpSpPr>
            <p:sp>
              <p:nvSpPr>
                <p:cNvPr id="58" name="타원 43"/>
                <p:cNvSpPr/>
                <p:nvPr/>
              </p:nvSpPr>
              <p:spPr>
                <a:xfrm>
                  <a:off x="1539055" y="1348978"/>
                  <a:ext cx="440658" cy="118800"/>
                </a:xfrm>
                <a:custGeom>
                  <a:avLst/>
                  <a:gdLst/>
                  <a:ahLst/>
                  <a:cxnLst/>
                  <a:rect l="l" t="t" r="r" b="b"/>
                  <a:pathLst>
                    <a:path w="440658" h="118800">
                      <a:moveTo>
                        <a:pt x="9317" y="0"/>
                      </a:moveTo>
                      <a:lnTo>
                        <a:pt x="431341" y="0"/>
                      </a:lnTo>
                      <a:cubicBezTo>
                        <a:pt x="437748" y="18881"/>
                        <a:pt x="440658" y="39100"/>
                        <a:pt x="440658" y="59998"/>
                      </a:cubicBezTo>
                      <a:cubicBezTo>
                        <a:pt x="440658" y="80457"/>
                        <a:pt x="437870" y="100264"/>
                        <a:pt x="431712" y="118800"/>
                      </a:cubicBezTo>
                      <a:lnTo>
                        <a:pt x="8946" y="118800"/>
                      </a:lnTo>
                      <a:cubicBezTo>
                        <a:pt x="2789" y="100264"/>
                        <a:pt x="0" y="80457"/>
                        <a:pt x="0" y="59998"/>
                      </a:cubicBezTo>
                      <a:cubicBezTo>
                        <a:pt x="0" y="39100"/>
                        <a:pt x="2910" y="18881"/>
                        <a:pt x="9317" y="0"/>
                      </a:cubicBezTo>
                      <a:close/>
                    </a:path>
                  </a:pathLst>
                </a:custGeom>
                <a:solidFill>
                  <a:srgbClr val="000000">
                    <a:alpha val="1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9" name="타원 58"/>
                <p:cNvSpPr/>
                <p:nvPr/>
              </p:nvSpPr>
              <p:spPr>
                <a:xfrm>
                  <a:off x="1568756" y="1217151"/>
                  <a:ext cx="381254" cy="381254"/>
                </a:xfrm>
                <a:prstGeom prst="ellipse">
                  <a:avLst/>
                </a:prstGeom>
                <a:solidFill>
                  <a:schemeClr val="accent1"/>
                </a:solidFill>
                <a:ln w="76200">
                  <a:noFill/>
                </a:ln>
                <a:effectLst>
                  <a:outerShdw dist="127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endParaRPr lang="en-US" altLang="ko-KR" sz="3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grpSp>
        <p:sp>
          <p:nvSpPr>
            <p:cNvPr id="140" name="Freeform 42"/>
            <p:cNvSpPr>
              <a:spLocks noEditPoints="1"/>
            </p:cNvSpPr>
            <p:nvPr/>
          </p:nvSpPr>
          <p:spPr bwMode="auto">
            <a:xfrm>
              <a:off x="678440" y="1776091"/>
              <a:ext cx="219342" cy="171760"/>
            </a:xfrm>
            <a:custGeom>
              <a:avLst/>
              <a:gdLst/>
              <a:ahLst/>
              <a:cxnLst>
                <a:cxn ang="0">
                  <a:pos x="338" y="76"/>
                </a:cxn>
                <a:cxn ang="0">
                  <a:pos x="338" y="38"/>
                </a:cxn>
                <a:cxn ang="0">
                  <a:pos x="300" y="38"/>
                </a:cxn>
                <a:cxn ang="0">
                  <a:pos x="300" y="0"/>
                </a:cxn>
                <a:cxn ang="0">
                  <a:pos x="0" y="0"/>
                </a:cxn>
                <a:cxn ang="0">
                  <a:pos x="0" y="218"/>
                </a:cxn>
                <a:cxn ang="0">
                  <a:pos x="38" y="218"/>
                </a:cxn>
                <a:cxn ang="0">
                  <a:pos x="38" y="256"/>
                </a:cxn>
                <a:cxn ang="0">
                  <a:pos x="76" y="256"/>
                </a:cxn>
                <a:cxn ang="0">
                  <a:pos x="76" y="296"/>
                </a:cxn>
                <a:cxn ang="0">
                  <a:pos x="378" y="296"/>
                </a:cxn>
                <a:cxn ang="0">
                  <a:pos x="378" y="76"/>
                </a:cxn>
                <a:cxn ang="0">
                  <a:pos x="338" y="76"/>
                </a:cxn>
                <a:cxn ang="0">
                  <a:pos x="24" y="194"/>
                </a:cxn>
                <a:cxn ang="0">
                  <a:pos x="24" y="24"/>
                </a:cxn>
                <a:cxn ang="0">
                  <a:pos x="276" y="24"/>
                </a:cxn>
                <a:cxn ang="0">
                  <a:pos x="276" y="194"/>
                </a:cxn>
                <a:cxn ang="0">
                  <a:pos x="24" y="194"/>
                </a:cxn>
                <a:cxn ang="0">
                  <a:pos x="62" y="232"/>
                </a:cxn>
                <a:cxn ang="0">
                  <a:pos x="62" y="218"/>
                </a:cxn>
                <a:cxn ang="0">
                  <a:pos x="300" y="218"/>
                </a:cxn>
                <a:cxn ang="0">
                  <a:pos x="300" y="62"/>
                </a:cxn>
                <a:cxn ang="0">
                  <a:pos x="314" y="62"/>
                </a:cxn>
                <a:cxn ang="0">
                  <a:pos x="314" y="232"/>
                </a:cxn>
                <a:cxn ang="0">
                  <a:pos x="62" y="232"/>
                </a:cxn>
                <a:cxn ang="0">
                  <a:pos x="353" y="272"/>
                </a:cxn>
                <a:cxn ang="0">
                  <a:pos x="100" y="272"/>
                </a:cxn>
                <a:cxn ang="0">
                  <a:pos x="100" y="256"/>
                </a:cxn>
                <a:cxn ang="0">
                  <a:pos x="338" y="256"/>
                </a:cxn>
                <a:cxn ang="0">
                  <a:pos x="338" y="100"/>
                </a:cxn>
                <a:cxn ang="0">
                  <a:pos x="353" y="100"/>
                </a:cxn>
                <a:cxn ang="0">
                  <a:pos x="353" y="272"/>
                </a:cxn>
              </a:cxnLst>
              <a:rect l="0" t="0" r="r" b="b"/>
              <a:pathLst>
                <a:path w="378" h="296">
                  <a:moveTo>
                    <a:pt x="338" y="76"/>
                  </a:moveTo>
                  <a:lnTo>
                    <a:pt x="338" y="38"/>
                  </a:lnTo>
                  <a:lnTo>
                    <a:pt x="300" y="38"/>
                  </a:lnTo>
                  <a:lnTo>
                    <a:pt x="300" y="0"/>
                  </a:lnTo>
                  <a:lnTo>
                    <a:pt x="0" y="0"/>
                  </a:lnTo>
                  <a:lnTo>
                    <a:pt x="0" y="218"/>
                  </a:lnTo>
                  <a:lnTo>
                    <a:pt x="38" y="218"/>
                  </a:lnTo>
                  <a:lnTo>
                    <a:pt x="38" y="256"/>
                  </a:lnTo>
                  <a:lnTo>
                    <a:pt x="76" y="256"/>
                  </a:lnTo>
                  <a:lnTo>
                    <a:pt x="76" y="296"/>
                  </a:lnTo>
                  <a:lnTo>
                    <a:pt x="378" y="296"/>
                  </a:lnTo>
                  <a:lnTo>
                    <a:pt x="378" y="76"/>
                  </a:lnTo>
                  <a:lnTo>
                    <a:pt x="338" y="76"/>
                  </a:lnTo>
                  <a:close/>
                  <a:moveTo>
                    <a:pt x="24" y="194"/>
                  </a:moveTo>
                  <a:lnTo>
                    <a:pt x="24" y="24"/>
                  </a:lnTo>
                  <a:lnTo>
                    <a:pt x="276" y="24"/>
                  </a:lnTo>
                  <a:lnTo>
                    <a:pt x="276" y="194"/>
                  </a:lnTo>
                  <a:lnTo>
                    <a:pt x="24" y="194"/>
                  </a:lnTo>
                  <a:close/>
                  <a:moveTo>
                    <a:pt x="62" y="232"/>
                  </a:moveTo>
                  <a:lnTo>
                    <a:pt x="62" y="218"/>
                  </a:lnTo>
                  <a:lnTo>
                    <a:pt x="300" y="218"/>
                  </a:lnTo>
                  <a:lnTo>
                    <a:pt x="300" y="62"/>
                  </a:lnTo>
                  <a:lnTo>
                    <a:pt x="314" y="62"/>
                  </a:lnTo>
                  <a:lnTo>
                    <a:pt x="314" y="232"/>
                  </a:lnTo>
                  <a:lnTo>
                    <a:pt x="62" y="232"/>
                  </a:lnTo>
                  <a:close/>
                  <a:moveTo>
                    <a:pt x="353" y="272"/>
                  </a:moveTo>
                  <a:lnTo>
                    <a:pt x="100" y="272"/>
                  </a:lnTo>
                  <a:lnTo>
                    <a:pt x="100" y="256"/>
                  </a:lnTo>
                  <a:lnTo>
                    <a:pt x="338" y="256"/>
                  </a:lnTo>
                  <a:lnTo>
                    <a:pt x="338" y="100"/>
                  </a:lnTo>
                  <a:lnTo>
                    <a:pt x="353" y="100"/>
                  </a:lnTo>
                  <a:lnTo>
                    <a:pt x="353" y="272"/>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43" name="그룹 142"/>
          <p:cNvGrpSpPr/>
          <p:nvPr/>
        </p:nvGrpSpPr>
        <p:grpSpPr>
          <a:xfrm>
            <a:off x="1179056" y="1670728"/>
            <a:ext cx="1390232" cy="1106949"/>
            <a:chOff x="1179056" y="1670728"/>
            <a:chExt cx="1390232" cy="1106949"/>
          </a:xfrm>
        </p:grpSpPr>
        <p:grpSp>
          <p:nvGrpSpPr>
            <p:cNvPr id="54" name="그룹 53"/>
            <p:cNvGrpSpPr/>
            <p:nvPr/>
          </p:nvGrpSpPr>
          <p:grpSpPr>
            <a:xfrm>
              <a:off x="1179056" y="1670728"/>
              <a:ext cx="1390232" cy="1106949"/>
              <a:chOff x="1064267" y="1217151"/>
              <a:chExt cx="1390232" cy="1106949"/>
            </a:xfrm>
          </p:grpSpPr>
          <p:grpSp>
            <p:nvGrpSpPr>
              <p:cNvPr id="53" name="그룹 52"/>
              <p:cNvGrpSpPr/>
              <p:nvPr/>
            </p:nvGrpSpPr>
            <p:grpSpPr>
              <a:xfrm>
                <a:off x="1064267" y="1645732"/>
                <a:ext cx="1390232" cy="678368"/>
                <a:chOff x="1064267" y="1645732"/>
                <a:chExt cx="1390232" cy="678368"/>
              </a:xfrm>
            </p:grpSpPr>
            <p:sp>
              <p:nvSpPr>
                <p:cNvPr id="39" name="TextBox 38"/>
                <p:cNvSpPr txBox="1"/>
                <p:nvPr/>
              </p:nvSpPr>
              <p:spPr>
                <a:xfrm>
                  <a:off x="1319449" y="1645732"/>
                  <a:ext cx="879869" cy="254632"/>
                </a:xfrm>
                <a:prstGeom prst="rect">
                  <a:avLst/>
                </a:prstGeom>
                <a:noFill/>
              </p:spPr>
              <p:txBody>
                <a:bodyPr wrap="square" lIns="0" tIns="0" rIns="0" bIns="0" rtlCol="0">
                  <a:noAutofit/>
                </a:bodyPr>
                <a:lstStyle/>
                <a:p>
                  <a:pPr algn="ctr"/>
                  <a:r>
                    <a:rPr lang="en-US" altLang="ko-KR" sz="1600" dirty="0">
                      <a:gradFill>
                        <a:gsLst>
                          <a:gs pos="0">
                            <a:schemeClr val="accent1"/>
                          </a:gs>
                          <a:gs pos="100000">
                            <a:schemeClr val="accent1"/>
                          </a:gs>
                        </a:gsLst>
                        <a:lin ang="5400000" scaled="0"/>
                      </a:gradFill>
                      <a:latin typeface="Bebas Neue" pitchFamily="34" charset="0"/>
                    </a:rPr>
                    <a:t>2005</a:t>
                  </a:r>
                  <a:endParaRPr lang="ko-KR" altLang="en-US" sz="1600" dirty="0">
                    <a:gradFill>
                      <a:gsLst>
                        <a:gs pos="0">
                          <a:schemeClr val="accent1"/>
                        </a:gs>
                        <a:gs pos="100000">
                          <a:schemeClr val="accent1"/>
                        </a:gs>
                      </a:gsLst>
                      <a:lin ang="5400000" scaled="0"/>
                    </a:gradFill>
                    <a:latin typeface="Bebas Neue" pitchFamily="34" charset="0"/>
                  </a:endParaRPr>
                </a:p>
              </p:txBody>
            </p:sp>
            <p:sp>
              <p:nvSpPr>
                <p:cNvPr id="40" name="TextBox 39"/>
                <p:cNvSpPr txBox="1"/>
                <p:nvPr/>
              </p:nvSpPr>
              <p:spPr>
                <a:xfrm>
                  <a:off x="1064267" y="1897847"/>
                  <a:ext cx="1390232" cy="426253"/>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Quisque cursus, metus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vitae pharetra auctor, sem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massa mattis sem.</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52" name="그룹 51"/>
              <p:cNvGrpSpPr/>
              <p:nvPr/>
            </p:nvGrpSpPr>
            <p:grpSpPr>
              <a:xfrm>
                <a:off x="1539055" y="1217151"/>
                <a:ext cx="440658" cy="381254"/>
                <a:chOff x="1539055" y="1217151"/>
                <a:chExt cx="440658" cy="381254"/>
              </a:xfrm>
            </p:grpSpPr>
            <p:sp>
              <p:nvSpPr>
                <p:cNvPr id="44" name="타원 43"/>
                <p:cNvSpPr/>
                <p:nvPr/>
              </p:nvSpPr>
              <p:spPr>
                <a:xfrm>
                  <a:off x="1539055" y="1348978"/>
                  <a:ext cx="440658" cy="118800"/>
                </a:xfrm>
                <a:custGeom>
                  <a:avLst/>
                  <a:gdLst/>
                  <a:ahLst/>
                  <a:cxnLst/>
                  <a:rect l="l" t="t" r="r" b="b"/>
                  <a:pathLst>
                    <a:path w="440658" h="118800">
                      <a:moveTo>
                        <a:pt x="9317" y="0"/>
                      </a:moveTo>
                      <a:lnTo>
                        <a:pt x="431341" y="0"/>
                      </a:lnTo>
                      <a:cubicBezTo>
                        <a:pt x="437748" y="18881"/>
                        <a:pt x="440658" y="39100"/>
                        <a:pt x="440658" y="59998"/>
                      </a:cubicBezTo>
                      <a:cubicBezTo>
                        <a:pt x="440658" y="80457"/>
                        <a:pt x="437870" y="100264"/>
                        <a:pt x="431712" y="118800"/>
                      </a:cubicBezTo>
                      <a:lnTo>
                        <a:pt x="8946" y="118800"/>
                      </a:lnTo>
                      <a:cubicBezTo>
                        <a:pt x="2789" y="100264"/>
                        <a:pt x="0" y="80457"/>
                        <a:pt x="0" y="59998"/>
                      </a:cubicBezTo>
                      <a:cubicBezTo>
                        <a:pt x="0" y="39100"/>
                        <a:pt x="2910" y="18881"/>
                        <a:pt x="9317" y="0"/>
                      </a:cubicBezTo>
                      <a:close/>
                    </a:path>
                  </a:pathLst>
                </a:custGeom>
                <a:solidFill>
                  <a:srgbClr val="000000">
                    <a:alpha val="1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1" name="타원 50"/>
                <p:cNvSpPr/>
                <p:nvPr/>
              </p:nvSpPr>
              <p:spPr>
                <a:xfrm>
                  <a:off x="1568756" y="1217151"/>
                  <a:ext cx="381254" cy="381254"/>
                </a:xfrm>
                <a:prstGeom prst="ellipse">
                  <a:avLst/>
                </a:prstGeom>
                <a:solidFill>
                  <a:schemeClr val="accent1"/>
                </a:solidFill>
                <a:ln w="76200">
                  <a:noFill/>
                </a:ln>
                <a:effectLst>
                  <a:outerShdw dist="127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endParaRPr lang="en-US" altLang="ko-KR" sz="3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grpSp>
        <p:sp>
          <p:nvSpPr>
            <p:cNvPr id="142" name="Freeform 30"/>
            <p:cNvSpPr>
              <a:spLocks noEditPoints="1"/>
            </p:cNvSpPr>
            <p:nvPr/>
          </p:nvSpPr>
          <p:spPr bwMode="auto">
            <a:xfrm>
              <a:off x="1771985" y="1730063"/>
              <a:ext cx="231926" cy="238237"/>
            </a:xfrm>
            <a:custGeom>
              <a:avLst/>
              <a:gdLst/>
              <a:ahLst/>
              <a:cxnLst>
                <a:cxn ang="0">
                  <a:pos x="162" y="125"/>
                </a:cxn>
                <a:cxn ang="0">
                  <a:pos x="163" y="125"/>
                </a:cxn>
                <a:cxn ang="0">
                  <a:pos x="163" y="124"/>
                </a:cxn>
                <a:cxn ang="0">
                  <a:pos x="134" y="107"/>
                </a:cxn>
                <a:cxn ang="0">
                  <a:pos x="113" y="95"/>
                </a:cxn>
                <a:cxn ang="0">
                  <a:pos x="106" y="89"/>
                </a:cxn>
                <a:cxn ang="0">
                  <a:pos x="104" y="80"/>
                </a:cxn>
                <a:cxn ang="0">
                  <a:pos x="111" y="65"/>
                </a:cxn>
                <a:cxn ang="0">
                  <a:pos x="117" y="51"/>
                </a:cxn>
                <a:cxn ang="0">
                  <a:pos x="115" y="47"/>
                </a:cxn>
                <a:cxn ang="0">
                  <a:pos x="111" y="16"/>
                </a:cxn>
                <a:cxn ang="0">
                  <a:pos x="91" y="3"/>
                </a:cxn>
                <a:cxn ang="0">
                  <a:pos x="84" y="1"/>
                </a:cxn>
                <a:cxn ang="0">
                  <a:pos x="75" y="0"/>
                </a:cxn>
                <a:cxn ang="0">
                  <a:pos x="76" y="3"/>
                </a:cxn>
                <a:cxn ang="0">
                  <a:pos x="57" y="16"/>
                </a:cxn>
                <a:cxn ang="0">
                  <a:pos x="53" y="47"/>
                </a:cxn>
                <a:cxn ang="0">
                  <a:pos x="50" y="51"/>
                </a:cxn>
                <a:cxn ang="0">
                  <a:pos x="57" y="65"/>
                </a:cxn>
                <a:cxn ang="0">
                  <a:pos x="64" y="80"/>
                </a:cxn>
                <a:cxn ang="0">
                  <a:pos x="62" y="89"/>
                </a:cxn>
                <a:cxn ang="0">
                  <a:pos x="55" y="95"/>
                </a:cxn>
                <a:cxn ang="0">
                  <a:pos x="33" y="107"/>
                </a:cxn>
                <a:cxn ang="0">
                  <a:pos x="5" y="124"/>
                </a:cxn>
                <a:cxn ang="0">
                  <a:pos x="0" y="168"/>
                </a:cxn>
                <a:cxn ang="0">
                  <a:pos x="0" y="172"/>
                </a:cxn>
                <a:cxn ang="0">
                  <a:pos x="0" y="172"/>
                </a:cxn>
                <a:cxn ang="0">
                  <a:pos x="84" y="194"/>
                </a:cxn>
                <a:cxn ang="0">
                  <a:pos x="126" y="189"/>
                </a:cxn>
                <a:cxn ang="0">
                  <a:pos x="120" y="167"/>
                </a:cxn>
                <a:cxn ang="0">
                  <a:pos x="162" y="125"/>
                </a:cxn>
                <a:cxn ang="0">
                  <a:pos x="166" y="137"/>
                </a:cxn>
                <a:cxn ang="0">
                  <a:pos x="162" y="136"/>
                </a:cxn>
                <a:cxn ang="0">
                  <a:pos x="131" y="167"/>
                </a:cxn>
                <a:cxn ang="0">
                  <a:pos x="137" y="186"/>
                </a:cxn>
                <a:cxn ang="0">
                  <a:pos x="162" y="198"/>
                </a:cxn>
                <a:cxn ang="0">
                  <a:pos x="193" y="167"/>
                </a:cxn>
                <a:cxn ang="0">
                  <a:pos x="166" y="137"/>
                </a:cxn>
                <a:cxn ang="0">
                  <a:pos x="182" y="171"/>
                </a:cxn>
                <a:cxn ang="0">
                  <a:pos x="166" y="171"/>
                </a:cxn>
                <a:cxn ang="0">
                  <a:pos x="166" y="187"/>
                </a:cxn>
                <a:cxn ang="0">
                  <a:pos x="158" y="187"/>
                </a:cxn>
                <a:cxn ang="0">
                  <a:pos x="158" y="171"/>
                </a:cxn>
                <a:cxn ang="0">
                  <a:pos x="142" y="171"/>
                </a:cxn>
                <a:cxn ang="0">
                  <a:pos x="142" y="163"/>
                </a:cxn>
                <a:cxn ang="0">
                  <a:pos x="158" y="163"/>
                </a:cxn>
                <a:cxn ang="0">
                  <a:pos x="158" y="148"/>
                </a:cxn>
                <a:cxn ang="0">
                  <a:pos x="166" y="148"/>
                </a:cxn>
                <a:cxn ang="0">
                  <a:pos x="166" y="163"/>
                </a:cxn>
                <a:cxn ang="0">
                  <a:pos x="182" y="163"/>
                </a:cxn>
                <a:cxn ang="0">
                  <a:pos x="182" y="171"/>
                </a:cxn>
              </a:cxnLst>
              <a:rect l="0" t="0" r="r" b="b"/>
              <a:pathLst>
                <a:path w="193" h="198">
                  <a:moveTo>
                    <a:pt x="162" y="125"/>
                  </a:moveTo>
                  <a:cubicBezTo>
                    <a:pt x="162" y="125"/>
                    <a:pt x="163" y="125"/>
                    <a:pt x="163" y="125"/>
                  </a:cubicBezTo>
                  <a:cubicBezTo>
                    <a:pt x="163" y="125"/>
                    <a:pt x="163" y="125"/>
                    <a:pt x="163" y="124"/>
                  </a:cubicBezTo>
                  <a:cubicBezTo>
                    <a:pt x="156" y="108"/>
                    <a:pt x="139" y="108"/>
                    <a:pt x="134" y="107"/>
                  </a:cubicBezTo>
                  <a:cubicBezTo>
                    <a:pt x="121" y="103"/>
                    <a:pt x="116" y="101"/>
                    <a:pt x="113" y="95"/>
                  </a:cubicBezTo>
                  <a:cubicBezTo>
                    <a:pt x="110" y="89"/>
                    <a:pt x="106" y="89"/>
                    <a:pt x="106" y="89"/>
                  </a:cubicBezTo>
                  <a:cubicBezTo>
                    <a:pt x="105" y="86"/>
                    <a:pt x="104" y="83"/>
                    <a:pt x="104" y="80"/>
                  </a:cubicBezTo>
                  <a:cubicBezTo>
                    <a:pt x="110" y="73"/>
                    <a:pt x="111" y="65"/>
                    <a:pt x="111" y="65"/>
                  </a:cubicBezTo>
                  <a:cubicBezTo>
                    <a:pt x="116" y="63"/>
                    <a:pt x="118" y="54"/>
                    <a:pt x="117" y="51"/>
                  </a:cubicBezTo>
                  <a:cubicBezTo>
                    <a:pt x="117" y="47"/>
                    <a:pt x="115" y="47"/>
                    <a:pt x="115" y="47"/>
                  </a:cubicBezTo>
                  <a:cubicBezTo>
                    <a:pt x="115" y="47"/>
                    <a:pt x="118" y="28"/>
                    <a:pt x="111" y="16"/>
                  </a:cubicBezTo>
                  <a:cubicBezTo>
                    <a:pt x="103" y="4"/>
                    <a:pt x="91" y="3"/>
                    <a:pt x="91" y="3"/>
                  </a:cubicBezTo>
                  <a:cubicBezTo>
                    <a:pt x="84" y="1"/>
                    <a:pt x="84" y="1"/>
                    <a:pt x="84" y="1"/>
                  </a:cubicBezTo>
                  <a:cubicBezTo>
                    <a:pt x="84" y="1"/>
                    <a:pt x="77" y="1"/>
                    <a:pt x="75" y="0"/>
                  </a:cubicBezTo>
                  <a:cubicBezTo>
                    <a:pt x="75" y="0"/>
                    <a:pt x="75" y="2"/>
                    <a:pt x="76" y="3"/>
                  </a:cubicBezTo>
                  <a:cubicBezTo>
                    <a:pt x="76" y="3"/>
                    <a:pt x="64" y="4"/>
                    <a:pt x="57" y="16"/>
                  </a:cubicBezTo>
                  <a:cubicBezTo>
                    <a:pt x="50" y="28"/>
                    <a:pt x="53" y="47"/>
                    <a:pt x="53" y="47"/>
                  </a:cubicBezTo>
                  <a:cubicBezTo>
                    <a:pt x="53" y="47"/>
                    <a:pt x="51" y="47"/>
                    <a:pt x="50" y="51"/>
                  </a:cubicBezTo>
                  <a:cubicBezTo>
                    <a:pt x="50" y="54"/>
                    <a:pt x="52" y="63"/>
                    <a:pt x="57" y="65"/>
                  </a:cubicBezTo>
                  <a:cubicBezTo>
                    <a:pt x="57" y="65"/>
                    <a:pt x="58" y="73"/>
                    <a:pt x="64" y="80"/>
                  </a:cubicBezTo>
                  <a:cubicBezTo>
                    <a:pt x="63" y="83"/>
                    <a:pt x="63" y="86"/>
                    <a:pt x="62" y="89"/>
                  </a:cubicBezTo>
                  <a:cubicBezTo>
                    <a:pt x="62" y="89"/>
                    <a:pt x="58" y="89"/>
                    <a:pt x="55" y="95"/>
                  </a:cubicBezTo>
                  <a:cubicBezTo>
                    <a:pt x="51" y="101"/>
                    <a:pt x="47" y="103"/>
                    <a:pt x="33" y="107"/>
                  </a:cubicBezTo>
                  <a:cubicBezTo>
                    <a:pt x="29" y="108"/>
                    <a:pt x="12" y="108"/>
                    <a:pt x="5" y="124"/>
                  </a:cubicBezTo>
                  <a:cubicBezTo>
                    <a:pt x="2" y="132"/>
                    <a:pt x="0" y="151"/>
                    <a:pt x="0" y="168"/>
                  </a:cubicBezTo>
                  <a:cubicBezTo>
                    <a:pt x="0" y="170"/>
                    <a:pt x="0" y="171"/>
                    <a:pt x="0" y="172"/>
                  </a:cubicBezTo>
                  <a:cubicBezTo>
                    <a:pt x="0" y="172"/>
                    <a:pt x="0" y="172"/>
                    <a:pt x="0" y="172"/>
                  </a:cubicBezTo>
                  <a:cubicBezTo>
                    <a:pt x="16" y="182"/>
                    <a:pt x="43" y="194"/>
                    <a:pt x="84" y="194"/>
                  </a:cubicBezTo>
                  <a:cubicBezTo>
                    <a:pt x="100" y="194"/>
                    <a:pt x="114" y="192"/>
                    <a:pt x="126" y="189"/>
                  </a:cubicBezTo>
                  <a:cubicBezTo>
                    <a:pt x="122" y="183"/>
                    <a:pt x="120" y="175"/>
                    <a:pt x="120" y="167"/>
                  </a:cubicBezTo>
                  <a:cubicBezTo>
                    <a:pt x="120" y="144"/>
                    <a:pt x="139" y="125"/>
                    <a:pt x="162" y="125"/>
                  </a:cubicBezTo>
                  <a:close/>
                  <a:moveTo>
                    <a:pt x="166" y="137"/>
                  </a:moveTo>
                  <a:cubicBezTo>
                    <a:pt x="164" y="136"/>
                    <a:pt x="163" y="136"/>
                    <a:pt x="162" y="136"/>
                  </a:cubicBezTo>
                  <a:cubicBezTo>
                    <a:pt x="145" y="136"/>
                    <a:pt x="131" y="150"/>
                    <a:pt x="131" y="167"/>
                  </a:cubicBezTo>
                  <a:cubicBezTo>
                    <a:pt x="131" y="174"/>
                    <a:pt x="133" y="181"/>
                    <a:pt x="137" y="186"/>
                  </a:cubicBezTo>
                  <a:cubicBezTo>
                    <a:pt x="143" y="193"/>
                    <a:pt x="152" y="198"/>
                    <a:pt x="162" y="198"/>
                  </a:cubicBezTo>
                  <a:cubicBezTo>
                    <a:pt x="179" y="198"/>
                    <a:pt x="193" y="184"/>
                    <a:pt x="193" y="167"/>
                  </a:cubicBezTo>
                  <a:cubicBezTo>
                    <a:pt x="193" y="151"/>
                    <a:pt x="181" y="138"/>
                    <a:pt x="166" y="137"/>
                  </a:cubicBezTo>
                  <a:close/>
                  <a:moveTo>
                    <a:pt x="182" y="171"/>
                  </a:moveTo>
                  <a:cubicBezTo>
                    <a:pt x="166" y="171"/>
                    <a:pt x="166" y="171"/>
                    <a:pt x="166" y="171"/>
                  </a:cubicBezTo>
                  <a:cubicBezTo>
                    <a:pt x="166" y="187"/>
                    <a:pt x="166" y="187"/>
                    <a:pt x="166" y="187"/>
                  </a:cubicBezTo>
                  <a:cubicBezTo>
                    <a:pt x="158" y="187"/>
                    <a:pt x="158" y="187"/>
                    <a:pt x="158" y="187"/>
                  </a:cubicBezTo>
                  <a:cubicBezTo>
                    <a:pt x="158" y="171"/>
                    <a:pt x="158" y="171"/>
                    <a:pt x="158" y="171"/>
                  </a:cubicBezTo>
                  <a:cubicBezTo>
                    <a:pt x="142" y="171"/>
                    <a:pt x="142" y="171"/>
                    <a:pt x="142" y="171"/>
                  </a:cubicBezTo>
                  <a:cubicBezTo>
                    <a:pt x="142" y="163"/>
                    <a:pt x="142" y="163"/>
                    <a:pt x="142" y="163"/>
                  </a:cubicBezTo>
                  <a:cubicBezTo>
                    <a:pt x="158" y="163"/>
                    <a:pt x="158" y="163"/>
                    <a:pt x="158" y="163"/>
                  </a:cubicBezTo>
                  <a:cubicBezTo>
                    <a:pt x="158" y="148"/>
                    <a:pt x="158" y="148"/>
                    <a:pt x="158" y="148"/>
                  </a:cubicBezTo>
                  <a:cubicBezTo>
                    <a:pt x="166" y="148"/>
                    <a:pt x="166" y="148"/>
                    <a:pt x="166" y="148"/>
                  </a:cubicBezTo>
                  <a:cubicBezTo>
                    <a:pt x="166" y="163"/>
                    <a:pt x="166" y="163"/>
                    <a:pt x="166" y="163"/>
                  </a:cubicBezTo>
                  <a:cubicBezTo>
                    <a:pt x="182" y="163"/>
                    <a:pt x="182" y="163"/>
                    <a:pt x="182" y="163"/>
                  </a:cubicBezTo>
                  <a:lnTo>
                    <a:pt x="182" y="171"/>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45" name="그룹 144"/>
          <p:cNvGrpSpPr/>
          <p:nvPr/>
        </p:nvGrpSpPr>
        <p:grpSpPr>
          <a:xfrm>
            <a:off x="2263614" y="941096"/>
            <a:ext cx="1390232" cy="1110882"/>
            <a:chOff x="2263614" y="941096"/>
            <a:chExt cx="1390232" cy="1110882"/>
          </a:xfrm>
        </p:grpSpPr>
        <p:grpSp>
          <p:nvGrpSpPr>
            <p:cNvPr id="64" name="그룹 63"/>
            <p:cNvGrpSpPr/>
            <p:nvPr/>
          </p:nvGrpSpPr>
          <p:grpSpPr>
            <a:xfrm>
              <a:off x="2263614" y="941096"/>
              <a:ext cx="1390232" cy="1110882"/>
              <a:chOff x="2131368" y="990292"/>
              <a:chExt cx="1390232" cy="1110882"/>
            </a:xfrm>
          </p:grpSpPr>
          <p:sp>
            <p:nvSpPr>
              <p:cNvPr id="65" name="TextBox 64"/>
              <p:cNvSpPr txBox="1"/>
              <p:nvPr/>
            </p:nvSpPr>
            <p:spPr>
              <a:xfrm>
                <a:off x="2386550" y="1445815"/>
                <a:ext cx="879869" cy="254632"/>
              </a:xfrm>
              <a:prstGeom prst="rect">
                <a:avLst/>
              </a:prstGeom>
              <a:noFill/>
            </p:spPr>
            <p:txBody>
              <a:bodyPr wrap="square" lIns="0" tIns="0" rIns="0" bIns="0" rtlCol="0">
                <a:noAutofit/>
              </a:bodyPr>
              <a:lstStyle/>
              <a:p>
                <a:pPr algn="ctr"/>
                <a:r>
                  <a:rPr lang="en-US" altLang="ko-KR" sz="1600" dirty="0">
                    <a:gradFill>
                      <a:gsLst>
                        <a:gs pos="0">
                          <a:schemeClr val="accent1"/>
                        </a:gs>
                        <a:gs pos="100000">
                          <a:schemeClr val="accent1"/>
                        </a:gs>
                      </a:gsLst>
                      <a:lin ang="5400000" scaled="0"/>
                    </a:gradFill>
                    <a:latin typeface="Bebas Neue" pitchFamily="34" charset="0"/>
                  </a:rPr>
                  <a:t>2006</a:t>
                </a:r>
                <a:endParaRPr lang="ko-KR" altLang="en-US" sz="1600" dirty="0">
                  <a:gradFill>
                    <a:gsLst>
                      <a:gs pos="0">
                        <a:schemeClr val="accent1"/>
                      </a:gs>
                      <a:gs pos="100000">
                        <a:schemeClr val="accent1"/>
                      </a:gs>
                    </a:gsLst>
                    <a:lin ang="5400000" scaled="0"/>
                  </a:gradFill>
                  <a:latin typeface="Bebas Neue" pitchFamily="34" charset="0"/>
                </a:endParaRPr>
              </a:p>
            </p:txBody>
          </p:sp>
          <p:sp>
            <p:nvSpPr>
              <p:cNvPr id="66" name="TextBox 65"/>
              <p:cNvSpPr txBox="1"/>
              <p:nvPr/>
            </p:nvSpPr>
            <p:spPr>
              <a:xfrm>
                <a:off x="2131368" y="990292"/>
                <a:ext cx="1390232" cy="426253"/>
              </a:xfrm>
              <a:prstGeom prst="rect">
                <a:avLst/>
              </a:prstGeom>
              <a:noFill/>
            </p:spPr>
            <p:txBody>
              <a:bodyPr wrap="square" lIns="0" tIns="0" rIns="0" bIns="0" rtlCol="0" anchor="b">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Quisque cursus, metus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vitae pharetra auctor, sem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massa mattis sem.</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nvGrpSpPr>
              <p:cNvPr id="67" name="그룹 66"/>
              <p:cNvGrpSpPr/>
              <p:nvPr/>
            </p:nvGrpSpPr>
            <p:grpSpPr>
              <a:xfrm>
                <a:off x="2606156" y="1719920"/>
                <a:ext cx="440658" cy="381254"/>
                <a:chOff x="1539055" y="1217151"/>
                <a:chExt cx="440658" cy="381254"/>
              </a:xfrm>
            </p:grpSpPr>
            <p:sp>
              <p:nvSpPr>
                <p:cNvPr id="68" name="타원 43"/>
                <p:cNvSpPr/>
                <p:nvPr/>
              </p:nvSpPr>
              <p:spPr>
                <a:xfrm>
                  <a:off x="1539055" y="1348978"/>
                  <a:ext cx="440658" cy="118800"/>
                </a:xfrm>
                <a:custGeom>
                  <a:avLst/>
                  <a:gdLst/>
                  <a:ahLst/>
                  <a:cxnLst/>
                  <a:rect l="l" t="t" r="r" b="b"/>
                  <a:pathLst>
                    <a:path w="440658" h="118800">
                      <a:moveTo>
                        <a:pt x="9317" y="0"/>
                      </a:moveTo>
                      <a:lnTo>
                        <a:pt x="431341" y="0"/>
                      </a:lnTo>
                      <a:cubicBezTo>
                        <a:pt x="437748" y="18881"/>
                        <a:pt x="440658" y="39100"/>
                        <a:pt x="440658" y="59998"/>
                      </a:cubicBezTo>
                      <a:cubicBezTo>
                        <a:pt x="440658" y="80457"/>
                        <a:pt x="437870" y="100264"/>
                        <a:pt x="431712" y="118800"/>
                      </a:cubicBezTo>
                      <a:lnTo>
                        <a:pt x="8946" y="118800"/>
                      </a:lnTo>
                      <a:cubicBezTo>
                        <a:pt x="2789" y="100264"/>
                        <a:pt x="0" y="80457"/>
                        <a:pt x="0" y="59998"/>
                      </a:cubicBezTo>
                      <a:cubicBezTo>
                        <a:pt x="0" y="39100"/>
                        <a:pt x="2910" y="18881"/>
                        <a:pt x="9317" y="0"/>
                      </a:cubicBezTo>
                      <a:close/>
                    </a:path>
                  </a:pathLst>
                </a:custGeom>
                <a:solidFill>
                  <a:srgbClr val="000000">
                    <a:alpha val="1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9" name="타원 68"/>
                <p:cNvSpPr/>
                <p:nvPr/>
              </p:nvSpPr>
              <p:spPr>
                <a:xfrm>
                  <a:off x="1568756" y="1217151"/>
                  <a:ext cx="381254" cy="381254"/>
                </a:xfrm>
                <a:prstGeom prst="ellipse">
                  <a:avLst/>
                </a:prstGeom>
                <a:solidFill>
                  <a:schemeClr val="accent1"/>
                </a:solidFill>
                <a:ln w="76200">
                  <a:noFill/>
                </a:ln>
                <a:effectLst>
                  <a:outerShdw dist="127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endParaRPr lang="ko-KR" altLang="en-US" sz="3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grpSp>
        <p:sp>
          <p:nvSpPr>
            <p:cNvPr id="144" name="Freeform 32"/>
            <p:cNvSpPr>
              <a:spLocks noEditPoints="1"/>
            </p:cNvSpPr>
            <p:nvPr/>
          </p:nvSpPr>
          <p:spPr bwMode="auto">
            <a:xfrm>
              <a:off x="2845123" y="1729181"/>
              <a:ext cx="227213" cy="227213"/>
            </a:xfrm>
            <a:custGeom>
              <a:avLst/>
              <a:gdLst/>
              <a:ahLst/>
              <a:cxnLst>
                <a:cxn ang="0">
                  <a:pos x="64" y="107"/>
                </a:cxn>
                <a:cxn ang="0">
                  <a:pos x="117" y="107"/>
                </a:cxn>
                <a:cxn ang="0">
                  <a:pos x="130" y="98"/>
                </a:cxn>
                <a:cxn ang="0">
                  <a:pos x="51" y="98"/>
                </a:cxn>
                <a:cxn ang="0">
                  <a:pos x="64" y="107"/>
                </a:cxn>
                <a:cxn ang="0">
                  <a:pos x="89" y="124"/>
                </a:cxn>
                <a:cxn ang="0">
                  <a:pos x="92" y="124"/>
                </a:cxn>
                <a:cxn ang="0">
                  <a:pos x="104" y="116"/>
                </a:cxn>
                <a:cxn ang="0">
                  <a:pos x="76" y="116"/>
                </a:cxn>
                <a:cxn ang="0">
                  <a:pos x="89" y="124"/>
                </a:cxn>
                <a:cxn ang="0">
                  <a:pos x="175" y="56"/>
                </a:cxn>
                <a:cxn ang="0">
                  <a:pos x="97" y="3"/>
                </a:cxn>
                <a:cxn ang="0">
                  <a:pos x="84" y="3"/>
                </a:cxn>
                <a:cxn ang="0">
                  <a:pos x="5" y="56"/>
                </a:cxn>
                <a:cxn ang="0">
                  <a:pos x="0" y="66"/>
                </a:cxn>
                <a:cxn ang="0">
                  <a:pos x="0" y="167"/>
                </a:cxn>
                <a:cxn ang="0">
                  <a:pos x="12" y="179"/>
                </a:cxn>
                <a:cxn ang="0">
                  <a:pos x="169" y="179"/>
                </a:cxn>
                <a:cxn ang="0">
                  <a:pos x="180" y="167"/>
                </a:cxn>
                <a:cxn ang="0">
                  <a:pos x="180" y="66"/>
                </a:cxn>
                <a:cxn ang="0">
                  <a:pos x="175" y="56"/>
                </a:cxn>
                <a:cxn ang="0">
                  <a:pos x="169" y="82"/>
                </a:cxn>
                <a:cxn ang="0">
                  <a:pos x="90" y="135"/>
                </a:cxn>
                <a:cxn ang="0">
                  <a:pos x="12" y="82"/>
                </a:cxn>
                <a:cxn ang="0">
                  <a:pos x="12" y="71"/>
                </a:cxn>
                <a:cxn ang="0">
                  <a:pos x="17" y="65"/>
                </a:cxn>
                <a:cxn ang="0">
                  <a:pos x="163" y="65"/>
                </a:cxn>
                <a:cxn ang="0">
                  <a:pos x="169" y="71"/>
                </a:cxn>
                <a:cxn ang="0">
                  <a:pos x="169" y="82"/>
                </a:cxn>
                <a:cxn ang="0">
                  <a:pos x="37" y="89"/>
                </a:cxn>
                <a:cxn ang="0">
                  <a:pos x="39" y="90"/>
                </a:cxn>
                <a:cxn ang="0">
                  <a:pos x="142" y="90"/>
                </a:cxn>
                <a:cxn ang="0">
                  <a:pos x="144" y="89"/>
                </a:cxn>
                <a:cxn ang="0">
                  <a:pos x="144" y="81"/>
                </a:cxn>
                <a:cxn ang="0">
                  <a:pos x="37" y="81"/>
                </a:cxn>
                <a:cxn ang="0">
                  <a:pos x="37" y="89"/>
                </a:cxn>
              </a:cxnLst>
              <a:rect l="0" t="0" r="r" b="b"/>
              <a:pathLst>
                <a:path w="180" h="179">
                  <a:moveTo>
                    <a:pt x="64" y="107"/>
                  </a:moveTo>
                  <a:cubicBezTo>
                    <a:pt x="117" y="107"/>
                    <a:pt x="117" y="107"/>
                    <a:pt x="117" y="107"/>
                  </a:cubicBezTo>
                  <a:cubicBezTo>
                    <a:pt x="130" y="98"/>
                    <a:pt x="130" y="98"/>
                    <a:pt x="130" y="98"/>
                  </a:cubicBezTo>
                  <a:cubicBezTo>
                    <a:pt x="51" y="98"/>
                    <a:pt x="51" y="98"/>
                    <a:pt x="51" y="98"/>
                  </a:cubicBezTo>
                  <a:lnTo>
                    <a:pt x="64" y="107"/>
                  </a:lnTo>
                  <a:close/>
                  <a:moveTo>
                    <a:pt x="89" y="124"/>
                  </a:moveTo>
                  <a:cubicBezTo>
                    <a:pt x="92" y="124"/>
                    <a:pt x="92" y="124"/>
                    <a:pt x="92" y="124"/>
                  </a:cubicBezTo>
                  <a:cubicBezTo>
                    <a:pt x="104" y="116"/>
                    <a:pt x="104" y="116"/>
                    <a:pt x="104" y="116"/>
                  </a:cubicBezTo>
                  <a:cubicBezTo>
                    <a:pt x="76" y="116"/>
                    <a:pt x="76" y="116"/>
                    <a:pt x="76" y="116"/>
                  </a:cubicBezTo>
                  <a:lnTo>
                    <a:pt x="89" y="124"/>
                  </a:lnTo>
                  <a:close/>
                  <a:moveTo>
                    <a:pt x="175" y="56"/>
                  </a:moveTo>
                  <a:cubicBezTo>
                    <a:pt x="97" y="3"/>
                    <a:pt x="97" y="3"/>
                    <a:pt x="97" y="3"/>
                  </a:cubicBezTo>
                  <a:cubicBezTo>
                    <a:pt x="93" y="0"/>
                    <a:pt x="88" y="0"/>
                    <a:pt x="84" y="3"/>
                  </a:cubicBezTo>
                  <a:cubicBezTo>
                    <a:pt x="5" y="56"/>
                    <a:pt x="5" y="56"/>
                    <a:pt x="5" y="56"/>
                  </a:cubicBezTo>
                  <a:cubicBezTo>
                    <a:pt x="2" y="58"/>
                    <a:pt x="0" y="62"/>
                    <a:pt x="0" y="66"/>
                  </a:cubicBezTo>
                  <a:cubicBezTo>
                    <a:pt x="0" y="167"/>
                    <a:pt x="0" y="167"/>
                    <a:pt x="0" y="167"/>
                  </a:cubicBezTo>
                  <a:cubicBezTo>
                    <a:pt x="0" y="174"/>
                    <a:pt x="5" y="179"/>
                    <a:pt x="12" y="179"/>
                  </a:cubicBezTo>
                  <a:cubicBezTo>
                    <a:pt x="169" y="179"/>
                    <a:pt x="169" y="179"/>
                    <a:pt x="169" y="179"/>
                  </a:cubicBezTo>
                  <a:cubicBezTo>
                    <a:pt x="175" y="179"/>
                    <a:pt x="180" y="174"/>
                    <a:pt x="180" y="167"/>
                  </a:cubicBezTo>
                  <a:cubicBezTo>
                    <a:pt x="180" y="66"/>
                    <a:pt x="180" y="66"/>
                    <a:pt x="180" y="66"/>
                  </a:cubicBezTo>
                  <a:cubicBezTo>
                    <a:pt x="180" y="62"/>
                    <a:pt x="178" y="58"/>
                    <a:pt x="175" y="56"/>
                  </a:cubicBezTo>
                  <a:close/>
                  <a:moveTo>
                    <a:pt x="169" y="82"/>
                  </a:moveTo>
                  <a:cubicBezTo>
                    <a:pt x="90" y="135"/>
                    <a:pt x="90" y="135"/>
                    <a:pt x="90" y="135"/>
                  </a:cubicBezTo>
                  <a:cubicBezTo>
                    <a:pt x="12" y="82"/>
                    <a:pt x="12" y="82"/>
                    <a:pt x="12" y="82"/>
                  </a:cubicBezTo>
                  <a:cubicBezTo>
                    <a:pt x="12" y="71"/>
                    <a:pt x="12" y="71"/>
                    <a:pt x="12" y="71"/>
                  </a:cubicBezTo>
                  <a:cubicBezTo>
                    <a:pt x="12" y="68"/>
                    <a:pt x="14" y="65"/>
                    <a:pt x="17" y="65"/>
                  </a:cubicBezTo>
                  <a:cubicBezTo>
                    <a:pt x="163" y="65"/>
                    <a:pt x="163" y="65"/>
                    <a:pt x="163" y="65"/>
                  </a:cubicBezTo>
                  <a:cubicBezTo>
                    <a:pt x="166" y="65"/>
                    <a:pt x="169" y="68"/>
                    <a:pt x="169" y="71"/>
                  </a:cubicBezTo>
                  <a:lnTo>
                    <a:pt x="169" y="82"/>
                  </a:lnTo>
                  <a:close/>
                  <a:moveTo>
                    <a:pt x="37" y="89"/>
                  </a:moveTo>
                  <a:cubicBezTo>
                    <a:pt x="39" y="90"/>
                    <a:pt x="39" y="90"/>
                    <a:pt x="39" y="90"/>
                  </a:cubicBezTo>
                  <a:cubicBezTo>
                    <a:pt x="142" y="90"/>
                    <a:pt x="142" y="90"/>
                    <a:pt x="142" y="90"/>
                  </a:cubicBezTo>
                  <a:cubicBezTo>
                    <a:pt x="144" y="89"/>
                    <a:pt x="144" y="89"/>
                    <a:pt x="144" y="89"/>
                  </a:cubicBezTo>
                  <a:cubicBezTo>
                    <a:pt x="144" y="81"/>
                    <a:pt x="144" y="81"/>
                    <a:pt x="144" y="81"/>
                  </a:cubicBezTo>
                  <a:cubicBezTo>
                    <a:pt x="37" y="81"/>
                    <a:pt x="37" y="81"/>
                    <a:pt x="37" y="81"/>
                  </a:cubicBezTo>
                  <a:lnTo>
                    <a:pt x="37" y="89"/>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47" name="그룹 146"/>
          <p:cNvGrpSpPr/>
          <p:nvPr/>
        </p:nvGrpSpPr>
        <p:grpSpPr>
          <a:xfrm>
            <a:off x="3348172" y="1670728"/>
            <a:ext cx="1390232" cy="1106949"/>
            <a:chOff x="3348172" y="1670728"/>
            <a:chExt cx="1390232" cy="1106949"/>
          </a:xfrm>
        </p:grpSpPr>
        <p:grpSp>
          <p:nvGrpSpPr>
            <p:cNvPr id="71" name="그룹 70"/>
            <p:cNvGrpSpPr/>
            <p:nvPr/>
          </p:nvGrpSpPr>
          <p:grpSpPr>
            <a:xfrm>
              <a:off x="3348172" y="1670728"/>
              <a:ext cx="1390232" cy="1106949"/>
              <a:chOff x="1064267" y="1217151"/>
              <a:chExt cx="1390232" cy="1106949"/>
            </a:xfrm>
          </p:grpSpPr>
          <p:grpSp>
            <p:nvGrpSpPr>
              <p:cNvPr id="72" name="그룹 71"/>
              <p:cNvGrpSpPr/>
              <p:nvPr/>
            </p:nvGrpSpPr>
            <p:grpSpPr>
              <a:xfrm>
                <a:off x="1064267" y="1645732"/>
                <a:ext cx="1390232" cy="678368"/>
                <a:chOff x="1064267" y="1645732"/>
                <a:chExt cx="1390232" cy="678368"/>
              </a:xfrm>
            </p:grpSpPr>
            <p:sp>
              <p:nvSpPr>
                <p:cNvPr id="77" name="TextBox 76"/>
                <p:cNvSpPr txBox="1"/>
                <p:nvPr/>
              </p:nvSpPr>
              <p:spPr>
                <a:xfrm>
                  <a:off x="1319449" y="1645732"/>
                  <a:ext cx="879869" cy="254632"/>
                </a:xfrm>
                <a:prstGeom prst="rect">
                  <a:avLst/>
                </a:prstGeom>
                <a:noFill/>
              </p:spPr>
              <p:txBody>
                <a:bodyPr wrap="square" lIns="0" tIns="0" rIns="0" bIns="0" rtlCol="0">
                  <a:noAutofit/>
                </a:bodyPr>
                <a:lstStyle/>
                <a:p>
                  <a:pPr algn="ctr"/>
                  <a:r>
                    <a:rPr lang="en-US" altLang="ko-KR" sz="1600" dirty="0">
                      <a:gradFill>
                        <a:gsLst>
                          <a:gs pos="0">
                            <a:schemeClr val="accent1"/>
                          </a:gs>
                          <a:gs pos="100000">
                            <a:schemeClr val="accent1"/>
                          </a:gs>
                        </a:gsLst>
                        <a:lin ang="5400000" scaled="0"/>
                      </a:gradFill>
                      <a:latin typeface="Bebas Neue" pitchFamily="34" charset="0"/>
                    </a:rPr>
                    <a:t>2007</a:t>
                  </a:r>
                  <a:endParaRPr lang="ko-KR" altLang="en-US" sz="1600" dirty="0">
                    <a:gradFill>
                      <a:gsLst>
                        <a:gs pos="0">
                          <a:schemeClr val="accent1"/>
                        </a:gs>
                        <a:gs pos="100000">
                          <a:schemeClr val="accent1"/>
                        </a:gs>
                      </a:gsLst>
                      <a:lin ang="5400000" scaled="0"/>
                    </a:gradFill>
                    <a:latin typeface="Bebas Neue" pitchFamily="34" charset="0"/>
                  </a:endParaRPr>
                </a:p>
              </p:txBody>
            </p:sp>
            <p:sp>
              <p:nvSpPr>
                <p:cNvPr id="78" name="TextBox 77"/>
                <p:cNvSpPr txBox="1"/>
                <p:nvPr/>
              </p:nvSpPr>
              <p:spPr>
                <a:xfrm>
                  <a:off x="1064267" y="1897847"/>
                  <a:ext cx="1390232" cy="426253"/>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Quisque cursus, metus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vitae pharetra auctor, sem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massa mattis sem.</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73" name="그룹 72"/>
              <p:cNvGrpSpPr/>
              <p:nvPr/>
            </p:nvGrpSpPr>
            <p:grpSpPr>
              <a:xfrm>
                <a:off x="1539055" y="1217151"/>
                <a:ext cx="440658" cy="381254"/>
                <a:chOff x="1539055" y="1217151"/>
                <a:chExt cx="440658" cy="381254"/>
              </a:xfrm>
            </p:grpSpPr>
            <p:sp>
              <p:nvSpPr>
                <p:cNvPr id="74" name="타원 43"/>
                <p:cNvSpPr/>
                <p:nvPr/>
              </p:nvSpPr>
              <p:spPr>
                <a:xfrm>
                  <a:off x="1539055" y="1348978"/>
                  <a:ext cx="440658" cy="118800"/>
                </a:xfrm>
                <a:custGeom>
                  <a:avLst/>
                  <a:gdLst/>
                  <a:ahLst/>
                  <a:cxnLst/>
                  <a:rect l="l" t="t" r="r" b="b"/>
                  <a:pathLst>
                    <a:path w="440658" h="118800">
                      <a:moveTo>
                        <a:pt x="9317" y="0"/>
                      </a:moveTo>
                      <a:lnTo>
                        <a:pt x="431341" y="0"/>
                      </a:lnTo>
                      <a:cubicBezTo>
                        <a:pt x="437748" y="18881"/>
                        <a:pt x="440658" y="39100"/>
                        <a:pt x="440658" y="59998"/>
                      </a:cubicBezTo>
                      <a:cubicBezTo>
                        <a:pt x="440658" y="80457"/>
                        <a:pt x="437870" y="100264"/>
                        <a:pt x="431712" y="118800"/>
                      </a:cubicBezTo>
                      <a:lnTo>
                        <a:pt x="8946" y="118800"/>
                      </a:lnTo>
                      <a:cubicBezTo>
                        <a:pt x="2789" y="100264"/>
                        <a:pt x="0" y="80457"/>
                        <a:pt x="0" y="59998"/>
                      </a:cubicBezTo>
                      <a:cubicBezTo>
                        <a:pt x="0" y="39100"/>
                        <a:pt x="2910" y="18881"/>
                        <a:pt x="9317" y="0"/>
                      </a:cubicBezTo>
                      <a:close/>
                    </a:path>
                  </a:pathLst>
                </a:custGeom>
                <a:solidFill>
                  <a:srgbClr val="000000">
                    <a:alpha val="1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5" name="타원 74"/>
                <p:cNvSpPr/>
                <p:nvPr/>
              </p:nvSpPr>
              <p:spPr>
                <a:xfrm>
                  <a:off x="1568756" y="1217151"/>
                  <a:ext cx="381254" cy="381254"/>
                </a:xfrm>
                <a:prstGeom prst="ellipse">
                  <a:avLst/>
                </a:prstGeom>
                <a:solidFill>
                  <a:schemeClr val="accent1"/>
                </a:solidFill>
                <a:ln w="76200">
                  <a:noFill/>
                </a:ln>
                <a:effectLst>
                  <a:outerShdw dist="127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endParaRPr lang="ko-KR" altLang="en-US" sz="3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grpSp>
        <p:sp>
          <p:nvSpPr>
            <p:cNvPr id="146" name="Freeform 51"/>
            <p:cNvSpPr>
              <a:spLocks noEditPoints="1"/>
            </p:cNvSpPr>
            <p:nvPr/>
          </p:nvSpPr>
          <p:spPr bwMode="auto">
            <a:xfrm>
              <a:off x="3915604" y="1734711"/>
              <a:ext cx="254520" cy="254520"/>
            </a:xfrm>
            <a:custGeom>
              <a:avLst/>
              <a:gdLst/>
              <a:ahLst/>
              <a:cxnLst>
                <a:cxn ang="0">
                  <a:pos x="108" y="0"/>
                </a:cxn>
                <a:cxn ang="0">
                  <a:pos x="0" y="108"/>
                </a:cxn>
                <a:cxn ang="0">
                  <a:pos x="108" y="215"/>
                </a:cxn>
                <a:cxn ang="0">
                  <a:pos x="215" y="108"/>
                </a:cxn>
                <a:cxn ang="0">
                  <a:pos x="108" y="0"/>
                </a:cxn>
                <a:cxn ang="0">
                  <a:pos x="108" y="199"/>
                </a:cxn>
                <a:cxn ang="0">
                  <a:pos x="28" y="153"/>
                </a:cxn>
                <a:cxn ang="0">
                  <a:pos x="16" y="108"/>
                </a:cxn>
                <a:cxn ang="0">
                  <a:pos x="108" y="16"/>
                </a:cxn>
                <a:cxn ang="0">
                  <a:pos x="108" y="108"/>
                </a:cxn>
                <a:cxn ang="0">
                  <a:pos x="187" y="153"/>
                </a:cxn>
                <a:cxn ang="0">
                  <a:pos x="108" y="199"/>
                </a:cxn>
              </a:cxnLst>
              <a:rect l="0" t="0" r="r" b="b"/>
              <a:pathLst>
                <a:path w="215" h="215">
                  <a:moveTo>
                    <a:pt x="108" y="0"/>
                  </a:moveTo>
                  <a:cubicBezTo>
                    <a:pt x="48" y="0"/>
                    <a:pt x="0" y="48"/>
                    <a:pt x="0" y="108"/>
                  </a:cubicBezTo>
                  <a:cubicBezTo>
                    <a:pt x="0" y="167"/>
                    <a:pt x="48" y="215"/>
                    <a:pt x="108" y="215"/>
                  </a:cubicBezTo>
                  <a:cubicBezTo>
                    <a:pt x="167" y="215"/>
                    <a:pt x="215" y="167"/>
                    <a:pt x="215" y="108"/>
                  </a:cubicBezTo>
                  <a:cubicBezTo>
                    <a:pt x="215" y="48"/>
                    <a:pt x="167" y="0"/>
                    <a:pt x="108" y="0"/>
                  </a:cubicBezTo>
                  <a:close/>
                  <a:moveTo>
                    <a:pt x="108" y="199"/>
                  </a:moveTo>
                  <a:cubicBezTo>
                    <a:pt x="74" y="199"/>
                    <a:pt x="44" y="181"/>
                    <a:pt x="28" y="153"/>
                  </a:cubicBezTo>
                  <a:cubicBezTo>
                    <a:pt x="20" y="140"/>
                    <a:pt x="16" y="124"/>
                    <a:pt x="16" y="108"/>
                  </a:cubicBezTo>
                  <a:cubicBezTo>
                    <a:pt x="16" y="57"/>
                    <a:pt x="57" y="16"/>
                    <a:pt x="108" y="16"/>
                  </a:cubicBezTo>
                  <a:cubicBezTo>
                    <a:pt x="108" y="108"/>
                    <a:pt x="108" y="108"/>
                    <a:pt x="108" y="108"/>
                  </a:cubicBezTo>
                  <a:cubicBezTo>
                    <a:pt x="187" y="153"/>
                    <a:pt x="187" y="153"/>
                    <a:pt x="187" y="153"/>
                  </a:cubicBezTo>
                  <a:cubicBezTo>
                    <a:pt x="171" y="181"/>
                    <a:pt x="142" y="199"/>
                    <a:pt x="108" y="199"/>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51" name="그룹 150"/>
          <p:cNvGrpSpPr/>
          <p:nvPr/>
        </p:nvGrpSpPr>
        <p:grpSpPr>
          <a:xfrm>
            <a:off x="4432730" y="941096"/>
            <a:ext cx="1390232" cy="1110882"/>
            <a:chOff x="4432730" y="941096"/>
            <a:chExt cx="1390232" cy="1110882"/>
          </a:xfrm>
        </p:grpSpPr>
        <p:grpSp>
          <p:nvGrpSpPr>
            <p:cNvPr id="79" name="그룹 78"/>
            <p:cNvGrpSpPr/>
            <p:nvPr/>
          </p:nvGrpSpPr>
          <p:grpSpPr>
            <a:xfrm>
              <a:off x="4432730" y="941096"/>
              <a:ext cx="1390232" cy="1110882"/>
              <a:chOff x="2131368" y="990292"/>
              <a:chExt cx="1390232" cy="1110882"/>
            </a:xfrm>
          </p:grpSpPr>
          <p:sp>
            <p:nvSpPr>
              <p:cNvPr id="80" name="TextBox 79"/>
              <p:cNvSpPr txBox="1"/>
              <p:nvPr/>
            </p:nvSpPr>
            <p:spPr>
              <a:xfrm>
                <a:off x="2386550" y="1445815"/>
                <a:ext cx="879869" cy="254632"/>
              </a:xfrm>
              <a:prstGeom prst="rect">
                <a:avLst/>
              </a:prstGeom>
              <a:noFill/>
            </p:spPr>
            <p:txBody>
              <a:bodyPr wrap="square" lIns="0" tIns="0" rIns="0" bIns="0" rtlCol="0">
                <a:noAutofit/>
              </a:bodyPr>
              <a:lstStyle/>
              <a:p>
                <a:pPr algn="ctr"/>
                <a:r>
                  <a:rPr lang="en-US" altLang="ko-KR" sz="1600" dirty="0">
                    <a:gradFill>
                      <a:gsLst>
                        <a:gs pos="0">
                          <a:schemeClr val="accent1"/>
                        </a:gs>
                        <a:gs pos="100000">
                          <a:schemeClr val="accent1"/>
                        </a:gs>
                      </a:gsLst>
                      <a:lin ang="5400000" scaled="0"/>
                    </a:gradFill>
                    <a:latin typeface="Bebas Neue" pitchFamily="34" charset="0"/>
                  </a:rPr>
                  <a:t>2008</a:t>
                </a:r>
                <a:endParaRPr lang="ko-KR" altLang="en-US" sz="1600" dirty="0">
                  <a:gradFill>
                    <a:gsLst>
                      <a:gs pos="0">
                        <a:schemeClr val="accent1"/>
                      </a:gs>
                      <a:gs pos="100000">
                        <a:schemeClr val="accent1"/>
                      </a:gs>
                    </a:gsLst>
                    <a:lin ang="5400000" scaled="0"/>
                  </a:gradFill>
                  <a:latin typeface="Bebas Neue" pitchFamily="34" charset="0"/>
                </a:endParaRPr>
              </a:p>
            </p:txBody>
          </p:sp>
          <p:sp>
            <p:nvSpPr>
              <p:cNvPr id="81" name="TextBox 80"/>
              <p:cNvSpPr txBox="1"/>
              <p:nvPr/>
            </p:nvSpPr>
            <p:spPr>
              <a:xfrm>
                <a:off x="2131368" y="990292"/>
                <a:ext cx="1390232" cy="426253"/>
              </a:xfrm>
              <a:prstGeom prst="rect">
                <a:avLst/>
              </a:prstGeom>
              <a:noFill/>
            </p:spPr>
            <p:txBody>
              <a:bodyPr wrap="square" lIns="0" tIns="0" rIns="0" bIns="0" rtlCol="0" anchor="b">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Quisque cursus, metus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vitae pharetra auctor, sem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massa mattis sem.</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nvGrpSpPr>
              <p:cNvPr id="82" name="그룹 81"/>
              <p:cNvGrpSpPr/>
              <p:nvPr/>
            </p:nvGrpSpPr>
            <p:grpSpPr>
              <a:xfrm>
                <a:off x="2606156" y="1719920"/>
                <a:ext cx="440658" cy="381254"/>
                <a:chOff x="1539055" y="1217151"/>
                <a:chExt cx="440658" cy="381254"/>
              </a:xfrm>
            </p:grpSpPr>
            <p:sp>
              <p:nvSpPr>
                <p:cNvPr id="83" name="타원 43"/>
                <p:cNvSpPr/>
                <p:nvPr/>
              </p:nvSpPr>
              <p:spPr>
                <a:xfrm>
                  <a:off x="1539055" y="1348978"/>
                  <a:ext cx="440658" cy="118800"/>
                </a:xfrm>
                <a:custGeom>
                  <a:avLst/>
                  <a:gdLst/>
                  <a:ahLst/>
                  <a:cxnLst/>
                  <a:rect l="l" t="t" r="r" b="b"/>
                  <a:pathLst>
                    <a:path w="440658" h="118800">
                      <a:moveTo>
                        <a:pt x="9317" y="0"/>
                      </a:moveTo>
                      <a:lnTo>
                        <a:pt x="431341" y="0"/>
                      </a:lnTo>
                      <a:cubicBezTo>
                        <a:pt x="437748" y="18881"/>
                        <a:pt x="440658" y="39100"/>
                        <a:pt x="440658" y="59998"/>
                      </a:cubicBezTo>
                      <a:cubicBezTo>
                        <a:pt x="440658" y="80457"/>
                        <a:pt x="437870" y="100264"/>
                        <a:pt x="431712" y="118800"/>
                      </a:cubicBezTo>
                      <a:lnTo>
                        <a:pt x="8946" y="118800"/>
                      </a:lnTo>
                      <a:cubicBezTo>
                        <a:pt x="2789" y="100264"/>
                        <a:pt x="0" y="80457"/>
                        <a:pt x="0" y="59998"/>
                      </a:cubicBezTo>
                      <a:cubicBezTo>
                        <a:pt x="0" y="39100"/>
                        <a:pt x="2910" y="18881"/>
                        <a:pt x="9317" y="0"/>
                      </a:cubicBezTo>
                      <a:close/>
                    </a:path>
                  </a:pathLst>
                </a:custGeom>
                <a:solidFill>
                  <a:srgbClr val="000000">
                    <a:alpha val="1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4" name="타원 83"/>
                <p:cNvSpPr/>
                <p:nvPr/>
              </p:nvSpPr>
              <p:spPr>
                <a:xfrm>
                  <a:off x="1568756" y="1217151"/>
                  <a:ext cx="381254" cy="381254"/>
                </a:xfrm>
                <a:prstGeom prst="ellipse">
                  <a:avLst/>
                </a:prstGeom>
                <a:solidFill>
                  <a:schemeClr val="accent1"/>
                </a:solidFill>
                <a:ln w="76200">
                  <a:noFill/>
                </a:ln>
                <a:effectLst>
                  <a:outerShdw dist="127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endParaRPr lang="ko-KR" altLang="en-US" sz="3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grpSp>
        <p:sp>
          <p:nvSpPr>
            <p:cNvPr id="148" name="Freeform 47"/>
            <p:cNvSpPr>
              <a:spLocks noEditPoints="1"/>
            </p:cNvSpPr>
            <p:nvPr/>
          </p:nvSpPr>
          <p:spPr bwMode="auto">
            <a:xfrm>
              <a:off x="5001062" y="1738995"/>
              <a:ext cx="253567" cy="258742"/>
            </a:xfrm>
            <a:custGeom>
              <a:avLst/>
              <a:gdLst/>
              <a:ahLst/>
              <a:cxnLst>
                <a:cxn ang="0">
                  <a:pos x="117" y="78"/>
                </a:cxn>
                <a:cxn ang="0">
                  <a:pos x="136" y="0"/>
                </a:cxn>
                <a:cxn ang="0">
                  <a:pos x="56" y="5"/>
                </a:cxn>
                <a:cxn ang="0">
                  <a:pos x="67" y="18"/>
                </a:cxn>
                <a:cxn ang="0">
                  <a:pos x="19" y="156"/>
                </a:cxn>
                <a:cxn ang="0">
                  <a:pos x="106" y="66"/>
                </a:cxn>
                <a:cxn ang="0">
                  <a:pos x="117" y="78"/>
                </a:cxn>
                <a:cxn ang="0">
                  <a:pos x="205" y="73"/>
                </a:cxn>
                <a:cxn ang="0">
                  <a:pos x="118" y="163"/>
                </a:cxn>
                <a:cxn ang="0">
                  <a:pos x="108" y="151"/>
                </a:cxn>
                <a:cxn ang="0">
                  <a:pos x="88" y="229"/>
                </a:cxn>
                <a:cxn ang="0">
                  <a:pos x="169" y="225"/>
                </a:cxn>
                <a:cxn ang="0">
                  <a:pos x="158" y="211"/>
                </a:cxn>
                <a:cxn ang="0">
                  <a:pos x="205" y="73"/>
                </a:cxn>
              </a:cxnLst>
              <a:rect l="0" t="0" r="r" b="b"/>
              <a:pathLst>
                <a:path w="225" h="229">
                  <a:moveTo>
                    <a:pt x="117" y="78"/>
                  </a:moveTo>
                  <a:cubicBezTo>
                    <a:pt x="136" y="0"/>
                    <a:pt x="136" y="0"/>
                    <a:pt x="136" y="0"/>
                  </a:cubicBezTo>
                  <a:cubicBezTo>
                    <a:pt x="56" y="5"/>
                    <a:pt x="56" y="5"/>
                    <a:pt x="56" y="5"/>
                  </a:cubicBezTo>
                  <a:cubicBezTo>
                    <a:pt x="67" y="18"/>
                    <a:pt x="67" y="18"/>
                    <a:pt x="67" y="18"/>
                  </a:cubicBezTo>
                  <a:cubicBezTo>
                    <a:pt x="51" y="30"/>
                    <a:pt x="0" y="75"/>
                    <a:pt x="19" y="156"/>
                  </a:cubicBezTo>
                  <a:cubicBezTo>
                    <a:pt x="19" y="156"/>
                    <a:pt x="20" y="99"/>
                    <a:pt x="106" y="66"/>
                  </a:cubicBezTo>
                  <a:lnTo>
                    <a:pt x="117" y="78"/>
                  </a:lnTo>
                  <a:close/>
                  <a:moveTo>
                    <a:pt x="205" y="73"/>
                  </a:moveTo>
                  <a:cubicBezTo>
                    <a:pt x="205" y="73"/>
                    <a:pt x="205" y="130"/>
                    <a:pt x="118" y="163"/>
                  </a:cubicBezTo>
                  <a:cubicBezTo>
                    <a:pt x="108" y="151"/>
                    <a:pt x="108" y="151"/>
                    <a:pt x="108" y="151"/>
                  </a:cubicBezTo>
                  <a:cubicBezTo>
                    <a:pt x="88" y="229"/>
                    <a:pt x="88" y="229"/>
                    <a:pt x="88" y="229"/>
                  </a:cubicBezTo>
                  <a:cubicBezTo>
                    <a:pt x="169" y="225"/>
                    <a:pt x="169" y="225"/>
                    <a:pt x="169" y="225"/>
                  </a:cubicBezTo>
                  <a:cubicBezTo>
                    <a:pt x="158" y="211"/>
                    <a:pt x="158" y="211"/>
                    <a:pt x="158" y="211"/>
                  </a:cubicBezTo>
                  <a:cubicBezTo>
                    <a:pt x="173" y="200"/>
                    <a:pt x="225" y="154"/>
                    <a:pt x="205" y="73"/>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54" name="그룹 153"/>
          <p:cNvGrpSpPr/>
          <p:nvPr/>
        </p:nvGrpSpPr>
        <p:grpSpPr>
          <a:xfrm>
            <a:off x="5517290" y="1670728"/>
            <a:ext cx="1390232" cy="1106949"/>
            <a:chOff x="5517290" y="1670728"/>
            <a:chExt cx="1390232" cy="1106949"/>
          </a:xfrm>
        </p:grpSpPr>
        <p:grpSp>
          <p:nvGrpSpPr>
            <p:cNvPr id="93" name="그룹 92"/>
            <p:cNvGrpSpPr/>
            <p:nvPr/>
          </p:nvGrpSpPr>
          <p:grpSpPr>
            <a:xfrm>
              <a:off x="5517290" y="1670728"/>
              <a:ext cx="1390232" cy="1106949"/>
              <a:chOff x="1064267" y="1217151"/>
              <a:chExt cx="1390232" cy="1106949"/>
            </a:xfrm>
          </p:grpSpPr>
          <p:grpSp>
            <p:nvGrpSpPr>
              <p:cNvPr id="94" name="그룹 93"/>
              <p:cNvGrpSpPr/>
              <p:nvPr/>
            </p:nvGrpSpPr>
            <p:grpSpPr>
              <a:xfrm>
                <a:off x="1064267" y="1645732"/>
                <a:ext cx="1390232" cy="678368"/>
                <a:chOff x="1064267" y="1645732"/>
                <a:chExt cx="1390232" cy="678368"/>
              </a:xfrm>
            </p:grpSpPr>
            <p:sp>
              <p:nvSpPr>
                <p:cNvPr id="99" name="TextBox 98"/>
                <p:cNvSpPr txBox="1"/>
                <p:nvPr/>
              </p:nvSpPr>
              <p:spPr>
                <a:xfrm>
                  <a:off x="1319449" y="1645732"/>
                  <a:ext cx="879869" cy="254632"/>
                </a:xfrm>
                <a:prstGeom prst="rect">
                  <a:avLst/>
                </a:prstGeom>
                <a:noFill/>
              </p:spPr>
              <p:txBody>
                <a:bodyPr wrap="square" lIns="0" tIns="0" rIns="0" bIns="0" rtlCol="0">
                  <a:noAutofit/>
                </a:bodyPr>
                <a:lstStyle/>
                <a:p>
                  <a:pPr algn="ctr"/>
                  <a:r>
                    <a:rPr lang="en-US" altLang="ko-KR" sz="1600" dirty="0">
                      <a:gradFill>
                        <a:gsLst>
                          <a:gs pos="0">
                            <a:schemeClr val="accent1"/>
                          </a:gs>
                          <a:gs pos="100000">
                            <a:schemeClr val="accent1"/>
                          </a:gs>
                        </a:gsLst>
                        <a:lin ang="5400000" scaled="0"/>
                      </a:gradFill>
                      <a:latin typeface="Bebas Neue" pitchFamily="34" charset="0"/>
                    </a:rPr>
                    <a:t>2009</a:t>
                  </a:r>
                  <a:endParaRPr lang="ko-KR" altLang="en-US" sz="1600" dirty="0">
                    <a:gradFill>
                      <a:gsLst>
                        <a:gs pos="0">
                          <a:schemeClr val="accent1"/>
                        </a:gs>
                        <a:gs pos="100000">
                          <a:schemeClr val="accent1"/>
                        </a:gs>
                      </a:gsLst>
                      <a:lin ang="5400000" scaled="0"/>
                    </a:gradFill>
                    <a:latin typeface="Bebas Neue" pitchFamily="34" charset="0"/>
                  </a:endParaRPr>
                </a:p>
              </p:txBody>
            </p:sp>
            <p:sp>
              <p:nvSpPr>
                <p:cNvPr id="100" name="TextBox 99"/>
                <p:cNvSpPr txBox="1"/>
                <p:nvPr/>
              </p:nvSpPr>
              <p:spPr>
                <a:xfrm>
                  <a:off x="1064267" y="1897847"/>
                  <a:ext cx="1390232" cy="426253"/>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Quisque cursus, metus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vitae pharetra auctor, sem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massa mattis sem.</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95" name="그룹 94"/>
              <p:cNvGrpSpPr/>
              <p:nvPr/>
            </p:nvGrpSpPr>
            <p:grpSpPr>
              <a:xfrm>
                <a:off x="1539055" y="1217151"/>
                <a:ext cx="440658" cy="381254"/>
                <a:chOff x="1539055" y="1217151"/>
                <a:chExt cx="440658" cy="381254"/>
              </a:xfrm>
            </p:grpSpPr>
            <p:sp>
              <p:nvSpPr>
                <p:cNvPr id="96" name="타원 43"/>
                <p:cNvSpPr/>
                <p:nvPr/>
              </p:nvSpPr>
              <p:spPr>
                <a:xfrm>
                  <a:off x="1539055" y="1348978"/>
                  <a:ext cx="440658" cy="118800"/>
                </a:xfrm>
                <a:custGeom>
                  <a:avLst/>
                  <a:gdLst/>
                  <a:ahLst/>
                  <a:cxnLst/>
                  <a:rect l="l" t="t" r="r" b="b"/>
                  <a:pathLst>
                    <a:path w="440658" h="118800">
                      <a:moveTo>
                        <a:pt x="9317" y="0"/>
                      </a:moveTo>
                      <a:lnTo>
                        <a:pt x="431341" y="0"/>
                      </a:lnTo>
                      <a:cubicBezTo>
                        <a:pt x="437748" y="18881"/>
                        <a:pt x="440658" y="39100"/>
                        <a:pt x="440658" y="59998"/>
                      </a:cubicBezTo>
                      <a:cubicBezTo>
                        <a:pt x="440658" y="80457"/>
                        <a:pt x="437870" y="100264"/>
                        <a:pt x="431712" y="118800"/>
                      </a:cubicBezTo>
                      <a:lnTo>
                        <a:pt x="8946" y="118800"/>
                      </a:lnTo>
                      <a:cubicBezTo>
                        <a:pt x="2789" y="100264"/>
                        <a:pt x="0" y="80457"/>
                        <a:pt x="0" y="59998"/>
                      </a:cubicBezTo>
                      <a:cubicBezTo>
                        <a:pt x="0" y="39100"/>
                        <a:pt x="2910" y="18881"/>
                        <a:pt x="9317" y="0"/>
                      </a:cubicBezTo>
                      <a:close/>
                    </a:path>
                  </a:pathLst>
                </a:custGeom>
                <a:solidFill>
                  <a:srgbClr val="000000">
                    <a:alpha val="1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7" name="타원 96"/>
                <p:cNvSpPr/>
                <p:nvPr/>
              </p:nvSpPr>
              <p:spPr>
                <a:xfrm>
                  <a:off x="1568756" y="1217151"/>
                  <a:ext cx="381254" cy="381254"/>
                </a:xfrm>
                <a:prstGeom prst="ellipse">
                  <a:avLst/>
                </a:prstGeom>
                <a:solidFill>
                  <a:schemeClr val="accent1"/>
                </a:solidFill>
                <a:ln w="76200">
                  <a:noFill/>
                </a:ln>
                <a:effectLst>
                  <a:outerShdw dist="127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endParaRPr lang="ko-KR" altLang="en-US" sz="3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grpSp>
        <p:sp>
          <p:nvSpPr>
            <p:cNvPr id="153" name="Freeform 36"/>
            <p:cNvSpPr>
              <a:spLocks noEditPoints="1"/>
            </p:cNvSpPr>
            <p:nvPr/>
          </p:nvSpPr>
          <p:spPr bwMode="auto">
            <a:xfrm>
              <a:off x="6079470" y="1769251"/>
              <a:ext cx="265870" cy="185439"/>
            </a:xfrm>
            <a:custGeom>
              <a:avLst/>
              <a:gdLst/>
              <a:ahLst/>
              <a:cxnLst>
                <a:cxn ang="0">
                  <a:pos x="190" y="69"/>
                </a:cxn>
                <a:cxn ang="0">
                  <a:pos x="95" y="0"/>
                </a:cxn>
                <a:cxn ang="0">
                  <a:pos x="0" y="69"/>
                </a:cxn>
                <a:cxn ang="0">
                  <a:pos x="31" y="119"/>
                </a:cxn>
                <a:cxn ang="0">
                  <a:pos x="0" y="138"/>
                </a:cxn>
                <a:cxn ang="0">
                  <a:pos x="66" y="134"/>
                </a:cxn>
                <a:cxn ang="0">
                  <a:pos x="95" y="138"/>
                </a:cxn>
                <a:cxn ang="0">
                  <a:pos x="190" y="69"/>
                </a:cxn>
                <a:cxn ang="0">
                  <a:pos x="53" y="83"/>
                </a:cxn>
                <a:cxn ang="0">
                  <a:pos x="41" y="71"/>
                </a:cxn>
                <a:cxn ang="0">
                  <a:pos x="53" y="59"/>
                </a:cxn>
                <a:cxn ang="0">
                  <a:pos x="65" y="71"/>
                </a:cxn>
                <a:cxn ang="0">
                  <a:pos x="53" y="83"/>
                </a:cxn>
                <a:cxn ang="0">
                  <a:pos x="95" y="83"/>
                </a:cxn>
                <a:cxn ang="0">
                  <a:pos x="83" y="71"/>
                </a:cxn>
                <a:cxn ang="0">
                  <a:pos x="95" y="59"/>
                </a:cxn>
                <a:cxn ang="0">
                  <a:pos x="107" y="71"/>
                </a:cxn>
                <a:cxn ang="0">
                  <a:pos x="95" y="83"/>
                </a:cxn>
                <a:cxn ang="0">
                  <a:pos x="137" y="83"/>
                </a:cxn>
                <a:cxn ang="0">
                  <a:pos x="125" y="71"/>
                </a:cxn>
                <a:cxn ang="0">
                  <a:pos x="137" y="59"/>
                </a:cxn>
                <a:cxn ang="0">
                  <a:pos x="149" y="71"/>
                </a:cxn>
                <a:cxn ang="0">
                  <a:pos x="137" y="83"/>
                </a:cxn>
                <a:cxn ang="0">
                  <a:pos x="210" y="140"/>
                </a:cxn>
                <a:cxn ang="0">
                  <a:pos x="234" y="99"/>
                </a:cxn>
                <a:cxn ang="0">
                  <a:pos x="196" y="51"/>
                </a:cxn>
                <a:cxn ang="0">
                  <a:pos x="199" y="69"/>
                </a:cxn>
                <a:cxn ang="0">
                  <a:pos x="116" y="145"/>
                </a:cxn>
                <a:cxn ang="0">
                  <a:pos x="158" y="154"/>
                </a:cxn>
                <a:cxn ang="0">
                  <a:pos x="182" y="152"/>
                </a:cxn>
                <a:cxn ang="0">
                  <a:pos x="234" y="154"/>
                </a:cxn>
                <a:cxn ang="0">
                  <a:pos x="210" y="140"/>
                </a:cxn>
              </a:cxnLst>
              <a:rect l="0" t="0" r="r" b="b"/>
              <a:pathLst>
                <a:path w="234" h="163">
                  <a:moveTo>
                    <a:pt x="190" y="69"/>
                  </a:moveTo>
                  <a:cubicBezTo>
                    <a:pt x="190" y="31"/>
                    <a:pt x="147" y="0"/>
                    <a:pt x="95" y="0"/>
                  </a:cubicBezTo>
                  <a:cubicBezTo>
                    <a:pt x="43" y="0"/>
                    <a:pt x="0" y="31"/>
                    <a:pt x="0" y="69"/>
                  </a:cubicBezTo>
                  <a:cubicBezTo>
                    <a:pt x="0" y="89"/>
                    <a:pt x="12" y="107"/>
                    <a:pt x="31" y="119"/>
                  </a:cubicBezTo>
                  <a:cubicBezTo>
                    <a:pt x="25" y="127"/>
                    <a:pt x="16" y="136"/>
                    <a:pt x="0" y="138"/>
                  </a:cubicBezTo>
                  <a:cubicBezTo>
                    <a:pt x="0" y="138"/>
                    <a:pt x="37" y="149"/>
                    <a:pt x="66" y="134"/>
                  </a:cubicBezTo>
                  <a:cubicBezTo>
                    <a:pt x="75" y="137"/>
                    <a:pt x="85" y="138"/>
                    <a:pt x="95" y="138"/>
                  </a:cubicBezTo>
                  <a:cubicBezTo>
                    <a:pt x="147" y="138"/>
                    <a:pt x="190" y="107"/>
                    <a:pt x="190" y="69"/>
                  </a:cubicBezTo>
                  <a:close/>
                  <a:moveTo>
                    <a:pt x="53" y="83"/>
                  </a:moveTo>
                  <a:cubicBezTo>
                    <a:pt x="47" y="83"/>
                    <a:pt x="41" y="77"/>
                    <a:pt x="41" y="71"/>
                  </a:cubicBezTo>
                  <a:cubicBezTo>
                    <a:pt x="41" y="64"/>
                    <a:pt x="47" y="59"/>
                    <a:pt x="53" y="59"/>
                  </a:cubicBezTo>
                  <a:cubicBezTo>
                    <a:pt x="60" y="59"/>
                    <a:pt x="65" y="64"/>
                    <a:pt x="65" y="71"/>
                  </a:cubicBezTo>
                  <a:cubicBezTo>
                    <a:pt x="65" y="77"/>
                    <a:pt x="60" y="83"/>
                    <a:pt x="53" y="83"/>
                  </a:cubicBezTo>
                  <a:close/>
                  <a:moveTo>
                    <a:pt x="95" y="83"/>
                  </a:moveTo>
                  <a:cubicBezTo>
                    <a:pt x="89" y="83"/>
                    <a:pt x="83" y="77"/>
                    <a:pt x="83" y="71"/>
                  </a:cubicBezTo>
                  <a:cubicBezTo>
                    <a:pt x="83" y="64"/>
                    <a:pt x="89" y="59"/>
                    <a:pt x="95" y="59"/>
                  </a:cubicBezTo>
                  <a:cubicBezTo>
                    <a:pt x="102" y="59"/>
                    <a:pt x="107" y="64"/>
                    <a:pt x="107" y="71"/>
                  </a:cubicBezTo>
                  <a:cubicBezTo>
                    <a:pt x="107" y="77"/>
                    <a:pt x="102" y="83"/>
                    <a:pt x="95" y="83"/>
                  </a:cubicBezTo>
                  <a:close/>
                  <a:moveTo>
                    <a:pt x="137" y="83"/>
                  </a:moveTo>
                  <a:cubicBezTo>
                    <a:pt x="131" y="83"/>
                    <a:pt x="125" y="77"/>
                    <a:pt x="125" y="71"/>
                  </a:cubicBezTo>
                  <a:cubicBezTo>
                    <a:pt x="125" y="64"/>
                    <a:pt x="131" y="59"/>
                    <a:pt x="137" y="59"/>
                  </a:cubicBezTo>
                  <a:cubicBezTo>
                    <a:pt x="144" y="59"/>
                    <a:pt x="149" y="64"/>
                    <a:pt x="149" y="71"/>
                  </a:cubicBezTo>
                  <a:cubicBezTo>
                    <a:pt x="149" y="77"/>
                    <a:pt x="144" y="83"/>
                    <a:pt x="137" y="83"/>
                  </a:cubicBezTo>
                  <a:close/>
                  <a:moveTo>
                    <a:pt x="210" y="140"/>
                  </a:moveTo>
                  <a:cubicBezTo>
                    <a:pt x="225" y="129"/>
                    <a:pt x="234" y="115"/>
                    <a:pt x="234" y="99"/>
                  </a:cubicBezTo>
                  <a:cubicBezTo>
                    <a:pt x="234" y="79"/>
                    <a:pt x="219" y="61"/>
                    <a:pt x="196" y="51"/>
                  </a:cubicBezTo>
                  <a:cubicBezTo>
                    <a:pt x="198" y="57"/>
                    <a:pt x="199" y="63"/>
                    <a:pt x="199" y="69"/>
                  </a:cubicBezTo>
                  <a:cubicBezTo>
                    <a:pt x="199" y="106"/>
                    <a:pt x="163" y="138"/>
                    <a:pt x="116" y="145"/>
                  </a:cubicBezTo>
                  <a:cubicBezTo>
                    <a:pt x="128" y="151"/>
                    <a:pt x="143" y="154"/>
                    <a:pt x="158" y="154"/>
                  </a:cubicBezTo>
                  <a:cubicBezTo>
                    <a:pt x="166" y="154"/>
                    <a:pt x="174" y="153"/>
                    <a:pt x="182" y="152"/>
                  </a:cubicBezTo>
                  <a:cubicBezTo>
                    <a:pt x="204" y="163"/>
                    <a:pt x="234" y="154"/>
                    <a:pt x="234" y="154"/>
                  </a:cubicBezTo>
                  <a:cubicBezTo>
                    <a:pt x="222" y="153"/>
                    <a:pt x="214" y="146"/>
                    <a:pt x="210" y="140"/>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56" name="그룹 155"/>
          <p:cNvGrpSpPr/>
          <p:nvPr/>
        </p:nvGrpSpPr>
        <p:grpSpPr>
          <a:xfrm>
            <a:off x="94498" y="2846917"/>
            <a:ext cx="1390232" cy="1110882"/>
            <a:chOff x="94498" y="2846917"/>
            <a:chExt cx="1390232" cy="1110882"/>
          </a:xfrm>
        </p:grpSpPr>
        <p:grpSp>
          <p:nvGrpSpPr>
            <p:cNvPr id="112" name="그룹 111"/>
            <p:cNvGrpSpPr/>
            <p:nvPr/>
          </p:nvGrpSpPr>
          <p:grpSpPr>
            <a:xfrm>
              <a:off x="94498" y="2846917"/>
              <a:ext cx="1390232" cy="1110882"/>
              <a:chOff x="2131368" y="990292"/>
              <a:chExt cx="1390232" cy="1110882"/>
            </a:xfrm>
          </p:grpSpPr>
          <p:sp>
            <p:nvSpPr>
              <p:cNvPr id="113" name="TextBox 112"/>
              <p:cNvSpPr txBox="1"/>
              <p:nvPr/>
            </p:nvSpPr>
            <p:spPr>
              <a:xfrm>
                <a:off x="2386550" y="1445815"/>
                <a:ext cx="879869" cy="254632"/>
              </a:xfrm>
              <a:prstGeom prst="rect">
                <a:avLst/>
              </a:prstGeom>
              <a:noFill/>
            </p:spPr>
            <p:txBody>
              <a:bodyPr wrap="square" lIns="0" tIns="0" rIns="0" bIns="0" rtlCol="0">
                <a:noAutofit/>
              </a:bodyPr>
              <a:lstStyle/>
              <a:p>
                <a:pPr algn="ctr"/>
                <a:r>
                  <a:rPr lang="en-US" altLang="ko-KR" sz="1600" dirty="0">
                    <a:gradFill>
                      <a:gsLst>
                        <a:gs pos="0">
                          <a:schemeClr val="accent1"/>
                        </a:gs>
                        <a:gs pos="100000">
                          <a:schemeClr val="accent1"/>
                        </a:gs>
                      </a:gsLst>
                      <a:lin ang="5400000" scaled="0"/>
                    </a:gradFill>
                    <a:latin typeface="Bebas Neue" pitchFamily="34" charset="0"/>
                  </a:rPr>
                  <a:t>2010</a:t>
                </a:r>
                <a:endParaRPr lang="ko-KR" altLang="en-US" sz="1600" dirty="0">
                  <a:gradFill>
                    <a:gsLst>
                      <a:gs pos="0">
                        <a:schemeClr val="accent1"/>
                      </a:gs>
                      <a:gs pos="100000">
                        <a:schemeClr val="accent1"/>
                      </a:gs>
                    </a:gsLst>
                    <a:lin ang="5400000" scaled="0"/>
                  </a:gradFill>
                  <a:latin typeface="Bebas Neue" pitchFamily="34" charset="0"/>
                </a:endParaRPr>
              </a:p>
            </p:txBody>
          </p:sp>
          <p:sp>
            <p:nvSpPr>
              <p:cNvPr id="114" name="TextBox 113"/>
              <p:cNvSpPr txBox="1"/>
              <p:nvPr/>
            </p:nvSpPr>
            <p:spPr>
              <a:xfrm>
                <a:off x="2131368" y="990292"/>
                <a:ext cx="1390232" cy="426253"/>
              </a:xfrm>
              <a:prstGeom prst="rect">
                <a:avLst/>
              </a:prstGeom>
              <a:noFill/>
            </p:spPr>
            <p:txBody>
              <a:bodyPr wrap="square" lIns="0" tIns="0" rIns="0" bIns="0" rtlCol="0" anchor="b">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Quisque cursus, metus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vitae pharetra auctor, sem</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massa mattis sem.</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nvGrpSpPr>
              <p:cNvPr id="115" name="그룹 114"/>
              <p:cNvGrpSpPr/>
              <p:nvPr/>
            </p:nvGrpSpPr>
            <p:grpSpPr>
              <a:xfrm>
                <a:off x="2606156" y="1719920"/>
                <a:ext cx="440658" cy="381254"/>
                <a:chOff x="1539055" y="1217151"/>
                <a:chExt cx="440658" cy="381254"/>
              </a:xfrm>
            </p:grpSpPr>
            <p:sp>
              <p:nvSpPr>
                <p:cNvPr id="116" name="타원 43"/>
                <p:cNvSpPr/>
                <p:nvPr/>
              </p:nvSpPr>
              <p:spPr>
                <a:xfrm>
                  <a:off x="1539055" y="1348978"/>
                  <a:ext cx="440658" cy="118800"/>
                </a:xfrm>
                <a:custGeom>
                  <a:avLst/>
                  <a:gdLst/>
                  <a:ahLst/>
                  <a:cxnLst/>
                  <a:rect l="l" t="t" r="r" b="b"/>
                  <a:pathLst>
                    <a:path w="440658" h="118800">
                      <a:moveTo>
                        <a:pt x="9317" y="0"/>
                      </a:moveTo>
                      <a:lnTo>
                        <a:pt x="431341" y="0"/>
                      </a:lnTo>
                      <a:cubicBezTo>
                        <a:pt x="437748" y="18881"/>
                        <a:pt x="440658" y="39100"/>
                        <a:pt x="440658" y="59998"/>
                      </a:cubicBezTo>
                      <a:cubicBezTo>
                        <a:pt x="440658" y="80457"/>
                        <a:pt x="437870" y="100264"/>
                        <a:pt x="431712" y="118800"/>
                      </a:cubicBezTo>
                      <a:lnTo>
                        <a:pt x="8946" y="118800"/>
                      </a:lnTo>
                      <a:cubicBezTo>
                        <a:pt x="2789" y="100264"/>
                        <a:pt x="0" y="80457"/>
                        <a:pt x="0" y="59998"/>
                      </a:cubicBezTo>
                      <a:cubicBezTo>
                        <a:pt x="0" y="39100"/>
                        <a:pt x="2910" y="18881"/>
                        <a:pt x="9317" y="0"/>
                      </a:cubicBezTo>
                      <a:close/>
                    </a:path>
                  </a:pathLst>
                </a:custGeom>
                <a:solidFill>
                  <a:srgbClr val="000000">
                    <a:alpha val="1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17" name="타원 116"/>
                <p:cNvSpPr/>
                <p:nvPr/>
              </p:nvSpPr>
              <p:spPr>
                <a:xfrm>
                  <a:off x="1568756" y="1217151"/>
                  <a:ext cx="381254" cy="381254"/>
                </a:xfrm>
                <a:prstGeom prst="ellipse">
                  <a:avLst/>
                </a:prstGeom>
                <a:solidFill>
                  <a:schemeClr val="accent1"/>
                </a:solidFill>
                <a:ln w="76200">
                  <a:noFill/>
                </a:ln>
                <a:effectLst>
                  <a:outerShdw dist="127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endParaRPr lang="ko-KR" altLang="en-US" sz="3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grpSp>
        <p:sp>
          <p:nvSpPr>
            <p:cNvPr id="155" name="Freeform 53"/>
            <p:cNvSpPr>
              <a:spLocks noEditPoints="1"/>
            </p:cNvSpPr>
            <p:nvPr/>
          </p:nvSpPr>
          <p:spPr bwMode="auto">
            <a:xfrm>
              <a:off x="682707" y="3654709"/>
              <a:ext cx="213813" cy="238382"/>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58" name="그룹 157"/>
          <p:cNvGrpSpPr/>
          <p:nvPr/>
        </p:nvGrpSpPr>
        <p:grpSpPr>
          <a:xfrm>
            <a:off x="1179056" y="3576550"/>
            <a:ext cx="1390232" cy="1106949"/>
            <a:chOff x="1179056" y="3576550"/>
            <a:chExt cx="1390232" cy="1106949"/>
          </a:xfrm>
        </p:grpSpPr>
        <p:grpSp>
          <p:nvGrpSpPr>
            <p:cNvPr id="104" name="그룹 103"/>
            <p:cNvGrpSpPr/>
            <p:nvPr/>
          </p:nvGrpSpPr>
          <p:grpSpPr>
            <a:xfrm>
              <a:off x="1179056" y="3576550"/>
              <a:ext cx="1390232" cy="1106949"/>
              <a:chOff x="1064267" y="1217151"/>
              <a:chExt cx="1390232" cy="1106949"/>
            </a:xfrm>
          </p:grpSpPr>
          <p:grpSp>
            <p:nvGrpSpPr>
              <p:cNvPr id="105" name="그룹 104"/>
              <p:cNvGrpSpPr/>
              <p:nvPr/>
            </p:nvGrpSpPr>
            <p:grpSpPr>
              <a:xfrm>
                <a:off x="1064267" y="1645732"/>
                <a:ext cx="1390232" cy="678368"/>
                <a:chOff x="1064267" y="1645732"/>
                <a:chExt cx="1390232" cy="678368"/>
              </a:xfrm>
            </p:grpSpPr>
            <p:sp>
              <p:nvSpPr>
                <p:cNvPr id="110" name="TextBox 109"/>
                <p:cNvSpPr txBox="1"/>
                <p:nvPr/>
              </p:nvSpPr>
              <p:spPr>
                <a:xfrm>
                  <a:off x="1319449" y="1645732"/>
                  <a:ext cx="879869" cy="254632"/>
                </a:xfrm>
                <a:prstGeom prst="rect">
                  <a:avLst/>
                </a:prstGeom>
                <a:noFill/>
              </p:spPr>
              <p:txBody>
                <a:bodyPr wrap="square" lIns="0" tIns="0" rIns="0" bIns="0" rtlCol="0">
                  <a:noAutofit/>
                </a:bodyPr>
                <a:lstStyle/>
                <a:p>
                  <a:pPr algn="ctr"/>
                  <a:r>
                    <a:rPr lang="en-US" altLang="ko-KR" sz="1600" dirty="0">
                      <a:gradFill>
                        <a:gsLst>
                          <a:gs pos="0">
                            <a:schemeClr val="accent1"/>
                          </a:gs>
                          <a:gs pos="100000">
                            <a:schemeClr val="accent1"/>
                          </a:gs>
                        </a:gsLst>
                        <a:lin ang="5400000" scaled="0"/>
                      </a:gradFill>
                      <a:latin typeface="Bebas Neue" pitchFamily="34" charset="0"/>
                    </a:rPr>
                    <a:t>2011</a:t>
                  </a:r>
                  <a:endParaRPr lang="ko-KR" altLang="en-US" sz="1600" dirty="0">
                    <a:gradFill>
                      <a:gsLst>
                        <a:gs pos="0">
                          <a:schemeClr val="accent1"/>
                        </a:gs>
                        <a:gs pos="100000">
                          <a:schemeClr val="accent1"/>
                        </a:gs>
                      </a:gsLst>
                      <a:lin ang="5400000" scaled="0"/>
                    </a:gradFill>
                    <a:latin typeface="Bebas Neue" pitchFamily="34" charset="0"/>
                  </a:endParaRPr>
                </a:p>
              </p:txBody>
            </p:sp>
            <p:sp>
              <p:nvSpPr>
                <p:cNvPr id="111" name="TextBox 110"/>
                <p:cNvSpPr txBox="1"/>
                <p:nvPr/>
              </p:nvSpPr>
              <p:spPr>
                <a:xfrm>
                  <a:off x="1064267" y="1897847"/>
                  <a:ext cx="1390232" cy="426253"/>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Quisque cursus, metus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vitae pharetra auctor, sem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massa mattis sem.</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106" name="그룹 105"/>
              <p:cNvGrpSpPr/>
              <p:nvPr/>
            </p:nvGrpSpPr>
            <p:grpSpPr>
              <a:xfrm>
                <a:off x="1539055" y="1217151"/>
                <a:ext cx="440658" cy="381254"/>
                <a:chOff x="1539055" y="1217151"/>
                <a:chExt cx="440658" cy="381254"/>
              </a:xfrm>
            </p:grpSpPr>
            <p:sp>
              <p:nvSpPr>
                <p:cNvPr id="107" name="타원 43"/>
                <p:cNvSpPr/>
                <p:nvPr/>
              </p:nvSpPr>
              <p:spPr>
                <a:xfrm>
                  <a:off x="1539055" y="1348978"/>
                  <a:ext cx="440658" cy="118800"/>
                </a:xfrm>
                <a:custGeom>
                  <a:avLst/>
                  <a:gdLst/>
                  <a:ahLst/>
                  <a:cxnLst/>
                  <a:rect l="l" t="t" r="r" b="b"/>
                  <a:pathLst>
                    <a:path w="440658" h="118800">
                      <a:moveTo>
                        <a:pt x="9317" y="0"/>
                      </a:moveTo>
                      <a:lnTo>
                        <a:pt x="431341" y="0"/>
                      </a:lnTo>
                      <a:cubicBezTo>
                        <a:pt x="437748" y="18881"/>
                        <a:pt x="440658" y="39100"/>
                        <a:pt x="440658" y="59998"/>
                      </a:cubicBezTo>
                      <a:cubicBezTo>
                        <a:pt x="440658" y="80457"/>
                        <a:pt x="437870" y="100264"/>
                        <a:pt x="431712" y="118800"/>
                      </a:cubicBezTo>
                      <a:lnTo>
                        <a:pt x="8946" y="118800"/>
                      </a:lnTo>
                      <a:cubicBezTo>
                        <a:pt x="2789" y="100264"/>
                        <a:pt x="0" y="80457"/>
                        <a:pt x="0" y="59998"/>
                      </a:cubicBezTo>
                      <a:cubicBezTo>
                        <a:pt x="0" y="39100"/>
                        <a:pt x="2910" y="18881"/>
                        <a:pt x="9317" y="0"/>
                      </a:cubicBezTo>
                      <a:close/>
                    </a:path>
                  </a:pathLst>
                </a:custGeom>
                <a:solidFill>
                  <a:srgbClr val="000000">
                    <a:alpha val="1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08" name="타원 107"/>
                <p:cNvSpPr/>
                <p:nvPr/>
              </p:nvSpPr>
              <p:spPr>
                <a:xfrm>
                  <a:off x="1568756" y="1217151"/>
                  <a:ext cx="381254" cy="381254"/>
                </a:xfrm>
                <a:prstGeom prst="ellipse">
                  <a:avLst/>
                </a:prstGeom>
                <a:solidFill>
                  <a:schemeClr val="accent1"/>
                </a:solidFill>
                <a:ln w="76200">
                  <a:noFill/>
                </a:ln>
                <a:effectLst>
                  <a:outerShdw dist="127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endParaRPr lang="ko-KR" altLang="en-US" sz="3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grpSp>
        <p:sp>
          <p:nvSpPr>
            <p:cNvPr id="157" name="Freeform 52"/>
            <p:cNvSpPr>
              <a:spLocks noEditPoints="1"/>
            </p:cNvSpPr>
            <p:nvPr/>
          </p:nvSpPr>
          <p:spPr bwMode="auto">
            <a:xfrm>
              <a:off x="1775447" y="3664060"/>
              <a:ext cx="197449" cy="219678"/>
            </a:xfrm>
            <a:custGeom>
              <a:avLst/>
              <a:gdLst/>
              <a:ahLst/>
              <a:cxnLst>
                <a:cxn ang="0">
                  <a:pos x="191" y="7"/>
                </a:cxn>
                <a:cxn ang="0">
                  <a:pos x="168" y="7"/>
                </a:cxn>
                <a:cxn ang="0">
                  <a:pos x="161" y="0"/>
                </a:cxn>
                <a:cxn ang="0">
                  <a:pos x="44" y="0"/>
                </a:cxn>
                <a:cxn ang="0">
                  <a:pos x="37" y="7"/>
                </a:cxn>
                <a:cxn ang="0">
                  <a:pos x="8" y="7"/>
                </a:cxn>
                <a:cxn ang="0">
                  <a:pos x="0" y="14"/>
                </a:cxn>
                <a:cxn ang="0">
                  <a:pos x="0" y="41"/>
                </a:cxn>
                <a:cxn ang="0">
                  <a:pos x="88" y="124"/>
                </a:cxn>
                <a:cxn ang="0">
                  <a:pos x="88" y="169"/>
                </a:cxn>
                <a:cxn ang="0">
                  <a:pos x="54" y="178"/>
                </a:cxn>
                <a:cxn ang="0">
                  <a:pos x="50" y="184"/>
                </a:cxn>
                <a:cxn ang="0">
                  <a:pos x="50" y="189"/>
                </a:cxn>
                <a:cxn ang="0">
                  <a:pos x="44" y="195"/>
                </a:cxn>
                <a:cxn ang="0">
                  <a:pos x="37" y="201"/>
                </a:cxn>
                <a:cxn ang="0">
                  <a:pos x="37" y="214"/>
                </a:cxn>
                <a:cxn ang="0">
                  <a:pos x="44" y="220"/>
                </a:cxn>
                <a:cxn ang="0">
                  <a:pos x="155" y="220"/>
                </a:cxn>
                <a:cxn ang="0">
                  <a:pos x="161" y="214"/>
                </a:cxn>
                <a:cxn ang="0">
                  <a:pos x="161" y="201"/>
                </a:cxn>
                <a:cxn ang="0">
                  <a:pos x="155" y="195"/>
                </a:cxn>
                <a:cxn ang="0">
                  <a:pos x="149" y="189"/>
                </a:cxn>
                <a:cxn ang="0">
                  <a:pos x="149" y="184"/>
                </a:cxn>
                <a:cxn ang="0">
                  <a:pos x="145" y="178"/>
                </a:cxn>
                <a:cxn ang="0">
                  <a:pos x="110" y="169"/>
                </a:cxn>
                <a:cxn ang="0">
                  <a:pos x="110" y="124"/>
                </a:cxn>
                <a:cxn ang="0">
                  <a:pos x="198" y="41"/>
                </a:cxn>
                <a:cxn ang="0">
                  <a:pos x="198" y="14"/>
                </a:cxn>
                <a:cxn ang="0">
                  <a:pos x="191" y="7"/>
                </a:cxn>
                <a:cxn ang="0">
                  <a:pos x="14" y="38"/>
                </a:cxn>
                <a:cxn ang="0">
                  <a:pos x="14" y="29"/>
                </a:cxn>
                <a:cxn ang="0">
                  <a:pos x="21" y="22"/>
                </a:cxn>
                <a:cxn ang="0">
                  <a:pos x="38" y="22"/>
                </a:cxn>
                <a:cxn ang="0">
                  <a:pos x="50" y="82"/>
                </a:cxn>
                <a:cxn ang="0">
                  <a:pos x="14" y="38"/>
                </a:cxn>
                <a:cxn ang="0">
                  <a:pos x="185" y="38"/>
                </a:cxn>
                <a:cxn ang="0">
                  <a:pos x="149" y="82"/>
                </a:cxn>
                <a:cxn ang="0">
                  <a:pos x="160" y="22"/>
                </a:cxn>
                <a:cxn ang="0">
                  <a:pos x="177" y="22"/>
                </a:cxn>
                <a:cxn ang="0">
                  <a:pos x="185" y="29"/>
                </a:cxn>
                <a:cxn ang="0">
                  <a:pos x="185" y="38"/>
                </a:cxn>
              </a:cxnLst>
              <a:rect l="0" t="0" r="r" b="b"/>
              <a:pathLst>
                <a:path w="198" h="220">
                  <a:moveTo>
                    <a:pt x="191" y="7"/>
                  </a:moveTo>
                  <a:cubicBezTo>
                    <a:pt x="168" y="7"/>
                    <a:pt x="168" y="7"/>
                    <a:pt x="168" y="7"/>
                  </a:cubicBezTo>
                  <a:cubicBezTo>
                    <a:pt x="164" y="7"/>
                    <a:pt x="161" y="4"/>
                    <a:pt x="161" y="0"/>
                  </a:cubicBezTo>
                  <a:cubicBezTo>
                    <a:pt x="44" y="0"/>
                    <a:pt x="44" y="0"/>
                    <a:pt x="44" y="0"/>
                  </a:cubicBezTo>
                  <a:cubicBezTo>
                    <a:pt x="40" y="0"/>
                    <a:pt x="37" y="3"/>
                    <a:pt x="37" y="7"/>
                  </a:cubicBezTo>
                  <a:cubicBezTo>
                    <a:pt x="8" y="7"/>
                    <a:pt x="8" y="7"/>
                    <a:pt x="8" y="7"/>
                  </a:cubicBezTo>
                  <a:cubicBezTo>
                    <a:pt x="4" y="7"/>
                    <a:pt x="0" y="10"/>
                    <a:pt x="0" y="14"/>
                  </a:cubicBezTo>
                  <a:cubicBezTo>
                    <a:pt x="0" y="41"/>
                    <a:pt x="0" y="41"/>
                    <a:pt x="0" y="41"/>
                  </a:cubicBezTo>
                  <a:cubicBezTo>
                    <a:pt x="0" y="80"/>
                    <a:pt x="63" y="113"/>
                    <a:pt x="88" y="124"/>
                  </a:cubicBezTo>
                  <a:cubicBezTo>
                    <a:pt x="88" y="169"/>
                    <a:pt x="88" y="169"/>
                    <a:pt x="88" y="169"/>
                  </a:cubicBezTo>
                  <a:cubicBezTo>
                    <a:pt x="88" y="169"/>
                    <a:pt x="69" y="171"/>
                    <a:pt x="54" y="178"/>
                  </a:cubicBezTo>
                  <a:cubicBezTo>
                    <a:pt x="51" y="179"/>
                    <a:pt x="50" y="182"/>
                    <a:pt x="50" y="184"/>
                  </a:cubicBezTo>
                  <a:cubicBezTo>
                    <a:pt x="50" y="189"/>
                    <a:pt x="50" y="189"/>
                    <a:pt x="50" y="189"/>
                  </a:cubicBezTo>
                  <a:cubicBezTo>
                    <a:pt x="50" y="192"/>
                    <a:pt x="47" y="195"/>
                    <a:pt x="44" y="195"/>
                  </a:cubicBezTo>
                  <a:cubicBezTo>
                    <a:pt x="40" y="195"/>
                    <a:pt x="37" y="198"/>
                    <a:pt x="37" y="201"/>
                  </a:cubicBezTo>
                  <a:cubicBezTo>
                    <a:pt x="37" y="214"/>
                    <a:pt x="37" y="214"/>
                    <a:pt x="37" y="214"/>
                  </a:cubicBezTo>
                  <a:cubicBezTo>
                    <a:pt x="37" y="217"/>
                    <a:pt x="40" y="220"/>
                    <a:pt x="44" y="220"/>
                  </a:cubicBezTo>
                  <a:cubicBezTo>
                    <a:pt x="155" y="220"/>
                    <a:pt x="155" y="220"/>
                    <a:pt x="155" y="220"/>
                  </a:cubicBezTo>
                  <a:cubicBezTo>
                    <a:pt x="158" y="220"/>
                    <a:pt x="161" y="217"/>
                    <a:pt x="161" y="214"/>
                  </a:cubicBezTo>
                  <a:cubicBezTo>
                    <a:pt x="161" y="201"/>
                    <a:pt x="161" y="201"/>
                    <a:pt x="161" y="201"/>
                  </a:cubicBezTo>
                  <a:cubicBezTo>
                    <a:pt x="161" y="198"/>
                    <a:pt x="158" y="195"/>
                    <a:pt x="155" y="195"/>
                  </a:cubicBezTo>
                  <a:cubicBezTo>
                    <a:pt x="151" y="195"/>
                    <a:pt x="149" y="192"/>
                    <a:pt x="149" y="189"/>
                  </a:cubicBezTo>
                  <a:cubicBezTo>
                    <a:pt x="149" y="184"/>
                    <a:pt x="149" y="184"/>
                    <a:pt x="149" y="184"/>
                  </a:cubicBezTo>
                  <a:cubicBezTo>
                    <a:pt x="149" y="182"/>
                    <a:pt x="147" y="179"/>
                    <a:pt x="145" y="178"/>
                  </a:cubicBezTo>
                  <a:cubicBezTo>
                    <a:pt x="130" y="171"/>
                    <a:pt x="110" y="169"/>
                    <a:pt x="110" y="169"/>
                  </a:cubicBezTo>
                  <a:cubicBezTo>
                    <a:pt x="110" y="124"/>
                    <a:pt x="110" y="124"/>
                    <a:pt x="110" y="124"/>
                  </a:cubicBezTo>
                  <a:cubicBezTo>
                    <a:pt x="135" y="113"/>
                    <a:pt x="198" y="80"/>
                    <a:pt x="198" y="41"/>
                  </a:cubicBezTo>
                  <a:cubicBezTo>
                    <a:pt x="198" y="14"/>
                    <a:pt x="198" y="14"/>
                    <a:pt x="198" y="14"/>
                  </a:cubicBezTo>
                  <a:cubicBezTo>
                    <a:pt x="198" y="10"/>
                    <a:pt x="195" y="7"/>
                    <a:pt x="191" y="7"/>
                  </a:cubicBezTo>
                  <a:close/>
                  <a:moveTo>
                    <a:pt x="14" y="38"/>
                  </a:moveTo>
                  <a:cubicBezTo>
                    <a:pt x="14" y="29"/>
                    <a:pt x="14" y="29"/>
                    <a:pt x="14" y="29"/>
                  </a:cubicBezTo>
                  <a:cubicBezTo>
                    <a:pt x="14" y="25"/>
                    <a:pt x="17" y="22"/>
                    <a:pt x="21" y="22"/>
                  </a:cubicBezTo>
                  <a:cubicBezTo>
                    <a:pt x="38" y="22"/>
                    <a:pt x="38" y="22"/>
                    <a:pt x="38" y="22"/>
                  </a:cubicBezTo>
                  <a:cubicBezTo>
                    <a:pt x="38" y="22"/>
                    <a:pt x="38" y="63"/>
                    <a:pt x="50" y="82"/>
                  </a:cubicBezTo>
                  <a:cubicBezTo>
                    <a:pt x="50" y="82"/>
                    <a:pt x="14" y="66"/>
                    <a:pt x="14" y="38"/>
                  </a:cubicBezTo>
                  <a:close/>
                  <a:moveTo>
                    <a:pt x="185" y="38"/>
                  </a:moveTo>
                  <a:cubicBezTo>
                    <a:pt x="185" y="66"/>
                    <a:pt x="149" y="82"/>
                    <a:pt x="149" y="82"/>
                  </a:cubicBezTo>
                  <a:cubicBezTo>
                    <a:pt x="160" y="63"/>
                    <a:pt x="160" y="22"/>
                    <a:pt x="160" y="22"/>
                  </a:cubicBezTo>
                  <a:cubicBezTo>
                    <a:pt x="177" y="22"/>
                    <a:pt x="177" y="22"/>
                    <a:pt x="177" y="22"/>
                  </a:cubicBezTo>
                  <a:cubicBezTo>
                    <a:pt x="181" y="22"/>
                    <a:pt x="185" y="25"/>
                    <a:pt x="185" y="29"/>
                  </a:cubicBezTo>
                  <a:lnTo>
                    <a:pt x="185" y="38"/>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60" name="그룹 159"/>
          <p:cNvGrpSpPr/>
          <p:nvPr/>
        </p:nvGrpSpPr>
        <p:grpSpPr>
          <a:xfrm>
            <a:off x="2263614" y="2846917"/>
            <a:ext cx="1390232" cy="1110882"/>
            <a:chOff x="2263614" y="2846917"/>
            <a:chExt cx="1390232" cy="1110882"/>
          </a:xfrm>
        </p:grpSpPr>
        <p:grpSp>
          <p:nvGrpSpPr>
            <p:cNvPr id="119" name="그룹 118"/>
            <p:cNvGrpSpPr/>
            <p:nvPr/>
          </p:nvGrpSpPr>
          <p:grpSpPr>
            <a:xfrm>
              <a:off x="2263614" y="2846917"/>
              <a:ext cx="1390232" cy="1110882"/>
              <a:chOff x="2131368" y="990292"/>
              <a:chExt cx="1390232" cy="1110882"/>
            </a:xfrm>
          </p:grpSpPr>
          <p:sp>
            <p:nvSpPr>
              <p:cNvPr id="120" name="TextBox 119"/>
              <p:cNvSpPr txBox="1"/>
              <p:nvPr/>
            </p:nvSpPr>
            <p:spPr>
              <a:xfrm>
                <a:off x="2386550" y="1445815"/>
                <a:ext cx="879869" cy="254632"/>
              </a:xfrm>
              <a:prstGeom prst="rect">
                <a:avLst/>
              </a:prstGeom>
              <a:noFill/>
            </p:spPr>
            <p:txBody>
              <a:bodyPr wrap="square" lIns="0" tIns="0" rIns="0" bIns="0" rtlCol="0">
                <a:noAutofit/>
              </a:bodyPr>
              <a:lstStyle/>
              <a:p>
                <a:pPr algn="ctr"/>
                <a:r>
                  <a:rPr lang="en-US" altLang="ko-KR" sz="1600" dirty="0">
                    <a:gradFill>
                      <a:gsLst>
                        <a:gs pos="0">
                          <a:schemeClr val="accent1"/>
                        </a:gs>
                        <a:gs pos="100000">
                          <a:schemeClr val="accent1"/>
                        </a:gs>
                      </a:gsLst>
                      <a:lin ang="5400000" scaled="0"/>
                    </a:gradFill>
                    <a:latin typeface="Bebas Neue" pitchFamily="34" charset="0"/>
                  </a:rPr>
                  <a:t>2012</a:t>
                </a:r>
                <a:endParaRPr lang="ko-KR" altLang="en-US" sz="1600" dirty="0">
                  <a:gradFill>
                    <a:gsLst>
                      <a:gs pos="0">
                        <a:schemeClr val="accent1"/>
                      </a:gs>
                      <a:gs pos="100000">
                        <a:schemeClr val="accent1"/>
                      </a:gs>
                    </a:gsLst>
                    <a:lin ang="5400000" scaled="0"/>
                  </a:gradFill>
                  <a:latin typeface="Bebas Neue" pitchFamily="34" charset="0"/>
                </a:endParaRPr>
              </a:p>
            </p:txBody>
          </p:sp>
          <p:sp>
            <p:nvSpPr>
              <p:cNvPr id="121" name="TextBox 120"/>
              <p:cNvSpPr txBox="1"/>
              <p:nvPr/>
            </p:nvSpPr>
            <p:spPr>
              <a:xfrm>
                <a:off x="2131368" y="990292"/>
                <a:ext cx="1390232" cy="426253"/>
              </a:xfrm>
              <a:prstGeom prst="rect">
                <a:avLst/>
              </a:prstGeom>
              <a:noFill/>
            </p:spPr>
            <p:txBody>
              <a:bodyPr wrap="square" lIns="0" tIns="0" rIns="0" bIns="0" rtlCol="0" anchor="b">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Quisque cursus, metus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vitae pharetra auctor, sem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massa mattis sem.</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nvGrpSpPr>
              <p:cNvPr id="122" name="그룹 121"/>
              <p:cNvGrpSpPr/>
              <p:nvPr/>
            </p:nvGrpSpPr>
            <p:grpSpPr>
              <a:xfrm>
                <a:off x="2606156" y="1719920"/>
                <a:ext cx="440658" cy="381254"/>
                <a:chOff x="1539055" y="1217151"/>
                <a:chExt cx="440658" cy="381254"/>
              </a:xfrm>
            </p:grpSpPr>
            <p:sp>
              <p:nvSpPr>
                <p:cNvPr id="123" name="타원 43"/>
                <p:cNvSpPr/>
                <p:nvPr/>
              </p:nvSpPr>
              <p:spPr>
                <a:xfrm>
                  <a:off x="1539055" y="1348978"/>
                  <a:ext cx="440658" cy="118800"/>
                </a:xfrm>
                <a:custGeom>
                  <a:avLst/>
                  <a:gdLst/>
                  <a:ahLst/>
                  <a:cxnLst/>
                  <a:rect l="l" t="t" r="r" b="b"/>
                  <a:pathLst>
                    <a:path w="440658" h="118800">
                      <a:moveTo>
                        <a:pt x="9317" y="0"/>
                      </a:moveTo>
                      <a:lnTo>
                        <a:pt x="431341" y="0"/>
                      </a:lnTo>
                      <a:cubicBezTo>
                        <a:pt x="437748" y="18881"/>
                        <a:pt x="440658" y="39100"/>
                        <a:pt x="440658" y="59998"/>
                      </a:cubicBezTo>
                      <a:cubicBezTo>
                        <a:pt x="440658" y="80457"/>
                        <a:pt x="437870" y="100264"/>
                        <a:pt x="431712" y="118800"/>
                      </a:cubicBezTo>
                      <a:lnTo>
                        <a:pt x="8946" y="118800"/>
                      </a:lnTo>
                      <a:cubicBezTo>
                        <a:pt x="2789" y="100264"/>
                        <a:pt x="0" y="80457"/>
                        <a:pt x="0" y="59998"/>
                      </a:cubicBezTo>
                      <a:cubicBezTo>
                        <a:pt x="0" y="39100"/>
                        <a:pt x="2910" y="18881"/>
                        <a:pt x="9317" y="0"/>
                      </a:cubicBezTo>
                      <a:close/>
                    </a:path>
                  </a:pathLst>
                </a:custGeom>
                <a:solidFill>
                  <a:srgbClr val="000000">
                    <a:alpha val="1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24" name="타원 123"/>
                <p:cNvSpPr/>
                <p:nvPr/>
              </p:nvSpPr>
              <p:spPr>
                <a:xfrm>
                  <a:off x="1568756" y="1217151"/>
                  <a:ext cx="381254" cy="381254"/>
                </a:xfrm>
                <a:prstGeom prst="ellipse">
                  <a:avLst/>
                </a:prstGeom>
                <a:solidFill>
                  <a:schemeClr val="accent1"/>
                </a:solidFill>
                <a:ln w="76200">
                  <a:noFill/>
                </a:ln>
                <a:effectLst>
                  <a:outerShdw dist="127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endParaRPr lang="ko-KR" altLang="en-US" sz="3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grpSp>
        <p:sp>
          <p:nvSpPr>
            <p:cNvPr id="159" name="Freeform 39"/>
            <p:cNvSpPr>
              <a:spLocks noEditPoints="1"/>
            </p:cNvSpPr>
            <p:nvPr/>
          </p:nvSpPr>
          <p:spPr bwMode="auto">
            <a:xfrm>
              <a:off x="2849285" y="3638418"/>
              <a:ext cx="231677" cy="230998"/>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62" name="그룹 161"/>
          <p:cNvGrpSpPr/>
          <p:nvPr/>
        </p:nvGrpSpPr>
        <p:grpSpPr>
          <a:xfrm>
            <a:off x="3348172" y="3576550"/>
            <a:ext cx="1390232" cy="1106949"/>
            <a:chOff x="3348172" y="3576550"/>
            <a:chExt cx="1390232" cy="1106949"/>
          </a:xfrm>
        </p:grpSpPr>
        <p:grpSp>
          <p:nvGrpSpPr>
            <p:cNvPr id="126" name="그룹 125"/>
            <p:cNvGrpSpPr/>
            <p:nvPr/>
          </p:nvGrpSpPr>
          <p:grpSpPr>
            <a:xfrm>
              <a:off x="3348172" y="3576550"/>
              <a:ext cx="1390232" cy="1106949"/>
              <a:chOff x="1064267" y="1217151"/>
              <a:chExt cx="1390232" cy="1106949"/>
            </a:xfrm>
          </p:grpSpPr>
          <p:grpSp>
            <p:nvGrpSpPr>
              <p:cNvPr id="127" name="그룹 126"/>
              <p:cNvGrpSpPr/>
              <p:nvPr/>
            </p:nvGrpSpPr>
            <p:grpSpPr>
              <a:xfrm>
                <a:off x="1064267" y="1645732"/>
                <a:ext cx="1390232" cy="678368"/>
                <a:chOff x="1064267" y="1645732"/>
                <a:chExt cx="1390232" cy="678368"/>
              </a:xfrm>
            </p:grpSpPr>
            <p:sp>
              <p:nvSpPr>
                <p:cNvPr id="132" name="TextBox 131"/>
                <p:cNvSpPr txBox="1"/>
                <p:nvPr/>
              </p:nvSpPr>
              <p:spPr>
                <a:xfrm>
                  <a:off x="1319449" y="1645732"/>
                  <a:ext cx="879869" cy="254632"/>
                </a:xfrm>
                <a:prstGeom prst="rect">
                  <a:avLst/>
                </a:prstGeom>
                <a:noFill/>
              </p:spPr>
              <p:txBody>
                <a:bodyPr wrap="square" lIns="0" tIns="0" rIns="0" bIns="0" rtlCol="0">
                  <a:noAutofit/>
                </a:bodyPr>
                <a:lstStyle/>
                <a:p>
                  <a:pPr algn="ctr"/>
                  <a:r>
                    <a:rPr lang="en-US" altLang="ko-KR" sz="1600" dirty="0">
                      <a:gradFill>
                        <a:gsLst>
                          <a:gs pos="0">
                            <a:schemeClr val="accent1"/>
                          </a:gs>
                          <a:gs pos="100000">
                            <a:schemeClr val="accent1"/>
                          </a:gs>
                        </a:gsLst>
                        <a:lin ang="5400000" scaled="0"/>
                      </a:gradFill>
                      <a:latin typeface="Bebas Neue" pitchFamily="34" charset="0"/>
                    </a:rPr>
                    <a:t>2013</a:t>
                  </a:r>
                  <a:endParaRPr lang="ko-KR" altLang="en-US" sz="1600" dirty="0">
                    <a:gradFill>
                      <a:gsLst>
                        <a:gs pos="0">
                          <a:schemeClr val="accent1"/>
                        </a:gs>
                        <a:gs pos="100000">
                          <a:schemeClr val="accent1"/>
                        </a:gs>
                      </a:gsLst>
                      <a:lin ang="5400000" scaled="0"/>
                    </a:gradFill>
                    <a:latin typeface="Bebas Neue" pitchFamily="34" charset="0"/>
                  </a:endParaRPr>
                </a:p>
              </p:txBody>
            </p:sp>
            <p:sp>
              <p:nvSpPr>
                <p:cNvPr id="133" name="TextBox 132"/>
                <p:cNvSpPr txBox="1"/>
                <p:nvPr/>
              </p:nvSpPr>
              <p:spPr>
                <a:xfrm>
                  <a:off x="1064267" y="1897847"/>
                  <a:ext cx="1390232" cy="426253"/>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Quisque cursus, metus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vitae pharetra auctor, sem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massa mattis sem.</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128" name="그룹 127"/>
              <p:cNvGrpSpPr/>
              <p:nvPr/>
            </p:nvGrpSpPr>
            <p:grpSpPr>
              <a:xfrm>
                <a:off x="1539055" y="1217151"/>
                <a:ext cx="440658" cy="381254"/>
                <a:chOff x="1539055" y="1217151"/>
                <a:chExt cx="440658" cy="381254"/>
              </a:xfrm>
            </p:grpSpPr>
            <p:sp>
              <p:nvSpPr>
                <p:cNvPr id="129" name="타원 43"/>
                <p:cNvSpPr/>
                <p:nvPr/>
              </p:nvSpPr>
              <p:spPr>
                <a:xfrm>
                  <a:off x="1539055" y="1348978"/>
                  <a:ext cx="440658" cy="118800"/>
                </a:xfrm>
                <a:custGeom>
                  <a:avLst/>
                  <a:gdLst/>
                  <a:ahLst/>
                  <a:cxnLst/>
                  <a:rect l="l" t="t" r="r" b="b"/>
                  <a:pathLst>
                    <a:path w="440658" h="118800">
                      <a:moveTo>
                        <a:pt x="9317" y="0"/>
                      </a:moveTo>
                      <a:lnTo>
                        <a:pt x="431341" y="0"/>
                      </a:lnTo>
                      <a:cubicBezTo>
                        <a:pt x="437748" y="18881"/>
                        <a:pt x="440658" y="39100"/>
                        <a:pt x="440658" y="59998"/>
                      </a:cubicBezTo>
                      <a:cubicBezTo>
                        <a:pt x="440658" y="80457"/>
                        <a:pt x="437870" y="100264"/>
                        <a:pt x="431712" y="118800"/>
                      </a:cubicBezTo>
                      <a:lnTo>
                        <a:pt x="8946" y="118800"/>
                      </a:lnTo>
                      <a:cubicBezTo>
                        <a:pt x="2789" y="100264"/>
                        <a:pt x="0" y="80457"/>
                        <a:pt x="0" y="59998"/>
                      </a:cubicBezTo>
                      <a:cubicBezTo>
                        <a:pt x="0" y="39100"/>
                        <a:pt x="2910" y="18881"/>
                        <a:pt x="9317" y="0"/>
                      </a:cubicBezTo>
                      <a:close/>
                    </a:path>
                  </a:pathLst>
                </a:custGeom>
                <a:solidFill>
                  <a:srgbClr val="000000">
                    <a:alpha val="1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30" name="타원 129"/>
                <p:cNvSpPr/>
                <p:nvPr/>
              </p:nvSpPr>
              <p:spPr>
                <a:xfrm>
                  <a:off x="1568756" y="1217151"/>
                  <a:ext cx="381254" cy="381254"/>
                </a:xfrm>
                <a:prstGeom prst="ellipse">
                  <a:avLst/>
                </a:prstGeom>
                <a:solidFill>
                  <a:schemeClr val="accent1"/>
                </a:solidFill>
                <a:ln w="76200">
                  <a:noFill/>
                </a:ln>
                <a:effectLst>
                  <a:outerShdw dist="127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endParaRPr lang="ko-KR" altLang="en-US" sz="3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grpSp>
        <p:sp>
          <p:nvSpPr>
            <p:cNvPr id="161" name="Freeform 57"/>
            <p:cNvSpPr>
              <a:spLocks noEditPoints="1"/>
            </p:cNvSpPr>
            <p:nvPr/>
          </p:nvSpPr>
          <p:spPr bwMode="auto">
            <a:xfrm>
              <a:off x="3933486" y="3635051"/>
              <a:ext cx="218754" cy="226541"/>
            </a:xfrm>
            <a:custGeom>
              <a:avLst/>
              <a:gdLst/>
              <a:ahLst/>
              <a:cxnLst>
                <a:cxn ang="0">
                  <a:pos x="142" y="175"/>
                </a:cxn>
                <a:cxn ang="0">
                  <a:pos x="147" y="179"/>
                </a:cxn>
                <a:cxn ang="0">
                  <a:pos x="203" y="210"/>
                </a:cxn>
                <a:cxn ang="0">
                  <a:pos x="202" y="146"/>
                </a:cxn>
                <a:cxn ang="0">
                  <a:pos x="200" y="140"/>
                </a:cxn>
                <a:cxn ang="0">
                  <a:pos x="194" y="130"/>
                </a:cxn>
                <a:cxn ang="0">
                  <a:pos x="136" y="165"/>
                </a:cxn>
                <a:cxn ang="0">
                  <a:pos x="142" y="175"/>
                </a:cxn>
                <a:cxn ang="0">
                  <a:pos x="175" y="130"/>
                </a:cxn>
                <a:cxn ang="0">
                  <a:pos x="189" y="122"/>
                </a:cxn>
                <a:cxn ang="0">
                  <a:pos x="129" y="23"/>
                </a:cxn>
                <a:cxn ang="0">
                  <a:pos x="115" y="32"/>
                </a:cxn>
                <a:cxn ang="0">
                  <a:pos x="175" y="130"/>
                </a:cxn>
                <a:cxn ang="0">
                  <a:pos x="169" y="134"/>
                </a:cxn>
                <a:cxn ang="0">
                  <a:pos x="109" y="36"/>
                </a:cxn>
                <a:cxn ang="0">
                  <a:pos x="92" y="46"/>
                </a:cxn>
                <a:cxn ang="0">
                  <a:pos x="151" y="145"/>
                </a:cxn>
                <a:cxn ang="0">
                  <a:pos x="169" y="134"/>
                </a:cxn>
                <a:cxn ang="0">
                  <a:pos x="72" y="58"/>
                </a:cxn>
                <a:cxn ang="0">
                  <a:pos x="131" y="157"/>
                </a:cxn>
                <a:cxn ang="0">
                  <a:pos x="145" y="148"/>
                </a:cxn>
                <a:cxn ang="0">
                  <a:pos x="86" y="50"/>
                </a:cxn>
                <a:cxn ang="0">
                  <a:pos x="72" y="58"/>
                </a:cxn>
                <a:cxn ang="0">
                  <a:pos x="67" y="50"/>
                </a:cxn>
                <a:cxn ang="0">
                  <a:pos x="124" y="15"/>
                </a:cxn>
                <a:cxn ang="0">
                  <a:pos x="120" y="8"/>
                </a:cxn>
                <a:cxn ang="0">
                  <a:pos x="102" y="4"/>
                </a:cxn>
                <a:cxn ang="0">
                  <a:pos x="67" y="25"/>
                </a:cxn>
                <a:cxn ang="0">
                  <a:pos x="62" y="43"/>
                </a:cxn>
                <a:cxn ang="0">
                  <a:pos x="67" y="50"/>
                </a:cxn>
                <a:cxn ang="0">
                  <a:pos x="0" y="210"/>
                </a:cxn>
                <a:cxn ang="0">
                  <a:pos x="155" y="210"/>
                </a:cxn>
                <a:cxn ang="0">
                  <a:pos x="155" y="198"/>
                </a:cxn>
                <a:cxn ang="0">
                  <a:pos x="0" y="198"/>
                </a:cxn>
                <a:cxn ang="0">
                  <a:pos x="0" y="210"/>
                </a:cxn>
              </a:cxnLst>
              <a:rect l="0" t="0" r="r" b="b"/>
              <a:pathLst>
                <a:path w="203" h="210">
                  <a:moveTo>
                    <a:pt x="142" y="175"/>
                  </a:moveTo>
                  <a:cubicBezTo>
                    <a:pt x="143" y="177"/>
                    <a:pt x="145" y="178"/>
                    <a:pt x="147" y="179"/>
                  </a:cubicBezTo>
                  <a:cubicBezTo>
                    <a:pt x="203" y="210"/>
                    <a:pt x="203" y="210"/>
                    <a:pt x="203" y="210"/>
                  </a:cubicBezTo>
                  <a:cubicBezTo>
                    <a:pt x="202" y="146"/>
                    <a:pt x="202" y="146"/>
                    <a:pt x="202" y="146"/>
                  </a:cubicBezTo>
                  <a:cubicBezTo>
                    <a:pt x="202" y="144"/>
                    <a:pt x="201" y="142"/>
                    <a:pt x="200" y="140"/>
                  </a:cubicBezTo>
                  <a:cubicBezTo>
                    <a:pt x="194" y="130"/>
                    <a:pt x="194" y="130"/>
                    <a:pt x="194" y="130"/>
                  </a:cubicBezTo>
                  <a:cubicBezTo>
                    <a:pt x="136" y="165"/>
                    <a:pt x="136" y="165"/>
                    <a:pt x="136" y="165"/>
                  </a:cubicBezTo>
                  <a:lnTo>
                    <a:pt x="142" y="175"/>
                  </a:lnTo>
                  <a:close/>
                  <a:moveTo>
                    <a:pt x="175" y="130"/>
                  </a:moveTo>
                  <a:cubicBezTo>
                    <a:pt x="189" y="122"/>
                    <a:pt x="189" y="122"/>
                    <a:pt x="189" y="122"/>
                  </a:cubicBezTo>
                  <a:cubicBezTo>
                    <a:pt x="129" y="23"/>
                    <a:pt x="129" y="23"/>
                    <a:pt x="129" y="23"/>
                  </a:cubicBezTo>
                  <a:cubicBezTo>
                    <a:pt x="115" y="32"/>
                    <a:pt x="115" y="32"/>
                    <a:pt x="115" y="32"/>
                  </a:cubicBezTo>
                  <a:lnTo>
                    <a:pt x="175" y="130"/>
                  </a:lnTo>
                  <a:close/>
                  <a:moveTo>
                    <a:pt x="169" y="134"/>
                  </a:moveTo>
                  <a:cubicBezTo>
                    <a:pt x="109" y="36"/>
                    <a:pt x="109" y="36"/>
                    <a:pt x="109" y="36"/>
                  </a:cubicBezTo>
                  <a:cubicBezTo>
                    <a:pt x="92" y="46"/>
                    <a:pt x="92" y="46"/>
                    <a:pt x="92" y="46"/>
                  </a:cubicBezTo>
                  <a:cubicBezTo>
                    <a:pt x="151" y="145"/>
                    <a:pt x="151" y="145"/>
                    <a:pt x="151" y="145"/>
                  </a:cubicBezTo>
                  <a:lnTo>
                    <a:pt x="169" y="134"/>
                  </a:lnTo>
                  <a:close/>
                  <a:moveTo>
                    <a:pt x="72" y="58"/>
                  </a:moveTo>
                  <a:cubicBezTo>
                    <a:pt x="131" y="157"/>
                    <a:pt x="131" y="157"/>
                    <a:pt x="131" y="157"/>
                  </a:cubicBezTo>
                  <a:cubicBezTo>
                    <a:pt x="145" y="148"/>
                    <a:pt x="145" y="148"/>
                    <a:pt x="145" y="148"/>
                  </a:cubicBezTo>
                  <a:cubicBezTo>
                    <a:pt x="86" y="50"/>
                    <a:pt x="86" y="50"/>
                    <a:pt x="86" y="50"/>
                  </a:cubicBezTo>
                  <a:lnTo>
                    <a:pt x="72" y="58"/>
                  </a:lnTo>
                  <a:close/>
                  <a:moveTo>
                    <a:pt x="67" y="50"/>
                  </a:moveTo>
                  <a:cubicBezTo>
                    <a:pt x="124" y="15"/>
                    <a:pt x="124" y="15"/>
                    <a:pt x="124" y="15"/>
                  </a:cubicBezTo>
                  <a:cubicBezTo>
                    <a:pt x="120" y="8"/>
                    <a:pt x="120" y="8"/>
                    <a:pt x="120" y="8"/>
                  </a:cubicBezTo>
                  <a:cubicBezTo>
                    <a:pt x="116" y="2"/>
                    <a:pt x="108" y="0"/>
                    <a:pt x="102" y="4"/>
                  </a:cubicBezTo>
                  <a:cubicBezTo>
                    <a:pt x="67" y="25"/>
                    <a:pt x="67" y="25"/>
                    <a:pt x="67" y="25"/>
                  </a:cubicBezTo>
                  <a:cubicBezTo>
                    <a:pt x="61" y="29"/>
                    <a:pt x="59" y="37"/>
                    <a:pt x="62" y="43"/>
                  </a:cubicBezTo>
                  <a:lnTo>
                    <a:pt x="67" y="50"/>
                  </a:lnTo>
                  <a:close/>
                  <a:moveTo>
                    <a:pt x="0" y="210"/>
                  </a:moveTo>
                  <a:cubicBezTo>
                    <a:pt x="155" y="210"/>
                    <a:pt x="155" y="210"/>
                    <a:pt x="155" y="210"/>
                  </a:cubicBezTo>
                  <a:cubicBezTo>
                    <a:pt x="155" y="198"/>
                    <a:pt x="155" y="198"/>
                    <a:pt x="155" y="198"/>
                  </a:cubicBezTo>
                  <a:cubicBezTo>
                    <a:pt x="0" y="198"/>
                    <a:pt x="0" y="198"/>
                    <a:pt x="0" y="198"/>
                  </a:cubicBezTo>
                  <a:lnTo>
                    <a:pt x="0" y="210"/>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64" name="그룹 163"/>
          <p:cNvGrpSpPr/>
          <p:nvPr/>
        </p:nvGrpSpPr>
        <p:grpSpPr>
          <a:xfrm>
            <a:off x="4432730" y="2846917"/>
            <a:ext cx="1390232" cy="1110882"/>
            <a:chOff x="4432730" y="2846917"/>
            <a:chExt cx="1390232" cy="1110882"/>
          </a:xfrm>
        </p:grpSpPr>
        <p:grpSp>
          <p:nvGrpSpPr>
            <p:cNvPr id="134" name="그룹 133"/>
            <p:cNvGrpSpPr/>
            <p:nvPr/>
          </p:nvGrpSpPr>
          <p:grpSpPr>
            <a:xfrm>
              <a:off x="4432730" y="2846917"/>
              <a:ext cx="1390232" cy="1110882"/>
              <a:chOff x="2131368" y="990292"/>
              <a:chExt cx="1390232" cy="1110882"/>
            </a:xfrm>
          </p:grpSpPr>
          <p:sp>
            <p:nvSpPr>
              <p:cNvPr id="135" name="TextBox 134"/>
              <p:cNvSpPr txBox="1"/>
              <p:nvPr/>
            </p:nvSpPr>
            <p:spPr>
              <a:xfrm>
                <a:off x="2386550" y="1445815"/>
                <a:ext cx="879869" cy="254632"/>
              </a:xfrm>
              <a:prstGeom prst="rect">
                <a:avLst/>
              </a:prstGeom>
              <a:noFill/>
            </p:spPr>
            <p:txBody>
              <a:bodyPr wrap="square" lIns="0" tIns="0" rIns="0" bIns="0" rtlCol="0">
                <a:noAutofit/>
              </a:bodyPr>
              <a:lstStyle/>
              <a:p>
                <a:pPr algn="ctr"/>
                <a:r>
                  <a:rPr lang="en-US" altLang="ko-KR" sz="1600" dirty="0">
                    <a:gradFill>
                      <a:gsLst>
                        <a:gs pos="0">
                          <a:schemeClr val="accent1"/>
                        </a:gs>
                        <a:gs pos="100000">
                          <a:schemeClr val="accent1"/>
                        </a:gs>
                      </a:gsLst>
                      <a:lin ang="5400000" scaled="0"/>
                    </a:gradFill>
                    <a:latin typeface="Bebas Neue" pitchFamily="34" charset="0"/>
                  </a:rPr>
                  <a:t>2014</a:t>
                </a:r>
                <a:endParaRPr lang="ko-KR" altLang="en-US" sz="1600" dirty="0">
                  <a:gradFill>
                    <a:gsLst>
                      <a:gs pos="0">
                        <a:schemeClr val="accent1"/>
                      </a:gs>
                      <a:gs pos="100000">
                        <a:schemeClr val="accent1"/>
                      </a:gs>
                    </a:gsLst>
                    <a:lin ang="5400000" scaled="0"/>
                  </a:gradFill>
                  <a:latin typeface="Bebas Neue" pitchFamily="34" charset="0"/>
                </a:endParaRPr>
              </a:p>
            </p:txBody>
          </p:sp>
          <p:sp>
            <p:nvSpPr>
              <p:cNvPr id="136" name="TextBox 135"/>
              <p:cNvSpPr txBox="1"/>
              <p:nvPr/>
            </p:nvSpPr>
            <p:spPr>
              <a:xfrm>
                <a:off x="2131368" y="990292"/>
                <a:ext cx="1390232" cy="426253"/>
              </a:xfrm>
              <a:prstGeom prst="rect">
                <a:avLst/>
              </a:prstGeom>
              <a:noFill/>
            </p:spPr>
            <p:txBody>
              <a:bodyPr wrap="square" lIns="0" tIns="0" rIns="0" bIns="0" rtlCol="0" anchor="b">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Quisque cursus, metus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vitae pharetra auctor, sem </a:t>
                </a:r>
              </a:p>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massa mattis sem.</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nvGrpSpPr>
              <p:cNvPr id="137" name="그룹 136"/>
              <p:cNvGrpSpPr/>
              <p:nvPr/>
            </p:nvGrpSpPr>
            <p:grpSpPr>
              <a:xfrm>
                <a:off x="2606156" y="1719920"/>
                <a:ext cx="440658" cy="381254"/>
                <a:chOff x="1539055" y="1217151"/>
                <a:chExt cx="440658" cy="381254"/>
              </a:xfrm>
            </p:grpSpPr>
            <p:sp>
              <p:nvSpPr>
                <p:cNvPr id="138" name="타원 43"/>
                <p:cNvSpPr/>
                <p:nvPr/>
              </p:nvSpPr>
              <p:spPr>
                <a:xfrm>
                  <a:off x="1539055" y="1348978"/>
                  <a:ext cx="440658" cy="118800"/>
                </a:xfrm>
                <a:custGeom>
                  <a:avLst/>
                  <a:gdLst/>
                  <a:ahLst/>
                  <a:cxnLst/>
                  <a:rect l="l" t="t" r="r" b="b"/>
                  <a:pathLst>
                    <a:path w="440658" h="118800">
                      <a:moveTo>
                        <a:pt x="9317" y="0"/>
                      </a:moveTo>
                      <a:lnTo>
                        <a:pt x="431341" y="0"/>
                      </a:lnTo>
                      <a:cubicBezTo>
                        <a:pt x="437748" y="18881"/>
                        <a:pt x="440658" y="39100"/>
                        <a:pt x="440658" y="59998"/>
                      </a:cubicBezTo>
                      <a:cubicBezTo>
                        <a:pt x="440658" y="80457"/>
                        <a:pt x="437870" y="100264"/>
                        <a:pt x="431712" y="118800"/>
                      </a:cubicBezTo>
                      <a:lnTo>
                        <a:pt x="8946" y="118800"/>
                      </a:lnTo>
                      <a:cubicBezTo>
                        <a:pt x="2789" y="100264"/>
                        <a:pt x="0" y="80457"/>
                        <a:pt x="0" y="59998"/>
                      </a:cubicBezTo>
                      <a:cubicBezTo>
                        <a:pt x="0" y="39100"/>
                        <a:pt x="2910" y="18881"/>
                        <a:pt x="9317" y="0"/>
                      </a:cubicBezTo>
                      <a:close/>
                    </a:path>
                  </a:pathLst>
                </a:custGeom>
                <a:solidFill>
                  <a:srgbClr val="000000">
                    <a:alpha val="1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39" name="타원 138"/>
                <p:cNvSpPr/>
                <p:nvPr/>
              </p:nvSpPr>
              <p:spPr>
                <a:xfrm>
                  <a:off x="1568756" y="1217151"/>
                  <a:ext cx="381254" cy="381254"/>
                </a:xfrm>
                <a:prstGeom prst="ellipse">
                  <a:avLst/>
                </a:prstGeom>
                <a:solidFill>
                  <a:schemeClr val="accent1"/>
                </a:solidFill>
                <a:ln w="76200">
                  <a:noFill/>
                </a:ln>
                <a:effectLst>
                  <a:outerShdw dist="127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endParaRPr lang="ko-KR" altLang="en-US" sz="3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grpSp>
        <p:sp>
          <p:nvSpPr>
            <p:cNvPr id="163" name="Freeform 48"/>
            <p:cNvSpPr>
              <a:spLocks noEditPoints="1"/>
            </p:cNvSpPr>
            <p:nvPr/>
          </p:nvSpPr>
          <p:spPr bwMode="auto">
            <a:xfrm>
              <a:off x="5039491" y="3631829"/>
              <a:ext cx="176709" cy="25856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375441595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wipe(left)">
                                      <p:cBhvr>
                                        <p:cTn id="7" dur="500"/>
                                        <p:tgtEl>
                                          <p:spTgt spid="98"/>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141"/>
                                        </p:tgtEl>
                                        <p:attrNameLst>
                                          <p:attrName>style.visibility</p:attrName>
                                        </p:attrNameLst>
                                      </p:cBhvr>
                                      <p:to>
                                        <p:strVal val="visible"/>
                                      </p:to>
                                    </p:set>
                                    <p:anim calcmode="lin" valueType="num">
                                      <p:cBhvr>
                                        <p:cTn id="11" dur="500" fill="hold"/>
                                        <p:tgtEl>
                                          <p:spTgt spid="141"/>
                                        </p:tgtEl>
                                        <p:attrNameLst>
                                          <p:attrName>ppt_w</p:attrName>
                                        </p:attrNameLst>
                                      </p:cBhvr>
                                      <p:tavLst>
                                        <p:tav tm="0">
                                          <p:val>
                                            <p:fltVal val="0"/>
                                          </p:val>
                                        </p:tav>
                                        <p:tav tm="100000">
                                          <p:val>
                                            <p:strVal val="#ppt_w"/>
                                          </p:val>
                                        </p:tav>
                                      </p:tavLst>
                                    </p:anim>
                                    <p:anim calcmode="lin" valueType="num">
                                      <p:cBhvr>
                                        <p:cTn id="12" dur="500" fill="hold"/>
                                        <p:tgtEl>
                                          <p:spTgt spid="141"/>
                                        </p:tgtEl>
                                        <p:attrNameLst>
                                          <p:attrName>ppt_h</p:attrName>
                                        </p:attrNameLst>
                                      </p:cBhvr>
                                      <p:tavLst>
                                        <p:tav tm="0">
                                          <p:val>
                                            <p:strVal val="#ppt_h"/>
                                          </p:val>
                                        </p:tav>
                                        <p:tav tm="100000">
                                          <p:val>
                                            <p:strVal val="#ppt_h"/>
                                          </p:val>
                                        </p:tav>
                                      </p:tavLst>
                                    </p:anim>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87"/>
                                        </p:tgtEl>
                                        <p:attrNameLst>
                                          <p:attrName>style.visibility</p:attrName>
                                        </p:attrNameLst>
                                      </p:cBhvr>
                                      <p:to>
                                        <p:strVal val="visible"/>
                                      </p:to>
                                    </p:set>
                                    <p:animEffect transition="in" filter="wipe(left)">
                                      <p:cBhvr>
                                        <p:cTn id="16" dur="500"/>
                                        <p:tgtEl>
                                          <p:spTgt spid="87"/>
                                        </p:tgtEl>
                                      </p:cBhvr>
                                    </p:animEffect>
                                  </p:childTnLst>
                                </p:cTn>
                              </p:par>
                            </p:childTnLst>
                          </p:cTn>
                        </p:par>
                        <p:par>
                          <p:cTn id="17" fill="hold">
                            <p:stCondLst>
                              <p:cond delay="1500"/>
                            </p:stCondLst>
                            <p:childTnLst>
                              <p:par>
                                <p:cTn id="18" presetID="17" presetClass="entr" presetSubtype="10" fill="hold" nodeType="afterEffect">
                                  <p:stCondLst>
                                    <p:cond delay="0"/>
                                  </p:stCondLst>
                                  <p:childTnLst>
                                    <p:set>
                                      <p:cBhvr>
                                        <p:cTn id="19" dur="1" fill="hold">
                                          <p:stCondLst>
                                            <p:cond delay="0"/>
                                          </p:stCondLst>
                                        </p:cTn>
                                        <p:tgtEl>
                                          <p:spTgt spid="143"/>
                                        </p:tgtEl>
                                        <p:attrNameLst>
                                          <p:attrName>style.visibility</p:attrName>
                                        </p:attrNameLst>
                                      </p:cBhvr>
                                      <p:to>
                                        <p:strVal val="visible"/>
                                      </p:to>
                                    </p:set>
                                    <p:anim calcmode="lin" valueType="num">
                                      <p:cBhvr>
                                        <p:cTn id="20" dur="500" fill="hold"/>
                                        <p:tgtEl>
                                          <p:spTgt spid="143"/>
                                        </p:tgtEl>
                                        <p:attrNameLst>
                                          <p:attrName>ppt_w</p:attrName>
                                        </p:attrNameLst>
                                      </p:cBhvr>
                                      <p:tavLst>
                                        <p:tav tm="0">
                                          <p:val>
                                            <p:fltVal val="0"/>
                                          </p:val>
                                        </p:tav>
                                        <p:tav tm="100000">
                                          <p:val>
                                            <p:strVal val="#ppt_w"/>
                                          </p:val>
                                        </p:tav>
                                      </p:tavLst>
                                    </p:anim>
                                    <p:anim calcmode="lin" valueType="num">
                                      <p:cBhvr>
                                        <p:cTn id="21" dur="500" fill="hold"/>
                                        <p:tgtEl>
                                          <p:spTgt spid="143"/>
                                        </p:tgtEl>
                                        <p:attrNameLst>
                                          <p:attrName>ppt_h</p:attrName>
                                        </p:attrNameLst>
                                      </p:cBhvr>
                                      <p:tavLst>
                                        <p:tav tm="0">
                                          <p:val>
                                            <p:strVal val="#ppt_h"/>
                                          </p:val>
                                        </p:tav>
                                        <p:tav tm="100000">
                                          <p:val>
                                            <p:strVal val="#ppt_h"/>
                                          </p:val>
                                        </p:tav>
                                      </p:tavLst>
                                    </p:anim>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88"/>
                                        </p:tgtEl>
                                        <p:attrNameLst>
                                          <p:attrName>style.visibility</p:attrName>
                                        </p:attrNameLst>
                                      </p:cBhvr>
                                      <p:to>
                                        <p:strVal val="visible"/>
                                      </p:to>
                                    </p:set>
                                    <p:animEffect transition="in" filter="wipe(left)">
                                      <p:cBhvr>
                                        <p:cTn id="25" dur="500"/>
                                        <p:tgtEl>
                                          <p:spTgt spid="88"/>
                                        </p:tgtEl>
                                      </p:cBhvr>
                                    </p:animEffect>
                                  </p:childTnLst>
                                </p:cTn>
                              </p:par>
                            </p:childTnLst>
                          </p:cTn>
                        </p:par>
                        <p:par>
                          <p:cTn id="26" fill="hold">
                            <p:stCondLst>
                              <p:cond delay="2500"/>
                            </p:stCondLst>
                            <p:childTnLst>
                              <p:par>
                                <p:cTn id="27" presetID="17" presetClass="entr" presetSubtype="10" fill="hold" nodeType="afterEffect">
                                  <p:stCondLst>
                                    <p:cond delay="0"/>
                                  </p:stCondLst>
                                  <p:childTnLst>
                                    <p:set>
                                      <p:cBhvr>
                                        <p:cTn id="28" dur="1" fill="hold">
                                          <p:stCondLst>
                                            <p:cond delay="0"/>
                                          </p:stCondLst>
                                        </p:cTn>
                                        <p:tgtEl>
                                          <p:spTgt spid="145"/>
                                        </p:tgtEl>
                                        <p:attrNameLst>
                                          <p:attrName>style.visibility</p:attrName>
                                        </p:attrNameLst>
                                      </p:cBhvr>
                                      <p:to>
                                        <p:strVal val="visible"/>
                                      </p:to>
                                    </p:set>
                                    <p:anim calcmode="lin" valueType="num">
                                      <p:cBhvr>
                                        <p:cTn id="29" dur="500" fill="hold"/>
                                        <p:tgtEl>
                                          <p:spTgt spid="145"/>
                                        </p:tgtEl>
                                        <p:attrNameLst>
                                          <p:attrName>ppt_w</p:attrName>
                                        </p:attrNameLst>
                                      </p:cBhvr>
                                      <p:tavLst>
                                        <p:tav tm="0">
                                          <p:val>
                                            <p:fltVal val="0"/>
                                          </p:val>
                                        </p:tav>
                                        <p:tav tm="100000">
                                          <p:val>
                                            <p:strVal val="#ppt_w"/>
                                          </p:val>
                                        </p:tav>
                                      </p:tavLst>
                                    </p:anim>
                                    <p:anim calcmode="lin" valueType="num">
                                      <p:cBhvr>
                                        <p:cTn id="30" dur="500" fill="hold"/>
                                        <p:tgtEl>
                                          <p:spTgt spid="145"/>
                                        </p:tgtEl>
                                        <p:attrNameLst>
                                          <p:attrName>ppt_h</p:attrName>
                                        </p:attrNameLst>
                                      </p:cBhvr>
                                      <p:tavLst>
                                        <p:tav tm="0">
                                          <p:val>
                                            <p:strVal val="#ppt_h"/>
                                          </p:val>
                                        </p:tav>
                                        <p:tav tm="100000">
                                          <p:val>
                                            <p:strVal val="#ppt_h"/>
                                          </p:val>
                                        </p:tav>
                                      </p:tavLst>
                                    </p:anim>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89"/>
                                        </p:tgtEl>
                                        <p:attrNameLst>
                                          <p:attrName>style.visibility</p:attrName>
                                        </p:attrNameLst>
                                      </p:cBhvr>
                                      <p:to>
                                        <p:strVal val="visible"/>
                                      </p:to>
                                    </p:set>
                                    <p:animEffect transition="in" filter="wipe(left)">
                                      <p:cBhvr>
                                        <p:cTn id="34" dur="500"/>
                                        <p:tgtEl>
                                          <p:spTgt spid="89"/>
                                        </p:tgtEl>
                                      </p:cBhvr>
                                    </p:animEffect>
                                  </p:childTnLst>
                                </p:cTn>
                              </p:par>
                            </p:childTnLst>
                          </p:cTn>
                        </p:par>
                        <p:par>
                          <p:cTn id="35" fill="hold">
                            <p:stCondLst>
                              <p:cond delay="3500"/>
                            </p:stCondLst>
                            <p:childTnLst>
                              <p:par>
                                <p:cTn id="36" presetID="17" presetClass="entr" presetSubtype="10" fill="hold" nodeType="afterEffect">
                                  <p:stCondLst>
                                    <p:cond delay="0"/>
                                  </p:stCondLst>
                                  <p:childTnLst>
                                    <p:set>
                                      <p:cBhvr>
                                        <p:cTn id="37" dur="1" fill="hold">
                                          <p:stCondLst>
                                            <p:cond delay="0"/>
                                          </p:stCondLst>
                                        </p:cTn>
                                        <p:tgtEl>
                                          <p:spTgt spid="147"/>
                                        </p:tgtEl>
                                        <p:attrNameLst>
                                          <p:attrName>style.visibility</p:attrName>
                                        </p:attrNameLst>
                                      </p:cBhvr>
                                      <p:to>
                                        <p:strVal val="visible"/>
                                      </p:to>
                                    </p:set>
                                    <p:anim calcmode="lin" valueType="num">
                                      <p:cBhvr>
                                        <p:cTn id="38" dur="500" fill="hold"/>
                                        <p:tgtEl>
                                          <p:spTgt spid="147"/>
                                        </p:tgtEl>
                                        <p:attrNameLst>
                                          <p:attrName>ppt_w</p:attrName>
                                        </p:attrNameLst>
                                      </p:cBhvr>
                                      <p:tavLst>
                                        <p:tav tm="0">
                                          <p:val>
                                            <p:fltVal val="0"/>
                                          </p:val>
                                        </p:tav>
                                        <p:tav tm="100000">
                                          <p:val>
                                            <p:strVal val="#ppt_w"/>
                                          </p:val>
                                        </p:tav>
                                      </p:tavLst>
                                    </p:anim>
                                    <p:anim calcmode="lin" valueType="num">
                                      <p:cBhvr>
                                        <p:cTn id="39" dur="500" fill="hold"/>
                                        <p:tgtEl>
                                          <p:spTgt spid="147"/>
                                        </p:tgtEl>
                                        <p:attrNameLst>
                                          <p:attrName>ppt_h</p:attrName>
                                        </p:attrNameLst>
                                      </p:cBhvr>
                                      <p:tavLst>
                                        <p:tav tm="0">
                                          <p:val>
                                            <p:strVal val="#ppt_h"/>
                                          </p:val>
                                        </p:tav>
                                        <p:tav tm="100000">
                                          <p:val>
                                            <p:strVal val="#ppt_h"/>
                                          </p:val>
                                        </p:tav>
                                      </p:tavLst>
                                    </p:anim>
                                  </p:childTnLst>
                                </p:cTn>
                              </p:par>
                            </p:childTnLst>
                          </p:cTn>
                        </p:par>
                        <p:par>
                          <p:cTn id="40" fill="hold">
                            <p:stCondLst>
                              <p:cond delay="4000"/>
                            </p:stCondLst>
                            <p:childTnLst>
                              <p:par>
                                <p:cTn id="41" presetID="22" presetClass="entr" presetSubtype="8" fill="hold" grpId="0" nodeType="afterEffect">
                                  <p:stCondLst>
                                    <p:cond delay="0"/>
                                  </p:stCondLst>
                                  <p:childTnLst>
                                    <p:set>
                                      <p:cBhvr>
                                        <p:cTn id="42" dur="1" fill="hold">
                                          <p:stCondLst>
                                            <p:cond delay="0"/>
                                          </p:stCondLst>
                                        </p:cTn>
                                        <p:tgtEl>
                                          <p:spTgt spid="90"/>
                                        </p:tgtEl>
                                        <p:attrNameLst>
                                          <p:attrName>style.visibility</p:attrName>
                                        </p:attrNameLst>
                                      </p:cBhvr>
                                      <p:to>
                                        <p:strVal val="visible"/>
                                      </p:to>
                                    </p:set>
                                    <p:animEffect transition="in" filter="wipe(left)">
                                      <p:cBhvr>
                                        <p:cTn id="43" dur="500"/>
                                        <p:tgtEl>
                                          <p:spTgt spid="90"/>
                                        </p:tgtEl>
                                      </p:cBhvr>
                                    </p:animEffect>
                                  </p:childTnLst>
                                </p:cTn>
                              </p:par>
                            </p:childTnLst>
                          </p:cTn>
                        </p:par>
                        <p:par>
                          <p:cTn id="44" fill="hold">
                            <p:stCondLst>
                              <p:cond delay="4500"/>
                            </p:stCondLst>
                            <p:childTnLst>
                              <p:par>
                                <p:cTn id="45" presetID="17" presetClass="entr" presetSubtype="10" fill="hold" nodeType="afterEffect">
                                  <p:stCondLst>
                                    <p:cond delay="0"/>
                                  </p:stCondLst>
                                  <p:childTnLst>
                                    <p:set>
                                      <p:cBhvr>
                                        <p:cTn id="46" dur="1" fill="hold">
                                          <p:stCondLst>
                                            <p:cond delay="0"/>
                                          </p:stCondLst>
                                        </p:cTn>
                                        <p:tgtEl>
                                          <p:spTgt spid="151"/>
                                        </p:tgtEl>
                                        <p:attrNameLst>
                                          <p:attrName>style.visibility</p:attrName>
                                        </p:attrNameLst>
                                      </p:cBhvr>
                                      <p:to>
                                        <p:strVal val="visible"/>
                                      </p:to>
                                    </p:set>
                                    <p:anim calcmode="lin" valueType="num">
                                      <p:cBhvr>
                                        <p:cTn id="47" dur="500" fill="hold"/>
                                        <p:tgtEl>
                                          <p:spTgt spid="151"/>
                                        </p:tgtEl>
                                        <p:attrNameLst>
                                          <p:attrName>ppt_w</p:attrName>
                                        </p:attrNameLst>
                                      </p:cBhvr>
                                      <p:tavLst>
                                        <p:tav tm="0">
                                          <p:val>
                                            <p:fltVal val="0"/>
                                          </p:val>
                                        </p:tav>
                                        <p:tav tm="100000">
                                          <p:val>
                                            <p:strVal val="#ppt_w"/>
                                          </p:val>
                                        </p:tav>
                                      </p:tavLst>
                                    </p:anim>
                                    <p:anim calcmode="lin" valueType="num">
                                      <p:cBhvr>
                                        <p:cTn id="48" dur="500" fill="hold"/>
                                        <p:tgtEl>
                                          <p:spTgt spid="151"/>
                                        </p:tgtEl>
                                        <p:attrNameLst>
                                          <p:attrName>ppt_h</p:attrName>
                                        </p:attrNameLst>
                                      </p:cBhvr>
                                      <p:tavLst>
                                        <p:tav tm="0">
                                          <p:val>
                                            <p:strVal val="#ppt_h"/>
                                          </p:val>
                                        </p:tav>
                                        <p:tav tm="100000">
                                          <p:val>
                                            <p:strVal val="#ppt_h"/>
                                          </p:val>
                                        </p:tav>
                                      </p:tavLst>
                                    </p:anim>
                                  </p:childTnLst>
                                </p:cTn>
                              </p:par>
                            </p:childTnLst>
                          </p:cTn>
                        </p:par>
                        <p:par>
                          <p:cTn id="49" fill="hold">
                            <p:stCondLst>
                              <p:cond delay="5000"/>
                            </p:stCondLst>
                            <p:childTnLst>
                              <p:par>
                                <p:cTn id="50" presetID="22" presetClass="entr" presetSubtype="8" fill="hold" grpId="0" nodeType="afterEffect">
                                  <p:stCondLst>
                                    <p:cond delay="0"/>
                                  </p:stCondLst>
                                  <p:childTnLst>
                                    <p:set>
                                      <p:cBhvr>
                                        <p:cTn id="51" dur="1" fill="hold">
                                          <p:stCondLst>
                                            <p:cond delay="0"/>
                                          </p:stCondLst>
                                        </p:cTn>
                                        <p:tgtEl>
                                          <p:spTgt spid="91"/>
                                        </p:tgtEl>
                                        <p:attrNameLst>
                                          <p:attrName>style.visibility</p:attrName>
                                        </p:attrNameLst>
                                      </p:cBhvr>
                                      <p:to>
                                        <p:strVal val="visible"/>
                                      </p:to>
                                    </p:set>
                                    <p:animEffect transition="in" filter="wipe(left)">
                                      <p:cBhvr>
                                        <p:cTn id="52" dur="500"/>
                                        <p:tgtEl>
                                          <p:spTgt spid="91"/>
                                        </p:tgtEl>
                                      </p:cBhvr>
                                    </p:animEffect>
                                  </p:childTnLst>
                                </p:cTn>
                              </p:par>
                            </p:childTnLst>
                          </p:cTn>
                        </p:par>
                        <p:par>
                          <p:cTn id="53" fill="hold">
                            <p:stCondLst>
                              <p:cond delay="5500"/>
                            </p:stCondLst>
                            <p:childTnLst>
                              <p:par>
                                <p:cTn id="54" presetID="17" presetClass="entr" presetSubtype="10" fill="hold" nodeType="afterEffect">
                                  <p:stCondLst>
                                    <p:cond delay="0"/>
                                  </p:stCondLst>
                                  <p:childTnLst>
                                    <p:set>
                                      <p:cBhvr>
                                        <p:cTn id="55" dur="1" fill="hold">
                                          <p:stCondLst>
                                            <p:cond delay="0"/>
                                          </p:stCondLst>
                                        </p:cTn>
                                        <p:tgtEl>
                                          <p:spTgt spid="154"/>
                                        </p:tgtEl>
                                        <p:attrNameLst>
                                          <p:attrName>style.visibility</p:attrName>
                                        </p:attrNameLst>
                                      </p:cBhvr>
                                      <p:to>
                                        <p:strVal val="visible"/>
                                      </p:to>
                                    </p:set>
                                    <p:anim calcmode="lin" valueType="num">
                                      <p:cBhvr>
                                        <p:cTn id="56" dur="500" fill="hold"/>
                                        <p:tgtEl>
                                          <p:spTgt spid="154"/>
                                        </p:tgtEl>
                                        <p:attrNameLst>
                                          <p:attrName>ppt_w</p:attrName>
                                        </p:attrNameLst>
                                      </p:cBhvr>
                                      <p:tavLst>
                                        <p:tav tm="0">
                                          <p:val>
                                            <p:fltVal val="0"/>
                                          </p:val>
                                        </p:tav>
                                        <p:tav tm="100000">
                                          <p:val>
                                            <p:strVal val="#ppt_w"/>
                                          </p:val>
                                        </p:tav>
                                      </p:tavLst>
                                    </p:anim>
                                    <p:anim calcmode="lin" valueType="num">
                                      <p:cBhvr>
                                        <p:cTn id="57" dur="500" fill="hold"/>
                                        <p:tgtEl>
                                          <p:spTgt spid="154"/>
                                        </p:tgtEl>
                                        <p:attrNameLst>
                                          <p:attrName>ppt_h</p:attrName>
                                        </p:attrNameLst>
                                      </p:cBhvr>
                                      <p:tavLst>
                                        <p:tav tm="0">
                                          <p:val>
                                            <p:strVal val="#ppt_h"/>
                                          </p:val>
                                        </p:tav>
                                        <p:tav tm="100000">
                                          <p:val>
                                            <p:strVal val="#ppt_h"/>
                                          </p:val>
                                        </p:tav>
                                      </p:tavLst>
                                    </p:anim>
                                  </p:childTnLst>
                                </p:cTn>
                              </p:par>
                            </p:childTnLst>
                          </p:cTn>
                        </p:par>
                        <p:par>
                          <p:cTn id="58" fill="hold">
                            <p:stCondLst>
                              <p:cond delay="6000"/>
                            </p:stCondLst>
                            <p:childTnLst>
                              <p:par>
                                <p:cTn id="59" presetID="22" presetClass="entr" presetSubtype="8" fill="hold" grpId="0" nodeType="afterEffect">
                                  <p:stCondLst>
                                    <p:cond delay="0"/>
                                  </p:stCondLst>
                                  <p:childTnLst>
                                    <p:set>
                                      <p:cBhvr>
                                        <p:cTn id="60" dur="1" fill="hold">
                                          <p:stCondLst>
                                            <p:cond delay="0"/>
                                          </p:stCondLst>
                                        </p:cTn>
                                        <p:tgtEl>
                                          <p:spTgt spid="92"/>
                                        </p:tgtEl>
                                        <p:attrNameLst>
                                          <p:attrName>style.visibility</p:attrName>
                                        </p:attrNameLst>
                                      </p:cBhvr>
                                      <p:to>
                                        <p:strVal val="visible"/>
                                      </p:to>
                                    </p:set>
                                    <p:animEffect transition="in" filter="wipe(left)">
                                      <p:cBhvr>
                                        <p:cTn id="61" dur="500"/>
                                        <p:tgtEl>
                                          <p:spTgt spid="92"/>
                                        </p:tgtEl>
                                      </p:cBhvr>
                                    </p:animEffect>
                                  </p:childTnLst>
                                </p:cTn>
                              </p:par>
                            </p:childTnLst>
                          </p:cTn>
                        </p:par>
                        <p:par>
                          <p:cTn id="62" fill="hold">
                            <p:stCondLst>
                              <p:cond delay="6500"/>
                            </p:stCondLst>
                            <p:childTnLst>
                              <p:par>
                                <p:cTn id="63" presetID="22" presetClass="entr" presetSubtype="8" fill="hold" nodeType="afterEffect">
                                  <p:stCondLst>
                                    <p:cond delay="0"/>
                                  </p:stCondLst>
                                  <p:childTnLst>
                                    <p:set>
                                      <p:cBhvr>
                                        <p:cTn id="64" dur="1" fill="hold">
                                          <p:stCondLst>
                                            <p:cond delay="0"/>
                                          </p:stCondLst>
                                        </p:cTn>
                                        <p:tgtEl>
                                          <p:spTgt spid="102"/>
                                        </p:tgtEl>
                                        <p:attrNameLst>
                                          <p:attrName>style.visibility</p:attrName>
                                        </p:attrNameLst>
                                      </p:cBhvr>
                                      <p:to>
                                        <p:strVal val="visible"/>
                                      </p:to>
                                    </p:set>
                                    <p:animEffect transition="in" filter="wipe(left)">
                                      <p:cBhvr>
                                        <p:cTn id="65" dur="500"/>
                                        <p:tgtEl>
                                          <p:spTgt spid="102"/>
                                        </p:tgtEl>
                                      </p:cBhvr>
                                    </p:animEffect>
                                  </p:childTnLst>
                                </p:cTn>
                              </p:par>
                            </p:childTnLst>
                          </p:cTn>
                        </p:par>
                        <p:par>
                          <p:cTn id="66" fill="hold">
                            <p:stCondLst>
                              <p:cond delay="7000"/>
                            </p:stCondLst>
                            <p:childTnLst>
                              <p:par>
                                <p:cTn id="67" presetID="17" presetClass="entr" presetSubtype="10" fill="hold" nodeType="afterEffect">
                                  <p:stCondLst>
                                    <p:cond delay="0"/>
                                  </p:stCondLst>
                                  <p:childTnLst>
                                    <p:set>
                                      <p:cBhvr>
                                        <p:cTn id="68" dur="1" fill="hold">
                                          <p:stCondLst>
                                            <p:cond delay="0"/>
                                          </p:stCondLst>
                                        </p:cTn>
                                        <p:tgtEl>
                                          <p:spTgt spid="156"/>
                                        </p:tgtEl>
                                        <p:attrNameLst>
                                          <p:attrName>style.visibility</p:attrName>
                                        </p:attrNameLst>
                                      </p:cBhvr>
                                      <p:to>
                                        <p:strVal val="visible"/>
                                      </p:to>
                                    </p:set>
                                    <p:anim calcmode="lin" valueType="num">
                                      <p:cBhvr>
                                        <p:cTn id="69" dur="500" fill="hold"/>
                                        <p:tgtEl>
                                          <p:spTgt spid="156"/>
                                        </p:tgtEl>
                                        <p:attrNameLst>
                                          <p:attrName>ppt_w</p:attrName>
                                        </p:attrNameLst>
                                      </p:cBhvr>
                                      <p:tavLst>
                                        <p:tav tm="0">
                                          <p:val>
                                            <p:fltVal val="0"/>
                                          </p:val>
                                        </p:tav>
                                        <p:tav tm="100000">
                                          <p:val>
                                            <p:strVal val="#ppt_w"/>
                                          </p:val>
                                        </p:tav>
                                      </p:tavLst>
                                    </p:anim>
                                    <p:anim calcmode="lin" valueType="num">
                                      <p:cBhvr>
                                        <p:cTn id="70" dur="500" fill="hold"/>
                                        <p:tgtEl>
                                          <p:spTgt spid="156"/>
                                        </p:tgtEl>
                                        <p:attrNameLst>
                                          <p:attrName>ppt_h</p:attrName>
                                        </p:attrNameLst>
                                      </p:cBhvr>
                                      <p:tavLst>
                                        <p:tav tm="0">
                                          <p:val>
                                            <p:strVal val="#ppt_h"/>
                                          </p:val>
                                        </p:tav>
                                        <p:tav tm="100000">
                                          <p:val>
                                            <p:strVal val="#ppt_h"/>
                                          </p:val>
                                        </p:tav>
                                      </p:tavLst>
                                    </p:anim>
                                  </p:childTnLst>
                                </p:cTn>
                              </p:par>
                            </p:childTnLst>
                          </p:cTn>
                        </p:par>
                        <p:par>
                          <p:cTn id="71" fill="hold">
                            <p:stCondLst>
                              <p:cond delay="7500"/>
                            </p:stCondLst>
                            <p:childTnLst>
                              <p:par>
                                <p:cTn id="72" presetID="22" presetClass="entr" presetSubtype="8" fill="hold" grpId="0" nodeType="afterEffect">
                                  <p:stCondLst>
                                    <p:cond delay="0"/>
                                  </p:stCondLst>
                                  <p:childTnLst>
                                    <p:set>
                                      <p:cBhvr>
                                        <p:cTn id="73" dur="1" fill="hold">
                                          <p:stCondLst>
                                            <p:cond delay="0"/>
                                          </p:stCondLst>
                                        </p:cTn>
                                        <p:tgtEl>
                                          <p:spTgt spid="101"/>
                                        </p:tgtEl>
                                        <p:attrNameLst>
                                          <p:attrName>style.visibility</p:attrName>
                                        </p:attrNameLst>
                                      </p:cBhvr>
                                      <p:to>
                                        <p:strVal val="visible"/>
                                      </p:to>
                                    </p:set>
                                    <p:animEffect transition="in" filter="wipe(left)">
                                      <p:cBhvr>
                                        <p:cTn id="74" dur="500"/>
                                        <p:tgtEl>
                                          <p:spTgt spid="101"/>
                                        </p:tgtEl>
                                      </p:cBhvr>
                                    </p:animEffect>
                                  </p:childTnLst>
                                </p:cTn>
                              </p:par>
                            </p:childTnLst>
                          </p:cTn>
                        </p:par>
                        <p:par>
                          <p:cTn id="75" fill="hold">
                            <p:stCondLst>
                              <p:cond delay="8000"/>
                            </p:stCondLst>
                            <p:childTnLst>
                              <p:par>
                                <p:cTn id="76" presetID="17" presetClass="entr" presetSubtype="10" fill="hold" nodeType="afterEffect">
                                  <p:stCondLst>
                                    <p:cond delay="0"/>
                                  </p:stCondLst>
                                  <p:childTnLst>
                                    <p:set>
                                      <p:cBhvr>
                                        <p:cTn id="77" dur="1" fill="hold">
                                          <p:stCondLst>
                                            <p:cond delay="0"/>
                                          </p:stCondLst>
                                        </p:cTn>
                                        <p:tgtEl>
                                          <p:spTgt spid="158"/>
                                        </p:tgtEl>
                                        <p:attrNameLst>
                                          <p:attrName>style.visibility</p:attrName>
                                        </p:attrNameLst>
                                      </p:cBhvr>
                                      <p:to>
                                        <p:strVal val="visible"/>
                                      </p:to>
                                    </p:set>
                                    <p:anim calcmode="lin" valueType="num">
                                      <p:cBhvr>
                                        <p:cTn id="78" dur="500" fill="hold"/>
                                        <p:tgtEl>
                                          <p:spTgt spid="158"/>
                                        </p:tgtEl>
                                        <p:attrNameLst>
                                          <p:attrName>ppt_w</p:attrName>
                                        </p:attrNameLst>
                                      </p:cBhvr>
                                      <p:tavLst>
                                        <p:tav tm="0">
                                          <p:val>
                                            <p:fltVal val="0"/>
                                          </p:val>
                                        </p:tav>
                                        <p:tav tm="100000">
                                          <p:val>
                                            <p:strVal val="#ppt_w"/>
                                          </p:val>
                                        </p:tav>
                                      </p:tavLst>
                                    </p:anim>
                                    <p:anim calcmode="lin" valueType="num">
                                      <p:cBhvr>
                                        <p:cTn id="79" dur="500" fill="hold"/>
                                        <p:tgtEl>
                                          <p:spTgt spid="158"/>
                                        </p:tgtEl>
                                        <p:attrNameLst>
                                          <p:attrName>ppt_h</p:attrName>
                                        </p:attrNameLst>
                                      </p:cBhvr>
                                      <p:tavLst>
                                        <p:tav tm="0">
                                          <p:val>
                                            <p:strVal val="#ppt_h"/>
                                          </p:val>
                                        </p:tav>
                                        <p:tav tm="100000">
                                          <p:val>
                                            <p:strVal val="#ppt_h"/>
                                          </p:val>
                                        </p:tav>
                                      </p:tavLst>
                                    </p:anim>
                                  </p:childTnLst>
                                </p:cTn>
                              </p:par>
                            </p:childTnLst>
                          </p:cTn>
                        </p:par>
                        <p:par>
                          <p:cTn id="80" fill="hold">
                            <p:stCondLst>
                              <p:cond delay="8500"/>
                            </p:stCondLst>
                            <p:childTnLst>
                              <p:par>
                                <p:cTn id="81" presetID="22" presetClass="entr" presetSubtype="8" fill="hold" grpId="0" nodeType="afterEffect">
                                  <p:stCondLst>
                                    <p:cond delay="0"/>
                                  </p:stCondLst>
                                  <p:childTnLst>
                                    <p:set>
                                      <p:cBhvr>
                                        <p:cTn id="82" dur="1" fill="hold">
                                          <p:stCondLst>
                                            <p:cond delay="0"/>
                                          </p:stCondLst>
                                        </p:cTn>
                                        <p:tgtEl>
                                          <p:spTgt spid="103"/>
                                        </p:tgtEl>
                                        <p:attrNameLst>
                                          <p:attrName>style.visibility</p:attrName>
                                        </p:attrNameLst>
                                      </p:cBhvr>
                                      <p:to>
                                        <p:strVal val="visible"/>
                                      </p:to>
                                    </p:set>
                                    <p:animEffect transition="in" filter="wipe(left)">
                                      <p:cBhvr>
                                        <p:cTn id="83" dur="500"/>
                                        <p:tgtEl>
                                          <p:spTgt spid="103"/>
                                        </p:tgtEl>
                                      </p:cBhvr>
                                    </p:animEffect>
                                  </p:childTnLst>
                                </p:cTn>
                              </p:par>
                            </p:childTnLst>
                          </p:cTn>
                        </p:par>
                        <p:par>
                          <p:cTn id="84" fill="hold">
                            <p:stCondLst>
                              <p:cond delay="9000"/>
                            </p:stCondLst>
                            <p:childTnLst>
                              <p:par>
                                <p:cTn id="85" presetID="17" presetClass="entr" presetSubtype="10" fill="hold" nodeType="afterEffect">
                                  <p:stCondLst>
                                    <p:cond delay="0"/>
                                  </p:stCondLst>
                                  <p:childTnLst>
                                    <p:set>
                                      <p:cBhvr>
                                        <p:cTn id="86" dur="1" fill="hold">
                                          <p:stCondLst>
                                            <p:cond delay="0"/>
                                          </p:stCondLst>
                                        </p:cTn>
                                        <p:tgtEl>
                                          <p:spTgt spid="160"/>
                                        </p:tgtEl>
                                        <p:attrNameLst>
                                          <p:attrName>style.visibility</p:attrName>
                                        </p:attrNameLst>
                                      </p:cBhvr>
                                      <p:to>
                                        <p:strVal val="visible"/>
                                      </p:to>
                                    </p:set>
                                    <p:anim calcmode="lin" valueType="num">
                                      <p:cBhvr>
                                        <p:cTn id="87" dur="500" fill="hold"/>
                                        <p:tgtEl>
                                          <p:spTgt spid="160"/>
                                        </p:tgtEl>
                                        <p:attrNameLst>
                                          <p:attrName>ppt_w</p:attrName>
                                        </p:attrNameLst>
                                      </p:cBhvr>
                                      <p:tavLst>
                                        <p:tav tm="0">
                                          <p:val>
                                            <p:fltVal val="0"/>
                                          </p:val>
                                        </p:tav>
                                        <p:tav tm="100000">
                                          <p:val>
                                            <p:strVal val="#ppt_w"/>
                                          </p:val>
                                        </p:tav>
                                      </p:tavLst>
                                    </p:anim>
                                    <p:anim calcmode="lin" valueType="num">
                                      <p:cBhvr>
                                        <p:cTn id="88" dur="500" fill="hold"/>
                                        <p:tgtEl>
                                          <p:spTgt spid="160"/>
                                        </p:tgtEl>
                                        <p:attrNameLst>
                                          <p:attrName>ppt_h</p:attrName>
                                        </p:attrNameLst>
                                      </p:cBhvr>
                                      <p:tavLst>
                                        <p:tav tm="0">
                                          <p:val>
                                            <p:strVal val="#ppt_h"/>
                                          </p:val>
                                        </p:tav>
                                        <p:tav tm="100000">
                                          <p:val>
                                            <p:strVal val="#ppt_h"/>
                                          </p:val>
                                        </p:tav>
                                      </p:tavLst>
                                    </p:anim>
                                  </p:childTnLst>
                                </p:cTn>
                              </p:par>
                            </p:childTnLst>
                          </p:cTn>
                        </p:par>
                        <p:par>
                          <p:cTn id="89" fill="hold">
                            <p:stCondLst>
                              <p:cond delay="9500"/>
                            </p:stCondLst>
                            <p:childTnLst>
                              <p:par>
                                <p:cTn id="90" presetID="22" presetClass="entr" presetSubtype="8" fill="hold" grpId="0" nodeType="afterEffect">
                                  <p:stCondLst>
                                    <p:cond delay="0"/>
                                  </p:stCondLst>
                                  <p:childTnLst>
                                    <p:set>
                                      <p:cBhvr>
                                        <p:cTn id="91" dur="1" fill="hold">
                                          <p:stCondLst>
                                            <p:cond delay="0"/>
                                          </p:stCondLst>
                                        </p:cTn>
                                        <p:tgtEl>
                                          <p:spTgt spid="109"/>
                                        </p:tgtEl>
                                        <p:attrNameLst>
                                          <p:attrName>style.visibility</p:attrName>
                                        </p:attrNameLst>
                                      </p:cBhvr>
                                      <p:to>
                                        <p:strVal val="visible"/>
                                      </p:to>
                                    </p:set>
                                    <p:animEffect transition="in" filter="wipe(left)">
                                      <p:cBhvr>
                                        <p:cTn id="92" dur="500"/>
                                        <p:tgtEl>
                                          <p:spTgt spid="109"/>
                                        </p:tgtEl>
                                      </p:cBhvr>
                                    </p:animEffect>
                                  </p:childTnLst>
                                </p:cTn>
                              </p:par>
                            </p:childTnLst>
                          </p:cTn>
                        </p:par>
                        <p:par>
                          <p:cTn id="93" fill="hold">
                            <p:stCondLst>
                              <p:cond delay="10000"/>
                            </p:stCondLst>
                            <p:childTnLst>
                              <p:par>
                                <p:cTn id="94" presetID="17" presetClass="entr" presetSubtype="10" fill="hold" nodeType="afterEffect">
                                  <p:stCondLst>
                                    <p:cond delay="0"/>
                                  </p:stCondLst>
                                  <p:childTnLst>
                                    <p:set>
                                      <p:cBhvr>
                                        <p:cTn id="95" dur="1" fill="hold">
                                          <p:stCondLst>
                                            <p:cond delay="0"/>
                                          </p:stCondLst>
                                        </p:cTn>
                                        <p:tgtEl>
                                          <p:spTgt spid="162"/>
                                        </p:tgtEl>
                                        <p:attrNameLst>
                                          <p:attrName>style.visibility</p:attrName>
                                        </p:attrNameLst>
                                      </p:cBhvr>
                                      <p:to>
                                        <p:strVal val="visible"/>
                                      </p:to>
                                    </p:set>
                                    <p:anim calcmode="lin" valueType="num">
                                      <p:cBhvr>
                                        <p:cTn id="96" dur="500" fill="hold"/>
                                        <p:tgtEl>
                                          <p:spTgt spid="162"/>
                                        </p:tgtEl>
                                        <p:attrNameLst>
                                          <p:attrName>ppt_w</p:attrName>
                                        </p:attrNameLst>
                                      </p:cBhvr>
                                      <p:tavLst>
                                        <p:tav tm="0">
                                          <p:val>
                                            <p:fltVal val="0"/>
                                          </p:val>
                                        </p:tav>
                                        <p:tav tm="100000">
                                          <p:val>
                                            <p:strVal val="#ppt_w"/>
                                          </p:val>
                                        </p:tav>
                                      </p:tavLst>
                                    </p:anim>
                                    <p:anim calcmode="lin" valueType="num">
                                      <p:cBhvr>
                                        <p:cTn id="97" dur="500" fill="hold"/>
                                        <p:tgtEl>
                                          <p:spTgt spid="162"/>
                                        </p:tgtEl>
                                        <p:attrNameLst>
                                          <p:attrName>ppt_h</p:attrName>
                                        </p:attrNameLst>
                                      </p:cBhvr>
                                      <p:tavLst>
                                        <p:tav tm="0">
                                          <p:val>
                                            <p:strVal val="#ppt_h"/>
                                          </p:val>
                                        </p:tav>
                                        <p:tav tm="100000">
                                          <p:val>
                                            <p:strVal val="#ppt_h"/>
                                          </p:val>
                                        </p:tav>
                                      </p:tavLst>
                                    </p:anim>
                                  </p:childTnLst>
                                </p:cTn>
                              </p:par>
                            </p:childTnLst>
                          </p:cTn>
                        </p:par>
                        <p:par>
                          <p:cTn id="98" fill="hold">
                            <p:stCondLst>
                              <p:cond delay="10500"/>
                            </p:stCondLst>
                            <p:childTnLst>
                              <p:par>
                                <p:cTn id="99" presetID="22" presetClass="entr" presetSubtype="8" fill="hold" grpId="0" nodeType="afterEffect">
                                  <p:stCondLst>
                                    <p:cond delay="0"/>
                                  </p:stCondLst>
                                  <p:childTnLst>
                                    <p:set>
                                      <p:cBhvr>
                                        <p:cTn id="100" dur="1" fill="hold">
                                          <p:stCondLst>
                                            <p:cond delay="0"/>
                                          </p:stCondLst>
                                        </p:cTn>
                                        <p:tgtEl>
                                          <p:spTgt spid="118"/>
                                        </p:tgtEl>
                                        <p:attrNameLst>
                                          <p:attrName>style.visibility</p:attrName>
                                        </p:attrNameLst>
                                      </p:cBhvr>
                                      <p:to>
                                        <p:strVal val="visible"/>
                                      </p:to>
                                    </p:set>
                                    <p:animEffect transition="in" filter="wipe(left)">
                                      <p:cBhvr>
                                        <p:cTn id="101" dur="500"/>
                                        <p:tgtEl>
                                          <p:spTgt spid="118"/>
                                        </p:tgtEl>
                                      </p:cBhvr>
                                    </p:animEffect>
                                  </p:childTnLst>
                                </p:cTn>
                              </p:par>
                            </p:childTnLst>
                          </p:cTn>
                        </p:par>
                        <p:par>
                          <p:cTn id="102" fill="hold">
                            <p:stCondLst>
                              <p:cond delay="11000"/>
                            </p:stCondLst>
                            <p:childTnLst>
                              <p:par>
                                <p:cTn id="103" presetID="17" presetClass="entr" presetSubtype="10" fill="hold" nodeType="afterEffect">
                                  <p:stCondLst>
                                    <p:cond delay="0"/>
                                  </p:stCondLst>
                                  <p:childTnLst>
                                    <p:set>
                                      <p:cBhvr>
                                        <p:cTn id="104" dur="1" fill="hold">
                                          <p:stCondLst>
                                            <p:cond delay="0"/>
                                          </p:stCondLst>
                                        </p:cTn>
                                        <p:tgtEl>
                                          <p:spTgt spid="164"/>
                                        </p:tgtEl>
                                        <p:attrNameLst>
                                          <p:attrName>style.visibility</p:attrName>
                                        </p:attrNameLst>
                                      </p:cBhvr>
                                      <p:to>
                                        <p:strVal val="visible"/>
                                      </p:to>
                                    </p:set>
                                    <p:anim calcmode="lin" valueType="num">
                                      <p:cBhvr>
                                        <p:cTn id="105" dur="500" fill="hold"/>
                                        <p:tgtEl>
                                          <p:spTgt spid="164"/>
                                        </p:tgtEl>
                                        <p:attrNameLst>
                                          <p:attrName>ppt_w</p:attrName>
                                        </p:attrNameLst>
                                      </p:cBhvr>
                                      <p:tavLst>
                                        <p:tav tm="0">
                                          <p:val>
                                            <p:fltVal val="0"/>
                                          </p:val>
                                        </p:tav>
                                        <p:tav tm="100000">
                                          <p:val>
                                            <p:strVal val="#ppt_w"/>
                                          </p:val>
                                        </p:tav>
                                      </p:tavLst>
                                    </p:anim>
                                    <p:anim calcmode="lin" valueType="num">
                                      <p:cBhvr>
                                        <p:cTn id="106" dur="500" fill="hold"/>
                                        <p:tgtEl>
                                          <p:spTgt spid="164"/>
                                        </p:tgtEl>
                                        <p:attrNameLst>
                                          <p:attrName>ppt_h</p:attrName>
                                        </p:attrNameLst>
                                      </p:cBhvr>
                                      <p:tavLst>
                                        <p:tav tm="0">
                                          <p:val>
                                            <p:strVal val="#ppt_h"/>
                                          </p:val>
                                        </p:tav>
                                        <p:tav tm="100000">
                                          <p:val>
                                            <p:strVal val="#ppt_h"/>
                                          </p:val>
                                        </p:tav>
                                      </p:tavLst>
                                    </p:anim>
                                  </p:childTnLst>
                                </p:cTn>
                              </p:par>
                            </p:childTnLst>
                          </p:cTn>
                        </p:par>
                        <p:par>
                          <p:cTn id="107" fill="hold">
                            <p:stCondLst>
                              <p:cond delay="11500"/>
                            </p:stCondLst>
                            <p:childTnLst>
                              <p:par>
                                <p:cTn id="108" presetID="12" presetClass="entr" presetSubtype="8" fill="hold" nodeType="afterEffect">
                                  <p:stCondLst>
                                    <p:cond delay="0"/>
                                  </p:stCondLst>
                                  <p:childTnLst>
                                    <p:set>
                                      <p:cBhvr>
                                        <p:cTn id="109" dur="1" fill="hold">
                                          <p:stCondLst>
                                            <p:cond delay="0"/>
                                          </p:stCondLst>
                                        </p:cTn>
                                        <p:tgtEl>
                                          <p:spTgt spid="131"/>
                                        </p:tgtEl>
                                        <p:attrNameLst>
                                          <p:attrName>style.visibility</p:attrName>
                                        </p:attrNameLst>
                                      </p:cBhvr>
                                      <p:to>
                                        <p:strVal val="visible"/>
                                      </p:to>
                                    </p:set>
                                    <p:animEffect transition="in" filter="slide(fromLeft)">
                                      <p:cBhvr>
                                        <p:cTn id="110" dur="500"/>
                                        <p:tgtEl>
                                          <p:spTgt spid="131"/>
                                        </p:tgtEl>
                                      </p:cBhvr>
                                    </p:animEffect>
                                  </p:childTnLst>
                                </p:cTn>
                              </p:par>
                            </p:childTnLst>
                          </p:cTn>
                        </p:par>
                        <p:par>
                          <p:cTn id="111" fill="hold">
                            <p:stCondLst>
                              <p:cond delay="12000"/>
                            </p:stCondLst>
                            <p:childTnLst>
                              <p:par>
                                <p:cTn id="112" presetID="53" presetClass="entr" presetSubtype="0" fill="hold" nodeType="afterEffect">
                                  <p:stCondLst>
                                    <p:cond delay="0"/>
                                  </p:stCondLst>
                                  <p:childTnLst>
                                    <p:set>
                                      <p:cBhvr>
                                        <p:cTn id="113" dur="1" fill="hold">
                                          <p:stCondLst>
                                            <p:cond delay="0"/>
                                          </p:stCondLst>
                                        </p:cTn>
                                        <p:tgtEl>
                                          <p:spTgt spid="150"/>
                                        </p:tgtEl>
                                        <p:attrNameLst>
                                          <p:attrName>style.visibility</p:attrName>
                                        </p:attrNameLst>
                                      </p:cBhvr>
                                      <p:to>
                                        <p:strVal val="visible"/>
                                      </p:to>
                                    </p:set>
                                    <p:anim calcmode="lin" valueType="num">
                                      <p:cBhvr>
                                        <p:cTn id="114" dur="500" fill="hold"/>
                                        <p:tgtEl>
                                          <p:spTgt spid="150"/>
                                        </p:tgtEl>
                                        <p:attrNameLst>
                                          <p:attrName>ppt_w</p:attrName>
                                        </p:attrNameLst>
                                      </p:cBhvr>
                                      <p:tavLst>
                                        <p:tav tm="0">
                                          <p:val>
                                            <p:fltVal val="0"/>
                                          </p:val>
                                        </p:tav>
                                        <p:tav tm="100000">
                                          <p:val>
                                            <p:strVal val="#ppt_w"/>
                                          </p:val>
                                        </p:tav>
                                      </p:tavLst>
                                    </p:anim>
                                    <p:anim calcmode="lin" valueType="num">
                                      <p:cBhvr>
                                        <p:cTn id="115" dur="500" fill="hold"/>
                                        <p:tgtEl>
                                          <p:spTgt spid="150"/>
                                        </p:tgtEl>
                                        <p:attrNameLst>
                                          <p:attrName>ppt_h</p:attrName>
                                        </p:attrNameLst>
                                      </p:cBhvr>
                                      <p:tavLst>
                                        <p:tav tm="0">
                                          <p:val>
                                            <p:fltVal val="0"/>
                                          </p:val>
                                        </p:tav>
                                        <p:tav tm="100000">
                                          <p:val>
                                            <p:strVal val="#ppt_h"/>
                                          </p:val>
                                        </p:tav>
                                      </p:tavLst>
                                    </p:anim>
                                    <p:animEffect transition="in" filter="fade">
                                      <p:cBhvr>
                                        <p:cTn id="116" dur="5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3" grpId="0" animBg="1"/>
      <p:bldP spid="109" grpId="0" animBg="1"/>
      <p:bldP spid="118" grpId="0" animBg="1"/>
      <p:bldP spid="87" grpId="0" animBg="1"/>
      <p:bldP spid="88" grpId="0" animBg="1"/>
      <p:bldP spid="89" grpId="0" animBg="1"/>
      <p:bldP spid="90" grpId="0" animBg="1"/>
      <p:bldP spid="91" grpId="0" animBg="1"/>
      <p:bldP spid="9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Brand Tree</a:t>
            </a:r>
          </a:p>
        </p:txBody>
      </p:sp>
      <p:grpSp>
        <p:nvGrpSpPr>
          <p:cNvPr id="118" name="그룹 117"/>
          <p:cNvGrpSpPr/>
          <p:nvPr/>
        </p:nvGrpSpPr>
        <p:grpSpPr>
          <a:xfrm>
            <a:off x="2597519" y="1035893"/>
            <a:ext cx="3327920" cy="4108208"/>
            <a:chOff x="3570263" y="860356"/>
            <a:chExt cx="3763039" cy="4645348"/>
          </a:xfrm>
        </p:grpSpPr>
        <p:grpSp>
          <p:nvGrpSpPr>
            <p:cNvPr id="4" name="그룹 3"/>
            <p:cNvGrpSpPr/>
            <p:nvPr/>
          </p:nvGrpSpPr>
          <p:grpSpPr>
            <a:xfrm>
              <a:off x="3570263" y="860356"/>
              <a:ext cx="3763039" cy="2868981"/>
              <a:chOff x="3570263" y="860356"/>
              <a:chExt cx="3763039" cy="2868981"/>
            </a:xfrm>
          </p:grpSpPr>
          <p:sp>
            <p:nvSpPr>
              <p:cNvPr id="140" name="타원 139"/>
              <p:cNvSpPr/>
              <p:nvPr/>
            </p:nvSpPr>
            <p:spPr>
              <a:xfrm>
                <a:off x="4576289" y="860356"/>
                <a:ext cx="803675" cy="803675"/>
              </a:xfrm>
              <a:prstGeom prst="ellipse">
                <a:avLst/>
              </a:prstGeom>
              <a:solidFill>
                <a:schemeClr val="accent1">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1" name="타원 140"/>
              <p:cNvSpPr/>
              <p:nvPr/>
            </p:nvSpPr>
            <p:spPr>
              <a:xfrm>
                <a:off x="4254832" y="1775748"/>
                <a:ext cx="896383" cy="896383"/>
              </a:xfrm>
              <a:prstGeom prst="ellipse">
                <a:avLst/>
              </a:prstGeom>
              <a:solidFill>
                <a:schemeClr val="accent1">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2" name="타원 141"/>
              <p:cNvSpPr/>
              <p:nvPr/>
            </p:nvSpPr>
            <p:spPr>
              <a:xfrm>
                <a:off x="5528919" y="1967260"/>
                <a:ext cx="811266" cy="811266"/>
              </a:xfrm>
              <a:prstGeom prst="ellipse">
                <a:avLst/>
              </a:prstGeom>
              <a:solidFill>
                <a:schemeClr val="accent1">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3" name="타원 142"/>
              <p:cNvSpPr/>
              <p:nvPr/>
            </p:nvSpPr>
            <p:spPr>
              <a:xfrm>
                <a:off x="4185675" y="1262193"/>
                <a:ext cx="1110699" cy="1110699"/>
              </a:xfrm>
              <a:prstGeom prst="ellipse">
                <a:avLst/>
              </a:prstGeom>
              <a:solidFill>
                <a:schemeClr val="accent1">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4" name="타원 143"/>
              <p:cNvSpPr/>
              <p:nvPr/>
            </p:nvSpPr>
            <p:spPr>
              <a:xfrm>
                <a:off x="3988844" y="1296401"/>
                <a:ext cx="1220889" cy="1220889"/>
              </a:xfrm>
              <a:prstGeom prst="ellipse">
                <a:avLst/>
              </a:prstGeom>
              <a:solidFill>
                <a:schemeClr val="accent1">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5" name="타원 144"/>
              <p:cNvSpPr/>
              <p:nvPr/>
            </p:nvSpPr>
            <p:spPr>
              <a:xfrm>
                <a:off x="5528919" y="1356815"/>
                <a:ext cx="1220889" cy="1220889"/>
              </a:xfrm>
              <a:prstGeom prst="ellipse">
                <a:avLst/>
              </a:prstGeom>
              <a:solidFill>
                <a:schemeClr val="accent1">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6" name="타원 145"/>
              <p:cNvSpPr/>
              <p:nvPr/>
            </p:nvSpPr>
            <p:spPr>
              <a:xfrm>
                <a:off x="4705683" y="1511089"/>
                <a:ext cx="1143754" cy="1143754"/>
              </a:xfrm>
              <a:prstGeom prst="ellipse">
                <a:avLst/>
              </a:prstGeom>
              <a:solidFill>
                <a:schemeClr val="accent1">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7" name="타원 146"/>
              <p:cNvSpPr/>
              <p:nvPr/>
            </p:nvSpPr>
            <p:spPr>
              <a:xfrm>
                <a:off x="6436919" y="2778526"/>
                <a:ext cx="896383" cy="896383"/>
              </a:xfrm>
              <a:prstGeom prst="ellipse">
                <a:avLst/>
              </a:prstGeom>
              <a:solidFill>
                <a:schemeClr val="accent1">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8" name="타원 147"/>
              <p:cNvSpPr/>
              <p:nvPr/>
            </p:nvSpPr>
            <p:spPr>
              <a:xfrm>
                <a:off x="3570263" y="2508448"/>
                <a:ext cx="1220889" cy="1220889"/>
              </a:xfrm>
              <a:prstGeom prst="ellipse">
                <a:avLst/>
              </a:prstGeom>
              <a:solidFill>
                <a:schemeClr val="accent1">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7" name="그룹 6"/>
            <p:cNvGrpSpPr/>
            <p:nvPr/>
          </p:nvGrpSpPr>
          <p:grpSpPr>
            <a:xfrm>
              <a:off x="3843821" y="1185589"/>
              <a:ext cx="3167322" cy="2597792"/>
              <a:chOff x="3843821" y="1185589"/>
              <a:chExt cx="3167322" cy="2597792"/>
            </a:xfrm>
          </p:grpSpPr>
          <p:sp>
            <p:nvSpPr>
              <p:cNvPr id="161" name="타원 160"/>
              <p:cNvSpPr/>
              <p:nvPr/>
            </p:nvSpPr>
            <p:spPr>
              <a:xfrm>
                <a:off x="6380441" y="1537347"/>
                <a:ext cx="49480" cy="49480"/>
              </a:xfrm>
              <a:prstGeom prst="ellipse">
                <a:avLst/>
              </a:prstGeom>
              <a:solidFill>
                <a:schemeClr val="accent1">
                  <a:alpha val="3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2" name="타원 161"/>
              <p:cNvSpPr/>
              <p:nvPr/>
            </p:nvSpPr>
            <p:spPr>
              <a:xfrm>
                <a:off x="6513833" y="2925323"/>
                <a:ext cx="357666" cy="357666"/>
              </a:xfrm>
              <a:prstGeom prst="ellipse">
                <a:avLst/>
              </a:prstGeom>
              <a:solidFill>
                <a:schemeClr val="accent1">
                  <a:alpha val="3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3" name="타원 162"/>
              <p:cNvSpPr/>
              <p:nvPr/>
            </p:nvSpPr>
            <p:spPr>
              <a:xfrm>
                <a:off x="5908708" y="1226319"/>
                <a:ext cx="357666" cy="357666"/>
              </a:xfrm>
              <a:prstGeom prst="ellipse">
                <a:avLst/>
              </a:prstGeom>
              <a:solidFill>
                <a:schemeClr val="accent1">
                  <a:alpha val="3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4" name="타원 163"/>
              <p:cNvSpPr/>
              <p:nvPr/>
            </p:nvSpPr>
            <p:spPr>
              <a:xfrm>
                <a:off x="3843821" y="1973778"/>
                <a:ext cx="491492" cy="491492"/>
              </a:xfrm>
              <a:prstGeom prst="ellipse">
                <a:avLst/>
              </a:prstGeom>
              <a:solidFill>
                <a:schemeClr val="accent1">
                  <a:alpha val="3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5" name="타원 164"/>
              <p:cNvSpPr/>
              <p:nvPr/>
            </p:nvSpPr>
            <p:spPr>
              <a:xfrm>
                <a:off x="4867195" y="1418329"/>
                <a:ext cx="491492" cy="491492"/>
              </a:xfrm>
              <a:prstGeom prst="ellipse">
                <a:avLst/>
              </a:prstGeom>
              <a:solidFill>
                <a:schemeClr val="accent1">
                  <a:alpha val="3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6" name="타원 165"/>
              <p:cNvSpPr/>
              <p:nvPr/>
            </p:nvSpPr>
            <p:spPr>
              <a:xfrm>
                <a:off x="6519651" y="1709255"/>
                <a:ext cx="491492" cy="491492"/>
              </a:xfrm>
              <a:prstGeom prst="ellipse">
                <a:avLst/>
              </a:prstGeom>
              <a:solidFill>
                <a:schemeClr val="accent1">
                  <a:alpha val="3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7" name="타원 166"/>
              <p:cNvSpPr/>
              <p:nvPr/>
            </p:nvSpPr>
            <p:spPr>
              <a:xfrm>
                <a:off x="6176359" y="2686764"/>
                <a:ext cx="491492" cy="491492"/>
              </a:xfrm>
              <a:prstGeom prst="ellipse">
                <a:avLst/>
              </a:prstGeom>
              <a:solidFill>
                <a:schemeClr val="accent1">
                  <a:alpha val="3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8" name="타원 167"/>
              <p:cNvSpPr/>
              <p:nvPr/>
            </p:nvSpPr>
            <p:spPr>
              <a:xfrm>
                <a:off x="4814828" y="2774042"/>
                <a:ext cx="433307" cy="433307"/>
              </a:xfrm>
              <a:prstGeom prst="ellipse">
                <a:avLst/>
              </a:prstGeom>
              <a:solidFill>
                <a:schemeClr val="accent1">
                  <a:alpha val="3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9" name="타원 168"/>
              <p:cNvSpPr/>
              <p:nvPr/>
            </p:nvSpPr>
            <p:spPr>
              <a:xfrm>
                <a:off x="4075878" y="2640216"/>
                <a:ext cx="1143165" cy="1143165"/>
              </a:xfrm>
              <a:prstGeom prst="ellipse">
                <a:avLst/>
              </a:prstGeom>
              <a:solidFill>
                <a:schemeClr val="accent1">
                  <a:alpha val="3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0" name="타원 169"/>
              <p:cNvSpPr/>
              <p:nvPr/>
            </p:nvSpPr>
            <p:spPr>
              <a:xfrm>
                <a:off x="6187996" y="1185589"/>
                <a:ext cx="183111" cy="183111"/>
              </a:xfrm>
              <a:prstGeom prst="ellipse">
                <a:avLst/>
              </a:prstGeom>
              <a:solidFill>
                <a:schemeClr val="accent1">
                  <a:alpha val="3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2" name="그룹 1"/>
            <p:cNvGrpSpPr/>
            <p:nvPr/>
          </p:nvGrpSpPr>
          <p:grpSpPr>
            <a:xfrm>
              <a:off x="3697661" y="1782782"/>
              <a:ext cx="3222823" cy="3722922"/>
              <a:chOff x="3697661" y="1782782"/>
              <a:chExt cx="3222823" cy="3722922"/>
            </a:xfrm>
          </p:grpSpPr>
          <p:sp>
            <p:nvSpPr>
              <p:cNvPr id="216" name="직사각형 215"/>
              <p:cNvSpPr/>
              <p:nvPr/>
            </p:nvSpPr>
            <p:spPr>
              <a:xfrm flipH="1" flipV="1">
                <a:off x="6394785" y="2652803"/>
                <a:ext cx="476714" cy="98960"/>
              </a:xfrm>
              <a:prstGeom prst="rect">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17" name="도넛 9"/>
              <p:cNvSpPr/>
              <p:nvPr/>
            </p:nvSpPr>
            <p:spPr>
              <a:xfrm rot="5400000" flipH="1" flipV="1">
                <a:off x="6196865" y="2652803"/>
                <a:ext cx="197921" cy="197921"/>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18" name="직사각형 217"/>
              <p:cNvSpPr/>
              <p:nvPr/>
            </p:nvSpPr>
            <p:spPr>
              <a:xfrm rot="16200000" flipH="1" flipV="1">
                <a:off x="5874109" y="3173482"/>
                <a:ext cx="744471" cy="98961"/>
              </a:xfrm>
              <a:prstGeom prst="rect">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19" name="타원 218"/>
              <p:cNvSpPr/>
              <p:nvPr/>
            </p:nvSpPr>
            <p:spPr>
              <a:xfrm flipH="1">
                <a:off x="6822513" y="2653794"/>
                <a:ext cx="97971" cy="97971"/>
              </a:xfrm>
              <a:prstGeom prst="ellipse">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20" name="도넛 9"/>
              <p:cNvSpPr/>
              <p:nvPr/>
            </p:nvSpPr>
            <p:spPr>
              <a:xfrm rot="5400000">
                <a:off x="6099324" y="3595198"/>
                <a:ext cx="197921" cy="197921"/>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21" name="직사각형 220"/>
              <p:cNvSpPr/>
              <p:nvPr/>
            </p:nvSpPr>
            <p:spPr>
              <a:xfrm rot="10800000" flipH="1" flipV="1">
                <a:off x="5908717" y="3694144"/>
                <a:ext cx="190612" cy="98960"/>
              </a:xfrm>
              <a:prstGeom prst="rect">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196" name="타원 145"/>
              <p:cNvSpPr/>
              <p:nvPr/>
            </p:nvSpPr>
            <p:spPr>
              <a:xfrm flipH="1">
                <a:off x="5908708" y="3793116"/>
                <a:ext cx="98960" cy="98960"/>
              </a:xfrm>
              <a:custGeom>
                <a:avLst/>
                <a:gdLst/>
                <a:ahLst/>
                <a:cxnLst/>
                <a:rect l="l" t="t" r="r" b="b"/>
                <a:pathLst>
                  <a:path w="54000" h="54000">
                    <a:moveTo>
                      <a:pt x="54000" y="53460"/>
                    </a:moveTo>
                    <a:lnTo>
                      <a:pt x="53891" y="54000"/>
                    </a:lnTo>
                    <a:lnTo>
                      <a:pt x="54000" y="54000"/>
                    </a:lnTo>
                    <a:close/>
                    <a:moveTo>
                      <a:pt x="540" y="0"/>
                    </a:moveTo>
                    <a:lnTo>
                      <a:pt x="0" y="0"/>
                    </a:lnTo>
                    <a:lnTo>
                      <a:pt x="0" y="109"/>
                    </a:lnTo>
                    <a:cubicBezTo>
                      <a:pt x="179" y="1"/>
                      <a:pt x="360" y="0"/>
                      <a:pt x="540" y="0"/>
                    </a:cubicBezTo>
                    <a:close/>
                    <a:moveTo>
                      <a:pt x="54000" y="0"/>
                    </a:moveTo>
                    <a:lnTo>
                      <a:pt x="540" y="0"/>
                    </a:lnTo>
                    <a:cubicBezTo>
                      <a:pt x="30065" y="0"/>
                      <a:pt x="54000" y="23935"/>
                      <a:pt x="54000" y="5346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22" name="직사각형 221"/>
              <p:cNvSpPr/>
              <p:nvPr/>
            </p:nvSpPr>
            <p:spPr>
              <a:xfrm flipV="1">
                <a:off x="4978127" y="3158357"/>
                <a:ext cx="48866" cy="98960"/>
              </a:xfrm>
              <a:prstGeom prst="rect">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23" name="도넛 9"/>
              <p:cNvSpPr/>
              <p:nvPr/>
            </p:nvSpPr>
            <p:spPr>
              <a:xfrm rot="16200000" flipV="1">
                <a:off x="5026993" y="3158357"/>
                <a:ext cx="197921" cy="197921"/>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24" name="직사각형 223"/>
              <p:cNvSpPr/>
              <p:nvPr/>
            </p:nvSpPr>
            <p:spPr>
              <a:xfrm rot="5400000" flipV="1">
                <a:off x="4887656" y="3594575"/>
                <a:ext cx="575555" cy="98960"/>
              </a:xfrm>
              <a:prstGeom prst="rect">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25" name="타원 224"/>
              <p:cNvSpPr/>
              <p:nvPr/>
            </p:nvSpPr>
            <p:spPr>
              <a:xfrm>
                <a:off x="4428951" y="1782782"/>
                <a:ext cx="97971" cy="97971"/>
              </a:xfrm>
              <a:prstGeom prst="ellipse">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26" name="도넛 9"/>
              <p:cNvSpPr/>
              <p:nvPr/>
            </p:nvSpPr>
            <p:spPr>
              <a:xfrm rot="16200000" flipH="1">
                <a:off x="4780204" y="3059397"/>
                <a:ext cx="197921" cy="197921"/>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27" name="직사각형 226"/>
              <p:cNvSpPr/>
              <p:nvPr/>
            </p:nvSpPr>
            <p:spPr>
              <a:xfrm rot="5400000" flipV="1">
                <a:off x="4290335" y="2470570"/>
                <a:ext cx="1078693" cy="98960"/>
              </a:xfrm>
              <a:prstGeom prst="rect">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28" name="도넛 9"/>
              <p:cNvSpPr/>
              <p:nvPr/>
            </p:nvSpPr>
            <p:spPr>
              <a:xfrm rot="16200000" flipH="1">
                <a:off x="5124535" y="3931833"/>
                <a:ext cx="197921" cy="197921"/>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29" name="직사각형 228"/>
              <p:cNvSpPr/>
              <p:nvPr/>
            </p:nvSpPr>
            <p:spPr>
              <a:xfrm rot="10800000" flipV="1">
                <a:off x="5322454" y="4030793"/>
                <a:ext cx="74220" cy="98960"/>
              </a:xfrm>
              <a:prstGeom prst="rect">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30" name="직사각형 229"/>
              <p:cNvSpPr/>
              <p:nvPr/>
            </p:nvSpPr>
            <p:spPr>
              <a:xfrm flipV="1">
                <a:off x="4477938" y="1782782"/>
                <a:ext cx="203306" cy="98960"/>
              </a:xfrm>
              <a:prstGeom prst="rect">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31" name="도넛 9"/>
              <p:cNvSpPr/>
              <p:nvPr/>
            </p:nvSpPr>
            <p:spPr>
              <a:xfrm rot="16200000" flipV="1">
                <a:off x="4681249" y="1782782"/>
                <a:ext cx="197921" cy="197921"/>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98" name="타원 145"/>
              <p:cNvSpPr/>
              <p:nvPr/>
            </p:nvSpPr>
            <p:spPr>
              <a:xfrm>
                <a:off x="5297719" y="4129754"/>
                <a:ext cx="98960" cy="98960"/>
              </a:xfrm>
              <a:custGeom>
                <a:avLst/>
                <a:gdLst/>
                <a:ahLst/>
                <a:cxnLst/>
                <a:rect l="l" t="t" r="r" b="b"/>
                <a:pathLst>
                  <a:path w="54000" h="54000">
                    <a:moveTo>
                      <a:pt x="54000" y="53460"/>
                    </a:moveTo>
                    <a:lnTo>
                      <a:pt x="53891" y="54000"/>
                    </a:lnTo>
                    <a:lnTo>
                      <a:pt x="54000" y="54000"/>
                    </a:lnTo>
                    <a:close/>
                    <a:moveTo>
                      <a:pt x="540" y="0"/>
                    </a:moveTo>
                    <a:lnTo>
                      <a:pt x="0" y="0"/>
                    </a:lnTo>
                    <a:lnTo>
                      <a:pt x="0" y="109"/>
                    </a:lnTo>
                    <a:cubicBezTo>
                      <a:pt x="179" y="1"/>
                      <a:pt x="360" y="0"/>
                      <a:pt x="540" y="0"/>
                    </a:cubicBezTo>
                    <a:close/>
                    <a:moveTo>
                      <a:pt x="54000" y="0"/>
                    </a:moveTo>
                    <a:lnTo>
                      <a:pt x="540" y="0"/>
                    </a:lnTo>
                    <a:cubicBezTo>
                      <a:pt x="30065" y="0"/>
                      <a:pt x="54000" y="23935"/>
                      <a:pt x="54000" y="5346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03" name="직사각형 202"/>
              <p:cNvSpPr/>
              <p:nvPr/>
            </p:nvSpPr>
            <p:spPr>
              <a:xfrm flipV="1">
                <a:off x="3895582" y="3365681"/>
                <a:ext cx="860684" cy="98961"/>
              </a:xfrm>
              <a:prstGeom prst="rect">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04" name="도넛 9"/>
              <p:cNvSpPr/>
              <p:nvPr/>
            </p:nvSpPr>
            <p:spPr>
              <a:xfrm rot="16200000" flipV="1">
                <a:off x="4756266" y="3365681"/>
                <a:ext cx="197921" cy="197921"/>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05" name="직사각형 204"/>
              <p:cNvSpPr/>
              <p:nvPr/>
            </p:nvSpPr>
            <p:spPr>
              <a:xfrm rot="5400000" flipV="1">
                <a:off x="4867596" y="3551232"/>
                <a:ext cx="74220" cy="98960"/>
              </a:xfrm>
              <a:prstGeom prst="rect">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06" name="타원 205"/>
              <p:cNvSpPr/>
              <p:nvPr/>
            </p:nvSpPr>
            <p:spPr>
              <a:xfrm>
                <a:off x="3697661" y="3069293"/>
                <a:ext cx="97971" cy="97971"/>
              </a:xfrm>
              <a:prstGeom prst="ellipse">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07" name="도넛 9"/>
              <p:cNvSpPr/>
              <p:nvPr/>
            </p:nvSpPr>
            <p:spPr>
              <a:xfrm rot="16200000" flipH="1">
                <a:off x="3697661" y="3266720"/>
                <a:ext cx="197921" cy="197921"/>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08" name="직사각형 207"/>
              <p:cNvSpPr/>
              <p:nvPr/>
            </p:nvSpPr>
            <p:spPr>
              <a:xfrm rot="5400000" flipV="1">
                <a:off x="3672921" y="3143019"/>
                <a:ext cx="148441" cy="98960"/>
              </a:xfrm>
              <a:prstGeom prst="rect">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09" name="도넛 9"/>
              <p:cNvSpPr/>
              <p:nvPr/>
            </p:nvSpPr>
            <p:spPr>
              <a:xfrm rot="16200000" flipH="1">
                <a:off x="4853811" y="3637822"/>
                <a:ext cx="197921" cy="197921"/>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10" name="직사각형 209"/>
              <p:cNvSpPr/>
              <p:nvPr/>
            </p:nvSpPr>
            <p:spPr>
              <a:xfrm rot="10800000" flipV="1">
                <a:off x="5051732" y="3736782"/>
                <a:ext cx="74220" cy="98961"/>
              </a:xfrm>
              <a:prstGeom prst="rect">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02" name="타원 145"/>
              <p:cNvSpPr/>
              <p:nvPr/>
            </p:nvSpPr>
            <p:spPr>
              <a:xfrm>
                <a:off x="5027010" y="3835729"/>
                <a:ext cx="98960" cy="98960"/>
              </a:xfrm>
              <a:custGeom>
                <a:avLst/>
                <a:gdLst/>
                <a:ahLst/>
                <a:cxnLst/>
                <a:rect l="l" t="t" r="r" b="b"/>
                <a:pathLst>
                  <a:path w="54000" h="54000">
                    <a:moveTo>
                      <a:pt x="54000" y="53460"/>
                    </a:moveTo>
                    <a:lnTo>
                      <a:pt x="53891" y="54000"/>
                    </a:lnTo>
                    <a:lnTo>
                      <a:pt x="54000" y="54000"/>
                    </a:lnTo>
                    <a:close/>
                    <a:moveTo>
                      <a:pt x="540" y="0"/>
                    </a:moveTo>
                    <a:lnTo>
                      <a:pt x="0" y="0"/>
                    </a:lnTo>
                    <a:lnTo>
                      <a:pt x="0" y="109"/>
                    </a:lnTo>
                    <a:cubicBezTo>
                      <a:pt x="179" y="1"/>
                      <a:pt x="360" y="0"/>
                      <a:pt x="540" y="0"/>
                    </a:cubicBezTo>
                    <a:close/>
                    <a:moveTo>
                      <a:pt x="54000" y="0"/>
                    </a:moveTo>
                    <a:lnTo>
                      <a:pt x="540" y="0"/>
                    </a:lnTo>
                    <a:cubicBezTo>
                      <a:pt x="30065" y="0"/>
                      <a:pt x="54000" y="23935"/>
                      <a:pt x="54000" y="5346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211" name="그룹 210"/>
              <p:cNvGrpSpPr/>
              <p:nvPr/>
            </p:nvGrpSpPr>
            <p:grpSpPr>
              <a:xfrm>
                <a:off x="5924724" y="1959404"/>
                <a:ext cx="251636" cy="1188581"/>
                <a:chOff x="5089686" y="1196538"/>
                <a:chExt cx="274622" cy="1297152"/>
              </a:xfrm>
              <a:pattFill prst="dkUpDiag">
                <a:fgClr>
                  <a:schemeClr val="bg2">
                    <a:lumMod val="95000"/>
                  </a:schemeClr>
                </a:fgClr>
                <a:bgClr>
                  <a:schemeClr val="bg2">
                    <a:lumMod val="50000"/>
                  </a:schemeClr>
                </a:bgClr>
              </a:pattFill>
            </p:grpSpPr>
            <p:sp>
              <p:nvSpPr>
                <p:cNvPr id="214" name="직사각형 213"/>
                <p:cNvSpPr/>
                <p:nvPr/>
              </p:nvSpPr>
              <p:spPr>
                <a:xfrm rot="5400000" flipV="1">
                  <a:off x="4603108" y="1899113"/>
                  <a:ext cx="1081155" cy="108000"/>
                </a:xfrm>
                <a:prstGeom prst="rect">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15" name="타원 214"/>
                <p:cNvSpPr/>
                <p:nvPr/>
              </p:nvSpPr>
              <p:spPr>
                <a:xfrm>
                  <a:off x="5257388" y="1196538"/>
                  <a:ext cx="106920" cy="106920"/>
                </a:xfrm>
                <a:prstGeom prst="ellipse">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212" name="도넛 9"/>
              <p:cNvSpPr/>
              <p:nvPr/>
            </p:nvSpPr>
            <p:spPr>
              <a:xfrm rot="16200000" flipH="1">
                <a:off x="5924710" y="3147985"/>
                <a:ext cx="197921" cy="19792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13" name="직사각형 212"/>
              <p:cNvSpPr/>
              <p:nvPr/>
            </p:nvSpPr>
            <p:spPr>
              <a:xfrm rot="10800000" flipV="1">
                <a:off x="6122625" y="3246945"/>
                <a:ext cx="74220" cy="98960"/>
              </a:xfrm>
              <a:prstGeom prst="rect">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363" name="도넛 9"/>
              <p:cNvSpPr/>
              <p:nvPr/>
            </p:nvSpPr>
            <p:spPr>
              <a:xfrm rot="5400000" flipH="1" flipV="1">
                <a:off x="5924715" y="1959404"/>
                <a:ext cx="197921" cy="19792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00" name="타원 145"/>
              <p:cNvSpPr/>
              <p:nvPr/>
            </p:nvSpPr>
            <p:spPr>
              <a:xfrm>
                <a:off x="6101081" y="3345907"/>
                <a:ext cx="98960" cy="98960"/>
              </a:xfrm>
              <a:custGeom>
                <a:avLst/>
                <a:gdLst/>
                <a:ahLst/>
                <a:cxnLst/>
                <a:rect l="l" t="t" r="r" b="b"/>
                <a:pathLst>
                  <a:path w="54000" h="54000">
                    <a:moveTo>
                      <a:pt x="54000" y="53460"/>
                    </a:moveTo>
                    <a:lnTo>
                      <a:pt x="53891" y="54000"/>
                    </a:lnTo>
                    <a:lnTo>
                      <a:pt x="54000" y="54000"/>
                    </a:lnTo>
                    <a:close/>
                    <a:moveTo>
                      <a:pt x="540" y="0"/>
                    </a:moveTo>
                    <a:lnTo>
                      <a:pt x="0" y="0"/>
                    </a:lnTo>
                    <a:lnTo>
                      <a:pt x="0" y="109"/>
                    </a:lnTo>
                    <a:cubicBezTo>
                      <a:pt x="179" y="1"/>
                      <a:pt x="360" y="0"/>
                      <a:pt x="540" y="0"/>
                    </a:cubicBezTo>
                    <a:close/>
                    <a:moveTo>
                      <a:pt x="54000" y="0"/>
                    </a:moveTo>
                    <a:lnTo>
                      <a:pt x="540" y="0"/>
                    </a:lnTo>
                    <a:cubicBezTo>
                      <a:pt x="30065" y="0"/>
                      <a:pt x="54000" y="23935"/>
                      <a:pt x="54000" y="5346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95" name="한쪽 모서리가 둥근 사각형 194"/>
              <p:cNvSpPr/>
              <p:nvPr/>
            </p:nvSpPr>
            <p:spPr>
              <a:xfrm flipH="1">
                <a:off x="5396679" y="3694154"/>
                <a:ext cx="512029" cy="1810869"/>
              </a:xfrm>
              <a:prstGeom prst="round1Rect">
                <a:avLst>
                  <a:gd name="adj" fmla="val 27451"/>
                </a:avLst>
              </a:pr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64" name="타원 145"/>
              <p:cNvSpPr/>
              <p:nvPr/>
            </p:nvSpPr>
            <p:spPr>
              <a:xfrm rot="16200000" flipH="1">
                <a:off x="5908708" y="5307784"/>
                <a:ext cx="197920" cy="197920"/>
              </a:xfrm>
              <a:custGeom>
                <a:avLst/>
                <a:gdLst/>
                <a:ahLst/>
                <a:cxnLst/>
                <a:rect l="l" t="t" r="r" b="b"/>
                <a:pathLst>
                  <a:path w="54000" h="54000">
                    <a:moveTo>
                      <a:pt x="54000" y="53460"/>
                    </a:moveTo>
                    <a:lnTo>
                      <a:pt x="53891" y="54000"/>
                    </a:lnTo>
                    <a:lnTo>
                      <a:pt x="54000" y="54000"/>
                    </a:lnTo>
                    <a:close/>
                    <a:moveTo>
                      <a:pt x="540" y="0"/>
                    </a:moveTo>
                    <a:lnTo>
                      <a:pt x="0" y="0"/>
                    </a:lnTo>
                    <a:lnTo>
                      <a:pt x="0" y="109"/>
                    </a:lnTo>
                    <a:cubicBezTo>
                      <a:pt x="179" y="1"/>
                      <a:pt x="360" y="0"/>
                      <a:pt x="540" y="0"/>
                    </a:cubicBezTo>
                    <a:close/>
                    <a:moveTo>
                      <a:pt x="54000" y="0"/>
                    </a:moveTo>
                    <a:lnTo>
                      <a:pt x="540" y="0"/>
                    </a:lnTo>
                    <a:cubicBezTo>
                      <a:pt x="30065" y="0"/>
                      <a:pt x="54000" y="23935"/>
                      <a:pt x="54000" y="5346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65" name="타원 145"/>
              <p:cNvSpPr/>
              <p:nvPr/>
            </p:nvSpPr>
            <p:spPr>
              <a:xfrm rot="5400000">
                <a:off x="5198618" y="5307783"/>
                <a:ext cx="197920" cy="197920"/>
              </a:xfrm>
              <a:custGeom>
                <a:avLst/>
                <a:gdLst/>
                <a:ahLst/>
                <a:cxnLst/>
                <a:rect l="l" t="t" r="r" b="b"/>
                <a:pathLst>
                  <a:path w="54000" h="54000">
                    <a:moveTo>
                      <a:pt x="54000" y="53460"/>
                    </a:moveTo>
                    <a:lnTo>
                      <a:pt x="53891" y="54000"/>
                    </a:lnTo>
                    <a:lnTo>
                      <a:pt x="54000" y="54000"/>
                    </a:lnTo>
                    <a:close/>
                    <a:moveTo>
                      <a:pt x="540" y="0"/>
                    </a:moveTo>
                    <a:lnTo>
                      <a:pt x="0" y="0"/>
                    </a:lnTo>
                    <a:lnTo>
                      <a:pt x="0" y="109"/>
                    </a:lnTo>
                    <a:cubicBezTo>
                      <a:pt x="179" y="1"/>
                      <a:pt x="360" y="0"/>
                      <a:pt x="540" y="0"/>
                    </a:cubicBezTo>
                    <a:close/>
                    <a:moveTo>
                      <a:pt x="54000" y="0"/>
                    </a:moveTo>
                    <a:lnTo>
                      <a:pt x="540" y="0"/>
                    </a:lnTo>
                    <a:cubicBezTo>
                      <a:pt x="30065" y="0"/>
                      <a:pt x="54000" y="23935"/>
                      <a:pt x="54000" y="53460"/>
                    </a:cubicBezTo>
                    <a:close/>
                  </a:path>
                </a:pathLst>
              </a:custGeom>
              <a:pattFill prst="dkUpDiag">
                <a:fgClr>
                  <a:schemeClr val="bg2">
                    <a:lumMod val="95000"/>
                  </a:schemeClr>
                </a:fgClr>
                <a:bgClr>
                  <a:schemeClr val="bg2">
                    <a:lumMod val="50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362" name="TextBox 361"/>
            <p:cNvSpPr txBox="1"/>
            <p:nvPr/>
          </p:nvSpPr>
          <p:spPr>
            <a:xfrm>
              <a:off x="5391602" y="3031860"/>
              <a:ext cx="614539" cy="705013"/>
            </a:xfrm>
            <a:prstGeom prst="rect">
              <a:avLst/>
            </a:prstGeom>
            <a:noFill/>
          </p:spPr>
          <p:txBody>
            <a:bodyPr wrap="square" lIns="0" tIns="0" rIns="0" bIns="0" rtlCol="0" anchor="ctr">
              <a:noAutofit/>
            </a:bodyPr>
            <a:lstStyle/>
            <a:p>
              <a:pPr>
                <a:lnSpc>
                  <a:spcPts val="1600"/>
                </a:lnSpc>
              </a:pPr>
              <a:r>
                <a:rPr lang="en-US" altLang="ko-KR" sz="1600" dirty="0">
                  <a:gradFill>
                    <a:gsLst>
                      <a:gs pos="0">
                        <a:schemeClr val="accent1"/>
                      </a:gs>
                      <a:gs pos="100000">
                        <a:schemeClr val="accent1"/>
                      </a:gs>
                    </a:gsLst>
                    <a:lin ang="0" scaled="1"/>
                  </a:gradFill>
                  <a:latin typeface="Bebas Neue"/>
                  <a:ea typeface="Roboto Condensed Regular"/>
                  <a:cs typeface="+mj-cs"/>
                </a:rPr>
                <a:t>Our</a:t>
              </a:r>
            </a:p>
            <a:p>
              <a:pPr>
                <a:lnSpc>
                  <a:spcPts val="1600"/>
                </a:lnSpc>
              </a:pPr>
              <a:r>
                <a:rPr lang="en-US" altLang="ko-KR" sz="1600" b="1" dirty="0">
                  <a:gradFill>
                    <a:gsLst>
                      <a:gs pos="0">
                        <a:schemeClr val="accent1"/>
                      </a:gs>
                      <a:gs pos="100000">
                        <a:schemeClr val="accent1"/>
                      </a:gs>
                    </a:gsLst>
                    <a:lin ang="0" scaled="1"/>
                  </a:gradFill>
                  <a:latin typeface="Bebas Neue"/>
                  <a:ea typeface="Roboto Condensed Regular"/>
                  <a:cs typeface="+mj-cs"/>
                </a:rPr>
                <a:t>Brand</a:t>
              </a:r>
            </a:p>
            <a:p>
              <a:pPr>
                <a:lnSpc>
                  <a:spcPts val="1600"/>
                </a:lnSpc>
              </a:pPr>
              <a:r>
                <a:rPr lang="en-US" altLang="ko-KR" sz="1600" b="1" dirty="0">
                  <a:gradFill>
                    <a:gsLst>
                      <a:gs pos="0">
                        <a:schemeClr val="accent1"/>
                      </a:gs>
                      <a:gs pos="100000">
                        <a:schemeClr val="accent1"/>
                      </a:gs>
                    </a:gsLst>
                    <a:lin ang="0" scaled="1"/>
                  </a:gradFill>
                  <a:latin typeface="Bebas Neue"/>
                  <a:ea typeface="Roboto Condensed Regular"/>
                  <a:cs typeface="+mj-cs"/>
                </a:rPr>
                <a:t>Tree</a:t>
              </a:r>
              <a:endParaRPr lang="nb-NO" altLang="ko-KR" sz="1600" b="1" dirty="0">
                <a:gradFill>
                  <a:gsLst>
                    <a:gs pos="0">
                      <a:schemeClr val="accent1"/>
                    </a:gs>
                    <a:gs pos="100000">
                      <a:schemeClr val="accent1"/>
                    </a:gs>
                  </a:gsLst>
                  <a:lin ang="0" scaled="1"/>
                </a:gradFill>
                <a:latin typeface="Bebas Neue" pitchFamily="34" charset="0"/>
                <a:ea typeface="Roboto Light" pitchFamily="2" charset="0"/>
                <a:cs typeface="Roboto Condensed Regular"/>
              </a:endParaRPr>
            </a:p>
          </p:txBody>
        </p:sp>
        <p:grpSp>
          <p:nvGrpSpPr>
            <p:cNvPr id="5" name="그룹 4"/>
            <p:cNvGrpSpPr/>
            <p:nvPr/>
          </p:nvGrpSpPr>
          <p:grpSpPr>
            <a:xfrm>
              <a:off x="3816397" y="1220500"/>
              <a:ext cx="2710064" cy="2224368"/>
              <a:chOff x="3816397" y="1220500"/>
              <a:chExt cx="2710064" cy="2224368"/>
            </a:xfrm>
          </p:grpSpPr>
          <p:sp>
            <p:nvSpPr>
              <p:cNvPr id="155" name="타원 154"/>
              <p:cNvSpPr/>
              <p:nvPr/>
            </p:nvSpPr>
            <p:spPr>
              <a:xfrm>
                <a:off x="5559737" y="1715693"/>
                <a:ext cx="415569" cy="415569"/>
              </a:xfrm>
              <a:prstGeom prst="ellipse">
                <a:avLst/>
              </a:prstGeom>
              <a:solidFill>
                <a:schemeClr val="accent1">
                  <a:alpha val="6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56" name="타원 155"/>
              <p:cNvSpPr/>
              <p:nvPr/>
            </p:nvSpPr>
            <p:spPr>
              <a:xfrm>
                <a:off x="6369537" y="3287944"/>
                <a:ext cx="156924" cy="156924"/>
              </a:xfrm>
              <a:prstGeom prst="ellipse">
                <a:avLst/>
              </a:prstGeom>
              <a:solidFill>
                <a:schemeClr val="accent1">
                  <a:alpha val="6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57" name="타원 156"/>
              <p:cNvSpPr/>
              <p:nvPr/>
            </p:nvSpPr>
            <p:spPr>
              <a:xfrm>
                <a:off x="5152302" y="1220500"/>
                <a:ext cx="683502" cy="683502"/>
              </a:xfrm>
              <a:prstGeom prst="ellipse">
                <a:avLst/>
              </a:prstGeom>
              <a:solidFill>
                <a:schemeClr val="accent1">
                  <a:alpha val="6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58" name="타원 157"/>
              <p:cNvSpPr/>
              <p:nvPr/>
            </p:nvSpPr>
            <p:spPr>
              <a:xfrm>
                <a:off x="5396679" y="2291104"/>
                <a:ext cx="741687" cy="741688"/>
              </a:xfrm>
              <a:prstGeom prst="ellipse">
                <a:avLst/>
              </a:prstGeom>
              <a:solidFill>
                <a:schemeClr val="accent1">
                  <a:alpha val="6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59" name="타원 158"/>
              <p:cNvSpPr/>
              <p:nvPr/>
            </p:nvSpPr>
            <p:spPr>
              <a:xfrm>
                <a:off x="4395896" y="1901264"/>
                <a:ext cx="869695" cy="869695"/>
              </a:xfrm>
              <a:prstGeom prst="ellipse">
                <a:avLst/>
              </a:prstGeom>
              <a:solidFill>
                <a:schemeClr val="accent1">
                  <a:alpha val="6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0" name="타원 159"/>
              <p:cNvSpPr/>
              <p:nvPr/>
            </p:nvSpPr>
            <p:spPr>
              <a:xfrm>
                <a:off x="3816397" y="1943720"/>
                <a:ext cx="49480" cy="49480"/>
              </a:xfrm>
              <a:prstGeom prst="ellipse">
                <a:avLst/>
              </a:prstGeom>
              <a:solidFill>
                <a:schemeClr val="accent1">
                  <a:alpha val="6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6" name="그룹 5"/>
            <p:cNvGrpSpPr/>
            <p:nvPr/>
          </p:nvGrpSpPr>
          <p:grpSpPr>
            <a:xfrm>
              <a:off x="3888708" y="863016"/>
              <a:ext cx="3242460" cy="1826640"/>
              <a:chOff x="3888708" y="863016"/>
              <a:chExt cx="3242460" cy="1826640"/>
            </a:xfrm>
          </p:grpSpPr>
          <p:sp>
            <p:nvSpPr>
              <p:cNvPr id="171" name="타원 170"/>
              <p:cNvSpPr/>
              <p:nvPr/>
            </p:nvSpPr>
            <p:spPr>
              <a:xfrm>
                <a:off x="4477939" y="2470391"/>
                <a:ext cx="219265" cy="219265"/>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2" name="타원 171"/>
              <p:cNvSpPr/>
              <p:nvPr/>
            </p:nvSpPr>
            <p:spPr>
              <a:xfrm>
                <a:off x="6022917" y="1653963"/>
                <a:ext cx="247052" cy="247052"/>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3" name="타원 172"/>
              <p:cNvSpPr/>
              <p:nvPr/>
            </p:nvSpPr>
            <p:spPr>
              <a:xfrm>
                <a:off x="4504494" y="1205575"/>
                <a:ext cx="326248" cy="326248"/>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4" name="타원 173"/>
              <p:cNvSpPr/>
              <p:nvPr/>
            </p:nvSpPr>
            <p:spPr>
              <a:xfrm>
                <a:off x="5937957" y="2307266"/>
                <a:ext cx="326248" cy="326248"/>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6" name="타원 175"/>
              <p:cNvSpPr/>
              <p:nvPr/>
            </p:nvSpPr>
            <p:spPr>
              <a:xfrm>
                <a:off x="6322256" y="2561404"/>
                <a:ext cx="49480" cy="4948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7" name="타원 176"/>
              <p:cNvSpPr/>
              <p:nvPr/>
            </p:nvSpPr>
            <p:spPr>
              <a:xfrm>
                <a:off x="7081688" y="1738883"/>
                <a:ext cx="49480" cy="4948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8" name="타원 177"/>
              <p:cNvSpPr/>
              <p:nvPr/>
            </p:nvSpPr>
            <p:spPr>
              <a:xfrm>
                <a:off x="5923760" y="1824184"/>
                <a:ext cx="49480" cy="4948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9" name="타원 178"/>
              <p:cNvSpPr/>
              <p:nvPr/>
            </p:nvSpPr>
            <p:spPr>
              <a:xfrm>
                <a:off x="4605655" y="907982"/>
                <a:ext cx="49480" cy="4948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80" name="타원 179"/>
              <p:cNvSpPr/>
              <p:nvPr/>
            </p:nvSpPr>
            <p:spPr>
              <a:xfrm>
                <a:off x="3888708" y="1251058"/>
                <a:ext cx="219265" cy="219265"/>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81" name="타원 180"/>
              <p:cNvSpPr/>
              <p:nvPr/>
            </p:nvSpPr>
            <p:spPr>
              <a:xfrm>
                <a:off x="5642776" y="863016"/>
                <a:ext cx="219265" cy="219265"/>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5" name="타원 174"/>
              <p:cNvSpPr/>
              <p:nvPr/>
            </p:nvSpPr>
            <p:spPr>
              <a:xfrm>
                <a:off x="5727700" y="1596357"/>
                <a:ext cx="49480" cy="4948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51" name="그룹 150"/>
            <p:cNvGrpSpPr/>
            <p:nvPr/>
          </p:nvGrpSpPr>
          <p:grpSpPr>
            <a:xfrm>
              <a:off x="4903207" y="1499451"/>
              <a:ext cx="972966" cy="1111433"/>
              <a:chOff x="3973315" y="694570"/>
              <a:chExt cx="1061842" cy="1212957"/>
            </a:xfrm>
            <a:solidFill>
              <a:schemeClr val="bg2">
                <a:alpha val="50000"/>
              </a:schemeClr>
            </a:solidFill>
          </p:grpSpPr>
          <p:sp>
            <p:nvSpPr>
              <p:cNvPr id="182" name="타원 181"/>
              <p:cNvSpPr/>
              <p:nvPr/>
            </p:nvSpPr>
            <p:spPr>
              <a:xfrm>
                <a:off x="3973315" y="866913"/>
                <a:ext cx="1040614" cy="1040614"/>
              </a:xfrm>
              <a:prstGeom prst="ellipse">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83" name="타원 182"/>
              <p:cNvSpPr/>
              <p:nvPr/>
            </p:nvSpPr>
            <p:spPr>
              <a:xfrm>
                <a:off x="4650982" y="694570"/>
                <a:ext cx="384175" cy="384175"/>
              </a:xfrm>
              <a:prstGeom prst="ellipse">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sp>
        <p:nvSpPr>
          <p:cNvPr id="3" name="텍스트 개체 틀 2"/>
          <p:cNvSpPr>
            <a:spLocks noGrp="1"/>
          </p:cNvSpPr>
          <p:nvPr>
            <p:ph type="body" sz="quarter" idx="10"/>
          </p:nvPr>
        </p:nvSpPr>
        <p:spPr/>
        <p:txBody>
          <a:bodyPr/>
          <a:lstStyle/>
          <a:p>
            <a:pPr lvl="0"/>
            <a:r>
              <a:rPr lang="en-US" altLang="ko-KR" sz="900" b="1" dirty="0">
                <a:gradFill>
                  <a:gsLst>
                    <a:gs pos="0">
                      <a:schemeClr val="accent1"/>
                    </a:gs>
                    <a:gs pos="100000">
                      <a:schemeClr val="accent1"/>
                    </a:gs>
                  </a:gsLst>
                  <a:lin ang="5400000" scaled="0"/>
                </a:gradFill>
                <a:latin typeface="+mj-lt"/>
              </a:rPr>
              <a:t>We are the best.</a:t>
            </a:r>
          </a:p>
          <a:p>
            <a:pPr lvl="0"/>
            <a:r>
              <a:rPr lang="en-US" altLang="ko-KR" sz="750" dirty="0" err="1"/>
              <a:t>usto</a:t>
            </a:r>
            <a:r>
              <a:rPr lang="en-US" altLang="ko-KR" sz="750" dirty="0"/>
              <a:t> </a:t>
            </a:r>
            <a:r>
              <a:rPr lang="en-US" altLang="ko-KR" sz="750" dirty="0" err="1"/>
              <a:t>eu</a:t>
            </a:r>
            <a:r>
              <a:rPr lang="en-US" altLang="ko-KR" sz="750" dirty="0"/>
              <a:t> magna </a:t>
            </a:r>
            <a:r>
              <a:rPr lang="en-US" altLang="ko-KR" sz="750" dirty="0" err="1"/>
              <a:t>luctus</a:t>
            </a:r>
            <a:r>
              <a:rPr lang="en-US" altLang="ko-KR" sz="750" dirty="0"/>
              <a:t> </a:t>
            </a:r>
            <a:r>
              <a:rPr lang="en-US" altLang="ko-KR" sz="750" dirty="0" err="1"/>
              <a:t>suscipit</a:t>
            </a:r>
            <a:r>
              <a:rPr lang="en-US" altLang="ko-KR" sz="750" dirty="0"/>
              <a:t>. </a:t>
            </a:r>
            <a:r>
              <a:rPr lang="en-US" altLang="ko-KR" sz="750" dirty="0" err="1"/>
              <a:t>Sed</a:t>
            </a:r>
            <a:r>
              <a:rPr lang="en-US" altLang="ko-KR" sz="750" dirty="0"/>
              <a:t> </a:t>
            </a:r>
            <a:r>
              <a:rPr lang="en-US" altLang="ko-KR" sz="750" dirty="0" err="1"/>
              <a:t>lect</a:t>
            </a:r>
            <a:r>
              <a:rPr lang="en-US" altLang="ko-KR" sz="750" dirty="0"/>
              <a:t> us. </a:t>
            </a:r>
            <a:r>
              <a:rPr lang="en-US" altLang="ko-KR" sz="750" dirty="0" err="1"/>
              <a:t>Int</a:t>
            </a:r>
            <a:r>
              <a:rPr lang="en-US" altLang="ko-KR" sz="750" dirty="0"/>
              <a:t> </a:t>
            </a:r>
            <a:r>
              <a:rPr lang="en-US" altLang="ko-KR" sz="750" dirty="0" err="1"/>
              <a:t>eger</a:t>
            </a:r>
            <a:r>
              <a:rPr lang="en-US" altLang="ko-KR" sz="750" dirty="0"/>
              <a:t> </a:t>
            </a:r>
            <a:r>
              <a:rPr lang="en-US" altLang="ko-KR" sz="750" dirty="0" err="1"/>
              <a:t>euismod</a:t>
            </a:r>
            <a:r>
              <a:rPr lang="en-US" altLang="ko-KR" sz="750" dirty="0"/>
              <a:t> lacus </a:t>
            </a:r>
            <a:r>
              <a:rPr lang="en-US" altLang="ko-KR" sz="750" dirty="0" err="1"/>
              <a:t>luctuss</a:t>
            </a:r>
            <a:r>
              <a:rPr lang="en-US" altLang="ko-KR" sz="750" dirty="0"/>
              <a:t> mag </a:t>
            </a:r>
            <a:r>
              <a:rPr lang="en-US" altLang="ko-KR" sz="750" dirty="0" err="1"/>
              <a:t>na.</a:t>
            </a:r>
            <a:r>
              <a:rPr lang="en-US" altLang="ko-KR" sz="750" dirty="0"/>
              <a:t> </a:t>
            </a:r>
            <a:r>
              <a:rPr lang="en-US" altLang="ko-KR" sz="750" dirty="0" err="1"/>
              <a:t>Quisque</a:t>
            </a:r>
            <a:r>
              <a:rPr lang="en-US" altLang="ko-KR" sz="750" dirty="0"/>
              <a:t> c </a:t>
            </a:r>
            <a:r>
              <a:rPr lang="en-US" altLang="ko-KR" sz="750" dirty="0" err="1"/>
              <a:t>ursus</a:t>
            </a:r>
            <a:r>
              <a:rPr lang="en-US" altLang="ko-KR" sz="750" dirty="0"/>
              <a:t>, </a:t>
            </a:r>
            <a:r>
              <a:rPr lang="en-US" altLang="ko-KR" sz="750" dirty="0" err="1"/>
              <a:t>metus</a:t>
            </a:r>
            <a:r>
              <a:rPr lang="en-US" altLang="ko-KR" sz="750" dirty="0"/>
              <a:t> vitae </a:t>
            </a:r>
            <a:r>
              <a:rPr lang="en-US" altLang="ko-KR" sz="750" dirty="0" err="1"/>
              <a:t>phare</a:t>
            </a:r>
            <a:r>
              <a:rPr lang="en-US" altLang="ko-KR" sz="750" dirty="0"/>
              <a:t> </a:t>
            </a:r>
            <a:r>
              <a:rPr lang="en-US" altLang="ko-KR" sz="750" dirty="0" err="1"/>
              <a:t>tra</a:t>
            </a:r>
            <a:r>
              <a:rPr lang="en-US" altLang="ko-KR" sz="750" dirty="0"/>
              <a:t> </a:t>
            </a:r>
            <a:r>
              <a:rPr lang="en-US" altLang="ko-KR" sz="750" dirty="0" err="1"/>
              <a:t>auctor</a:t>
            </a:r>
            <a:r>
              <a:rPr lang="en-US" altLang="ko-KR" sz="750" dirty="0"/>
              <a:t>, </a:t>
            </a:r>
            <a:r>
              <a:rPr lang="en-US" altLang="ko-KR" sz="750" dirty="0" err="1"/>
              <a:t>sem</a:t>
            </a:r>
            <a:r>
              <a:rPr lang="en-US" altLang="ko-KR" sz="750" dirty="0"/>
              <a:t> mass a </a:t>
            </a:r>
            <a:r>
              <a:rPr lang="en-US" altLang="ko-KR" sz="750" dirty="0" err="1"/>
              <a:t>mattis</a:t>
            </a:r>
            <a:r>
              <a:rPr lang="en-US" altLang="ko-KR" sz="750" dirty="0"/>
              <a:t> </a:t>
            </a:r>
            <a:r>
              <a:rPr lang="en-US" altLang="ko-KR" sz="750" dirty="0" err="1"/>
              <a:t>sem</a:t>
            </a:r>
            <a:r>
              <a:rPr lang="en-US" altLang="ko-KR" sz="750" dirty="0"/>
              <a:t>, at I </a:t>
            </a:r>
            <a:r>
              <a:rPr lang="en-US" altLang="ko-KR" sz="750" dirty="0" err="1"/>
              <a:t>nterdum</a:t>
            </a:r>
            <a:r>
              <a:rPr lang="en-US" altLang="ko-KR" sz="750" dirty="0"/>
              <a:t> magna </a:t>
            </a:r>
            <a:r>
              <a:rPr lang="en-US" altLang="ko-KR" sz="750" dirty="0" err="1"/>
              <a:t>augue</a:t>
            </a:r>
            <a:r>
              <a:rPr lang="en-US" altLang="ko-KR" sz="750" dirty="0"/>
              <a:t> </a:t>
            </a:r>
            <a:r>
              <a:rPr lang="en-US" altLang="ko-KR" sz="750" dirty="0" err="1"/>
              <a:t>eget</a:t>
            </a:r>
            <a:r>
              <a:rPr lang="en-US" altLang="ko-KR" sz="750" dirty="0"/>
              <a:t> diam. </a:t>
            </a:r>
            <a:r>
              <a:rPr lang="en-US" altLang="ko-KR" sz="750" dirty="0" err="1"/>
              <a:t>Vesti</a:t>
            </a:r>
            <a:r>
              <a:rPr lang="en-US" altLang="ko-KR" sz="750" dirty="0"/>
              <a:t> </a:t>
            </a:r>
            <a:r>
              <a:rPr lang="en-US" altLang="ko-KR" sz="750" dirty="0" err="1"/>
              <a:t>bulum</a:t>
            </a:r>
            <a:r>
              <a:rPr lang="en-US" altLang="ko-KR" sz="750" dirty="0"/>
              <a:t> ante </a:t>
            </a:r>
            <a:r>
              <a:rPr lang="en-US" altLang="ko-KR" sz="750" dirty="0" err="1"/>
              <a:t>ipsum</a:t>
            </a:r>
            <a:r>
              <a:rPr lang="en-US" altLang="ko-KR" sz="750" dirty="0"/>
              <a:t> </a:t>
            </a:r>
            <a:r>
              <a:rPr lang="en-US" altLang="ko-KR" sz="750" dirty="0" err="1"/>
              <a:t>primis</a:t>
            </a:r>
            <a:r>
              <a:rPr lang="en-US" altLang="ko-KR" sz="750" dirty="0"/>
              <a:t> in </a:t>
            </a:r>
            <a:r>
              <a:rPr lang="en-US" altLang="ko-KR" sz="750" dirty="0" err="1"/>
              <a:t>fau</a:t>
            </a:r>
            <a:r>
              <a:rPr lang="en-US" altLang="ko-KR" sz="750" dirty="0"/>
              <a:t> </a:t>
            </a:r>
            <a:r>
              <a:rPr lang="en-US" altLang="ko-KR" sz="750" dirty="0" err="1"/>
              <a:t>cibus</a:t>
            </a:r>
            <a:r>
              <a:rPr lang="en-US" altLang="ko-KR" sz="750" dirty="0"/>
              <a:t> or ci </a:t>
            </a:r>
            <a:r>
              <a:rPr lang="en-US" altLang="ko-KR" sz="750" dirty="0" err="1"/>
              <a:t>luctus</a:t>
            </a:r>
            <a:r>
              <a:rPr lang="en-US" altLang="ko-KR" sz="750" dirty="0"/>
              <a:t> et </a:t>
            </a:r>
            <a:r>
              <a:rPr lang="en-US" altLang="ko-KR" sz="750" dirty="0" err="1"/>
              <a:t>ultrices</a:t>
            </a:r>
            <a:r>
              <a:rPr lang="en-US" altLang="ko-KR" sz="750" dirty="0"/>
              <a:t> </a:t>
            </a:r>
            <a:r>
              <a:rPr lang="en-US" altLang="ko-KR" sz="750" dirty="0" err="1"/>
              <a:t>posuere</a:t>
            </a:r>
            <a:r>
              <a:rPr lang="en-US" altLang="ko-KR" sz="750" dirty="0"/>
              <a:t> </a:t>
            </a:r>
            <a:r>
              <a:rPr lang="en-US" altLang="ko-KR" sz="750" dirty="0" err="1"/>
              <a:t>cubilia</a:t>
            </a:r>
            <a:r>
              <a:rPr lang="en-US" altLang="ko-KR" sz="750" dirty="0"/>
              <a:t> Cu r </a:t>
            </a:r>
            <a:r>
              <a:rPr lang="en-US" altLang="ko-KR" sz="750" dirty="0" err="1"/>
              <a:t>ae</a:t>
            </a:r>
            <a:r>
              <a:rPr lang="en-US" altLang="ko-KR" sz="750" dirty="0"/>
              <a:t>; </a:t>
            </a:r>
            <a:r>
              <a:rPr lang="en-US" altLang="ko-KR" sz="750" dirty="0" err="1"/>
              <a:t>Morbi</a:t>
            </a:r>
            <a:r>
              <a:rPr lang="en-US" altLang="ko-KR" sz="750" dirty="0"/>
              <a:t> </a:t>
            </a:r>
            <a:r>
              <a:rPr lang="en-US" altLang="ko-KR" sz="750" dirty="0" err="1"/>
              <a:t>lacinia</a:t>
            </a:r>
            <a:r>
              <a:rPr lang="en-US" altLang="ko-KR" sz="750" dirty="0"/>
              <a:t> </a:t>
            </a:r>
            <a:r>
              <a:rPr lang="en-US" altLang="ko-KR" sz="750" dirty="0" err="1"/>
              <a:t>molestie</a:t>
            </a:r>
            <a:r>
              <a:rPr lang="en-US" altLang="ko-KR" sz="750" dirty="0"/>
              <a:t> dui. </a:t>
            </a:r>
            <a:r>
              <a:rPr lang="en-US" altLang="ko-KR" sz="750" dirty="0" err="1"/>
              <a:t>Praesent</a:t>
            </a:r>
            <a:r>
              <a:rPr lang="en-US" altLang="ko-KR" sz="750" dirty="0"/>
              <a:t> bland it dolor. </a:t>
            </a:r>
            <a:r>
              <a:rPr lang="en-US" altLang="ko-KR" sz="750" dirty="0" err="1"/>
              <a:t>Sed</a:t>
            </a:r>
            <a:r>
              <a:rPr lang="en-US" altLang="ko-KR" sz="750" dirty="0"/>
              <a:t> non quam. In </a:t>
            </a:r>
            <a:r>
              <a:rPr lang="en-US" altLang="ko-KR" sz="750" dirty="0" err="1"/>
              <a:t>vel</a:t>
            </a:r>
            <a:r>
              <a:rPr lang="en-US" altLang="ko-KR" sz="750" dirty="0"/>
              <a:t> mi s it amen </a:t>
            </a:r>
            <a:r>
              <a:rPr lang="en-US" altLang="ko-KR" sz="750" dirty="0" err="1"/>
              <a:t>aug</a:t>
            </a:r>
            <a:r>
              <a:rPr lang="en-US" altLang="ko-KR" sz="750" dirty="0"/>
              <a:t> </a:t>
            </a:r>
            <a:r>
              <a:rPr lang="en-US" altLang="ko-KR" sz="750" dirty="0" err="1"/>
              <a:t>ue</a:t>
            </a:r>
            <a:r>
              <a:rPr lang="en-US" altLang="ko-KR" sz="750" dirty="0"/>
              <a:t> </a:t>
            </a:r>
            <a:r>
              <a:rPr lang="en-US" altLang="ko-KR" sz="750" dirty="0" err="1"/>
              <a:t>congue</a:t>
            </a:r>
            <a:r>
              <a:rPr lang="en-US" altLang="ko-KR" sz="750" dirty="0"/>
              <a:t> </a:t>
            </a:r>
            <a:r>
              <a:rPr lang="en-US" altLang="ko-KR" sz="750" dirty="0" err="1"/>
              <a:t>elementum</a:t>
            </a:r>
            <a:r>
              <a:rPr lang="en-US" altLang="ko-KR" sz="750" dirty="0"/>
              <a:t>. Mo </a:t>
            </a:r>
            <a:r>
              <a:rPr lang="en-US" altLang="ko-KR" sz="750" dirty="0" err="1"/>
              <a:t>rbi</a:t>
            </a:r>
            <a:r>
              <a:rPr lang="en-US" altLang="ko-KR" sz="750" dirty="0"/>
              <a:t> in </a:t>
            </a:r>
            <a:r>
              <a:rPr lang="en-US" altLang="ko-KR" sz="750" dirty="0" err="1"/>
              <a:t>ipsum</a:t>
            </a:r>
            <a:r>
              <a:rPr lang="en-US" altLang="ko-KR" sz="750" dirty="0"/>
              <a:t> sit </a:t>
            </a:r>
            <a:r>
              <a:rPr lang="en-US" altLang="ko-KR" sz="750" dirty="0" err="1"/>
              <a:t>ame</a:t>
            </a:r>
            <a:r>
              <a:rPr lang="en-US" altLang="ko-KR" sz="750" dirty="0"/>
              <a:t> t </a:t>
            </a:r>
            <a:r>
              <a:rPr lang="en-US" altLang="ko-KR" sz="750" dirty="0" err="1"/>
              <a:t>pede</a:t>
            </a:r>
            <a:r>
              <a:rPr lang="en-US" altLang="ko-KR" sz="750" dirty="0"/>
              <a:t> </a:t>
            </a:r>
            <a:r>
              <a:rPr lang="en-US" altLang="ko-KR" sz="750" dirty="0" err="1"/>
              <a:t>facilisis</a:t>
            </a:r>
            <a:r>
              <a:rPr lang="en-US" altLang="ko-KR" sz="750" dirty="0"/>
              <a:t> </a:t>
            </a:r>
            <a:r>
              <a:rPr lang="en-US" altLang="ko-KR" sz="750" dirty="0" err="1"/>
              <a:t>laor</a:t>
            </a:r>
            <a:r>
              <a:rPr lang="en-US" altLang="ko-KR" sz="750" dirty="0"/>
              <a:t> </a:t>
            </a:r>
            <a:r>
              <a:rPr lang="en-US" altLang="ko-KR" sz="750" dirty="0" err="1"/>
              <a:t>eet</a:t>
            </a:r>
            <a:r>
              <a:rPr lang="en-US" altLang="ko-KR" sz="750" dirty="0"/>
              <a:t>. </a:t>
            </a:r>
            <a:r>
              <a:rPr lang="en-US" altLang="ko-KR" sz="750" dirty="0" err="1"/>
              <a:t>Donec</a:t>
            </a:r>
            <a:r>
              <a:rPr lang="en-US" altLang="ko-KR" sz="750" dirty="0"/>
              <a:t> lacus </a:t>
            </a:r>
            <a:r>
              <a:rPr lang="en-US" altLang="ko-KR" sz="750" dirty="0" err="1"/>
              <a:t>nunc</a:t>
            </a:r>
            <a:r>
              <a:rPr lang="en-US" altLang="ko-KR" sz="750" dirty="0"/>
              <a:t>, vive </a:t>
            </a:r>
            <a:r>
              <a:rPr lang="en-US" altLang="ko-KR" sz="750" dirty="0" err="1"/>
              <a:t>rra</a:t>
            </a:r>
            <a:r>
              <a:rPr lang="en-US" altLang="ko-KR" sz="750" dirty="0"/>
              <a:t> </a:t>
            </a:r>
            <a:r>
              <a:rPr lang="en-US" altLang="ko-KR" sz="750" dirty="0" err="1"/>
              <a:t>nec</a:t>
            </a:r>
            <a:r>
              <a:rPr lang="en-US" altLang="ko-KR" sz="750" dirty="0"/>
              <a:t>, </a:t>
            </a:r>
            <a:r>
              <a:rPr lang="en-US" altLang="ko-KR" sz="750" dirty="0" err="1"/>
              <a:t>blan</a:t>
            </a:r>
            <a:r>
              <a:rPr lang="en-US" altLang="ko-KR" sz="750" dirty="0"/>
              <a:t> </a:t>
            </a:r>
            <a:r>
              <a:rPr lang="en-US" altLang="ko-KR" sz="750" dirty="0" err="1"/>
              <a:t>dit</a:t>
            </a:r>
            <a:r>
              <a:rPr lang="en-US" altLang="ko-KR" sz="750" dirty="0"/>
              <a:t> </a:t>
            </a:r>
            <a:r>
              <a:rPr lang="en-US" altLang="ko-KR" sz="750" dirty="0" err="1"/>
              <a:t>vel</a:t>
            </a:r>
            <a:r>
              <a:rPr lang="en-US" altLang="ko-KR" sz="750" dirty="0"/>
              <a:t>, </a:t>
            </a:r>
            <a:r>
              <a:rPr lang="en-US" altLang="ko-KR" sz="750" dirty="0" err="1"/>
              <a:t>egestas</a:t>
            </a:r>
            <a:r>
              <a:rPr lang="en-US" altLang="ko-KR" sz="750" dirty="0"/>
              <a:t> et, </a:t>
            </a:r>
            <a:r>
              <a:rPr lang="en-US" altLang="ko-KR" sz="750" dirty="0" err="1"/>
              <a:t>augue</a:t>
            </a:r>
            <a:r>
              <a:rPr lang="en-US" altLang="ko-KR" sz="750" dirty="0"/>
              <a:t>. </a:t>
            </a:r>
            <a:r>
              <a:rPr lang="en-US" altLang="ko-KR" sz="750" dirty="0" err="1"/>
              <a:t>Vestibul</a:t>
            </a:r>
            <a:r>
              <a:rPr lang="en-US" altLang="ko-KR" sz="750" dirty="0"/>
              <a:t> um ti </a:t>
            </a:r>
            <a:r>
              <a:rPr lang="en-US" altLang="ko-KR" sz="750" dirty="0" err="1"/>
              <a:t>ncidunt</a:t>
            </a:r>
            <a:r>
              <a:rPr lang="en-US" altLang="ko-KR" sz="750" dirty="0"/>
              <a:t> </a:t>
            </a:r>
            <a:r>
              <a:rPr lang="en-US" altLang="ko-KR" sz="750" dirty="0" err="1"/>
              <a:t>malesuad</a:t>
            </a:r>
            <a:r>
              <a:rPr lang="en-US" altLang="ko-KR" sz="750" dirty="0"/>
              <a:t> a </a:t>
            </a:r>
            <a:r>
              <a:rPr lang="en-US" altLang="ko-KR" sz="750" dirty="0" err="1"/>
              <a:t>tellus</a:t>
            </a:r>
            <a:r>
              <a:rPr lang="en-US" altLang="ko-KR" sz="750" dirty="0"/>
              <a:t>. </a:t>
            </a:r>
            <a:r>
              <a:rPr lang="en-US" altLang="ko-KR" sz="750" dirty="0" err="1"/>
              <a:t>Ut</a:t>
            </a:r>
            <a:r>
              <a:rPr lang="en-US" altLang="ko-KR" sz="750" dirty="0"/>
              <a:t> </a:t>
            </a:r>
            <a:r>
              <a:rPr lang="en-US" altLang="ko-KR" sz="750" dirty="0" err="1"/>
              <a:t>ultrices</a:t>
            </a:r>
            <a:r>
              <a:rPr lang="en-US" altLang="ko-KR" sz="750" dirty="0"/>
              <a:t> </a:t>
            </a:r>
            <a:r>
              <a:rPr lang="en-US" altLang="ko-KR" sz="750" dirty="0" err="1"/>
              <a:t>ul</a:t>
            </a:r>
            <a:r>
              <a:rPr lang="en-US" altLang="ko-KR" sz="750" dirty="0"/>
              <a:t> </a:t>
            </a:r>
            <a:r>
              <a:rPr lang="en-US" altLang="ko-KR" sz="750" dirty="0" err="1"/>
              <a:t>tr</a:t>
            </a:r>
            <a:r>
              <a:rPr lang="en-US" altLang="ko-KR" sz="750" dirty="0"/>
              <a:t> aces </a:t>
            </a:r>
            <a:r>
              <a:rPr lang="en-US" altLang="ko-KR" sz="750" dirty="0" err="1"/>
              <a:t>enim</a:t>
            </a:r>
            <a:r>
              <a:rPr lang="en-US" altLang="ko-KR" sz="750" dirty="0"/>
              <a:t>. Cu </a:t>
            </a:r>
            <a:r>
              <a:rPr lang="en-US" altLang="ko-KR" sz="750" dirty="0" err="1"/>
              <a:t>rabitur</a:t>
            </a:r>
            <a:r>
              <a:rPr lang="en-US" altLang="ko-KR" sz="750" dirty="0"/>
              <a:t> sit amen.</a:t>
            </a:r>
          </a:p>
        </p:txBody>
      </p:sp>
      <p:grpSp>
        <p:nvGrpSpPr>
          <p:cNvPr id="461" name="그룹 460"/>
          <p:cNvGrpSpPr/>
          <p:nvPr/>
        </p:nvGrpSpPr>
        <p:grpSpPr>
          <a:xfrm>
            <a:off x="2225253" y="2058057"/>
            <a:ext cx="1057386" cy="1057386"/>
            <a:chOff x="2225253" y="2058057"/>
            <a:chExt cx="1057386" cy="1057386"/>
          </a:xfrm>
        </p:grpSpPr>
        <p:grpSp>
          <p:nvGrpSpPr>
            <p:cNvPr id="120" name="그룹 119"/>
            <p:cNvGrpSpPr/>
            <p:nvPr/>
          </p:nvGrpSpPr>
          <p:grpSpPr>
            <a:xfrm>
              <a:off x="2225253" y="2058057"/>
              <a:ext cx="1057386" cy="1057386"/>
              <a:chOff x="2225253" y="2058057"/>
              <a:chExt cx="1057386" cy="1057386"/>
            </a:xfrm>
          </p:grpSpPr>
          <p:sp>
            <p:nvSpPr>
              <p:cNvPr id="360" name="타원 359"/>
              <p:cNvSpPr/>
              <p:nvPr/>
            </p:nvSpPr>
            <p:spPr>
              <a:xfrm>
                <a:off x="2225253" y="2058057"/>
                <a:ext cx="1057386" cy="1057385"/>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61" name="타원 111"/>
              <p:cNvSpPr/>
              <p:nvPr/>
            </p:nvSpPr>
            <p:spPr>
              <a:xfrm>
                <a:off x="2510676" y="2285655"/>
                <a:ext cx="771963" cy="829788"/>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55" name="TextBox 354"/>
              <p:cNvSpPr txBox="1"/>
              <p:nvPr/>
            </p:nvSpPr>
            <p:spPr>
              <a:xfrm>
                <a:off x="2397446" y="2600157"/>
                <a:ext cx="713002" cy="194199"/>
              </a:xfrm>
              <a:prstGeom prst="rect">
                <a:avLst/>
              </a:prstGeom>
              <a:noFill/>
            </p:spPr>
            <p:txBody>
              <a:bodyPr wrap="square" lIns="0" tIns="0" rIns="0" bIns="0" rtlCol="0">
                <a:noAutofit/>
              </a:bodyPr>
              <a:lstStyle/>
              <a:p>
                <a:pPr lvl="0" algn="ctr"/>
                <a:r>
                  <a:rPr lang="en-US" altLang="ko-KR" sz="900" b="1" dirty="0">
                    <a:gradFill>
                      <a:gsLst>
                        <a:gs pos="0">
                          <a:schemeClr val="bg2"/>
                        </a:gs>
                        <a:gs pos="100000">
                          <a:schemeClr val="bg2"/>
                        </a:gs>
                      </a:gsLst>
                      <a:lin ang="5400000" scaled="0"/>
                    </a:gradFill>
                    <a:latin typeface="Roboto Condensed Regular"/>
                  </a:rPr>
                  <a:t>LOREM IPSUM </a:t>
                </a:r>
                <a:endParaRPr lang="ko-KR" altLang="en-US" sz="900" b="1" dirty="0">
                  <a:gradFill>
                    <a:gsLst>
                      <a:gs pos="0">
                        <a:schemeClr val="bg2"/>
                      </a:gs>
                      <a:gs pos="100000">
                        <a:schemeClr val="bg2"/>
                      </a:gs>
                    </a:gsLst>
                    <a:lin ang="5400000" scaled="0"/>
                  </a:gradFill>
                  <a:latin typeface="Roboto Condensed Regular"/>
                </a:endParaRPr>
              </a:p>
            </p:txBody>
          </p:sp>
          <p:sp>
            <p:nvSpPr>
              <p:cNvPr id="356" name="TextBox 355"/>
              <p:cNvSpPr txBox="1"/>
              <p:nvPr/>
            </p:nvSpPr>
            <p:spPr>
              <a:xfrm>
                <a:off x="2397446" y="2756746"/>
                <a:ext cx="713002" cy="250510"/>
              </a:xfrm>
              <a:prstGeom prst="rect">
                <a:avLst/>
              </a:prstGeom>
              <a:noFill/>
            </p:spPr>
            <p:txBody>
              <a:bodyPr wrap="square" lIns="0" tIns="0" rIns="0" bIns="0" rtlCol="0">
                <a:noAutofit/>
              </a:bodyPr>
              <a:lstStyle/>
              <a:p>
                <a:pPr lvl="0" algn="ctr">
                  <a:buClr>
                    <a:schemeClr val="bg2"/>
                  </a:buClr>
                </a:pPr>
                <a:r>
                  <a:rPr lang="pt-BR" altLang="ko-KR" sz="600" dirty="0">
                    <a:gradFill>
                      <a:gsLst>
                        <a:gs pos="0">
                          <a:schemeClr val="bg2">
                            <a:alpha val="70000"/>
                          </a:schemeClr>
                        </a:gs>
                        <a:gs pos="100000">
                          <a:schemeClr val="bg2">
                            <a:alpha val="70000"/>
                          </a:schemeClr>
                        </a:gs>
                      </a:gsLst>
                      <a:lin ang="5400000" scaled="0"/>
                    </a:gradFill>
                    <a:ea typeface="Roboto Light" pitchFamily="2" charset="0"/>
                    <a:cs typeface="Roboto Condensed Regular"/>
                  </a:rPr>
                  <a:t>Sed dignissim lacinia nunc. Curabitur tortor.</a:t>
                </a:r>
                <a:endParaRPr lang="en-US" altLang="ko-KR" sz="600" dirty="0">
                  <a:gradFill>
                    <a:gsLst>
                      <a:gs pos="0">
                        <a:schemeClr val="bg2">
                          <a:alpha val="70000"/>
                        </a:schemeClr>
                      </a:gs>
                      <a:gs pos="100000">
                        <a:schemeClr val="bg2">
                          <a:alpha val="70000"/>
                        </a:schemeClr>
                      </a:gs>
                    </a:gsLst>
                    <a:lin ang="5400000" scaled="0"/>
                  </a:gradFill>
                  <a:latin typeface="Roboto Condensed Regular"/>
                  <a:cs typeface="Roboto Condensed Regular"/>
                </a:endParaRPr>
              </a:p>
            </p:txBody>
          </p:sp>
        </p:grpSp>
        <p:sp>
          <p:nvSpPr>
            <p:cNvPr id="460" name="Freeform 29"/>
            <p:cNvSpPr>
              <a:spLocks noEditPoints="1"/>
            </p:cNvSpPr>
            <p:nvPr/>
          </p:nvSpPr>
          <p:spPr bwMode="auto">
            <a:xfrm>
              <a:off x="2605447" y="2176315"/>
              <a:ext cx="296996" cy="373541"/>
            </a:xfrm>
            <a:custGeom>
              <a:avLst/>
              <a:gdLst/>
              <a:ahLst/>
              <a:cxnLst>
                <a:cxn ang="0">
                  <a:pos x="191" y="37"/>
                </a:cxn>
                <a:cxn ang="0">
                  <a:pos x="178" y="25"/>
                </a:cxn>
                <a:cxn ang="0">
                  <a:pos x="134" y="115"/>
                </a:cxn>
                <a:cxn ang="0">
                  <a:pos x="120" y="108"/>
                </a:cxn>
                <a:cxn ang="0">
                  <a:pos x="166" y="12"/>
                </a:cxn>
                <a:cxn ang="0">
                  <a:pos x="154" y="0"/>
                </a:cxn>
                <a:cxn ang="0">
                  <a:pos x="37" y="0"/>
                </a:cxn>
                <a:cxn ang="0">
                  <a:pos x="25" y="12"/>
                </a:cxn>
                <a:cxn ang="0">
                  <a:pos x="71" y="108"/>
                </a:cxn>
                <a:cxn ang="0">
                  <a:pos x="57" y="115"/>
                </a:cxn>
                <a:cxn ang="0">
                  <a:pos x="13" y="25"/>
                </a:cxn>
                <a:cxn ang="0">
                  <a:pos x="0" y="37"/>
                </a:cxn>
                <a:cxn ang="0">
                  <a:pos x="44" y="127"/>
                </a:cxn>
                <a:cxn ang="0">
                  <a:pos x="27" y="171"/>
                </a:cxn>
                <a:cxn ang="0">
                  <a:pos x="95" y="240"/>
                </a:cxn>
                <a:cxn ang="0">
                  <a:pos x="164" y="171"/>
                </a:cxn>
                <a:cxn ang="0">
                  <a:pos x="147" y="127"/>
                </a:cxn>
                <a:cxn ang="0">
                  <a:pos x="191" y="37"/>
                </a:cxn>
                <a:cxn ang="0">
                  <a:pos x="46" y="17"/>
                </a:cxn>
                <a:cxn ang="0">
                  <a:pos x="145" y="17"/>
                </a:cxn>
                <a:cxn ang="0">
                  <a:pos x="137" y="34"/>
                </a:cxn>
                <a:cxn ang="0">
                  <a:pos x="54" y="34"/>
                </a:cxn>
                <a:cxn ang="0">
                  <a:pos x="46" y="17"/>
                </a:cxn>
                <a:cxn ang="0">
                  <a:pos x="63" y="52"/>
                </a:cxn>
                <a:cxn ang="0">
                  <a:pos x="128" y="52"/>
                </a:cxn>
                <a:cxn ang="0">
                  <a:pos x="103" y="104"/>
                </a:cxn>
                <a:cxn ang="0">
                  <a:pos x="95" y="103"/>
                </a:cxn>
                <a:cxn ang="0">
                  <a:pos x="88" y="104"/>
                </a:cxn>
                <a:cxn ang="0">
                  <a:pos x="63" y="52"/>
                </a:cxn>
                <a:cxn ang="0">
                  <a:pos x="149" y="171"/>
                </a:cxn>
                <a:cxn ang="0">
                  <a:pos x="95" y="225"/>
                </a:cxn>
                <a:cxn ang="0">
                  <a:pos x="42" y="171"/>
                </a:cxn>
                <a:cxn ang="0">
                  <a:pos x="95" y="118"/>
                </a:cxn>
                <a:cxn ang="0">
                  <a:pos x="149" y="171"/>
                </a:cxn>
                <a:cxn ang="0">
                  <a:pos x="95" y="122"/>
                </a:cxn>
                <a:cxn ang="0">
                  <a:pos x="46" y="171"/>
                </a:cxn>
                <a:cxn ang="0">
                  <a:pos x="95" y="220"/>
                </a:cxn>
                <a:cxn ang="0">
                  <a:pos x="145" y="171"/>
                </a:cxn>
                <a:cxn ang="0">
                  <a:pos x="95" y="122"/>
                </a:cxn>
                <a:cxn ang="0">
                  <a:pos x="95" y="215"/>
                </a:cxn>
                <a:cxn ang="0">
                  <a:pos x="52" y="171"/>
                </a:cxn>
                <a:cxn ang="0">
                  <a:pos x="95" y="127"/>
                </a:cxn>
                <a:cxn ang="0">
                  <a:pos x="139" y="171"/>
                </a:cxn>
                <a:cxn ang="0">
                  <a:pos x="95" y="215"/>
                </a:cxn>
                <a:cxn ang="0">
                  <a:pos x="103" y="142"/>
                </a:cxn>
                <a:cxn ang="0">
                  <a:pos x="96" y="142"/>
                </a:cxn>
                <a:cxn ang="0">
                  <a:pos x="80" y="151"/>
                </a:cxn>
                <a:cxn ang="0">
                  <a:pos x="80" y="159"/>
                </a:cxn>
                <a:cxn ang="0">
                  <a:pos x="92" y="159"/>
                </a:cxn>
                <a:cxn ang="0">
                  <a:pos x="92" y="193"/>
                </a:cxn>
                <a:cxn ang="0">
                  <a:pos x="85" y="193"/>
                </a:cxn>
                <a:cxn ang="0">
                  <a:pos x="85" y="201"/>
                </a:cxn>
                <a:cxn ang="0">
                  <a:pos x="110" y="201"/>
                </a:cxn>
                <a:cxn ang="0">
                  <a:pos x="110" y="193"/>
                </a:cxn>
                <a:cxn ang="0">
                  <a:pos x="103" y="193"/>
                </a:cxn>
                <a:cxn ang="0">
                  <a:pos x="103" y="142"/>
                </a:cxn>
              </a:cxnLst>
              <a:rect l="0" t="0" r="r" b="b"/>
              <a:pathLst>
                <a:path w="191" h="240">
                  <a:moveTo>
                    <a:pt x="191" y="37"/>
                  </a:moveTo>
                  <a:cubicBezTo>
                    <a:pt x="178" y="25"/>
                    <a:pt x="178" y="25"/>
                    <a:pt x="178" y="25"/>
                  </a:cubicBezTo>
                  <a:cubicBezTo>
                    <a:pt x="134" y="115"/>
                    <a:pt x="134" y="115"/>
                    <a:pt x="134" y="115"/>
                  </a:cubicBezTo>
                  <a:cubicBezTo>
                    <a:pt x="130" y="112"/>
                    <a:pt x="125" y="110"/>
                    <a:pt x="120" y="108"/>
                  </a:cubicBezTo>
                  <a:cubicBezTo>
                    <a:pt x="166" y="12"/>
                    <a:pt x="166" y="12"/>
                    <a:pt x="166" y="12"/>
                  </a:cubicBezTo>
                  <a:cubicBezTo>
                    <a:pt x="154" y="0"/>
                    <a:pt x="154" y="0"/>
                    <a:pt x="154" y="0"/>
                  </a:cubicBezTo>
                  <a:cubicBezTo>
                    <a:pt x="37" y="0"/>
                    <a:pt x="37" y="0"/>
                    <a:pt x="37" y="0"/>
                  </a:cubicBezTo>
                  <a:cubicBezTo>
                    <a:pt x="25" y="12"/>
                    <a:pt x="25" y="12"/>
                    <a:pt x="25" y="12"/>
                  </a:cubicBezTo>
                  <a:cubicBezTo>
                    <a:pt x="71" y="108"/>
                    <a:pt x="71" y="108"/>
                    <a:pt x="71" y="108"/>
                  </a:cubicBezTo>
                  <a:cubicBezTo>
                    <a:pt x="66" y="110"/>
                    <a:pt x="61" y="112"/>
                    <a:pt x="57" y="115"/>
                  </a:cubicBezTo>
                  <a:cubicBezTo>
                    <a:pt x="13" y="25"/>
                    <a:pt x="13" y="25"/>
                    <a:pt x="13" y="25"/>
                  </a:cubicBezTo>
                  <a:cubicBezTo>
                    <a:pt x="0" y="37"/>
                    <a:pt x="0" y="37"/>
                    <a:pt x="0" y="37"/>
                  </a:cubicBezTo>
                  <a:cubicBezTo>
                    <a:pt x="44" y="127"/>
                    <a:pt x="44" y="127"/>
                    <a:pt x="44" y="127"/>
                  </a:cubicBezTo>
                  <a:cubicBezTo>
                    <a:pt x="34" y="139"/>
                    <a:pt x="27" y="154"/>
                    <a:pt x="27" y="171"/>
                  </a:cubicBezTo>
                  <a:cubicBezTo>
                    <a:pt x="27" y="209"/>
                    <a:pt x="58" y="240"/>
                    <a:pt x="95" y="240"/>
                  </a:cubicBezTo>
                  <a:cubicBezTo>
                    <a:pt x="133" y="240"/>
                    <a:pt x="164" y="209"/>
                    <a:pt x="164" y="171"/>
                  </a:cubicBezTo>
                  <a:cubicBezTo>
                    <a:pt x="164" y="154"/>
                    <a:pt x="157" y="139"/>
                    <a:pt x="147" y="127"/>
                  </a:cubicBezTo>
                  <a:lnTo>
                    <a:pt x="191" y="37"/>
                  </a:lnTo>
                  <a:close/>
                  <a:moveTo>
                    <a:pt x="46" y="17"/>
                  </a:moveTo>
                  <a:cubicBezTo>
                    <a:pt x="145" y="17"/>
                    <a:pt x="145" y="17"/>
                    <a:pt x="145" y="17"/>
                  </a:cubicBezTo>
                  <a:cubicBezTo>
                    <a:pt x="137" y="34"/>
                    <a:pt x="137" y="34"/>
                    <a:pt x="137" y="34"/>
                  </a:cubicBezTo>
                  <a:cubicBezTo>
                    <a:pt x="54" y="34"/>
                    <a:pt x="54" y="34"/>
                    <a:pt x="54" y="34"/>
                  </a:cubicBezTo>
                  <a:lnTo>
                    <a:pt x="46" y="17"/>
                  </a:lnTo>
                  <a:close/>
                  <a:moveTo>
                    <a:pt x="63" y="52"/>
                  </a:moveTo>
                  <a:cubicBezTo>
                    <a:pt x="128" y="52"/>
                    <a:pt x="128" y="52"/>
                    <a:pt x="128" y="52"/>
                  </a:cubicBezTo>
                  <a:cubicBezTo>
                    <a:pt x="103" y="104"/>
                    <a:pt x="103" y="104"/>
                    <a:pt x="103" y="104"/>
                  </a:cubicBezTo>
                  <a:cubicBezTo>
                    <a:pt x="101" y="103"/>
                    <a:pt x="98" y="103"/>
                    <a:pt x="95" y="103"/>
                  </a:cubicBezTo>
                  <a:cubicBezTo>
                    <a:pt x="93" y="103"/>
                    <a:pt x="90" y="103"/>
                    <a:pt x="88" y="104"/>
                  </a:cubicBezTo>
                  <a:lnTo>
                    <a:pt x="63" y="52"/>
                  </a:lnTo>
                  <a:close/>
                  <a:moveTo>
                    <a:pt x="149" y="171"/>
                  </a:moveTo>
                  <a:cubicBezTo>
                    <a:pt x="149" y="201"/>
                    <a:pt x="125" y="225"/>
                    <a:pt x="95" y="225"/>
                  </a:cubicBezTo>
                  <a:cubicBezTo>
                    <a:pt x="66" y="225"/>
                    <a:pt x="42" y="201"/>
                    <a:pt x="42" y="171"/>
                  </a:cubicBezTo>
                  <a:cubicBezTo>
                    <a:pt x="42" y="142"/>
                    <a:pt x="66" y="118"/>
                    <a:pt x="95" y="118"/>
                  </a:cubicBezTo>
                  <a:cubicBezTo>
                    <a:pt x="125" y="118"/>
                    <a:pt x="149" y="142"/>
                    <a:pt x="149" y="171"/>
                  </a:cubicBezTo>
                  <a:close/>
                  <a:moveTo>
                    <a:pt x="95" y="122"/>
                  </a:moveTo>
                  <a:cubicBezTo>
                    <a:pt x="68" y="122"/>
                    <a:pt x="46" y="144"/>
                    <a:pt x="46" y="171"/>
                  </a:cubicBezTo>
                  <a:cubicBezTo>
                    <a:pt x="46" y="198"/>
                    <a:pt x="68" y="220"/>
                    <a:pt x="95" y="220"/>
                  </a:cubicBezTo>
                  <a:cubicBezTo>
                    <a:pt x="123" y="220"/>
                    <a:pt x="145" y="198"/>
                    <a:pt x="145" y="171"/>
                  </a:cubicBezTo>
                  <a:cubicBezTo>
                    <a:pt x="145" y="144"/>
                    <a:pt x="123" y="122"/>
                    <a:pt x="95" y="122"/>
                  </a:cubicBezTo>
                  <a:close/>
                  <a:moveTo>
                    <a:pt x="95" y="215"/>
                  </a:moveTo>
                  <a:cubicBezTo>
                    <a:pt x="71" y="215"/>
                    <a:pt x="52" y="196"/>
                    <a:pt x="52" y="171"/>
                  </a:cubicBezTo>
                  <a:cubicBezTo>
                    <a:pt x="52" y="147"/>
                    <a:pt x="71" y="127"/>
                    <a:pt x="95" y="127"/>
                  </a:cubicBezTo>
                  <a:cubicBezTo>
                    <a:pt x="120" y="127"/>
                    <a:pt x="139" y="147"/>
                    <a:pt x="139" y="171"/>
                  </a:cubicBezTo>
                  <a:cubicBezTo>
                    <a:pt x="139" y="196"/>
                    <a:pt x="120" y="215"/>
                    <a:pt x="95" y="215"/>
                  </a:cubicBezTo>
                  <a:close/>
                  <a:moveTo>
                    <a:pt x="103" y="142"/>
                  </a:moveTo>
                  <a:cubicBezTo>
                    <a:pt x="96" y="142"/>
                    <a:pt x="96" y="142"/>
                    <a:pt x="96" y="142"/>
                  </a:cubicBezTo>
                  <a:cubicBezTo>
                    <a:pt x="96" y="142"/>
                    <a:pt x="92" y="151"/>
                    <a:pt x="80" y="151"/>
                  </a:cubicBezTo>
                  <a:cubicBezTo>
                    <a:pt x="80" y="159"/>
                    <a:pt x="80" y="159"/>
                    <a:pt x="80" y="159"/>
                  </a:cubicBezTo>
                  <a:cubicBezTo>
                    <a:pt x="92" y="159"/>
                    <a:pt x="92" y="159"/>
                    <a:pt x="92" y="159"/>
                  </a:cubicBezTo>
                  <a:cubicBezTo>
                    <a:pt x="92" y="193"/>
                    <a:pt x="92" y="193"/>
                    <a:pt x="92" y="193"/>
                  </a:cubicBezTo>
                  <a:cubicBezTo>
                    <a:pt x="85" y="193"/>
                    <a:pt x="85" y="193"/>
                    <a:pt x="85" y="193"/>
                  </a:cubicBezTo>
                  <a:cubicBezTo>
                    <a:pt x="85" y="201"/>
                    <a:pt x="85" y="201"/>
                    <a:pt x="85" y="201"/>
                  </a:cubicBezTo>
                  <a:cubicBezTo>
                    <a:pt x="110" y="201"/>
                    <a:pt x="110" y="201"/>
                    <a:pt x="110" y="201"/>
                  </a:cubicBezTo>
                  <a:cubicBezTo>
                    <a:pt x="110" y="193"/>
                    <a:pt x="110" y="193"/>
                    <a:pt x="110" y="193"/>
                  </a:cubicBezTo>
                  <a:cubicBezTo>
                    <a:pt x="103" y="193"/>
                    <a:pt x="103" y="193"/>
                    <a:pt x="103" y="193"/>
                  </a:cubicBezTo>
                  <a:lnTo>
                    <a:pt x="103" y="142"/>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463" name="그룹 462"/>
          <p:cNvGrpSpPr/>
          <p:nvPr/>
        </p:nvGrpSpPr>
        <p:grpSpPr>
          <a:xfrm>
            <a:off x="3128157" y="1058821"/>
            <a:ext cx="1057386" cy="1057386"/>
            <a:chOff x="3128157" y="1058821"/>
            <a:chExt cx="1057386" cy="1057386"/>
          </a:xfrm>
        </p:grpSpPr>
        <p:grpSp>
          <p:nvGrpSpPr>
            <p:cNvPr id="17" name="그룹 16"/>
            <p:cNvGrpSpPr/>
            <p:nvPr/>
          </p:nvGrpSpPr>
          <p:grpSpPr>
            <a:xfrm>
              <a:off x="3128157" y="1058821"/>
              <a:ext cx="1057386" cy="1057386"/>
              <a:chOff x="4170281" y="886277"/>
              <a:chExt cx="1195637" cy="1195637"/>
            </a:xfrm>
          </p:grpSpPr>
          <p:grpSp>
            <p:nvGrpSpPr>
              <p:cNvPr id="330" name="그룹 329"/>
              <p:cNvGrpSpPr/>
              <p:nvPr/>
            </p:nvGrpSpPr>
            <p:grpSpPr>
              <a:xfrm>
                <a:off x="4170281" y="886277"/>
                <a:ext cx="1195637" cy="1195637"/>
                <a:chOff x="1385191" y="2138097"/>
                <a:chExt cx="805348" cy="805347"/>
              </a:xfrm>
            </p:grpSpPr>
            <p:sp>
              <p:nvSpPr>
                <p:cNvPr id="338" name="타원 337"/>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39"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332" name="그룹 331"/>
              <p:cNvGrpSpPr/>
              <p:nvPr/>
            </p:nvGrpSpPr>
            <p:grpSpPr>
              <a:xfrm>
                <a:off x="4364988" y="1499255"/>
                <a:ext cx="806225" cy="460327"/>
                <a:chOff x="2871213" y="1095489"/>
                <a:chExt cx="879869" cy="502375"/>
              </a:xfrm>
            </p:grpSpPr>
            <p:sp>
              <p:nvSpPr>
                <p:cNvPr id="333" name="TextBox 332"/>
                <p:cNvSpPr txBox="1"/>
                <p:nvPr/>
              </p:nvSpPr>
              <p:spPr>
                <a:xfrm>
                  <a:off x="2871213" y="1095489"/>
                  <a:ext cx="879869" cy="153888"/>
                </a:xfrm>
                <a:prstGeom prst="rect">
                  <a:avLst/>
                </a:prstGeom>
                <a:noFill/>
              </p:spPr>
              <p:txBody>
                <a:bodyPr wrap="square" lIns="0" tIns="0" rIns="0" bIns="0" rtlCol="0">
                  <a:noAutofit/>
                </a:bodyPr>
                <a:lstStyle/>
                <a:p>
                  <a:pPr algn="ctr"/>
                  <a:r>
                    <a:rPr lang="en-US" altLang="ko-KR" sz="900" b="1" dirty="0">
                      <a:gradFill>
                        <a:gsLst>
                          <a:gs pos="0">
                            <a:schemeClr val="bg2"/>
                          </a:gs>
                          <a:gs pos="100000">
                            <a:schemeClr val="bg2"/>
                          </a:gs>
                        </a:gsLst>
                        <a:lin ang="5400000" scaled="0"/>
                      </a:gradFill>
                      <a:latin typeface="Roboto Condensed Regular"/>
                    </a:rPr>
                    <a:t>LOREM IPSUM </a:t>
                  </a:r>
                  <a:endParaRPr lang="ko-KR" altLang="en-US" sz="900" b="1" dirty="0">
                    <a:gradFill>
                      <a:gsLst>
                        <a:gs pos="0">
                          <a:schemeClr val="bg2"/>
                        </a:gs>
                        <a:gs pos="100000">
                          <a:schemeClr val="bg2"/>
                        </a:gs>
                      </a:gsLst>
                      <a:lin ang="5400000" scaled="0"/>
                    </a:gradFill>
                    <a:latin typeface="Roboto Condensed Regular"/>
                  </a:endParaRPr>
                </a:p>
              </p:txBody>
            </p:sp>
            <p:sp>
              <p:nvSpPr>
                <p:cNvPr id="334" name="TextBox 333"/>
                <p:cNvSpPr txBox="1"/>
                <p:nvPr/>
              </p:nvSpPr>
              <p:spPr>
                <a:xfrm>
                  <a:off x="2871213" y="1288726"/>
                  <a:ext cx="879869" cy="309138"/>
                </a:xfrm>
                <a:prstGeom prst="rect">
                  <a:avLst/>
                </a:prstGeom>
                <a:noFill/>
              </p:spPr>
              <p:txBody>
                <a:bodyPr wrap="square" lIns="0" tIns="0" rIns="0" bIns="0" rtlCol="0">
                  <a:noAutofit/>
                </a:bodyPr>
                <a:lstStyle/>
                <a:p>
                  <a:pPr algn="ctr">
                    <a:buClr>
                      <a:schemeClr val="bg2"/>
                    </a:buClr>
                  </a:pPr>
                  <a:r>
                    <a:rPr lang="pt-BR" altLang="ko-KR" sz="600" dirty="0">
                      <a:gradFill>
                        <a:gsLst>
                          <a:gs pos="0">
                            <a:schemeClr val="bg2">
                              <a:alpha val="70000"/>
                            </a:schemeClr>
                          </a:gs>
                          <a:gs pos="100000">
                            <a:schemeClr val="bg2">
                              <a:alpha val="70000"/>
                            </a:schemeClr>
                          </a:gs>
                        </a:gsLst>
                        <a:lin ang="5400000" scaled="0"/>
                      </a:gradFill>
                      <a:ea typeface="Roboto Light" pitchFamily="2" charset="0"/>
                      <a:cs typeface="Roboto Condensed Regular"/>
                    </a:rPr>
                    <a:t>Sed dignissim lacinia nunc. Curabitur tortor.</a:t>
                  </a:r>
                  <a:endParaRPr lang="en-US" altLang="ko-KR" sz="600" dirty="0">
                    <a:gradFill>
                      <a:gsLst>
                        <a:gs pos="0">
                          <a:schemeClr val="bg2">
                            <a:alpha val="70000"/>
                          </a:schemeClr>
                        </a:gs>
                        <a:gs pos="100000">
                          <a:schemeClr val="bg2">
                            <a:alpha val="70000"/>
                          </a:schemeClr>
                        </a:gs>
                      </a:gsLst>
                      <a:lin ang="5400000" scaled="0"/>
                    </a:gradFill>
                    <a:ea typeface="Roboto Light" pitchFamily="2" charset="0"/>
                    <a:cs typeface="Roboto Condensed Regular"/>
                  </a:endParaRPr>
                </a:p>
              </p:txBody>
            </p:sp>
          </p:grpSp>
        </p:grpSp>
        <p:sp>
          <p:nvSpPr>
            <p:cNvPr id="462" name="Freeform 50"/>
            <p:cNvSpPr>
              <a:spLocks noEditPoints="1"/>
            </p:cNvSpPr>
            <p:nvPr/>
          </p:nvSpPr>
          <p:spPr bwMode="auto">
            <a:xfrm>
              <a:off x="3515121" y="1182962"/>
              <a:ext cx="283458" cy="357027"/>
            </a:xfrm>
            <a:custGeom>
              <a:avLst/>
              <a:gdLst/>
              <a:ahLst/>
              <a:cxnLst>
                <a:cxn ang="0">
                  <a:pos x="187" y="135"/>
                </a:cxn>
                <a:cxn ang="0">
                  <a:pos x="44" y="135"/>
                </a:cxn>
                <a:cxn ang="0">
                  <a:pos x="44" y="156"/>
                </a:cxn>
                <a:cxn ang="0">
                  <a:pos x="187" y="156"/>
                </a:cxn>
                <a:cxn ang="0">
                  <a:pos x="187" y="135"/>
                </a:cxn>
                <a:cxn ang="0">
                  <a:pos x="187" y="95"/>
                </a:cxn>
                <a:cxn ang="0">
                  <a:pos x="44" y="95"/>
                </a:cxn>
                <a:cxn ang="0">
                  <a:pos x="44" y="115"/>
                </a:cxn>
                <a:cxn ang="0">
                  <a:pos x="187" y="115"/>
                </a:cxn>
                <a:cxn ang="0">
                  <a:pos x="187" y="95"/>
                </a:cxn>
                <a:cxn ang="0">
                  <a:pos x="187" y="54"/>
                </a:cxn>
                <a:cxn ang="0">
                  <a:pos x="44" y="54"/>
                </a:cxn>
                <a:cxn ang="0">
                  <a:pos x="44" y="75"/>
                </a:cxn>
                <a:cxn ang="0">
                  <a:pos x="187" y="75"/>
                </a:cxn>
                <a:cxn ang="0">
                  <a:pos x="187" y="54"/>
                </a:cxn>
                <a:cxn ang="0">
                  <a:pos x="44" y="196"/>
                </a:cxn>
                <a:cxn ang="0">
                  <a:pos x="116" y="196"/>
                </a:cxn>
                <a:cxn ang="0">
                  <a:pos x="116" y="176"/>
                </a:cxn>
                <a:cxn ang="0">
                  <a:pos x="44" y="176"/>
                </a:cxn>
                <a:cxn ang="0">
                  <a:pos x="44" y="196"/>
                </a:cxn>
                <a:cxn ang="0">
                  <a:pos x="233" y="29"/>
                </a:cxn>
                <a:cxn ang="0">
                  <a:pos x="233" y="0"/>
                </a:cxn>
                <a:cxn ang="0">
                  <a:pos x="0" y="0"/>
                </a:cxn>
                <a:cxn ang="0">
                  <a:pos x="0" y="301"/>
                </a:cxn>
                <a:cxn ang="0">
                  <a:pos x="29" y="301"/>
                </a:cxn>
                <a:cxn ang="0">
                  <a:pos x="29" y="330"/>
                </a:cxn>
                <a:cxn ang="0">
                  <a:pos x="262" y="330"/>
                </a:cxn>
                <a:cxn ang="0">
                  <a:pos x="262" y="29"/>
                </a:cxn>
                <a:cxn ang="0">
                  <a:pos x="233" y="29"/>
                </a:cxn>
                <a:cxn ang="0">
                  <a:pos x="15" y="286"/>
                </a:cxn>
                <a:cxn ang="0">
                  <a:pos x="15" y="16"/>
                </a:cxn>
                <a:cxn ang="0">
                  <a:pos x="216" y="16"/>
                </a:cxn>
                <a:cxn ang="0">
                  <a:pos x="216" y="216"/>
                </a:cxn>
                <a:cxn ang="0">
                  <a:pos x="148" y="216"/>
                </a:cxn>
                <a:cxn ang="0">
                  <a:pos x="148" y="286"/>
                </a:cxn>
                <a:cxn ang="0">
                  <a:pos x="15" y="286"/>
                </a:cxn>
                <a:cxn ang="0">
                  <a:pos x="245" y="315"/>
                </a:cxn>
                <a:cxn ang="0">
                  <a:pos x="44" y="315"/>
                </a:cxn>
                <a:cxn ang="0">
                  <a:pos x="44" y="301"/>
                </a:cxn>
                <a:cxn ang="0">
                  <a:pos x="155" y="301"/>
                </a:cxn>
                <a:cxn ang="0">
                  <a:pos x="233" y="225"/>
                </a:cxn>
                <a:cxn ang="0">
                  <a:pos x="233" y="45"/>
                </a:cxn>
                <a:cxn ang="0">
                  <a:pos x="245" y="45"/>
                </a:cxn>
                <a:cxn ang="0">
                  <a:pos x="245" y="315"/>
                </a:cxn>
              </a:cxnLst>
              <a:rect l="0" t="0" r="r" b="b"/>
              <a:pathLst>
                <a:path w="262" h="330">
                  <a:moveTo>
                    <a:pt x="187" y="135"/>
                  </a:moveTo>
                  <a:lnTo>
                    <a:pt x="44" y="135"/>
                  </a:lnTo>
                  <a:lnTo>
                    <a:pt x="44" y="156"/>
                  </a:lnTo>
                  <a:lnTo>
                    <a:pt x="187" y="156"/>
                  </a:lnTo>
                  <a:lnTo>
                    <a:pt x="187" y="135"/>
                  </a:lnTo>
                  <a:close/>
                  <a:moveTo>
                    <a:pt x="187" y="95"/>
                  </a:moveTo>
                  <a:lnTo>
                    <a:pt x="44" y="95"/>
                  </a:lnTo>
                  <a:lnTo>
                    <a:pt x="44" y="115"/>
                  </a:lnTo>
                  <a:lnTo>
                    <a:pt x="187" y="115"/>
                  </a:lnTo>
                  <a:lnTo>
                    <a:pt x="187" y="95"/>
                  </a:lnTo>
                  <a:close/>
                  <a:moveTo>
                    <a:pt x="187" y="54"/>
                  </a:moveTo>
                  <a:lnTo>
                    <a:pt x="44" y="54"/>
                  </a:lnTo>
                  <a:lnTo>
                    <a:pt x="44" y="75"/>
                  </a:lnTo>
                  <a:lnTo>
                    <a:pt x="187" y="75"/>
                  </a:lnTo>
                  <a:lnTo>
                    <a:pt x="187" y="54"/>
                  </a:lnTo>
                  <a:close/>
                  <a:moveTo>
                    <a:pt x="44" y="196"/>
                  </a:moveTo>
                  <a:lnTo>
                    <a:pt x="116" y="196"/>
                  </a:lnTo>
                  <a:lnTo>
                    <a:pt x="116" y="176"/>
                  </a:lnTo>
                  <a:lnTo>
                    <a:pt x="44" y="176"/>
                  </a:lnTo>
                  <a:lnTo>
                    <a:pt x="44" y="196"/>
                  </a:lnTo>
                  <a:close/>
                  <a:moveTo>
                    <a:pt x="233" y="29"/>
                  </a:moveTo>
                  <a:lnTo>
                    <a:pt x="233" y="0"/>
                  </a:lnTo>
                  <a:lnTo>
                    <a:pt x="0" y="0"/>
                  </a:lnTo>
                  <a:lnTo>
                    <a:pt x="0" y="301"/>
                  </a:lnTo>
                  <a:lnTo>
                    <a:pt x="29" y="301"/>
                  </a:lnTo>
                  <a:lnTo>
                    <a:pt x="29" y="330"/>
                  </a:lnTo>
                  <a:lnTo>
                    <a:pt x="262" y="330"/>
                  </a:lnTo>
                  <a:lnTo>
                    <a:pt x="262" y="29"/>
                  </a:lnTo>
                  <a:lnTo>
                    <a:pt x="233" y="29"/>
                  </a:lnTo>
                  <a:close/>
                  <a:moveTo>
                    <a:pt x="15" y="286"/>
                  </a:moveTo>
                  <a:lnTo>
                    <a:pt x="15" y="16"/>
                  </a:lnTo>
                  <a:lnTo>
                    <a:pt x="216" y="16"/>
                  </a:lnTo>
                  <a:lnTo>
                    <a:pt x="216" y="216"/>
                  </a:lnTo>
                  <a:lnTo>
                    <a:pt x="148" y="216"/>
                  </a:lnTo>
                  <a:lnTo>
                    <a:pt x="148" y="286"/>
                  </a:lnTo>
                  <a:lnTo>
                    <a:pt x="15" y="286"/>
                  </a:lnTo>
                  <a:close/>
                  <a:moveTo>
                    <a:pt x="245" y="315"/>
                  </a:moveTo>
                  <a:lnTo>
                    <a:pt x="44" y="315"/>
                  </a:lnTo>
                  <a:lnTo>
                    <a:pt x="44" y="301"/>
                  </a:lnTo>
                  <a:lnTo>
                    <a:pt x="155" y="301"/>
                  </a:lnTo>
                  <a:lnTo>
                    <a:pt x="233" y="225"/>
                  </a:lnTo>
                  <a:lnTo>
                    <a:pt x="233" y="45"/>
                  </a:lnTo>
                  <a:lnTo>
                    <a:pt x="245" y="45"/>
                  </a:lnTo>
                  <a:lnTo>
                    <a:pt x="245" y="315"/>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465" name="그룹 464"/>
          <p:cNvGrpSpPr/>
          <p:nvPr/>
        </p:nvGrpSpPr>
        <p:grpSpPr>
          <a:xfrm>
            <a:off x="4597823" y="1125513"/>
            <a:ext cx="1057386" cy="1057386"/>
            <a:chOff x="4597823" y="1125513"/>
            <a:chExt cx="1057386" cy="1057386"/>
          </a:xfrm>
        </p:grpSpPr>
        <p:grpSp>
          <p:nvGrpSpPr>
            <p:cNvPr id="18" name="그룹 17"/>
            <p:cNvGrpSpPr/>
            <p:nvPr/>
          </p:nvGrpSpPr>
          <p:grpSpPr>
            <a:xfrm>
              <a:off x="4597823" y="1125513"/>
              <a:ext cx="1057386" cy="1057386"/>
              <a:chOff x="5832103" y="961689"/>
              <a:chExt cx="1195637" cy="1195637"/>
            </a:xfrm>
          </p:grpSpPr>
          <p:grpSp>
            <p:nvGrpSpPr>
              <p:cNvPr id="319" name="그룹 318"/>
              <p:cNvGrpSpPr/>
              <p:nvPr/>
            </p:nvGrpSpPr>
            <p:grpSpPr>
              <a:xfrm>
                <a:off x="5832103" y="961689"/>
                <a:ext cx="1195637" cy="1195637"/>
                <a:chOff x="1385191" y="2138097"/>
                <a:chExt cx="805348" cy="805347"/>
              </a:xfrm>
            </p:grpSpPr>
            <p:sp>
              <p:nvSpPr>
                <p:cNvPr id="327" name="타원 326"/>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28"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321" name="그룹 320"/>
              <p:cNvGrpSpPr/>
              <p:nvPr/>
            </p:nvGrpSpPr>
            <p:grpSpPr>
              <a:xfrm>
                <a:off x="6026810" y="1574667"/>
                <a:ext cx="806225" cy="460327"/>
                <a:chOff x="2871213" y="1095489"/>
                <a:chExt cx="879869" cy="502375"/>
              </a:xfrm>
            </p:grpSpPr>
            <p:sp>
              <p:nvSpPr>
                <p:cNvPr id="322" name="TextBox 321"/>
                <p:cNvSpPr txBox="1"/>
                <p:nvPr/>
              </p:nvSpPr>
              <p:spPr>
                <a:xfrm>
                  <a:off x="2871213" y="1095489"/>
                  <a:ext cx="879869" cy="153888"/>
                </a:xfrm>
                <a:prstGeom prst="rect">
                  <a:avLst/>
                </a:prstGeom>
                <a:noFill/>
              </p:spPr>
              <p:txBody>
                <a:bodyPr wrap="square" lIns="0" tIns="0" rIns="0" bIns="0" rtlCol="0">
                  <a:noAutofit/>
                </a:bodyPr>
                <a:lstStyle/>
                <a:p>
                  <a:pPr algn="ctr"/>
                  <a:r>
                    <a:rPr lang="en-US" altLang="ko-KR" sz="900" b="1" dirty="0">
                      <a:gradFill>
                        <a:gsLst>
                          <a:gs pos="0">
                            <a:schemeClr val="bg2"/>
                          </a:gs>
                          <a:gs pos="100000">
                            <a:schemeClr val="bg2"/>
                          </a:gs>
                        </a:gsLst>
                        <a:lin ang="5400000" scaled="0"/>
                      </a:gradFill>
                      <a:latin typeface="Roboto Condensed Regular"/>
                    </a:rPr>
                    <a:t>LOREM IPSUM </a:t>
                  </a:r>
                  <a:endParaRPr lang="ko-KR" altLang="en-US" sz="900" b="1" dirty="0">
                    <a:gradFill>
                      <a:gsLst>
                        <a:gs pos="0">
                          <a:schemeClr val="bg2"/>
                        </a:gs>
                        <a:gs pos="100000">
                          <a:schemeClr val="bg2"/>
                        </a:gs>
                      </a:gsLst>
                      <a:lin ang="5400000" scaled="0"/>
                    </a:gradFill>
                    <a:latin typeface="Roboto Condensed Regular"/>
                  </a:endParaRPr>
                </a:p>
              </p:txBody>
            </p:sp>
            <p:sp>
              <p:nvSpPr>
                <p:cNvPr id="323" name="TextBox 322"/>
                <p:cNvSpPr txBox="1"/>
                <p:nvPr/>
              </p:nvSpPr>
              <p:spPr>
                <a:xfrm>
                  <a:off x="2871213" y="1288726"/>
                  <a:ext cx="879869" cy="309138"/>
                </a:xfrm>
                <a:prstGeom prst="rect">
                  <a:avLst/>
                </a:prstGeom>
                <a:noFill/>
              </p:spPr>
              <p:txBody>
                <a:bodyPr wrap="square" lIns="0" tIns="0" rIns="0" bIns="0" rtlCol="0">
                  <a:noAutofit/>
                </a:bodyPr>
                <a:lstStyle/>
                <a:p>
                  <a:pPr algn="ctr">
                    <a:buClr>
                      <a:schemeClr val="bg2"/>
                    </a:buClr>
                  </a:pPr>
                  <a:r>
                    <a:rPr lang="pt-BR" altLang="ko-KR" sz="600" dirty="0">
                      <a:gradFill>
                        <a:gsLst>
                          <a:gs pos="0">
                            <a:schemeClr val="bg2">
                              <a:alpha val="70000"/>
                            </a:schemeClr>
                          </a:gs>
                          <a:gs pos="100000">
                            <a:schemeClr val="bg2">
                              <a:alpha val="70000"/>
                            </a:schemeClr>
                          </a:gs>
                        </a:gsLst>
                        <a:lin ang="5400000" scaled="0"/>
                      </a:gradFill>
                      <a:ea typeface="Roboto Light" pitchFamily="2" charset="0"/>
                      <a:cs typeface="Roboto Condensed Regular"/>
                    </a:rPr>
                    <a:t>Sed dignissim lacinia nunc. Curabitur tortor.</a:t>
                  </a:r>
                  <a:endParaRPr lang="en-US" altLang="ko-KR" sz="600" dirty="0">
                    <a:gradFill>
                      <a:gsLst>
                        <a:gs pos="0">
                          <a:schemeClr val="bg2">
                            <a:alpha val="70000"/>
                          </a:schemeClr>
                        </a:gs>
                        <a:gs pos="100000">
                          <a:schemeClr val="bg2">
                            <a:alpha val="70000"/>
                          </a:schemeClr>
                        </a:gs>
                      </a:gsLst>
                      <a:lin ang="5400000" scaled="0"/>
                    </a:gradFill>
                    <a:ea typeface="Roboto Light" pitchFamily="2" charset="0"/>
                    <a:cs typeface="Roboto Condensed Regular"/>
                  </a:endParaRPr>
                </a:p>
              </p:txBody>
            </p:sp>
          </p:grpSp>
        </p:grpSp>
        <p:sp>
          <p:nvSpPr>
            <p:cNvPr id="464" name="Freeform 30"/>
            <p:cNvSpPr>
              <a:spLocks noEditPoints="1"/>
            </p:cNvSpPr>
            <p:nvPr/>
          </p:nvSpPr>
          <p:spPr bwMode="auto">
            <a:xfrm>
              <a:off x="4951367" y="1252838"/>
              <a:ext cx="350296" cy="359828"/>
            </a:xfrm>
            <a:custGeom>
              <a:avLst/>
              <a:gdLst/>
              <a:ahLst/>
              <a:cxnLst>
                <a:cxn ang="0">
                  <a:pos x="162" y="125"/>
                </a:cxn>
                <a:cxn ang="0">
                  <a:pos x="163" y="125"/>
                </a:cxn>
                <a:cxn ang="0">
                  <a:pos x="163" y="124"/>
                </a:cxn>
                <a:cxn ang="0">
                  <a:pos x="134" y="107"/>
                </a:cxn>
                <a:cxn ang="0">
                  <a:pos x="113" y="95"/>
                </a:cxn>
                <a:cxn ang="0">
                  <a:pos x="106" y="89"/>
                </a:cxn>
                <a:cxn ang="0">
                  <a:pos x="104" y="80"/>
                </a:cxn>
                <a:cxn ang="0">
                  <a:pos x="111" y="65"/>
                </a:cxn>
                <a:cxn ang="0">
                  <a:pos x="117" y="51"/>
                </a:cxn>
                <a:cxn ang="0">
                  <a:pos x="115" y="47"/>
                </a:cxn>
                <a:cxn ang="0">
                  <a:pos x="111" y="16"/>
                </a:cxn>
                <a:cxn ang="0">
                  <a:pos x="91" y="3"/>
                </a:cxn>
                <a:cxn ang="0">
                  <a:pos x="84" y="1"/>
                </a:cxn>
                <a:cxn ang="0">
                  <a:pos x="75" y="0"/>
                </a:cxn>
                <a:cxn ang="0">
                  <a:pos x="76" y="3"/>
                </a:cxn>
                <a:cxn ang="0">
                  <a:pos x="57" y="16"/>
                </a:cxn>
                <a:cxn ang="0">
                  <a:pos x="53" y="47"/>
                </a:cxn>
                <a:cxn ang="0">
                  <a:pos x="50" y="51"/>
                </a:cxn>
                <a:cxn ang="0">
                  <a:pos x="57" y="65"/>
                </a:cxn>
                <a:cxn ang="0">
                  <a:pos x="64" y="80"/>
                </a:cxn>
                <a:cxn ang="0">
                  <a:pos x="62" y="89"/>
                </a:cxn>
                <a:cxn ang="0">
                  <a:pos x="55" y="95"/>
                </a:cxn>
                <a:cxn ang="0">
                  <a:pos x="33" y="107"/>
                </a:cxn>
                <a:cxn ang="0">
                  <a:pos x="5" y="124"/>
                </a:cxn>
                <a:cxn ang="0">
                  <a:pos x="0" y="168"/>
                </a:cxn>
                <a:cxn ang="0">
                  <a:pos x="0" y="172"/>
                </a:cxn>
                <a:cxn ang="0">
                  <a:pos x="0" y="172"/>
                </a:cxn>
                <a:cxn ang="0">
                  <a:pos x="84" y="194"/>
                </a:cxn>
                <a:cxn ang="0">
                  <a:pos x="126" y="189"/>
                </a:cxn>
                <a:cxn ang="0">
                  <a:pos x="120" y="167"/>
                </a:cxn>
                <a:cxn ang="0">
                  <a:pos x="162" y="125"/>
                </a:cxn>
                <a:cxn ang="0">
                  <a:pos x="166" y="137"/>
                </a:cxn>
                <a:cxn ang="0">
                  <a:pos x="162" y="136"/>
                </a:cxn>
                <a:cxn ang="0">
                  <a:pos x="131" y="167"/>
                </a:cxn>
                <a:cxn ang="0">
                  <a:pos x="137" y="186"/>
                </a:cxn>
                <a:cxn ang="0">
                  <a:pos x="162" y="198"/>
                </a:cxn>
                <a:cxn ang="0">
                  <a:pos x="193" y="167"/>
                </a:cxn>
                <a:cxn ang="0">
                  <a:pos x="166" y="137"/>
                </a:cxn>
                <a:cxn ang="0">
                  <a:pos x="182" y="171"/>
                </a:cxn>
                <a:cxn ang="0">
                  <a:pos x="166" y="171"/>
                </a:cxn>
                <a:cxn ang="0">
                  <a:pos x="166" y="187"/>
                </a:cxn>
                <a:cxn ang="0">
                  <a:pos x="158" y="187"/>
                </a:cxn>
                <a:cxn ang="0">
                  <a:pos x="158" y="171"/>
                </a:cxn>
                <a:cxn ang="0">
                  <a:pos x="142" y="171"/>
                </a:cxn>
                <a:cxn ang="0">
                  <a:pos x="142" y="163"/>
                </a:cxn>
                <a:cxn ang="0">
                  <a:pos x="158" y="163"/>
                </a:cxn>
                <a:cxn ang="0">
                  <a:pos x="158" y="148"/>
                </a:cxn>
                <a:cxn ang="0">
                  <a:pos x="166" y="148"/>
                </a:cxn>
                <a:cxn ang="0">
                  <a:pos x="166" y="163"/>
                </a:cxn>
                <a:cxn ang="0">
                  <a:pos x="182" y="163"/>
                </a:cxn>
                <a:cxn ang="0">
                  <a:pos x="182" y="171"/>
                </a:cxn>
              </a:cxnLst>
              <a:rect l="0" t="0" r="r" b="b"/>
              <a:pathLst>
                <a:path w="193" h="198">
                  <a:moveTo>
                    <a:pt x="162" y="125"/>
                  </a:moveTo>
                  <a:cubicBezTo>
                    <a:pt x="162" y="125"/>
                    <a:pt x="163" y="125"/>
                    <a:pt x="163" y="125"/>
                  </a:cubicBezTo>
                  <a:cubicBezTo>
                    <a:pt x="163" y="125"/>
                    <a:pt x="163" y="125"/>
                    <a:pt x="163" y="124"/>
                  </a:cubicBezTo>
                  <a:cubicBezTo>
                    <a:pt x="156" y="108"/>
                    <a:pt x="139" y="108"/>
                    <a:pt x="134" y="107"/>
                  </a:cubicBezTo>
                  <a:cubicBezTo>
                    <a:pt x="121" y="103"/>
                    <a:pt x="116" y="101"/>
                    <a:pt x="113" y="95"/>
                  </a:cubicBezTo>
                  <a:cubicBezTo>
                    <a:pt x="110" y="89"/>
                    <a:pt x="106" y="89"/>
                    <a:pt x="106" y="89"/>
                  </a:cubicBezTo>
                  <a:cubicBezTo>
                    <a:pt x="105" y="86"/>
                    <a:pt x="104" y="83"/>
                    <a:pt x="104" y="80"/>
                  </a:cubicBezTo>
                  <a:cubicBezTo>
                    <a:pt x="110" y="73"/>
                    <a:pt x="111" y="65"/>
                    <a:pt x="111" y="65"/>
                  </a:cubicBezTo>
                  <a:cubicBezTo>
                    <a:pt x="116" y="63"/>
                    <a:pt x="118" y="54"/>
                    <a:pt x="117" y="51"/>
                  </a:cubicBezTo>
                  <a:cubicBezTo>
                    <a:pt x="117" y="47"/>
                    <a:pt x="115" y="47"/>
                    <a:pt x="115" y="47"/>
                  </a:cubicBezTo>
                  <a:cubicBezTo>
                    <a:pt x="115" y="47"/>
                    <a:pt x="118" y="28"/>
                    <a:pt x="111" y="16"/>
                  </a:cubicBezTo>
                  <a:cubicBezTo>
                    <a:pt x="103" y="4"/>
                    <a:pt x="91" y="3"/>
                    <a:pt x="91" y="3"/>
                  </a:cubicBezTo>
                  <a:cubicBezTo>
                    <a:pt x="84" y="1"/>
                    <a:pt x="84" y="1"/>
                    <a:pt x="84" y="1"/>
                  </a:cubicBezTo>
                  <a:cubicBezTo>
                    <a:pt x="84" y="1"/>
                    <a:pt x="77" y="1"/>
                    <a:pt x="75" y="0"/>
                  </a:cubicBezTo>
                  <a:cubicBezTo>
                    <a:pt x="75" y="0"/>
                    <a:pt x="75" y="2"/>
                    <a:pt x="76" y="3"/>
                  </a:cubicBezTo>
                  <a:cubicBezTo>
                    <a:pt x="76" y="3"/>
                    <a:pt x="64" y="4"/>
                    <a:pt x="57" y="16"/>
                  </a:cubicBezTo>
                  <a:cubicBezTo>
                    <a:pt x="50" y="28"/>
                    <a:pt x="53" y="47"/>
                    <a:pt x="53" y="47"/>
                  </a:cubicBezTo>
                  <a:cubicBezTo>
                    <a:pt x="53" y="47"/>
                    <a:pt x="51" y="47"/>
                    <a:pt x="50" y="51"/>
                  </a:cubicBezTo>
                  <a:cubicBezTo>
                    <a:pt x="50" y="54"/>
                    <a:pt x="52" y="63"/>
                    <a:pt x="57" y="65"/>
                  </a:cubicBezTo>
                  <a:cubicBezTo>
                    <a:pt x="57" y="65"/>
                    <a:pt x="58" y="73"/>
                    <a:pt x="64" y="80"/>
                  </a:cubicBezTo>
                  <a:cubicBezTo>
                    <a:pt x="63" y="83"/>
                    <a:pt x="63" y="86"/>
                    <a:pt x="62" y="89"/>
                  </a:cubicBezTo>
                  <a:cubicBezTo>
                    <a:pt x="62" y="89"/>
                    <a:pt x="58" y="89"/>
                    <a:pt x="55" y="95"/>
                  </a:cubicBezTo>
                  <a:cubicBezTo>
                    <a:pt x="51" y="101"/>
                    <a:pt x="47" y="103"/>
                    <a:pt x="33" y="107"/>
                  </a:cubicBezTo>
                  <a:cubicBezTo>
                    <a:pt x="29" y="108"/>
                    <a:pt x="12" y="108"/>
                    <a:pt x="5" y="124"/>
                  </a:cubicBezTo>
                  <a:cubicBezTo>
                    <a:pt x="2" y="132"/>
                    <a:pt x="0" y="151"/>
                    <a:pt x="0" y="168"/>
                  </a:cubicBezTo>
                  <a:cubicBezTo>
                    <a:pt x="0" y="170"/>
                    <a:pt x="0" y="171"/>
                    <a:pt x="0" y="172"/>
                  </a:cubicBezTo>
                  <a:cubicBezTo>
                    <a:pt x="0" y="172"/>
                    <a:pt x="0" y="172"/>
                    <a:pt x="0" y="172"/>
                  </a:cubicBezTo>
                  <a:cubicBezTo>
                    <a:pt x="16" y="182"/>
                    <a:pt x="43" y="194"/>
                    <a:pt x="84" y="194"/>
                  </a:cubicBezTo>
                  <a:cubicBezTo>
                    <a:pt x="100" y="194"/>
                    <a:pt x="114" y="192"/>
                    <a:pt x="126" y="189"/>
                  </a:cubicBezTo>
                  <a:cubicBezTo>
                    <a:pt x="122" y="183"/>
                    <a:pt x="120" y="175"/>
                    <a:pt x="120" y="167"/>
                  </a:cubicBezTo>
                  <a:cubicBezTo>
                    <a:pt x="120" y="144"/>
                    <a:pt x="139" y="125"/>
                    <a:pt x="162" y="125"/>
                  </a:cubicBezTo>
                  <a:close/>
                  <a:moveTo>
                    <a:pt x="166" y="137"/>
                  </a:moveTo>
                  <a:cubicBezTo>
                    <a:pt x="164" y="136"/>
                    <a:pt x="163" y="136"/>
                    <a:pt x="162" y="136"/>
                  </a:cubicBezTo>
                  <a:cubicBezTo>
                    <a:pt x="145" y="136"/>
                    <a:pt x="131" y="150"/>
                    <a:pt x="131" y="167"/>
                  </a:cubicBezTo>
                  <a:cubicBezTo>
                    <a:pt x="131" y="174"/>
                    <a:pt x="133" y="181"/>
                    <a:pt x="137" y="186"/>
                  </a:cubicBezTo>
                  <a:cubicBezTo>
                    <a:pt x="143" y="193"/>
                    <a:pt x="152" y="198"/>
                    <a:pt x="162" y="198"/>
                  </a:cubicBezTo>
                  <a:cubicBezTo>
                    <a:pt x="179" y="198"/>
                    <a:pt x="193" y="184"/>
                    <a:pt x="193" y="167"/>
                  </a:cubicBezTo>
                  <a:cubicBezTo>
                    <a:pt x="193" y="151"/>
                    <a:pt x="181" y="138"/>
                    <a:pt x="166" y="137"/>
                  </a:cubicBezTo>
                  <a:close/>
                  <a:moveTo>
                    <a:pt x="182" y="171"/>
                  </a:moveTo>
                  <a:cubicBezTo>
                    <a:pt x="166" y="171"/>
                    <a:pt x="166" y="171"/>
                    <a:pt x="166" y="171"/>
                  </a:cubicBezTo>
                  <a:cubicBezTo>
                    <a:pt x="166" y="187"/>
                    <a:pt x="166" y="187"/>
                    <a:pt x="166" y="187"/>
                  </a:cubicBezTo>
                  <a:cubicBezTo>
                    <a:pt x="158" y="187"/>
                    <a:pt x="158" y="187"/>
                    <a:pt x="158" y="187"/>
                  </a:cubicBezTo>
                  <a:cubicBezTo>
                    <a:pt x="158" y="171"/>
                    <a:pt x="158" y="171"/>
                    <a:pt x="158" y="171"/>
                  </a:cubicBezTo>
                  <a:cubicBezTo>
                    <a:pt x="142" y="171"/>
                    <a:pt x="142" y="171"/>
                    <a:pt x="142" y="171"/>
                  </a:cubicBezTo>
                  <a:cubicBezTo>
                    <a:pt x="142" y="163"/>
                    <a:pt x="142" y="163"/>
                    <a:pt x="142" y="163"/>
                  </a:cubicBezTo>
                  <a:cubicBezTo>
                    <a:pt x="158" y="163"/>
                    <a:pt x="158" y="163"/>
                    <a:pt x="158" y="163"/>
                  </a:cubicBezTo>
                  <a:cubicBezTo>
                    <a:pt x="158" y="148"/>
                    <a:pt x="158" y="148"/>
                    <a:pt x="158" y="148"/>
                  </a:cubicBezTo>
                  <a:cubicBezTo>
                    <a:pt x="166" y="148"/>
                    <a:pt x="166" y="148"/>
                    <a:pt x="166" y="148"/>
                  </a:cubicBezTo>
                  <a:cubicBezTo>
                    <a:pt x="166" y="163"/>
                    <a:pt x="166" y="163"/>
                    <a:pt x="166" y="163"/>
                  </a:cubicBezTo>
                  <a:cubicBezTo>
                    <a:pt x="182" y="163"/>
                    <a:pt x="182" y="163"/>
                    <a:pt x="182" y="163"/>
                  </a:cubicBezTo>
                  <a:lnTo>
                    <a:pt x="182" y="171"/>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467" name="그룹 466"/>
          <p:cNvGrpSpPr/>
          <p:nvPr/>
        </p:nvGrpSpPr>
        <p:grpSpPr>
          <a:xfrm>
            <a:off x="5455654" y="2099520"/>
            <a:ext cx="1057386" cy="1057386"/>
            <a:chOff x="5455654" y="2099520"/>
            <a:chExt cx="1057386" cy="1057386"/>
          </a:xfrm>
        </p:grpSpPr>
        <p:grpSp>
          <p:nvGrpSpPr>
            <p:cNvPr id="19" name="그룹 18"/>
            <p:cNvGrpSpPr/>
            <p:nvPr/>
          </p:nvGrpSpPr>
          <p:grpSpPr>
            <a:xfrm>
              <a:off x="5455654" y="2099520"/>
              <a:ext cx="1057386" cy="1057386"/>
              <a:chOff x="6802094" y="2063045"/>
              <a:chExt cx="1195637" cy="1195637"/>
            </a:xfrm>
          </p:grpSpPr>
          <p:grpSp>
            <p:nvGrpSpPr>
              <p:cNvPr id="245" name="그룹 244"/>
              <p:cNvGrpSpPr/>
              <p:nvPr/>
            </p:nvGrpSpPr>
            <p:grpSpPr>
              <a:xfrm>
                <a:off x="6802094" y="2063045"/>
                <a:ext cx="1195637" cy="1195637"/>
                <a:chOff x="1385191" y="2138097"/>
                <a:chExt cx="805348" cy="805347"/>
              </a:xfrm>
            </p:grpSpPr>
            <p:sp>
              <p:nvSpPr>
                <p:cNvPr id="250" name="타원 249"/>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51"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243" name="그룹 242"/>
              <p:cNvGrpSpPr/>
              <p:nvPr/>
            </p:nvGrpSpPr>
            <p:grpSpPr>
              <a:xfrm>
                <a:off x="6996801" y="2676023"/>
                <a:ext cx="806225" cy="460327"/>
                <a:chOff x="2871213" y="1095489"/>
                <a:chExt cx="879869" cy="502375"/>
              </a:xfrm>
            </p:grpSpPr>
            <p:sp>
              <p:nvSpPr>
                <p:cNvPr id="252" name="TextBox 251"/>
                <p:cNvSpPr txBox="1"/>
                <p:nvPr/>
              </p:nvSpPr>
              <p:spPr>
                <a:xfrm>
                  <a:off x="2871213" y="1095489"/>
                  <a:ext cx="879869" cy="153888"/>
                </a:xfrm>
                <a:prstGeom prst="rect">
                  <a:avLst/>
                </a:prstGeom>
                <a:noFill/>
              </p:spPr>
              <p:txBody>
                <a:bodyPr wrap="square" lIns="0" tIns="0" rIns="0" bIns="0" rtlCol="0">
                  <a:noAutofit/>
                </a:bodyPr>
                <a:lstStyle/>
                <a:p>
                  <a:pPr algn="ctr"/>
                  <a:r>
                    <a:rPr lang="en-US" altLang="ko-KR" sz="900" b="1" dirty="0">
                      <a:gradFill>
                        <a:gsLst>
                          <a:gs pos="0">
                            <a:schemeClr val="bg2"/>
                          </a:gs>
                          <a:gs pos="100000">
                            <a:schemeClr val="bg2"/>
                          </a:gs>
                        </a:gsLst>
                        <a:lin ang="5400000" scaled="0"/>
                      </a:gradFill>
                      <a:latin typeface="Roboto Condensed Regular"/>
                    </a:rPr>
                    <a:t>LOREM IPSUM </a:t>
                  </a:r>
                  <a:endParaRPr lang="ko-KR" altLang="en-US" sz="900" b="1" dirty="0">
                    <a:gradFill>
                      <a:gsLst>
                        <a:gs pos="0">
                          <a:schemeClr val="bg2"/>
                        </a:gs>
                        <a:gs pos="100000">
                          <a:schemeClr val="bg2"/>
                        </a:gs>
                      </a:gsLst>
                      <a:lin ang="5400000" scaled="0"/>
                    </a:gradFill>
                    <a:latin typeface="Roboto Condensed Regular"/>
                  </a:endParaRPr>
                </a:p>
              </p:txBody>
            </p:sp>
            <p:sp>
              <p:nvSpPr>
                <p:cNvPr id="253" name="TextBox 252"/>
                <p:cNvSpPr txBox="1"/>
                <p:nvPr/>
              </p:nvSpPr>
              <p:spPr>
                <a:xfrm>
                  <a:off x="2871213" y="1288726"/>
                  <a:ext cx="879869" cy="309138"/>
                </a:xfrm>
                <a:prstGeom prst="rect">
                  <a:avLst/>
                </a:prstGeom>
                <a:noFill/>
              </p:spPr>
              <p:txBody>
                <a:bodyPr wrap="square" lIns="0" tIns="0" rIns="0" bIns="0" rtlCol="0">
                  <a:noAutofit/>
                </a:bodyPr>
                <a:lstStyle/>
                <a:p>
                  <a:pPr algn="ctr">
                    <a:buClr>
                      <a:schemeClr val="bg2"/>
                    </a:buClr>
                  </a:pPr>
                  <a:r>
                    <a:rPr lang="pt-BR" altLang="ko-KR" sz="600" dirty="0">
                      <a:gradFill>
                        <a:gsLst>
                          <a:gs pos="0">
                            <a:schemeClr val="bg2">
                              <a:alpha val="70000"/>
                            </a:schemeClr>
                          </a:gs>
                          <a:gs pos="100000">
                            <a:schemeClr val="bg2">
                              <a:alpha val="70000"/>
                            </a:schemeClr>
                          </a:gs>
                        </a:gsLst>
                        <a:lin ang="5400000" scaled="0"/>
                      </a:gradFill>
                      <a:ea typeface="Roboto Light" pitchFamily="2" charset="0"/>
                      <a:cs typeface="Roboto Condensed Regular"/>
                    </a:rPr>
                    <a:t>Sed dignissim lacinia nunc. Curabitur tortor.</a:t>
                  </a:r>
                  <a:endParaRPr lang="en-US" altLang="ko-KR" sz="600" dirty="0">
                    <a:gradFill>
                      <a:gsLst>
                        <a:gs pos="0">
                          <a:schemeClr val="bg2">
                            <a:alpha val="70000"/>
                          </a:schemeClr>
                        </a:gs>
                        <a:gs pos="100000">
                          <a:schemeClr val="bg2">
                            <a:alpha val="70000"/>
                          </a:schemeClr>
                        </a:gs>
                      </a:gsLst>
                      <a:lin ang="5400000" scaled="0"/>
                    </a:gradFill>
                    <a:ea typeface="Roboto Light" pitchFamily="2" charset="0"/>
                    <a:cs typeface="Roboto Condensed Regular"/>
                  </a:endParaRPr>
                </a:p>
              </p:txBody>
            </p:sp>
          </p:grpSp>
        </p:grpSp>
        <p:sp>
          <p:nvSpPr>
            <p:cNvPr id="466" name="Freeform 57"/>
            <p:cNvSpPr>
              <a:spLocks noEditPoints="1"/>
            </p:cNvSpPr>
            <p:nvPr/>
          </p:nvSpPr>
          <p:spPr bwMode="auto">
            <a:xfrm>
              <a:off x="5822433" y="2225252"/>
              <a:ext cx="323827" cy="335355"/>
            </a:xfrm>
            <a:custGeom>
              <a:avLst/>
              <a:gdLst/>
              <a:ahLst/>
              <a:cxnLst>
                <a:cxn ang="0">
                  <a:pos x="142" y="175"/>
                </a:cxn>
                <a:cxn ang="0">
                  <a:pos x="147" y="179"/>
                </a:cxn>
                <a:cxn ang="0">
                  <a:pos x="203" y="210"/>
                </a:cxn>
                <a:cxn ang="0">
                  <a:pos x="202" y="146"/>
                </a:cxn>
                <a:cxn ang="0">
                  <a:pos x="200" y="140"/>
                </a:cxn>
                <a:cxn ang="0">
                  <a:pos x="194" y="130"/>
                </a:cxn>
                <a:cxn ang="0">
                  <a:pos x="136" y="165"/>
                </a:cxn>
                <a:cxn ang="0">
                  <a:pos x="142" y="175"/>
                </a:cxn>
                <a:cxn ang="0">
                  <a:pos x="175" y="130"/>
                </a:cxn>
                <a:cxn ang="0">
                  <a:pos x="189" y="122"/>
                </a:cxn>
                <a:cxn ang="0">
                  <a:pos x="129" y="23"/>
                </a:cxn>
                <a:cxn ang="0">
                  <a:pos x="115" y="32"/>
                </a:cxn>
                <a:cxn ang="0">
                  <a:pos x="175" y="130"/>
                </a:cxn>
                <a:cxn ang="0">
                  <a:pos x="169" y="134"/>
                </a:cxn>
                <a:cxn ang="0">
                  <a:pos x="109" y="36"/>
                </a:cxn>
                <a:cxn ang="0">
                  <a:pos x="92" y="46"/>
                </a:cxn>
                <a:cxn ang="0">
                  <a:pos x="151" y="145"/>
                </a:cxn>
                <a:cxn ang="0">
                  <a:pos x="169" y="134"/>
                </a:cxn>
                <a:cxn ang="0">
                  <a:pos x="72" y="58"/>
                </a:cxn>
                <a:cxn ang="0">
                  <a:pos x="131" y="157"/>
                </a:cxn>
                <a:cxn ang="0">
                  <a:pos x="145" y="148"/>
                </a:cxn>
                <a:cxn ang="0">
                  <a:pos x="86" y="50"/>
                </a:cxn>
                <a:cxn ang="0">
                  <a:pos x="72" y="58"/>
                </a:cxn>
                <a:cxn ang="0">
                  <a:pos x="67" y="50"/>
                </a:cxn>
                <a:cxn ang="0">
                  <a:pos x="124" y="15"/>
                </a:cxn>
                <a:cxn ang="0">
                  <a:pos x="120" y="8"/>
                </a:cxn>
                <a:cxn ang="0">
                  <a:pos x="102" y="4"/>
                </a:cxn>
                <a:cxn ang="0">
                  <a:pos x="67" y="25"/>
                </a:cxn>
                <a:cxn ang="0">
                  <a:pos x="62" y="43"/>
                </a:cxn>
                <a:cxn ang="0">
                  <a:pos x="67" y="50"/>
                </a:cxn>
                <a:cxn ang="0">
                  <a:pos x="0" y="210"/>
                </a:cxn>
                <a:cxn ang="0">
                  <a:pos x="155" y="210"/>
                </a:cxn>
                <a:cxn ang="0">
                  <a:pos x="155" y="198"/>
                </a:cxn>
                <a:cxn ang="0">
                  <a:pos x="0" y="198"/>
                </a:cxn>
                <a:cxn ang="0">
                  <a:pos x="0" y="210"/>
                </a:cxn>
              </a:cxnLst>
              <a:rect l="0" t="0" r="r" b="b"/>
              <a:pathLst>
                <a:path w="203" h="210">
                  <a:moveTo>
                    <a:pt x="142" y="175"/>
                  </a:moveTo>
                  <a:cubicBezTo>
                    <a:pt x="143" y="177"/>
                    <a:pt x="145" y="178"/>
                    <a:pt x="147" y="179"/>
                  </a:cubicBezTo>
                  <a:cubicBezTo>
                    <a:pt x="203" y="210"/>
                    <a:pt x="203" y="210"/>
                    <a:pt x="203" y="210"/>
                  </a:cubicBezTo>
                  <a:cubicBezTo>
                    <a:pt x="202" y="146"/>
                    <a:pt x="202" y="146"/>
                    <a:pt x="202" y="146"/>
                  </a:cubicBezTo>
                  <a:cubicBezTo>
                    <a:pt x="202" y="144"/>
                    <a:pt x="201" y="142"/>
                    <a:pt x="200" y="140"/>
                  </a:cubicBezTo>
                  <a:cubicBezTo>
                    <a:pt x="194" y="130"/>
                    <a:pt x="194" y="130"/>
                    <a:pt x="194" y="130"/>
                  </a:cubicBezTo>
                  <a:cubicBezTo>
                    <a:pt x="136" y="165"/>
                    <a:pt x="136" y="165"/>
                    <a:pt x="136" y="165"/>
                  </a:cubicBezTo>
                  <a:lnTo>
                    <a:pt x="142" y="175"/>
                  </a:lnTo>
                  <a:close/>
                  <a:moveTo>
                    <a:pt x="175" y="130"/>
                  </a:moveTo>
                  <a:cubicBezTo>
                    <a:pt x="189" y="122"/>
                    <a:pt x="189" y="122"/>
                    <a:pt x="189" y="122"/>
                  </a:cubicBezTo>
                  <a:cubicBezTo>
                    <a:pt x="129" y="23"/>
                    <a:pt x="129" y="23"/>
                    <a:pt x="129" y="23"/>
                  </a:cubicBezTo>
                  <a:cubicBezTo>
                    <a:pt x="115" y="32"/>
                    <a:pt x="115" y="32"/>
                    <a:pt x="115" y="32"/>
                  </a:cubicBezTo>
                  <a:lnTo>
                    <a:pt x="175" y="130"/>
                  </a:lnTo>
                  <a:close/>
                  <a:moveTo>
                    <a:pt x="169" y="134"/>
                  </a:moveTo>
                  <a:cubicBezTo>
                    <a:pt x="109" y="36"/>
                    <a:pt x="109" y="36"/>
                    <a:pt x="109" y="36"/>
                  </a:cubicBezTo>
                  <a:cubicBezTo>
                    <a:pt x="92" y="46"/>
                    <a:pt x="92" y="46"/>
                    <a:pt x="92" y="46"/>
                  </a:cubicBezTo>
                  <a:cubicBezTo>
                    <a:pt x="151" y="145"/>
                    <a:pt x="151" y="145"/>
                    <a:pt x="151" y="145"/>
                  </a:cubicBezTo>
                  <a:lnTo>
                    <a:pt x="169" y="134"/>
                  </a:lnTo>
                  <a:close/>
                  <a:moveTo>
                    <a:pt x="72" y="58"/>
                  </a:moveTo>
                  <a:cubicBezTo>
                    <a:pt x="131" y="157"/>
                    <a:pt x="131" y="157"/>
                    <a:pt x="131" y="157"/>
                  </a:cubicBezTo>
                  <a:cubicBezTo>
                    <a:pt x="145" y="148"/>
                    <a:pt x="145" y="148"/>
                    <a:pt x="145" y="148"/>
                  </a:cubicBezTo>
                  <a:cubicBezTo>
                    <a:pt x="86" y="50"/>
                    <a:pt x="86" y="50"/>
                    <a:pt x="86" y="50"/>
                  </a:cubicBezTo>
                  <a:lnTo>
                    <a:pt x="72" y="58"/>
                  </a:lnTo>
                  <a:close/>
                  <a:moveTo>
                    <a:pt x="67" y="50"/>
                  </a:moveTo>
                  <a:cubicBezTo>
                    <a:pt x="124" y="15"/>
                    <a:pt x="124" y="15"/>
                    <a:pt x="124" y="15"/>
                  </a:cubicBezTo>
                  <a:cubicBezTo>
                    <a:pt x="120" y="8"/>
                    <a:pt x="120" y="8"/>
                    <a:pt x="120" y="8"/>
                  </a:cubicBezTo>
                  <a:cubicBezTo>
                    <a:pt x="116" y="2"/>
                    <a:pt x="108" y="0"/>
                    <a:pt x="102" y="4"/>
                  </a:cubicBezTo>
                  <a:cubicBezTo>
                    <a:pt x="67" y="25"/>
                    <a:pt x="67" y="25"/>
                    <a:pt x="67" y="25"/>
                  </a:cubicBezTo>
                  <a:cubicBezTo>
                    <a:pt x="61" y="29"/>
                    <a:pt x="59" y="37"/>
                    <a:pt x="62" y="43"/>
                  </a:cubicBezTo>
                  <a:lnTo>
                    <a:pt x="67" y="50"/>
                  </a:lnTo>
                  <a:close/>
                  <a:moveTo>
                    <a:pt x="0" y="210"/>
                  </a:moveTo>
                  <a:cubicBezTo>
                    <a:pt x="155" y="210"/>
                    <a:pt x="155" y="210"/>
                    <a:pt x="155" y="210"/>
                  </a:cubicBezTo>
                  <a:cubicBezTo>
                    <a:pt x="155" y="198"/>
                    <a:pt x="155" y="198"/>
                    <a:pt x="155" y="198"/>
                  </a:cubicBezTo>
                  <a:cubicBezTo>
                    <a:pt x="0" y="198"/>
                    <a:pt x="0" y="198"/>
                    <a:pt x="0" y="198"/>
                  </a:cubicBezTo>
                  <a:lnTo>
                    <a:pt x="0" y="210"/>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388609515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1000"/>
                                        <p:tgtEl>
                                          <p:spTgt spid="118"/>
                                        </p:tgtEl>
                                      </p:cBhvr>
                                    </p:animEffect>
                                    <p:anim calcmode="lin" valueType="num">
                                      <p:cBhvr>
                                        <p:cTn id="8" dur="1000" fill="hold"/>
                                        <p:tgtEl>
                                          <p:spTgt spid="118"/>
                                        </p:tgtEl>
                                        <p:attrNameLst>
                                          <p:attrName>ppt_x</p:attrName>
                                        </p:attrNameLst>
                                      </p:cBhvr>
                                      <p:tavLst>
                                        <p:tav tm="0">
                                          <p:val>
                                            <p:strVal val="#ppt_x"/>
                                          </p:val>
                                        </p:tav>
                                        <p:tav tm="100000">
                                          <p:val>
                                            <p:strVal val="#ppt_x"/>
                                          </p:val>
                                        </p:tav>
                                      </p:tavLst>
                                    </p:anim>
                                    <p:anim calcmode="lin" valueType="num">
                                      <p:cBhvr>
                                        <p:cTn id="9" dur="1000" fill="hold"/>
                                        <p:tgtEl>
                                          <p:spTgt spid="11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7" presetClass="entr" presetSubtype="10" fill="hold" nodeType="afterEffect">
                                  <p:stCondLst>
                                    <p:cond delay="0"/>
                                  </p:stCondLst>
                                  <p:childTnLst>
                                    <p:set>
                                      <p:cBhvr>
                                        <p:cTn id="12" dur="1" fill="hold">
                                          <p:stCondLst>
                                            <p:cond delay="0"/>
                                          </p:stCondLst>
                                        </p:cTn>
                                        <p:tgtEl>
                                          <p:spTgt spid="461"/>
                                        </p:tgtEl>
                                        <p:attrNameLst>
                                          <p:attrName>style.visibility</p:attrName>
                                        </p:attrNameLst>
                                      </p:cBhvr>
                                      <p:to>
                                        <p:strVal val="visible"/>
                                      </p:to>
                                    </p:set>
                                    <p:anim calcmode="lin" valueType="num">
                                      <p:cBhvr>
                                        <p:cTn id="13" dur="500" fill="hold"/>
                                        <p:tgtEl>
                                          <p:spTgt spid="461"/>
                                        </p:tgtEl>
                                        <p:attrNameLst>
                                          <p:attrName>ppt_w</p:attrName>
                                        </p:attrNameLst>
                                      </p:cBhvr>
                                      <p:tavLst>
                                        <p:tav tm="0">
                                          <p:val>
                                            <p:fltVal val="0"/>
                                          </p:val>
                                        </p:tav>
                                        <p:tav tm="100000">
                                          <p:val>
                                            <p:strVal val="#ppt_w"/>
                                          </p:val>
                                        </p:tav>
                                      </p:tavLst>
                                    </p:anim>
                                    <p:anim calcmode="lin" valueType="num">
                                      <p:cBhvr>
                                        <p:cTn id="14" dur="500" fill="hold"/>
                                        <p:tgtEl>
                                          <p:spTgt spid="461"/>
                                        </p:tgtEl>
                                        <p:attrNameLst>
                                          <p:attrName>ppt_h</p:attrName>
                                        </p:attrNameLst>
                                      </p:cBhvr>
                                      <p:tavLst>
                                        <p:tav tm="0">
                                          <p:val>
                                            <p:strVal val="#ppt_h"/>
                                          </p:val>
                                        </p:tav>
                                        <p:tav tm="100000">
                                          <p:val>
                                            <p:strVal val="#ppt_h"/>
                                          </p:val>
                                        </p:tav>
                                      </p:tavLst>
                                    </p:anim>
                                  </p:childTnLst>
                                </p:cTn>
                              </p:par>
                            </p:childTnLst>
                          </p:cTn>
                        </p:par>
                        <p:par>
                          <p:cTn id="15" fill="hold">
                            <p:stCondLst>
                              <p:cond delay="1500"/>
                            </p:stCondLst>
                            <p:childTnLst>
                              <p:par>
                                <p:cTn id="16" presetID="17" presetClass="entr" presetSubtype="10" fill="hold" nodeType="afterEffect">
                                  <p:stCondLst>
                                    <p:cond delay="0"/>
                                  </p:stCondLst>
                                  <p:childTnLst>
                                    <p:set>
                                      <p:cBhvr>
                                        <p:cTn id="17" dur="1" fill="hold">
                                          <p:stCondLst>
                                            <p:cond delay="0"/>
                                          </p:stCondLst>
                                        </p:cTn>
                                        <p:tgtEl>
                                          <p:spTgt spid="463"/>
                                        </p:tgtEl>
                                        <p:attrNameLst>
                                          <p:attrName>style.visibility</p:attrName>
                                        </p:attrNameLst>
                                      </p:cBhvr>
                                      <p:to>
                                        <p:strVal val="visible"/>
                                      </p:to>
                                    </p:set>
                                    <p:anim calcmode="lin" valueType="num">
                                      <p:cBhvr>
                                        <p:cTn id="18" dur="500" fill="hold"/>
                                        <p:tgtEl>
                                          <p:spTgt spid="463"/>
                                        </p:tgtEl>
                                        <p:attrNameLst>
                                          <p:attrName>ppt_w</p:attrName>
                                        </p:attrNameLst>
                                      </p:cBhvr>
                                      <p:tavLst>
                                        <p:tav tm="0">
                                          <p:val>
                                            <p:fltVal val="0"/>
                                          </p:val>
                                        </p:tav>
                                        <p:tav tm="100000">
                                          <p:val>
                                            <p:strVal val="#ppt_w"/>
                                          </p:val>
                                        </p:tav>
                                      </p:tavLst>
                                    </p:anim>
                                    <p:anim calcmode="lin" valueType="num">
                                      <p:cBhvr>
                                        <p:cTn id="19" dur="500" fill="hold"/>
                                        <p:tgtEl>
                                          <p:spTgt spid="463"/>
                                        </p:tgtEl>
                                        <p:attrNameLst>
                                          <p:attrName>ppt_h</p:attrName>
                                        </p:attrNameLst>
                                      </p:cBhvr>
                                      <p:tavLst>
                                        <p:tav tm="0">
                                          <p:val>
                                            <p:strVal val="#ppt_h"/>
                                          </p:val>
                                        </p:tav>
                                        <p:tav tm="100000">
                                          <p:val>
                                            <p:strVal val="#ppt_h"/>
                                          </p:val>
                                        </p:tav>
                                      </p:tavLst>
                                    </p:anim>
                                  </p:childTnLst>
                                </p:cTn>
                              </p:par>
                            </p:childTnLst>
                          </p:cTn>
                        </p:par>
                        <p:par>
                          <p:cTn id="20" fill="hold">
                            <p:stCondLst>
                              <p:cond delay="2000"/>
                            </p:stCondLst>
                            <p:childTnLst>
                              <p:par>
                                <p:cTn id="21" presetID="17" presetClass="entr" presetSubtype="10" fill="hold" nodeType="afterEffect">
                                  <p:stCondLst>
                                    <p:cond delay="0"/>
                                  </p:stCondLst>
                                  <p:childTnLst>
                                    <p:set>
                                      <p:cBhvr>
                                        <p:cTn id="22" dur="1" fill="hold">
                                          <p:stCondLst>
                                            <p:cond delay="0"/>
                                          </p:stCondLst>
                                        </p:cTn>
                                        <p:tgtEl>
                                          <p:spTgt spid="465"/>
                                        </p:tgtEl>
                                        <p:attrNameLst>
                                          <p:attrName>style.visibility</p:attrName>
                                        </p:attrNameLst>
                                      </p:cBhvr>
                                      <p:to>
                                        <p:strVal val="visible"/>
                                      </p:to>
                                    </p:set>
                                    <p:anim calcmode="lin" valueType="num">
                                      <p:cBhvr>
                                        <p:cTn id="23" dur="500" fill="hold"/>
                                        <p:tgtEl>
                                          <p:spTgt spid="465"/>
                                        </p:tgtEl>
                                        <p:attrNameLst>
                                          <p:attrName>ppt_w</p:attrName>
                                        </p:attrNameLst>
                                      </p:cBhvr>
                                      <p:tavLst>
                                        <p:tav tm="0">
                                          <p:val>
                                            <p:fltVal val="0"/>
                                          </p:val>
                                        </p:tav>
                                        <p:tav tm="100000">
                                          <p:val>
                                            <p:strVal val="#ppt_w"/>
                                          </p:val>
                                        </p:tav>
                                      </p:tavLst>
                                    </p:anim>
                                    <p:anim calcmode="lin" valueType="num">
                                      <p:cBhvr>
                                        <p:cTn id="24" dur="500" fill="hold"/>
                                        <p:tgtEl>
                                          <p:spTgt spid="465"/>
                                        </p:tgtEl>
                                        <p:attrNameLst>
                                          <p:attrName>ppt_h</p:attrName>
                                        </p:attrNameLst>
                                      </p:cBhvr>
                                      <p:tavLst>
                                        <p:tav tm="0">
                                          <p:val>
                                            <p:strVal val="#ppt_h"/>
                                          </p:val>
                                        </p:tav>
                                        <p:tav tm="100000">
                                          <p:val>
                                            <p:strVal val="#ppt_h"/>
                                          </p:val>
                                        </p:tav>
                                      </p:tavLst>
                                    </p:anim>
                                  </p:childTnLst>
                                </p:cTn>
                              </p:par>
                            </p:childTnLst>
                          </p:cTn>
                        </p:par>
                        <p:par>
                          <p:cTn id="25" fill="hold">
                            <p:stCondLst>
                              <p:cond delay="2500"/>
                            </p:stCondLst>
                            <p:childTnLst>
                              <p:par>
                                <p:cTn id="26" presetID="17" presetClass="entr" presetSubtype="10" fill="hold" nodeType="afterEffect">
                                  <p:stCondLst>
                                    <p:cond delay="0"/>
                                  </p:stCondLst>
                                  <p:childTnLst>
                                    <p:set>
                                      <p:cBhvr>
                                        <p:cTn id="27" dur="1" fill="hold">
                                          <p:stCondLst>
                                            <p:cond delay="0"/>
                                          </p:stCondLst>
                                        </p:cTn>
                                        <p:tgtEl>
                                          <p:spTgt spid="467"/>
                                        </p:tgtEl>
                                        <p:attrNameLst>
                                          <p:attrName>style.visibility</p:attrName>
                                        </p:attrNameLst>
                                      </p:cBhvr>
                                      <p:to>
                                        <p:strVal val="visible"/>
                                      </p:to>
                                    </p:set>
                                    <p:anim calcmode="lin" valueType="num">
                                      <p:cBhvr>
                                        <p:cTn id="28" dur="500" fill="hold"/>
                                        <p:tgtEl>
                                          <p:spTgt spid="467"/>
                                        </p:tgtEl>
                                        <p:attrNameLst>
                                          <p:attrName>ppt_w</p:attrName>
                                        </p:attrNameLst>
                                      </p:cBhvr>
                                      <p:tavLst>
                                        <p:tav tm="0">
                                          <p:val>
                                            <p:fltVal val="0"/>
                                          </p:val>
                                        </p:tav>
                                        <p:tav tm="100000">
                                          <p:val>
                                            <p:strVal val="#ppt_w"/>
                                          </p:val>
                                        </p:tav>
                                      </p:tavLst>
                                    </p:anim>
                                    <p:anim calcmode="lin" valueType="num">
                                      <p:cBhvr>
                                        <p:cTn id="29" dur="500" fill="hold"/>
                                        <p:tgtEl>
                                          <p:spTgt spid="46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Brand Tree</a:t>
            </a:r>
            <a:endParaRPr lang="en-US" dirty="0"/>
          </a:p>
        </p:txBody>
      </p:sp>
      <p:grpSp>
        <p:nvGrpSpPr>
          <p:cNvPr id="61" name="그룹 60"/>
          <p:cNvGrpSpPr/>
          <p:nvPr/>
        </p:nvGrpSpPr>
        <p:grpSpPr>
          <a:xfrm>
            <a:off x="2199353" y="927394"/>
            <a:ext cx="2640012" cy="4216106"/>
            <a:chOff x="3246438" y="994363"/>
            <a:chExt cx="2640012" cy="4216106"/>
          </a:xfrm>
        </p:grpSpPr>
        <p:sp>
          <p:nvSpPr>
            <p:cNvPr id="202" name="Freeform 34"/>
            <p:cNvSpPr>
              <a:spLocks/>
            </p:cNvSpPr>
            <p:nvPr/>
          </p:nvSpPr>
          <p:spPr bwMode="auto">
            <a:xfrm>
              <a:off x="3513878" y="1932313"/>
              <a:ext cx="2124235" cy="3278156"/>
            </a:xfrm>
            <a:custGeom>
              <a:avLst/>
              <a:gdLst>
                <a:gd name="T0" fmla="*/ 667 w 689"/>
                <a:gd name="T1" fmla="*/ 589 h 1041"/>
                <a:gd name="T2" fmla="*/ 462 w 689"/>
                <a:gd name="T3" fmla="*/ 672 h 1041"/>
                <a:gd name="T4" fmla="*/ 390 w 689"/>
                <a:gd name="T5" fmla="*/ 788 h 1041"/>
                <a:gd name="T6" fmla="*/ 383 w 689"/>
                <a:gd name="T7" fmla="*/ 983 h 1041"/>
                <a:gd name="T8" fmla="*/ 411 w 689"/>
                <a:gd name="T9" fmla="*/ 1041 h 1041"/>
                <a:gd name="T10" fmla="*/ 266 w 689"/>
                <a:gd name="T11" fmla="*/ 968 h 1041"/>
                <a:gd name="T12" fmla="*/ 274 w 689"/>
                <a:gd name="T13" fmla="*/ 866 h 1041"/>
                <a:gd name="T14" fmla="*/ 184 w 689"/>
                <a:gd name="T15" fmla="*/ 586 h 1041"/>
                <a:gd name="T16" fmla="*/ 0 w 689"/>
                <a:gd name="T17" fmla="*/ 473 h 1041"/>
                <a:gd name="T18" fmla="*/ 23 w 689"/>
                <a:gd name="T19" fmla="*/ 490 h 1041"/>
                <a:gd name="T20" fmla="*/ 154 w 689"/>
                <a:gd name="T21" fmla="*/ 527 h 1041"/>
                <a:gd name="T22" fmla="*/ 103 w 689"/>
                <a:gd name="T23" fmla="*/ 447 h 1041"/>
                <a:gd name="T24" fmla="*/ 73 w 689"/>
                <a:gd name="T25" fmla="*/ 340 h 1041"/>
                <a:gd name="T26" fmla="*/ 76 w 689"/>
                <a:gd name="T27" fmla="*/ 280 h 1041"/>
                <a:gd name="T28" fmla="*/ 83 w 689"/>
                <a:gd name="T29" fmla="*/ 323 h 1041"/>
                <a:gd name="T30" fmla="*/ 133 w 689"/>
                <a:gd name="T31" fmla="*/ 435 h 1041"/>
                <a:gd name="T32" fmla="*/ 151 w 689"/>
                <a:gd name="T33" fmla="*/ 458 h 1041"/>
                <a:gd name="T34" fmla="*/ 203 w 689"/>
                <a:gd name="T35" fmla="*/ 518 h 1041"/>
                <a:gd name="T36" fmla="*/ 243 w 689"/>
                <a:gd name="T37" fmla="*/ 567 h 1041"/>
                <a:gd name="T38" fmla="*/ 332 w 689"/>
                <a:gd name="T39" fmla="*/ 594 h 1041"/>
                <a:gd name="T40" fmla="*/ 359 w 689"/>
                <a:gd name="T41" fmla="*/ 494 h 1041"/>
                <a:gd name="T42" fmla="*/ 361 w 689"/>
                <a:gd name="T43" fmla="*/ 481 h 1041"/>
                <a:gd name="T44" fmla="*/ 370 w 689"/>
                <a:gd name="T45" fmla="*/ 427 h 1041"/>
                <a:gd name="T46" fmla="*/ 376 w 689"/>
                <a:gd name="T47" fmla="*/ 327 h 1041"/>
                <a:gd name="T48" fmla="*/ 375 w 689"/>
                <a:gd name="T49" fmla="*/ 287 h 1041"/>
                <a:gd name="T50" fmla="*/ 374 w 689"/>
                <a:gd name="T51" fmla="*/ 270 h 1041"/>
                <a:gd name="T52" fmla="*/ 368 w 689"/>
                <a:gd name="T53" fmla="*/ 215 h 1041"/>
                <a:gd name="T54" fmla="*/ 363 w 689"/>
                <a:gd name="T55" fmla="*/ 188 h 1041"/>
                <a:gd name="T56" fmla="*/ 358 w 689"/>
                <a:gd name="T57" fmla="*/ 165 h 1041"/>
                <a:gd name="T58" fmla="*/ 327 w 689"/>
                <a:gd name="T59" fmla="*/ 67 h 1041"/>
                <a:gd name="T60" fmla="*/ 295 w 689"/>
                <a:gd name="T61" fmla="*/ 0 h 1041"/>
                <a:gd name="T62" fmla="*/ 346 w 689"/>
                <a:gd name="T63" fmla="*/ 66 h 1041"/>
                <a:gd name="T64" fmla="*/ 386 w 689"/>
                <a:gd name="T65" fmla="*/ 146 h 1041"/>
                <a:gd name="T66" fmla="*/ 410 w 689"/>
                <a:gd name="T67" fmla="*/ 228 h 1041"/>
                <a:gd name="T68" fmla="*/ 416 w 689"/>
                <a:gd name="T69" fmla="*/ 259 h 1041"/>
                <a:gd name="T70" fmla="*/ 425 w 689"/>
                <a:gd name="T71" fmla="*/ 361 h 1041"/>
                <a:gd name="T72" fmla="*/ 437 w 689"/>
                <a:gd name="T73" fmla="*/ 370 h 1041"/>
                <a:gd name="T74" fmla="*/ 491 w 689"/>
                <a:gd name="T75" fmla="*/ 306 h 1041"/>
                <a:gd name="T76" fmla="*/ 520 w 689"/>
                <a:gd name="T77" fmla="*/ 275 h 1041"/>
                <a:gd name="T78" fmla="*/ 546 w 689"/>
                <a:gd name="T79" fmla="*/ 239 h 1041"/>
                <a:gd name="T80" fmla="*/ 599 w 689"/>
                <a:gd name="T81" fmla="*/ 113 h 1041"/>
                <a:gd name="T82" fmla="*/ 608 w 689"/>
                <a:gd name="T83" fmla="*/ 120 h 1041"/>
                <a:gd name="T84" fmla="*/ 607 w 689"/>
                <a:gd name="T85" fmla="*/ 131 h 1041"/>
                <a:gd name="T86" fmla="*/ 578 w 689"/>
                <a:gd name="T87" fmla="*/ 235 h 1041"/>
                <a:gd name="T88" fmla="*/ 556 w 689"/>
                <a:gd name="T89" fmla="*/ 280 h 1041"/>
                <a:gd name="T90" fmla="*/ 538 w 689"/>
                <a:gd name="T91" fmla="*/ 311 h 1041"/>
                <a:gd name="T92" fmla="*/ 489 w 689"/>
                <a:gd name="T93" fmla="*/ 386 h 1041"/>
                <a:gd name="T94" fmla="*/ 425 w 689"/>
                <a:gd name="T95" fmla="*/ 489 h 1041"/>
                <a:gd name="T96" fmla="*/ 406 w 689"/>
                <a:gd name="T97" fmla="*/ 605 h 1041"/>
                <a:gd name="T98" fmla="*/ 496 w 689"/>
                <a:gd name="T99" fmla="*/ 584 h 1041"/>
                <a:gd name="T100" fmla="*/ 614 w 689"/>
                <a:gd name="T101" fmla="*/ 485 h 1041"/>
                <a:gd name="T102" fmla="*/ 685 w 689"/>
                <a:gd name="T103" fmla="*/ 390 h 1041"/>
                <a:gd name="T104" fmla="*/ 686 w 689"/>
                <a:gd name="T105" fmla="*/ 390 h 1041"/>
                <a:gd name="T106" fmla="*/ 630 w 689"/>
                <a:gd name="T107" fmla="*/ 492 h 10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89" h="1041">
                  <a:moveTo>
                    <a:pt x="534" y="591"/>
                  </a:moveTo>
                  <a:cubicBezTo>
                    <a:pt x="537" y="590"/>
                    <a:pt x="597" y="559"/>
                    <a:pt x="667" y="589"/>
                  </a:cubicBezTo>
                  <a:cubicBezTo>
                    <a:pt x="667" y="589"/>
                    <a:pt x="587" y="584"/>
                    <a:pt x="509" y="634"/>
                  </a:cubicBezTo>
                  <a:cubicBezTo>
                    <a:pt x="493" y="644"/>
                    <a:pt x="477" y="657"/>
                    <a:pt x="462" y="672"/>
                  </a:cubicBezTo>
                  <a:cubicBezTo>
                    <a:pt x="442" y="692"/>
                    <a:pt x="423" y="718"/>
                    <a:pt x="407" y="750"/>
                  </a:cubicBezTo>
                  <a:cubicBezTo>
                    <a:pt x="401" y="762"/>
                    <a:pt x="395" y="775"/>
                    <a:pt x="390" y="788"/>
                  </a:cubicBezTo>
                  <a:cubicBezTo>
                    <a:pt x="390" y="788"/>
                    <a:pt x="374" y="851"/>
                    <a:pt x="381" y="961"/>
                  </a:cubicBezTo>
                  <a:cubicBezTo>
                    <a:pt x="381" y="961"/>
                    <a:pt x="381" y="970"/>
                    <a:pt x="383" y="983"/>
                  </a:cubicBezTo>
                  <a:cubicBezTo>
                    <a:pt x="383" y="983"/>
                    <a:pt x="383" y="983"/>
                    <a:pt x="383" y="983"/>
                  </a:cubicBezTo>
                  <a:cubicBezTo>
                    <a:pt x="387" y="1000"/>
                    <a:pt x="387" y="1026"/>
                    <a:pt x="411" y="1041"/>
                  </a:cubicBezTo>
                  <a:cubicBezTo>
                    <a:pt x="227" y="1041"/>
                    <a:pt x="227" y="1041"/>
                    <a:pt x="227" y="1041"/>
                  </a:cubicBezTo>
                  <a:cubicBezTo>
                    <a:pt x="227" y="1041"/>
                    <a:pt x="258" y="1034"/>
                    <a:pt x="266" y="968"/>
                  </a:cubicBezTo>
                  <a:cubicBezTo>
                    <a:pt x="266" y="968"/>
                    <a:pt x="266" y="968"/>
                    <a:pt x="266" y="968"/>
                  </a:cubicBezTo>
                  <a:cubicBezTo>
                    <a:pt x="267" y="935"/>
                    <a:pt x="270" y="901"/>
                    <a:pt x="274" y="866"/>
                  </a:cubicBezTo>
                  <a:cubicBezTo>
                    <a:pt x="289" y="744"/>
                    <a:pt x="247" y="642"/>
                    <a:pt x="196" y="596"/>
                  </a:cubicBezTo>
                  <a:cubicBezTo>
                    <a:pt x="192" y="592"/>
                    <a:pt x="188" y="589"/>
                    <a:pt x="184" y="586"/>
                  </a:cubicBezTo>
                  <a:cubicBezTo>
                    <a:pt x="134" y="551"/>
                    <a:pt x="73" y="547"/>
                    <a:pt x="19" y="496"/>
                  </a:cubicBezTo>
                  <a:cubicBezTo>
                    <a:pt x="13" y="489"/>
                    <a:pt x="6" y="482"/>
                    <a:pt x="0" y="473"/>
                  </a:cubicBezTo>
                  <a:cubicBezTo>
                    <a:pt x="1" y="474"/>
                    <a:pt x="9" y="482"/>
                    <a:pt x="23" y="490"/>
                  </a:cubicBezTo>
                  <a:cubicBezTo>
                    <a:pt x="23" y="490"/>
                    <a:pt x="23" y="490"/>
                    <a:pt x="23" y="490"/>
                  </a:cubicBezTo>
                  <a:cubicBezTo>
                    <a:pt x="37" y="499"/>
                    <a:pt x="57" y="509"/>
                    <a:pt x="82" y="516"/>
                  </a:cubicBezTo>
                  <a:cubicBezTo>
                    <a:pt x="103" y="522"/>
                    <a:pt x="126" y="526"/>
                    <a:pt x="154" y="527"/>
                  </a:cubicBezTo>
                  <a:cubicBezTo>
                    <a:pt x="154" y="527"/>
                    <a:pt x="137" y="509"/>
                    <a:pt x="120" y="479"/>
                  </a:cubicBezTo>
                  <a:cubicBezTo>
                    <a:pt x="114" y="470"/>
                    <a:pt x="108" y="459"/>
                    <a:pt x="103" y="447"/>
                  </a:cubicBezTo>
                  <a:cubicBezTo>
                    <a:pt x="94" y="429"/>
                    <a:pt x="86" y="408"/>
                    <a:pt x="81" y="386"/>
                  </a:cubicBezTo>
                  <a:cubicBezTo>
                    <a:pt x="77" y="372"/>
                    <a:pt x="74" y="356"/>
                    <a:pt x="73" y="340"/>
                  </a:cubicBezTo>
                  <a:cubicBezTo>
                    <a:pt x="72" y="332"/>
                    <a:pt x="72" y="323"/>
                    <a:pt x="72" y="314"/>
                  </a:cubicBezTo>
                  <a:cubicBezTo>
                    <a:pt x="73" y="303"/>
                    <a:pt x="74" y="291"/>
                    <a:pt x="76" y="280"/>
                  </a:cubicBezTo>
                  <a:cubicBezTo>
                    <a:pt x="76" y="280"/>
                    <a:pt x="76" y="290"/>
                    <a:pt x="79" y="305"/>
                  </a:cubicBezTo>
                  <a:cubicBezTo>
                    <a:pt x="80" y="311"/>
                    <a:pt x="82" y="316"/>
                    <a:pt x="83" y="323"/>
                  </a:cubicBezTo>
                  <a:cubicBezTo>
                    <a:pt x="89" y="346"/>
                    <a:pt x="98" y="377"/>
                    <a:pt x="115" y="406"/>
                  </a:cubicBezTo>
                  <a:cubicBezTo>
                    <a:pt x="120" y="416"/>
                    <a:pt x="126" y="426"/>
                    <a:pt x="133" y="435"/>
                  </a:cubicBezTo>
                  <a:cubicBezTo>
                    <a:pt x="139" y="442"/>
                    <a:pt x="145" y="450"/>
                    <a:pt x="151" y="458"/>
                  </a:cubicBezTo>
                  <a:cubicBezTo>
                    <a:pt x="151" y="458"/>
                    <a:pt x="151" y="458"/>
                    <a:pt x="151" y="458"/>
                  </a:cubicBezTo>
                  <a:cubicBezTo>
                    <a:pt x="153" y="460"/>
                    <a:pt x="155" y="462"/>
                    <a:pt x="157" y="465"/>
                  </a:cubicBezTo>
                  <a:cubicBezTo>
                    <a:pt x="171" y="482"/>
                    <a:pt x="187" y="500"/>
                    <a:pt x="203" y="518"/>
                  </a:cubicBezTo>
                  <a:cubicBezTo>
                    <a:pt x="203" y="518"/>
                    <a:pt x="203" y="518"/>
                    <a:pt x="203" y="518"/>
                  </a:cubicBezTo>
                  <a:cubicBezTo>
                    <a:pt x="216" y="534"/>
                    <a:pt x="230" y="550"/>
                    <a:pt x="243" y="567"/>
                  </a:cubicBezTo>
                  <a:cubicBezTo>
                    <a:pt x="270" y="601"/>
                    <a:pt x="293" y="637"/>
                    <a:pt x="303" y="671"/>
                  </a:cubicBezTo>
                  <a:cubicBezTo>
                    <a:pt x="303" y="671"/>
                    <a:pt x="317" y="642"/>
                    <a:pt x="332" y="594"/>
                  </a:cubicBezTo>
                  <a:cubicBezTo>
                    <a:pt x="333" y="593"/>
                    <a:pt x="333" y="593"/>
                    <a:pt x="333" y="592"/>
                  </a:cubicBezTo>
                  <a:cubicBezTo>
                    <a:pt x="342" y="565"/>
                    <a:pt x="351" y="532"/>
                    <a:pt x="359" y="494"/>
                  </a:cubicBezTo>
                  <a:cubicBezTo>
                    <a:pt x="359" y="491"/>
                    <a:pt x="360" y="489"/>
                    <a:pt x="360" y="486"/>
                  </a:cubicBezTo>
                  <a:cubicBezTo>
                    <a:pt x="361" y="484"/>
                    <a:pt x="361" y="482"/>
                    <a:pt x="361" y="481"/>
                  </a:cubicBezTo>
                  <a:cubicBezTo>
                    <a:pt x="364" y="468"/>
                    <a:pt x="366" y="454"/>
                    <a:pt x="368" y="440"/>
                  </a:cubicBezTo>
                  <a:cubicBezTo>
                    <a:pt x="369" y="436"/>
                    <a:pt x="369" y="431"/>
                    <a:pt x="370" y="427"/>
                  </a:cubicBezTo>
                  <a:cubicBezTo>
                    <a:pt x="373" y="400"/>
                    <a:pt x="375" y="371"/>
                    <a:pt x="376" y="342"/>
                  </a:cubicBezTo>
                  <a:cubicBezTo>
                    <a:pt x="376" y="337"/>
                    <a:pt x="376" y="332"/>
                    <a:pt x="376" y="327"/>
                  </a:cubicBezTo>
                  <a:cubicBezTo>
                    <a:pt x="376" y="314"/>
                    <a:pt x="376" y="301"/>
                    <a:pt x="375" y="288"/>
                  </a:cubicBezTo>
                  <a:cubicBezTo>
                    <a:pt x="375" y="287"/>
                    <a:pt x="375" y="287"/>
                    <a:pt x="375" y="287"/>
                  </a:cubicBezTo>
                  <a:cubicBezTo>
                    <a:pt x="375" y="281"/>
                    <a:pt x="374" y="276"/>
                    <a:pt x="374" y="270"/>
                  </a:cubicBezTo>
                  <a:cubicBezTo>
                    <a:pt x="374" y="270"/>
                    <a:pt x="374" y="270"/>
                    <a:pt x="374" y="270"/>
                  </a:cubicBezTo>
                  <a:cubicBezTo>
                    <a:pt x="374" y="265"/>
                    <a:pt x="373" y="261"/>
                    <a:pt x="373" y="257"/>
                  </a:cubicBezTo>
                  <a:cubicBezTo>
                    <a:pt x="372" y="243"/>
                    <a:pt x="370" y="229"/>
                    <a:pt x="368" y="215"/>
                  </a:cubicBezTo>
                  <a:cubicBezTo>
                    <a:pt x="367" y="207"/>
                    <a:pt x="365" y="199"/>
                    <a:pt x="364" y="191"/>
                  </a:cubicBezTo>
                  <a:cubicBezTo>
                    <a:pt x="363" y="190"/>
                    <a:pt x="363" y="189"/>
                    <a:pt x="363" y="188"/>
                  </a:cubicBezTo>
                  <a:cubicBezTo>
                    <a:pt x="363" y="188"/>
                    <a:pt x="363" y="188"/>
                    <a:pt x="363" y="188"/>
                  </a:cubicBezTo>
                  <a:cubicBezTo>
                    <a:pt x="362" y="181"/>
                    <a:pt x="360" y="173"/>
                    <a:pt x="358" y="165"/>
                  </a:cubicBezTo>
                  <a:cubicBezTo>
                    <a:pt x="352" y="139"/>
                    <a:pt x="344" y="113"/>
                    <a:pt x="334" y="86"/>
                  </a:cubicBezTo>
                  <a:cubicBezTo>
                    <a:pt x="332" y="80"/>
                    <a:pt x="330" y="74"/>
                    <a:pt x="327" y="67"/>
                  </a:cubicBezTo>
                  <a:cubicBezTo>
                    <a:pt x="323" y="57"/>
                    <a:pt x="319" y="48"/>
                    <a:pt x="314" y="38"/>
                  </a:cubicBezTo>
                  <a:cubicBezTo>
                    <a:pt x="308" y="25"/>
                    <a:pt x="302" y="12"/>
                    <a:pt x="295" y="0"/>
                  </a:cubicBezTo>
                  <a:cubicBezTo>
                    <a:pt x="296" y="1"/>
                    <a:pt x="310" y="14"/>
                    <a:pt x="328" y="39"/>
                  </a:cubicBezTo>
                  <a:cubicBezTo>
                    <a:pt x="334" y="47"/>
                    <a:pt x="340" y="56"/>
                    <a:pt x="346" y="66"/>
                  </a:cubicBezTo>
                  <a:cubicBezTo>
                    <a:pt x="346" y="66"/>
                    <a:pt x="346" y="66"/>
                    <a:pt x="346" y="66"/>
                  </a:cubicBezTo>
                  <a:cubicBezTo>
                    <a:pt x="359" y="87"/>
                    <a:pt x="373" y="114"/>
                    <a:pt x="386" y="146"/>
                  </a:cubicBezTo>
                  <a:cubicBezTo>
                    <a:pt x="392" y="163"/>
                    <a:pt x="398" y="181"/>
                    <a:pt x="404" y="201"/>
                  </a:cubicBezTo>
                  <a:cubicBezTo>
                    <a:pt x="406" y="210"/>
                    <a:pt x="408" y="218"/>
                    <a:pt x="410" y="228"/>
                  </a:cubicBezTo>
                  <a:cubicBezTo>
                    <a:pt x="410" y="228"/>
                    <a:pt x="410" y="228"/>
                    <a:pt x="410" y="228"/>
                  </a:cubicBezTo>
                  <a:cubicBezTo>
                    <a:pt x="412" y="238"/>
                    <a:pt x="414" y="248"/>
                    <a:pt x="416" y="259"/>
                  </a:cubicBezTo>
                  <a:cubicBezTo>
                    <a:pt x="420" y="281"/>
                    <a:pt x="423" y="305"/>
                    <a:pt x="424" y="331"/>
                  </a:cubicBezTo>
                  <a:cubicBezTo>
                    <a:pt x="424" y="340"/>
                    <a:pt x="425" y="350"/>
                    <a:pt x="425" y="361"/>
                  </a:cubicBezTo>
                  <a:cubicBezTo>
                    <a:pt x="425" y="370"/>
                    <a:pt x="425" y="379"/>
                    <a:pt x="425" y="389"/>
                  </a:cubicBezTo>
                  <a:cubicBezTo>
                    <a:pt x="425" y="389"/>
                    <a:pt x="429" y="381"/>
                    <a:pt x="437" y="370"/>
                  </a:cubicBezTo>
                  <a:cubicBezTo>
                    <a:pt x="442" y="362"/>
                    <a:pt x="449" y="353"/>
                    <a:pt x="457" y="344"/>
                  </a:cubicBezTo>
                  <a:cubicBezTo>
                    <a:pt x="467" y="331"/>
                    <a:pt x="478" y="317"/>
                    <a:pt x="491" y="306"/>
                  </a:cubicBezTo>
                  <a:cubicBezTo>
                    <a:pt x="495" y="302"/>
                    <a:pt x="501" y="297"/>
                    <a:pt x="506" y="291"/>
                  </a:cubicBezTo>
                  <a:cubicBezTo>
                    <a:pt x="511" y="286"/>
                    <a:pt x="515" y="281"/>
                    <a:pt x="520" y="275"/>
                  </a:cubicBezTo>
                  <a:cubicBezTo>
                    <a:pt x="528" y="265"/>
                    <a:pt x="537" y="253"/>
                    <a:pt x="546" y="239"/>
                  </a:cubicBezTo>
                  <a:cubicBezTo>
                    <a:pt x="546" y="239"/>
                    <a:pt x="546" y="239"/>
                    <a:pt x="546" y="239"/>
                  </a:cubicBezTo>
                  <a:cubicBezTo>
                    <a:pt x="551" y="231"/>
                    <a:pt x="556" y="222"/>
                    <a:pt x="561" y="213"/>
                  </a:cubicBezTo>
                  <a:cubicBezTo>
                    <a:pt x="575" y="186"/>
                    <a:pt x="588" y="153"/>
                    <a:pt x="599" y="113"/>
                  </a:cubicBezTo>
                  <a:cubicBezTo>
                    <a:pt x="602" y="101"/>
                    <a:pt x="605" y="88"/>
                    <a:pt x="608" y="74"/>
                  </a:cubicBezTo>
                  <a:cubicBezTo>
                    <a:pt x="608" y="74"/>
                    <a:pt x="611" y="91"/>
                    <a:pt x="608" y="120"/>
                  </a:cubicBezTo>
                  <a:cubicBezTo>
                    <a:pt x="608" y="123"/>
                    <a:pt x="607" y="127"/>
                    <a:pt x="607" y="131"/>
                  </a:cubicBezTo>
                  <a:cubicBezTo>
                    <a:pt x="607" y="131"/>
                    <a:pt x="607" y="131"/>
                    <a:pt x="607" y="131"/>
                  </a:cubicBezTo>
                  <a:cubicBezTo>
                    <a:pt x="606" y="137"/>
                    <a:pt x="605" y="143"/>
                    <a:pt x="604" y="150"/>
                  </a:cubicBezTo>
                  <a:cubicBezTo>
                    <a:pt x="600" y="174"/>
                    <a:pt x="592" y="203"/>
                    <a:pt x="578" y="235"/>
                  </a:cubicBezTo>
                  <a:cubicBezTo>
                    <a:pt x="574" y="244"/>
                    <a:pt x="570" y="253"/>
                    <a:pt x="566" y="262"/>
                  </a:cubicBezTo>
                  <a:cubicBezTo>
                    <a:pt x="563" y="268"/>
                    <a:pt x="560" y="274"/>
                    <a:pt x="556" y="280"/>
                  </a:cubicBezTo>
                  <a:cubicBezTo>
                    <a:pt x="553" y="286"/>
                    <a:pt x="550" y="291"/>
                    <a:pt x="547" y="297"/>
                  </a:cubicBezTo>
                  <a:cubicBezTo>
                    <a:pt x="544" y="302"/>
                    <a:pt x="541" y="306"/>
                    <a:pt x="538" y="311"/>
                  </a:cubicBezTo>
                  <a:cubicBezTo>
                    <a:pt x="521" y="337"/>
                    <a:pt x="508" y="359"/>
                    <a:pt x="496" y="376"/>
                  </a:cubicBezTo>
                  <a:cubicBezTo>
                    <a:pt x="493" y="379"/>
                    <a:pt x="491" y="383"/>
                    <a:pt x="489" y="386"/>
                  </a:cubicBezTo>
                  <a:cubicBezTo>
                    <a:pt x="448" y="446"/>
                    <a:pt x="439" y="449"/>
                    <a:pt x="427" y="479"/>
                  </a:cubicBezTo>
                  <a:cubicBezTo>
                    <a:pt x="427" y="479"/>
                    <a:pt x="426" y="483"/>
                    <a:pt x="425" y="489"/>
                  </a:cubicBezTo>
                  <a:cubicBezTo>
                    <a:pt x="425" y="492"/>
                    <a:pt x="424" y="497"/>
                    <a:pt x="423" y="501"/>
                  </a:cubicBezTo>
                  <a:cubicBezTo>
                    <a:pt x="419" y="526"/>
                    <a:pt x="411" y="568"/>
                    <a:pt x="406" y="605"/>
                  </a:cubicBezTo>
                  <a:cubicBezTo>
                    <a:pt x="401" y="635"/>
                    <a:pt x="397" y="663"/>
                    <a:pt x="396" y="677"/>
                  </a:cubicBezTo>
                  <a:cubicBezTo>
                    <a:pt x="396" y="677"/>
                    <a:pt x="444" y="624"/>
                    <a:pt x="496" y="584"/>
                  </a:cubicBezTo>
                  <a:cubicBezTo>
                    <a:pt x="502" y="579"/>
                    <a:pt x="509" y="574"/>
                    <a:pt x="515" y="570"/>
                  </a:cubicBezTo>
                  <a:cubicBezTo>
                    <a:pt x="545" y="548"/>
                    <a:pt x="581" y="519"/>
                    <a:pt x="614" y="485"/>
                  </a:cubicBezTo>
                  <a:cubicBezTo>
                    <a:pt x="615" y="485"/>
                    <a:pt x="615" y="484"/>
                    <a:pt x="616" y="483"/>
                  </a:cubicBezTo>
                  <a:cubicBezTo>
                    <a:pt x="644" y="454"/>
                    <a:pt x="669" y="422"/>
                    <a:pt x="685" y="390"/>
                  </a:cubicBezTo>
                  <a:cubicBezTo>
                    <a:pt x="686" y="387"/>
                    <a:pt x="688" y="385"/>
                    <a:pt x="689" y="383"/>
                  </a:cubicBezTo>
                  <a:cubicBezTo>
                    <a:pt x="689" y="383"/>
                    <a:pt x="688" y="386"/>
                    <a:pt x="686" y="390"/>
                  </a:cubicBezTo>
                  <a:cubicBezTo>
                    <a:pt x="681" y="406"/>
                    <a:pt x="665" y="444"/>
                    <a:pt x="632" y="490"/>
                  </a:cubicBezTo>
                  <a:cubicBezTo>
                    <a:pt x="631" y="490"/>
                    <a:pt x="631" y="491"/>
                    <a:pt x="630" y="492"/>
                  </a:cubicBezTo>
                  <a:cubicBezTo>
                    <a:pt x="607" y="523"/>
                    <a:pt x="576" y="558"/>
                    <a:pt x="534" y="591"/>
                  </a:cubicBezTo>
                  <a:close/>
                </a:path>
              </a:pathLst>
            </a:cu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3" name="Freeform 20"/>
            <p:cNvSpPr>
              <a:spLocks/>
            </p:cNvSpPr>
            <p:nvPr/>
          </p:nvSpPr>
          <p:spPr bwMode="auto">
            <a:xfrm>
              <a:off x="3638046" y="2704067"/>
              <a:ext cx="1008630" cy="1010541"/>
            </a:xfrm>
            <a:custGeom>
              <a:avLst/>
              <a:gdLst>
                <a:gd name="T0" fmla="*/ 323 w 327"/>
                <a:gd name="T1" fmla="*/ 198 h 328"/>
                <a:gd name="T2" fmla="*/ 313 w 327"/>
                <a:gd name="T3" fmla="*/ 229 h 328"/>
                <a:gd name="T4" fmla="*/ 310 w 327"/>
                <a:gd name="T5" fmla="*/ 235 h 328"/>
                <a:gd name="T6" fmla="*/ 240 w 327"/>
                <a:gd name="T7" fmla="*/ 307 h 328"/>
                <a:gd name="T8" fmla="*/ 203 w 327"/>
                <a:gd name="T9" fmla="*/ 321 h 328"/>
                <a:gd name="T10" fmla="*/ 173 w 327"/>
                <a:gd name="T11" fmla="*/ 325 h 328"/>
                <a:gd name="T12" fmla="*/ 42 w 327"/>
                <a:gd name="T13" fmla="*/ 270 h 328"/>
                <a:gd name="T14" fmla="*/ 15 w 327"/>
                <a:gd name="T15" fmla="*/ 227 h 328"/>
                <a:gd name="T16" fmla="*/ 2 w 327"/>
                <a:gd name="T17" fmla="*/ 171 h 328"/>
                <a:gd name="T18" fmla="*/ 32 w 327"/>
                <a:gd name="T19" fmla="*/ 68 h 328"/>
                <a:gd name="T20" fmla="*/ 39 w 327"/>
                <a:gd name="T21" fmla="*/ 59 h 328"/>
                <a:gd name="T22" fmla="*/ 99 w 327"/>
                <a:gd name="T23" fmla="*/ 14 h 328"/>
                <a:gd name="T24" fmla="*/ 132 w 327"/>
                <a:gd name="T25" fmla="*/ 4 h 328"/>
                <a:gd name="T26" fmla="*/ 155 w 327"/>
                <a:gd name="T27" fmla="*/ 1 h 328"/>
                <a:gd name="T28" fmla="*/ 155 w 327"/>
                <a:gd name="T29" fmla="*/ 1 h 328"/>
                <a:gd name="T30" fmla="*/ 156 w 327"/>
                <a:gd name="T31" fmla="*/ 1 h 328"/>
                <a:gd name="T32" fmla="*/ 182 w 327"/>
                <a:gd name="T33" fmla="*/ 1 h 328"/>
                <a:gd name="T34" fmla="*/ 182 w 327"/>
                <a:gd name="T35" fmla="*/ 1 h 328"/>
                <a:gd name="T36" fmla="*/ 248 w 327"/>
                <a:gd name="T37" fmla="*/ 24 h 328"/>
                <a:gd name="T38" fmla="*/ 264 w 327"/>
                <a:gd name="T39" fmla="*/ 34 h 328"/>
                <a:gd name="T40" fmla="*/ 299 w 327"/>
                <a:gd name="T41" fmla="*/ 72 h 328"/>
                <a:gd name="T42" fmla="*/ 299 w 327"/>
                <a:gd name="T43" fmla="*/ 73 h 328"/>
                <a:gd name="T44" fmla="*/ 308 w 327"/>
                <a:gd name="T45" fmla="*/ 86 h 328"/>
                <a:gd name="T46" fmla="*/ 327 w 327"/>
                <a:gd name="T47" fmla="*/ 155 h 328"/>
                <a:gd name="T48" fmla="*/ 323 w 327"/>
                <a:gd name="T49" fmla="*/ 19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27" h="328">
                  <a:moveTo>
                    <a:pt x="323" y="198"/>
                  </a:moveTo>
                  <a:cubicBezTo>
                    <a:pt x="321" y="209"/>
                    <a:pt x="317" y="219"/>
                    <a:pt x="313" y="229"/>
                  </a:cubicBezTo>
                  <a:cubicBezTo>
                    <a:pt x="312" y="231"/>
                    <a:pt x="311" y="233"/>
                    <a:pt x="310" y="235"/>
                  </a:cubicBezTo>
                  <a:cubicBezTo>
                    <a:pt x="295" y="266"/>
                    <a:pt x="270" y="291"/>
                    <a:pt x="240" y="307"/>
                  </a:cubicBezTo>
                  <a:cubicBezTo>
                    <a:pt x="228" y="313"/>
                    <a:pt x="216" y="318"/>
                    <a:pt x="203" y="321"/>
                  </a:cubicBezTo>
                  <a:cubicBezTo>
                    <a:pt x="193" y="323"/>
                    <a:pt x="183" y="325"/>
                    <a:pt x="173" y="325"/>
                  </a:cubicBezTo>
                  <a:cubicBezTo>
                    <a:pt x="121" y="328"/>
                    <a:pt x="74" y="306"/>
                    <a:pt x="42" y="270"/>
                  </a:cubicBezTo>
                  <a:cubicBezTo>
                    <a:pt x="31" y="257"/>
                    <a:pt x="22" y="243"/>
                    <a:pt x="15" y="227"/>
                  </a:cubicBezTo>
                  <a:cubicBezTo>
                    <a:pt x="8" y="210"/>
                    <a:pt x="3" y="191"/>
                    <a:pt x="2" y="171"/>
                  </a:cubicBezTo>
                  <a:cubicBezTo>
                    <a:pt x="0" y="133"/>
                    <a:pt x="12" y="97"/>
                    <a:pt x="32" y="68"/>
                  </a:cubicBezTo>
                  <a:cubicBezTo>
                    <a:pt x="35" y="65"/>
                    <a:pt x="37" y="62"/>
                    <a:pt x="39" y="59"/>
                  </a:cubicBezTo>
                  <a:cubicBezTo>
                    <a:pt x="55" y="40"/>
                    <a:pt x="76" y="24"/>
                    <a:pt x="99" y="14"/>
                  </a:cubicBezTo>
                  <a:cubicBezTo>
                    <a:pt x="109" y="10"/>
                    <a:pt x="120" y="6"/>
                    <a:pt x="132" y="4"/>
                  </a:cubicBezTo>
                  <a:cubicBezTo>
                    <a:pt x="139" y="2"/>
                    <a:pt x="147" y="1"/>
                    <a:pt x="155" y="1"/>
                  </a:cubicBezTo>
                  <a:cubicBezTo>
                    <a:pt x="155" y="1"/>
                    <a:pt x="155" y="1"/>
                    <a:pt x="155" y="1"/>
                  </a:cubicBezTo>
                  <a:cubicBezTo>
                    <a:pt x="155" y="1"/>
                    <a:pt x="156" y="1"/>
                    <a:pt x="156" y="1"/>
                  </a:cubicBezTo>
                  <a:cubicBezTo>
                    <a:pt x="165" y="0"/>
                    <a:pt x="173" y="0"/>
                    <a:pt x="182" y="1"/>
                  </a:cubicBezTo>
                  <a:cubicBezTo>
                    <a:pt x="182" y="1"/>
                    <a:pt x="182" y="1"/>
                    <a:pt x="182" y="1"/>
                  </a:cubicBezTo>
                  <a:cubicBezTo>
                    <a:pt x="206" y="4"/>
                    <a:pt x="228" y="12"/>
                    <a:pt x="248" y="24"/>
                  </a:cubicBezTo>
                  <a:cubicBezTo>
                    <a:pt x="253" y="27"/>
                    <a:pt x="259" y="30"/>
                    <a:pt x="264" y="34"/>
                  </a:cubicBezTo>
                  <a:cubicBezTo>
                    <a:pt x="277" y="45"/>
                    <a:pt x="290" y="58"/>
                    <a:pt x="299" y="72"/>
                  </a:cubicBezTo>
                  <a:cubicBezTo>
                    <a:pt x="299" y="73"/>
                    <a:pt x="299" y="73"/>
                    <a:pt x="299" y="73"/>
                  </a:cubicBezTo>
                  <a:cubicBezTo>
                    <a:pt x="302" y="77"/>
                    <a:pt x="305" y="82"/>
                    <a:pt x="308" y="86"/>
                  </a:cubicBezTo>
                  <a:cubicBezTo>
                    <a:pt x="319" y="107"/>
                    <a:pt x="325" y="130"/>
                    <a:pt x="327" y="155"/>
                  </a:cubicBezTo>
                  <a:cubicBezTo>
                    <a:pt x="327" y="170"/>
                    <a:pt x="326" y="184"/>
                    <a:pt x="323" y="198"/>
                  </a:cubicBezTo>
                  <a:close/>
                </a:path>
              </a:pathLst>
            </a:custGeom>
            <a:solidFill>
              <a:schemeClr val="accent1">
                <a:alpha val="4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64" name="그룹 63"/>
            <p:cNvGrpSpPr/>
            <p:nvPr/>
          </p:nvGrpSpPr>
          <p:grpSpPr>
            <a:xfrm>
              <a:off x="3246438" y="1450921"/>
              <a:ext cx="2632371" cy="1935118"/>
              <a:chOff x="166688" y="2078038"/>
              <a:chExt cx="2187575" cy="1608138"/>
            </a:xfrm>
            <a:solidFill>
              <a:schemeClr val="accent1">
                <a:alpha val="30000"/>
              </a:schemeClr>
            </a:solidFill>
          </p:grpSpPr>
          <p:sp>
            <p:nvSpPr>
              <p:cNvPr id="65" name="Freeform 25"/>
              <p:cNvSpPr>
                <a:spLocks/>
              </p:cNvSpPr>
              <p:nvPr/>
            </p:nvSpPr>
            <p:spPr bwMode="auto">
              <a:xfrm>
                <a:off x="166688" y="2701925"/>
                <a:ext cx="368300" cy="368300"/>
              </a:xfrm>
              <a:custGeom>
                <a:avLst/>
                <a:gdLst>
                  <a:gd name="T0" fmla="*/ 142 w 144"/>
                  <a:gd name="T1" fmla="*/ 69 h 144"/>
                  <a:gd name="T2" fmla="*/ 76 w 144"/>
                  <a:gd name="T3" fmla="*/ 142 h 144"/>
                  <a:gd name="T4" fmla="*/ 2 w 144"/>
                  <a:gd name="T5" fmla="*/ 76 h 144"/>
                  <a:gd name="T6" fmla="*/ 69 w 144"/>
                  <a:gd name="T7" fmla="*/ 2 h 144"/>
                  <a:gd name="T8" fmla="*/ 142 w 144"/>
                  <a:gd name="T9" fmla="*/ 69 h 144"/>
                </a:gdLst>
                <a:ahLst/>
                <a:cxnLst>
                  <a:cxn ang="0">
                    <a:pos x="T0" y="T1"/>
                  </a:cxn>
                  <a:cxn ang="0">
                    <a:pos x="T2" y="T3"/>
                  </a:cxn>
                  <a:cxn ang="0">
                    <a:pos x="T4" y="T5"/>
                  </a:cxn>
                  <a:cxn ang="0">
                    <a:pos x="T6" y="T7"/>
                  </a:cxn>
                  <a:cxn ang="0">
                    <a:pos x="T8" y="T9"/>
                  </a:cxn>
                </a:cxnLst>
                <a:rect l="0" t="0" r="r" b="b"/>
                <a:pathLst>
                  <a:path w="144" h="144">
                    <a:moveTo>
                      <a:pt x="142" y="69"/>
                    </a:moveTo>
                    <a:cubicBezTo>
                      <a:pt x="144" y="107"/>
                      <a:pt x="114" y="140"/>
                      <a:pt x="76" y="142"/>
                    </a:cubicBezTo>
                    <a:cubicBezTo>
                      <a:pt x="37" y="144"/>
                      <a:pt x="4" y="114"/>
                      <a:pt x="2" y="76"/>
                    </a:cubicBezTo>
                    <a:cubicBezTo>
                      <a:pt x="0" y="37"/>
                      <a:pt x="30" y="4"/>
                      <a:pt x="69" y="2"/>
                    </a:cubicBezTo>
                    <a:cubicBezTo>
                      <a:pt x="107" y="0"/>
                      <a:pt x="140" y="30"/>
                      <a:pt x="142" y="69"/>
                    </a:cubicBezTo>
                    <a:close/>
                  </a:path>
                </a:pathLst>
              </a:custGeom>
              <a:grpFill/>
              <a:ln w="25400" cap="flat" cmpd="sng" algn="ctr">
                <a:noFill/>
                <a:prstDash val="solid"/>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6" name="Freeform 26"/>
              <p:cNvSpPr>
                <a:spLocks/>
              </p:cNvSpPr>
              <p:nvPr/>
            </p:nvSpPr>
            <p:spPr bwMode="auto">
              <a:xfrm>
                <a:off x="1984375" y="3144838"/>
                <a:ext cx="369888" cy="368300"/>
              </a:xfrm>
              <a:custGeom>
                <a:avLst/>
                <a:gdLst>
                  <a:gd name="T0" fmla="*/ 142 w 144"/>
                  <a:gd name="T1" fmla="*/ 69 h 144"/>
                  <a:gd name="T2" fmla="*/ 75 w 144"/>
                  <a:gd name="T3" fmla="*/ 142 h 144"/>
                  <a:gd name="T4" fmla="*/ 1 w 144"/>
                  <a:gd name="T5" fmla="*/ 76 h 144"/>
                  <a:gd name="T6" fmla="*/ 68 w 144"/>
                  <a:gd name="T7" fmla="*/ 2 h 144"/>
                  <a:gd name="T8" fmla="*/ 142 w 144"/>
                  <a:gd name="T9" fmla="*/ 69 h 144"/>
                </a:gdLst>
                <a:ahLst/>
                <a:cxnLst>
                  <a:cxn ang="0">
                    <a:pos x="T0" y="T1"/>
                  </a:cxn>
                  <a:cxn ang="0">
                    <a:pos x="T2" y="T3"/>
                  </a:cxn>
                  <a:cxn ang="0">
                    <a:pos x="T4" y="T5"/>
                  </a:cxn>
                  <a:cxn ang="0">
                    <a:pos x="T6" y="T7"/>
                  </a:cxn>
                  <a:cxn ang="0">
                    <a:pos x="T8" y="T9"/>
                  </a:cxn>
                </a:cxnLst>
                <a:rect l="0" t="0" r="r" b="b"/>
                <a:pathLst>
                  <a:path w="144" h="144">
                    <a:moveTo>
                      <a:pt x="142" y="69"/>
                    </a:moveTo>
                    <a:cubicBezTo>
                      <a:pt x="144" y="108"/>
                      <a:pt x="114" y="141"/>
                      <a:pt x="75" y="142"/>
                    </a:cubicBezTo>
                    <a:cubicBezTo>
                      <a:pt x="36" y="144"/>
                      <a:pt x="3" y="115"/>
                      <a:pt x="1" y="76"/>
                    </a:cubicBezTo>
                    <a:cubicBezTo>
                      <a:pt x="0" y="37"/>
                      <a:pt x="29" y="4"/>
                      <a:pt x="68" y="2"/>
                    </a:cubicBezTo>
                    <a:cubicBezTo>
                      <a:pt x="107" y="0"/>
                      <a:pt x="140" y="30"/>
                      <a:pt x="142" y="69"/>
                    </a:cubicBezTo>
                    <a:close/>
                  </a:path>
                </a:pathLst>
              </a:custGeom>
              <a:grpFill/>
              <a:ln w="25400" cap="flat" cmpd="sng" algn="ctr">
                <a:noFill/>
                <a:prstDash val="solid"/>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7" name="Freeform 27"/>
              <p:cNvSpPr>
                <a:spLocks/>
              </p:cNvSpPr>
              <p:nvPr/>
            </p:nvSpPr>
            <p:spPr bwMode="auto">
              <a:xfrm>
                <a:off x="1030288" y="3316288"/>
                <a:ext cx="371475" cy="369888"/>
              </a:xfrm>
              <a:custGeom>
                <a:avLst/>
                <a:gdLst>
                  <a:gd name="T0" fmla="*/ 143 w 145"/>
                  <a:gd name="T1" fmla="*/ 68 h 144"/>
                  <a:gd name="T2" fmla="*/ 76 w 145"/>
                  <a:gd name="T3" fmla="*/ 142 h 144"/>
                  <a:gd name="T4" fmla="*/ 2 w 145"/>
                  <a:gd name="T5" fmla="*/ 75 h 144"/>
                  <a:gd name="T6" fmla="*/ 69 w 145"/>
                  <a:gd name="T7" fmla="*/ 2 h 144"/>
                  <a:gd name="T8" fmla="*/ 143 w 145"/>
                  <a:gd name="T9" fmla="*/ 68 h 144"/>
                </a:gdLst>
                <a:ahLst/>
                <a:cxnLst>
                  <a:cxn ang="0">
                    <a:pos x="T0" y="T1"/>
                  </a:cxn>
                  <a:cxn ang="0">
                    <a:pos x="T2" y="T3"/>
                  </a:cxn>
                  <a:cxn ang="0">
                    <a:pos x="T4" y="T5"/>
                  </a:cxn>
                  <a:cxn ang="0">
                    <a:pos x="T6" y="T7"/>
                  </a:cxn>
                  <a:cxn ang="0">
                    <a:pos x="T8" y="T9"/>
                  </a:cxn>
                </a:cxnLst>
                <a:rect l="0" t="0" r="r" b="b"/>
                <a:pathLst>
                  <a:path w="145" h="144">
                    <a:moveTo>
                      <a:pt x="143" y="68"/>
                    </a:moveTo>
                    <a:cubicBezTo>
                      <a:pt x="145" y="107"/>
                      <a:pt x="115" y="140"/>
                      <a:pt x="76" y="142"/>
                    </a:cubicBezTo>
                    <a:cubicBezTo>
                      <a:pt x="37" y="144"/>
                      <a:pt x="4" y="114"/>
                      <a:pt x="2" y="75"/>
                    </a:cubicBezTo>
                    <a:cubicBezTo>
                      <a:pt x="0" y="36"/>
                      <a:pt x="30" y="3"/>
                      <a:pt x="69" y="2"/>
                    </a:cubicBezTo>
                    <a:cubicBezTo>
                      <a:pt x="108" y="0"/>
                      <a:pt x="141" y="29"/>
                      <a:pt x="143" y="68"/>
                    </a:cubicBezTo>
                    <a:close/>
                  </a:path>
                </a:pathLst>
              </a:custGeom>
              <a:grpFill/>
              <a:ln w="25400" cap="flat" cmpd="sng" algn="ctr">
                <a:noFill/>
                <a:prstDash val="solid"/>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8" name="Freeform 28"/>
              <p:cNvSpPr>
                <a:spLocks/>
              </p:cNvSpPr>
              <p:nvPr/>
            </p:nvSpPr>
            <p:spPr bwMode="auto">
              <a:xfrm>
                <a:off x="1044575" y="2244725"/>
                <a:ext cx="369888" cy="369888"/>
              </a:xfrm>
              <a:custGeom>
                <a:avLst/>
                <a:gdLst>
                  <a:gd name="T0" fmla="*/ 143 w 144"/>
                  <a:gd name="T1" fmla="*/ 68 h 144"/>
                  <a:gd name="T2" fmla="*/ 76 w 144"/>
                  <a:gd name="T3" fmla="*/ 142 h 144"/>
                  <a:gd name="T4" fmla="*/ 2 w 144"/>
                  <a:gd name="T5" fmla="*/ 75 h 144"/>
                  <a:gd name="T6" fmla="*/ 69 w 144"/>
                  <a:gd name="T7" fmla="*/ 2 h 144"/>
                  <a:gd name="T8" fmla="*/ 143 w 144"/>
                  <a:gd name="T9" fmla="*/ 68 h 144"/>
                </a:gdLst>
                <a:ahLst/>
                <a:cxnLst>
                  <a:cxn ang="0">
                    <a:pos x="T0" y="T1"/>
                  </a:cxn>
                  <a:cxn ang="0">
                    <a:pos x="T2" y="T3"/>
                  </a:cxn>
                  <a:cxn ang="0">
                    <a:pos x="T4" y="T5"/>
                  </a:cxn>
                  <a:cxn ang="0">
                    <a:pos x="T6" y="T7"/>
                  </a:cxn>
                  <a:cxn ang="0">
                    <a:pos x="T8" y="T9"/>
                  </a:cxn>
                </a:cxnLst>
                <a:rect l="0" t="0" r="r" b="b"/>
                <a:pathLst>
                  <a:path w="144" h="144">
                    <a:moveTo>
                      <a:pt x="143" y="68"/>
                    </a:moveTo>
                    <a:cubicBezTo>
                      <a:pt x="144" y="107"/>
                      <a:pt x="115" y="140"/>
                      <a:pt x="76" y="142"/>
                    </a:cubicBezTo>
                    <a:cubicBezTo>
                      <a:pt x="37" y="144"/>
                      <a:pt x="4" y="114"/>
                      <a:pt x="2" y="75"/>
                    </a:cubicBezTo>
                    <a:cubicBezTo>
                      <a:pt x="0" y="37"/>
                      <a:pt x="30" y="4"/>
                      <a:pt x="69" y="2"/>
                    </a:cubicBezTo>
                    <a:cubicBezTo>
                      <a:pt x="108" y="0"/>
                      <a:pt x="141" y="30"/>
                      <a:pt x="143" y="68"/>
                    </a:cubicBezTo>
                    <a:close/>
                  </a:path>
                </a:pathLst>
              </a:custGeom>
              <a:grpFill/>
              <a:ln w="25400" cap="flat" cmpd="sng" algn="ctr">
                <a:noFill/>
                <a:prstDash val="solid"/>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9" name="Freeform 29"/>
              <p:cNvSpPr>
                <a:spLocks/>
              </p:cNvSpPr>
              <p:nvPr/>
            </p:nvSpPr>
            <p:spPr bwMode="auto">
              <a:xfrm>
                <a:off x="1992313" y="2078038"/>
                <a:ext cx="138113" cy="139700"/>
              </a:xfrm>
              <a:custGeom>
                <a:avLst/>
                <a:gdLst>
                  <a:gd name="T0" fmla="*/ 53 w 54"/>
                  <a:gd name="T1" fmla="*/ 25 h 54"/>
                  <a:gd name="T2" fmla="*/ 28 w 54"/>
                  <a:gd name="T3" fmla="*/ 53 h 54"/>
                  <a:gd name="T4" fmla="*/ 1 w 54"/>
                  <a:gd name="T5" fmla="*/ 28 h 54"/>
                  <a:gd name="T6" fmla="*/ 26 w 54"/>
                  <a:gd name="T7" fmla="*/ 1 h 54"/>
                  <a:gd name="T8" fmla="*/ 53 w 54"/>
                  <a:gd name="T9" fmla="*/ 25 h 54"/>
                </a:gdLst>
                <a:ahLst/>
                <a:cxnLst>
                  <a:cxn ang="0">
                    <a:pos x="T0" y="T1"/>
                  </a:cxn>
                  <a:cxn ang="0">
                    <a:pos x="T2" y="T3"/>
                  </a:cxn>
                  <a:cxn ang="0">
                    <a:pos x="T4" y="T5"/>
                  </a:cxn>
                  <a:cxn ang="0">
                    <a:pos x="T6" y="T7"/>
                  </a:cxn>
                  <a:cxn ang="0">
                    <a:pos x="T8" y="T9"/>
                  </a:cxn>
                </a:cxnLst>
                <a:rect l="0" t="0" r="r" b="b"/>
                <a:pathLst>
                  <a:path w="54" h="54">
                    <a:moveTo>
                      <a:pt x="53" y="25"/>
                    </a:moveTo>
                    <a:cubicBezTo>
                      <a:pt x="54" y="40"/>
                      <a:pt x="43" y="52"/>
                      <a:pt x="28" y="53"/>
                    </a:cubicBezTo>
                    <a:cubicBezTo>
                      <a:pt x="14" y="54"/>
                      <a:pt x="2" y="42"/>
                      <a:pt x="1" y="28"/>
                    </a:cubicBezTo>
                    <a:cubicBezTo>
                      <a:pt x="0" y="14"/>
                      <a:pt x="11" y="1"/>
                      <a:pt x="26" y="1"/>
                    </a:cubicBezTo>
                    <a:cubicBezTo>
                      <a:pt x="40" y="0"/>
                      <a:pt x="52" y="11"/>
                      <a:pt x="53" y="25"/>
                    </a:cubicBezTo>
                    <a:close/>
                  </a:path>
                </a:pathLst>
              </a:custGeom>
              <a:grpFill/>
              <a:ln w="25400" cap="flat" cmpd="sng" algn="ctr">
                <a:noFill/>
                <a:prstDash val="solid"/>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0" name="Freeform 30"/>
              <p:cNvSpPr>
                <a:spLocks/>
              </p:cNvSpPr>
              <p:nvPr/>
            </p:nvSpPr>
            <p:spPr bwMode="auto">
              <a:xfrm>
                <a:off x="2133600" y="2336800"/>
                <a:ext cx="38100" cy="39688"/>
              </a:xfrm>
              <a:custGeom>
                <a:avLst/>
                <a:gdLst>
                  <a:gd name="T0" fmla="*/ 15 w 15"/>
                  <a:gd name="T1" fmla="*/ 7 h 15"/>
                  <a:gd name="T2" fmla="*/ 8 w 15"/>
                  <a:gd name="T3" fmla="*/ 15 h 15"/>
                  <a:gd name="T4" fmla="*/ 1 w 15"/>
                  <a:gd name="T5" fmla="*/ 8 h 15"/>
                  <a:gd name="T6" fmla="*/ 8 w 15"/>
                  <a:gd name="T7" fmla="*/ 0 h 15"/>
                  <a:gd name="T8" fmla="*/ 15 w 15"/>
                  <a:gd name="T9" fmla="*/ 7 h 15"/>
                </a:gdLst>
                <a:ahLst/>
                <a:cxnLst>
                  <a:cxn ang="0">
                    <a:pos x="T0" y="T1"/>
                  </a:cxn>
                  <a:cxn ang="0">
                    <a:pos x="T2" y="T3"/>
                  </a:cxn>
                  <a:cxn ang="0">
                    <a:pos x="T4" y="T5"/>
                  </a:cxn>
                  <a:cxn ang="0">
                    <a:pos x="T6" y="T7"/>
                  </a:cxn>
                  <a:cxn ang="0">
                    <a:pos x="T8" y="T9"/>
                  </a:cxn>
                </a:cxnLst>
                <a:rect l="0" t="0" r="r" b="b"/>
                <a:pathLst>
                  <a:path w="15" h="15">
                    <a:moveTo>
                      <a:pt x="15" y="7"/>
                    </a:moveTo>
                    <a:cubicBezTo>
                      <a:pt x="15" y="11"/>
                      <a:pt x="12" y="15"/>
                      <a:pt x="8" y="15"/>
                    </a:cubicBezTo>
                    <a:cubicBezTo>
                      <a:pt x="4" y="15"/>
                      <a:pt x="1" y="12"/>
                      <a:pt x="1" y="8"/>
                    </a:cubicBezTo>
                    <a:cubicBezTo>
                      <a:pt x="0" y="4"/>
                      <a:pt x="4" y="1"/>
                      <a:pt x="8" y="0"/>
                    </a:cubicBezTo>
                    <a:cubicBezTo>
                      <a:pt x="12" y="0"/>
                      <a:pt x="15" y="3"/>
                      <a:pt x="15" y="7"/>
                    </a:cubicBezTo>
                    <a:close/>
                  </a:path>
                </a:pathLst>
              </a:custGeom>
              <a:grpFill/>
              <a:ln w="25400" cap="flat" cmpd="sng" algn="ctr">
                <a:noFill/>
                <a:prstDash val="solid"/>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71" name="그룹 70"/>
            <p:cNvGrpSpPr/>
            <p:nvPr/>
          </p:nvGrpSpPr>
          <p:grpSpPr>
            <a:xfrm>
              <a:off x="3662881" y="2066032"/>
              <a:ext cx="1673410" cy="1096501"/>
              <a:chOff x="4151312" y="2176464"/>
              <a:chExt cx="1390651" cy="911224"/>
            </a:xfrm>
            <a:solidFill>
              <a:schemeClr val="accent1">
                <a:alpha val="60000"/>
              </a:schemeClr>
            </a:solidFill>
          </p:grpSpPr>
          <p:sp>
            <p:nvSpPr>
              <p:cNvPr id="72" name="Freeform 31"/>
              <p:cNvSpPr>
                <a:spLocks/>
              </p:cNvSpPr>
              <p:nvPr/>
            </p:nvSpPr>
            <p:spPr bwMode="auto">
              <a:xfrm>
                <a:off x="4151312" y="2262190"/>
                <a:ext cx="38100" cy="39688"/>
              </a:xfrm>
              <a:custGeom>
                <a:avLst/>
                <a:gdLst>
                  <a:gd name="T0" fmla="*/ 14 w 15"/>
                  <a:gd name="T1" fmla="*/ 7 h 15"/>
                  <a:gd name="T2" fmla="*/ 8 w 15"/>
                  <a:gd name="T3" fmla="*/ 14 h 15"/>
                  <a:gd name="T4" fmla="*/ 0 w 15"/>
                  <a:gd name="T5" fmla="*/ 8 h 15"/>
                  <a:gd name="T6" fmla="*/ 7 w 15"/>
                  <a:gd name="T7" fmla="*/ 0 h 15"/>
                  <a:gd name="T8" fmla="*/ 14 w 15"/>
                  <a:gd name="T9" fmla="*/ 7 h 15"/>
                </a:gdLst>
                <a:ahLst/>
                <a:cxnLst>
                  <a:cxn ang="0">
                    <a:pos x="T0" y="T1"/>
                  </a:cxn>
                  <a:cxn ang="0">
                    <a:pos x="T2" y="T3"/>
                  </a:cxn>
                  <a:cxn ang="0">
                    <a:pos x="T4" y="T5"/>
                  </a:cxn>
                  <a:cxn ang="0">
                    <a:pos x="T6" y="T7"/>
                  </a:cxn>
                  <a:cxn ang="0">
                    <a:pos x="T8" y="T9"/>
                  </a:cxn>
                </a:cxnLst>
                <a:rect l="0" t="0" r="r" b="b"/>
                <a:pathLst>
                  <a:path w="15" h="15">
                    <a:moveTo>
                      <a:pt x="14" y="7"/>
                    </a:moveTo>
                    <a:cubicBezTo>
                      <a:pt x="15" y="11"/>
                      <a:pt x="12" y="14"/>
                      <a:pt x="8" y="14"/>
                    </a:cubicBezTo>
                    <a:cubicBezTo>
                      <a:pt x="3" y="15"/>
                      <a:pt x="0" y="12"/>
                      <a:pt x="0" y="8"/>
                    </a:cubicBezTo>
                    <a:cubicBezTo>
                      <a:pt x="0" y="4"/>
                      <a:pt x="3" y="0"/>
                      <a:pt x="7" y="0"/>
                    </a:cubicBezTo>
                    <a:cubicBezTo>
                      <a:pt x="11" y="0"/>
                      <a:pt x="14" y="3"/>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73" name="Freeform 32"/>
              <p:cNvSpPr>
                <a:spLocks/>
              </p:cNvSpPr>
              <p:nvPr/>
            </p:nvSpPr>
            <p:spPr bwMode="auto">
              <a:xfrm>
                <a:off x="4337050" y="2176464"/>
                <a:ext cx="630238" cy="631825"/>
              </a:xfrm>
              <a:custGeom>
                <a:avLst/>
                <a:gdLst>
                  <a:gd name="T0" fmla="*/ 243 w 246"/>
                  <a:gd name="T1" fmla="*/ 118 h 247"/>
                  <a:gd name="T2" fmla="*/ 129 w 246"/>
                  <a:gd name="T3" fmla="*/ 243 h 247"/>
                  <a:gd name="T4" fmla="*/ 3 w 246"/>
                  <a:gd name="T5" fmla="*/ 130 h 247"/>
                  <a:gd name="T6" fmla="*/ 117 w 246"/>
                  <a:gd name="T7" fmla="*/ 4 h 247"/>
                  <a:gd name="T8" fmla="*/ 243 w 246"/>
                  <a:gd name="T9" fmla="*/ 118 h 247"/>
                </a:gdLst>
                <a:ahLst/>
                <a:cxnLst>
                  <a:cxn ang="0">
                    <a:pos x="T0" y="T1"/>
                  </a:cxn>
                  <a:cxn ang="0">
                    <a:pos x="T2" y="T3"/>
                  </a:cxn>
                  <a:cxn ang="0">
                    <a:pos x="T4" y="T5"/>
                  </a:cxn>
                  <a:cxn ang="0">
                    <a:pos x="T6" y="T7"/>
                  </a:cxn>
                  <a:cxn ang="0">
                    <a:pos x="T8" y="T9"/>
                  </a:cxn>
                </a:cxnLst>
                <a:rect l="0" t="0" r="r" b="b"/>
                <a:pathLst>
                  <a:path w="246" h="247">
                    <a:moveTo>
                      <a:pt x="243" y="118"/>
                    </a:moveTo>
                    <a:cubicBezTo>
                      <a:pt x="246" y="184"/>
                      <a:pt x="195" y="240"/>
                      <a:pt x="129" y="243"/>
                    </a:cubicBezTo>
                    <a:cubicBezTo>
                      <a:pt x="63" y="247"/>
                      <a:pt x="7" y="196"/>
                      <a:pt x="3" y="130"/>
                    </a:cubicBezTo>
                    <a:cubicBezTo>
                      <a:pt x="0" y="63"/>
                      <a:pt x="51" y="7"/>
                      <a:pt x="117" y="4"/>
                    </a:cubicBezTo>
                    <a:cubicBezTo>
                      <a:pt x="183" y="0"/>
                      <a:pt x="240" y="51"/>
                      <a:pt x="243"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74" name="Freeform 33"/>
              <p:cNvSpPr>
                <a:spLocks/>
              </p:cNvSpPr>
              <p:nvPr/>
            </p:nvSpPr>
            <p:spPr bwMode="auto">
              <a:xfrm>
                <a:off x="5013325" y="2560638"/>
                <a:ext cx="528638" cy="527050"/>
              </a:xfrm>
              <a:custGeom>
                <a:avLst/>
                <a:gdLst>
                  <a:gd name="T0" fmla="*/ 204 w 206"/>
                  <a:gd name="T1" fmla="*/ 98 h 206"/>
                  <a:gd name="T2" fmla="*/ 108 w 206"/>
                  <a:gd name="T3" fmla="*/ 203 h 206"/>
                  <a:gd name="T4" fmla="*/ 3 w 206"/>
                  <a:gd name="T5" fmla="*/ 108 h 206"/>
                  <a:gd name="T6" fmla="*/ 98 w 206"/>
                  <a:gd name="T7" fmla="*/ 3 h 206"/>
                  <a:gd name="T8" fmla="*/ 204 w 206"/>
                  <a:gd name="T9" fmla="*/ 98 h 206"/>
                </a:gdLst>
                <a:ahLst/>
                <a:cxnLst>
                  <a:cxn ang="0">
                    <a:pos x="T0" y="T1"/>
                  </a:cxn>
                  <a:cxn ang="0">
                    <a:pos x="T2" y="T3"/>
                  </a:cxn>
                  <a:cxn ang="0">
                    <a:pos x="T4" y="T5"/>
                  </a:cxn>
                  <a:cxn ang="0">
                    <a:pos x="T6" y="T7"/>
                  </a:cxn>
                  <a:cxn ang="0">
                    <a:pos x="T8" y="T9"/>
                  </a:cxn>
                </a:cxnLst>
                <a:rect l="0" t="0" r="r" b="b"/>
                <a:pathLst>
                  <a:path w="206" h="206">
                    <a:moveTo>
                      <a:pt x="204" y="98"/>
                    </a:moveTo>
                    <a:cubicBezTo>
                      <a:pt x="206" y="153"/>
                      <a:pt x="164" y="200"/>
                      <a:pt x="108" y="203"/>
                    </a:cubicBezTo>
                    <a:cubicBezTo>
                      <a:pt x="53" y="206"/>
                      <a:pt x="6" y="163"/>
                      <a:pt x="3" y="108"/>
                    </a:cubicBezTo>
                    <a:cubicBezTo>
                      <a:pt x="0" y="52"/>
                      <a:pt x="43" y="5"/>
                      <a:pt x="98" y="3"/>
                    </a:cubicBezTo>
                    <a:cubicBezTo>
                      <a:pt x="154" y="0"/>
                      <a:pt x="201" y="42"/>
                      <a:pt x="204" y="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75" name="그룹 74"/>
            <p:cNvGrpSpPr/>
            <p:nvPr/>
          </p:nvGrpSpPr>
          <p:grpSpPr>
            <a:xfrm>
              <a:off x="3416453" y="994363"/>
              <a:ext cx="2469997" cy="2842502"/>
              <a:chOff x="3416453" y="994363"/>
              <a:chExt cx="2469997" cy="2842502"/>
            </a:xfrm>
          </p:grpSpPr>
          <p:sp>
            <p:nvSpPr>
              <p:cNvPr id="76" name="Freeform 5"/>
              <p:cNvSpPr>
                <a:spLocks/>
              </p:cNvSpPr>
              <p:nvPr/>
            </p:nvSpPr>
            <p:spPr bwMode="auto">
              <a:xfrm>
                <a:off x="4530149" y="1471934"/>
                <a:ext cx="617022" cy="613202"/>
              </a:xfrm>
              <a:custGeom>
                <a:avLst/>
                <a:gdLst>
                  <a:gd name="T0" fmla="*/ 197 w 200"/>
                  <a:gd name="T1" fmla="*/ 95 h 199"/>
                  <a:gd name="T2" fmla="*/ 105 w 200"/>
                  <a:gd name="T3" fmla="*/ 197 h 199"/>
                  <a:gd name="T4" fmla="*/ 3 w 200"/>
                  <a:gd name="T5" fmla="*/ 105 h 199"/>
                  <a:gd name="T6" fmla="*/ 95 w 200"/>
                  <a:gd name="T7" fmla="*/ 3 h 199"/>
                  <a:gd name="T8" fmla="*/ 197 w 200"/>
                  <a:gd name="T9" fmla="*/ 95 h 199"/>
                </a:gdLst>
                <a:ahLst/>
                <a:cxnLst>
                  <a:cxn ang="0">
                    <a:pos x="T0" y="T1"/>
                  </a:cxn>
                  <a:cxn ang="0">
                    <a:pos x="T2" y="T3"/>
                  </a:cxn>
                  <a:cxn ang="0">
                    <a:pos x="T4" y="T5"/>
                  </a:cxn>
                  <a:cxn ang="0">
                    <a:pos x="T6" y="T7"/>
                  </a:cxn>
                  <a:cxn ang="0">
                    <a:pos x="T8" y="T9"/>
                  </a:cxn>
                </a:cxnLst>
                <a:rect l="0" t="0" r="r" b="b"/>
                <a:pathLst>
                  <a:path w="200" h="199">
                    <a:moveTo>
                      <a:pt x="197" y="95"/>
                    </a:moveTo>
                    <a:cubicBezTo>
                      <a:pt x="200" y="148"/>
                      <a:pt x="158" y="194"/>
                      <a:pt x="105" y="197"/>
                    </a:cubicBezTo>
                    <a:cubicBezTo>
                      <a:pt x="51" y="199"/>
                      <a:pt x="6" y="158"/>
                      <a:pt x="3" y="105"/>
                    </a:cubicBezTo>
                    <a:cubicBezTo>
                      <a:pt x="0" y="51"/>
                      <a:pt x="42" y="5"/>
                      <a:pt x="95" y="3"/>
                    </a:cubicBezTo>
                    <a:cubicBezTo>
                      <a:pt x="149" y="0"/>
                      <a:pt x="194" y="41"/>
                      <a:pt x="197" y="95"/>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7" name="Freeform 6"/>
              <p:cNvSpPr>
                <a:spLocks/>
              </p:cNvSpPr>
              <p:nvPr/>
            </p:nvSpPr>
            <p:spPr bwMode="auto">
              <a:xfrm>
                <a:off x="5303813" y="1859722"/>
                <a:ext cx="212042" cy="213952"/>
              </a:xfrm>
              <a:custGeom>
                <a:avLst/>
                <a:gdLst>
                  <a:gd name="T0" fmla="*/ 68 w 69"/>
                  <a:gd name="T1" fmla="*/ 33 h 69"/>
                  <a:gd name="T2" fmla="*/ 36 w 69"/>
                  <a:gd name="T3" fmla="*/ 68 h 69"/>
                  <a:gd name="T4" fmla="*/ 0 w 69"/>
                  <a:gd name="T5" fmla="*/ 36 h 69"/>
                  <a:gd name="T6" fmla="*/ 32 w 69"/>
                  <a:gd name="T7" fmla="*/ 1 h 69"/>
                  <a:gd name="T8" fmla="*/ 68 w 69"/>
                  <a:gd name="T9" fmla="*/ 33 h 69"/>
                </a:gdLst>
                <a:ahLst/>
                <a:cxnLst>
                  <a:cxn ang="0">
                    <a:pos x="T0" y="T1"/>
                  </a:cxn>
                  <a:cxn ang="0">
                    <a:pos x="T2" y="T3"/>
                  </a:cxn>
                  <a:cxn ang="0">
                    <a:pos x="T4" y="T5"/>
                  </a:cxn>
                  <a:cxn ang="0">
                    <a:pos x="T6" y="T7"/>
                  </a:cxn>
                  <a:cxn ang="0">
                    <a:pos x="T8" y="T9"/>
                  </a:cxn>
                </a:cxnLst>
                <a:rect l="0" t="0" r="r" b="b"/>
                <a:pathLst>
                  <a:path w="69" h="69">
                    <a:moveTo>
                      <a:pt x="68" y="33"/>
                    </a:moveTo>
                    <a:cubicBezTo>
                      <a:pt x="69" y="52"/>
                      <a:pt x="54" y="67"/>
                      <a:pt x="36" y="68"/>
                    </a:cubicBezTo>
                    <a:cubicBezTo>
                      <a:pt x="17" y="69"/>
                      <a:pt x="1" y="55"/>
                      <a:pt x="0" y="36"/>
                    </a:cubicBezTo>
                    <a:cubicBezTo>
                      <a:pt x="0" y="18"/>
                      <a:pt x="14" y="2"/>
                      <a:pt x="32" y="1"/>
                    </a:cubicBezTo>
                    <a:cubicBezTo>
                      <a:pt x="51" y="0"/>
                      <a:pt x="67" y="14"/>
                      <a:pt x="68" y="33"/>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8" name="Freeform 7"/>
              <p:cNvSpPr>
                <a:spLocks/>
              </p:cNvSpPr>
              <p:nvPr/>
            </p:nvSpPr>
            <p:spPr bwMode="auto">
              <a:xfrm>
                <a:off x="3416453" y="1617115"/>
                <a:ext cx="194849" cy="196760"/>
              </a:xfrm>
              <a:custGeom>
                <a:avLst/>
                <a:gdLst>
                  <a:gd name="T0" fmla="*/ 62 w 63"/>
                  <a:gd name="T1" fmla="*/ 30 h 64"/>
                  <a:gd name="T2" fmla="*/ 33 w 63"/>
                  <a:gd name="T3" fmla="*/ 63 h 64"/>
                  <a:gd name="T4" fmla="*/ 1 w 63"/>
                  <a:gd name="T5" fmla="*/ 34 h 64"/>
                  <a:gd name="T6" fmla="*/ 30 w 63"/>
                  <a:gd name="T7" fmla="*/ 1 h 64"/>
                  <a:gd name="T8" fmla="*/ 62 w 63"/>
                  <a:gd name="T9" fmla="*/ 30 h 64"/>
                </a:gdLst>
                <a:ahLst/>
                <a:cxnLst>
                  <a:cxn ang="0">
                    <a:pos x="T0" y="T1"/>
                  </a:cxn>
                  <a:cxn ang="0">
                    <a:pos x="T2" y="T3"/>
                  </a:cxn>
                  <a:cxn ang="0">
                    <a:pos x="T4" y="T5"/>
                  </a:cxn>
                  <a:cxn ang="0">
                    <a:pos x="T6" y="T7"/>
                  </a:cxn>
                  <a:cxn ang="0">
                    <a:pos x="T8" y="T9"/>
                  </a:cxn>
                </a:cxnLst>
                <a:rect l="0" t="0" r="r" b="b"/>
                <a:pathLst>
                  <a:path w="63" h="64">
                    <a:moveTo>
                      <a:pt x="62" y="30"/>
                    </a:moveTo>
                    <a:cubicBezTo>
                      <a:pt x="63" y="47"/>
                      <a:pt x="50" y="62"/>
                      <a:pt x="33" y="63"/>
                    </a:cubicBezTo>
                    <a:cubicBezTo>
                      <a:pt x="16" y="64"/>
                      <a:pt x="1" y="51"/>
                      <a:pt x="1" y="34"/>
                    </a:cubicBezTo>
                    <a:cubicBezTo>
                      <a:pt x="0" y="16"/>
                      <a:pt x="13" y="2"/>
                      <a:pt x="30" y="1"/>
                    </a:cubicBezTo>
                    <a:cubicBezTo>
                      <a:pt x="47" y="0"/>
                      <a:pt x="62" y="13"/>
                      <a:pt x="62" y="30"/>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9" name="Freeform 8"/>
              <p:cNvSpPr>
                <a:spLocks/>
              </p:cNvSpPr>
              <p:nvPr/>
            </p:nvSpPr>
            <p:spPr bwMode="auto">
              <a:xfrm>
                <a:off x="4971424" y="1177750"/>
                <a:ext cx="196760" cy="198669"/>
              </a:xfrm>
              <a:custGeom>
                <a:avLst/>
                <a:gdLst>
                  <a:gd name="T0" fmla="*/ 63 w 64"/>
                  <a:gd name="T1" fmla="*/ 31 h 64"/>
                  <a:gd name="T2" fmla="*/ 33 w 64"/>
                  <a:gd name="T3" fmla="*/ 63 h 64"/>
                  <a:gd name="T4" fmla="*/ 1 w 64"/>
                  <a:gd name="T5" fmla="*/ 34 h 64"/>
                  <a:gd name="T6" fmla="*/ 30 w 64"/>
                  <a:gd name="T7" fmla="*/ 1 h 64"/>
                  <a:gd name="T8" fmla="*/ 63 w 64"/>
                  <a:gd name="T9" fmla="*/ 31 h 64"/>
                </a:gdLst>
                <a:ahLst/>
                <a:cxnLst>
                  <a:cxn ang="0">
                    <a:pos x="T0" y="T1"/>
                  </a:cxn>
                  <a:cxn ang="0">
                    <a:pos x="T2" y="T3"/>
                  </a:cxn>
                  <a:cxn ang="0">
                    <a:pos x="T4" y="T5"/>
                  </a:cxn>
                  <a:cxn ang="0">
                    <a:pos x="T6" y="T7"/>
                  </a:cxn>
                  <a:cxn ang="0">
                    <a:pos x="T8" y="T9"/>
                  </a:cxn>
                </a:cxnLst>
                <a:rect l="0" t="0" r="r" b="b"/>
                <a:pathLst>
                  <a:path w="64" h="64">
                    <a:moveTo>
                      <a:pt x="63" y="31"/>
                    </a:moveTo>
                    <a:cubicBezTo>
                      <a:pt x="64" y="48"/>
                      <a:pt x="50" y="62"/>
                      <a:pt x="33" y="63"/>
                    </a:cubicBezTo>
                    <a:cubicBezTo>
                      <a:pt x="16" y="64"/>
                      <a:pt x="2" y="51"/>
                      <a:pt x="1" y="34"/>
                    </a:cubicBezTo>
                    <a:cubicBezTo>
                      <a:pt x="0" y="17"/>
                      <a:pt x="13" y="2"/>
                      <a:pt x="30" y="1"/>
                    </a:cubicBezTo>
                    <a:cubicBezTo>
                      <a:pt x="47" y="0"/>
                      <a:pt x="62" y="13"/>
                      <a:pt x="63" y="31"/>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0" name="Freeform 9"/>
              <p:cNvSpPr>
                <a:spLocks/>
              </p:cNvSpPr>
              <p:nvPr/>
            </p:nvSpPr>
            <p:spPr bwMode="auto">
              <a:xfrm>
                <a:off x="5223581" y="2001083"/>
                <a:ext cx="45847" cy="47758"/>
              </a:xfrm>
              <a:custGeom>
                <a:avLst/>
                <a:gdLst>
                  <a:gd name="T0" fmla="*/ 15 w 15"/>
                  <a:gd name="T1" fmla="*/ 7 h 15"/>
                  <a:gd name="T2" fmla="*/ 8 w 15"/>
                  <a:gd name="T3" fmla="*/ 15 h 15"/>
                  <a:gd name="T4" fmla="*/ 0 w 15"/>
                  <a:gd name="T5" fmla="*/ 8 h 15"/>
                  <a:gd name="T6" fmla="*/ 7 w 15"/>
                  <a:gd name="T7" fmla="*/ 0 h 15"/>
                  <a:gd name="T8" fmla="*/ 15 w 15"/>
                  <a:gd name="T9" fmla="*/ 7 h 15"/>
                </a:gdLst>
                <a:ahLst/>
                <a:cxnLst>
                  <a:cxn ang="0">
                    <a:pos x="T0" y="T1"/>
                  </a:cxn>
                  <a:cxn ang="0">
                    <a:pos x="T2" y="T3"/>
                  </a:cxn>
                  <a:cxn ang="0">
                    <a:pos x="T4" y="T5"/>
                  </a:cxn>
                  <a:cxn ang="0">
                    <a:pos x="T6" y="T7"/>
                  </a:cxn>
                  <a:cxn ang="0">
                    <a:pos x="T8" y="T9"/>
                  </a:cxn>
                </a:cxnLst>
                <a:rect l="0" t="0" r="r" b="b"/>
                <a:pathLst>
                  <a:path w="15" h="15">
                    <a:moveTo>
                      <a:pt x="15" y="7"/>
                    </a:moveTo>
                    <a:cubicBezTo>
                      <a:pt x="15" y="11"/>
                      <a:pt x="12" y="15"/>
                      <a:pt x="8" y="15"/>
                    </a:cubicBezTo>
                    <a:cubicBezTo>
                      <a:pt x="4" y="15"/>
                      <a:pt x="0" y="12"/>
                      <a:pt x="0" y="8"/>
                    </a:cubicBezTo>
                    <a:cubicBezTo>
                      <a:pt x="0" y="4"/>
                      <a:pt x="3" y="1"/>
                      <a:pt x="7" y="0"/>
                    </a:cubicBezTo>
                    <a:cubicBezTo>
                      <a:pt x="11" y="0"/>
                      <a:pt x="14" y="3"/>
                      <a:pt x="15" y="7"/>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1" name="Freeform 10"/>
              <p:cNvSpPr>
                <a:spLocks/>
              </p:cNvSpPr>
              <p:nvPr/>
            </p:nvSpPr>
            <p:spPr bwMode="auto">
              <a:xfrm>
                <a:off x="5626651" y="2606642"/>
                <a:ext cx="45847" cy="45847"/>
              </a:xfrm>
              <a:custGeom>
                <a:avLst/>
                <a:gdLst>
                  <a:gd name="T0" fmla="*/ 14 w 15"/>
                  <a:gd name="T1" fmla="*/ 7 h 15"/>
                  <a:gd name="T2" fmla="*/ 8 w 15"/>
                  <a:gd name="T3" fmla="*/ 14 h 15"/>
                  <a:gd name="T4" fmla="*/ 0 w 15"/>
                  <a:gd name="T5" fmla="*/ 7 h 15"/>
                  <a:gd name="T6" fmla="*/ 7 w 15"/>
                  <a:gd name="T7" fmla="*/ 0 h 15"/>
                  <a:gd name="T8" fmla="*/ 14 w 15"/>
                  <a:gd name="T9" fmla="*/ 7 h 15"/>
                </a:gdLst>
                <a:ahLst/>
                <a:cxnLst>
                  <a:cxn ang="0">
                    <a:pos x="T0" y="T1"/>
                  </a:cxn>
                  <a:cxn ang="0">
                    <a:pos x="T2" y="T3"/>
                  </a:cxn>
                  <a:cxn ang="0">
                    <a:pos x="T4" y="T5"/>
                  </a:cxn>
                  <a:cxn ang="0">
                    <a:pos x="T6" y="T7"/>
                  </a:cxn>
                  <a:cxn ang="0">
                    <a:pos x="T8" y="T9"/>
                  </a:cxn>
                </a:cxnLst>
                <a:rect l="0" t="0" r="r" b="b"/>
                <a:pathLst>
                  <a:path w="15" h="15">
                    <a:moveTo>
                      <a:pt x="14" y="7"/>
                    </a:moveTo>
                    <a:cubicBezTo>
                      <a:pt x="15" y="11"/>
                      <a:pt x="12" y="14"/>
                      <a:pt x="8" y="14"/>
                    </a:cubicBezTo>
                    <a:cubicBezTo>
                      <a:pt x="3" y="15"/>
                      <a:pt x="0" y="11"/>
                      <a:pt x="0" y="7"/>
                    </a:cubicBezTo>
                    <a:cubicBezTo>
                      <a:pt x="0" y="3"/>
                      <a:pt x="3" y="0"/>
                      <a:pt x="7" y="0"/>
                    </a:cubicBezTo>
                    <a:cubicBezTo>
                      <a:pt x="11" y="0"/>
                      <a:pt x="14" y="3"/>
                      <a:pt x="14" y="7"/>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2" name="Freeform 11"/>
              <p:cNvSpPr>
                <a:spLocks/>
              </p:cNvSpPr>
              <p:nvPr/>
            </p:nvSpPr>
            <p:spPr bwMode="auto">
              <a:xfrm>
                <a:off x="4142361" y="1798593"/>
                <a:ext cx="45847" cy="45847"/>
              </a:xfrm>
              <a:custGeom>
                <a:avLst/>
                <a:gdLst>
                  <a:gd name="T0" fmla="*/ 15 w 15"/>
                  <a:gd name="T1" fmla="*/ 7 h 15"/>
                  <a:gd name="T2" fmla="*/ 8 w 15"/>
                  <a:gd name="T3" fmla="*/ 15 h 15"/>
                  <a:gd name="T4" fmla="*/ 0 w 15"/>
                  <a:gd name="T5" fmla="*/ 8 h 15"/>
                  <a:gd name="T6" fmla="*/ 7 w 15"/>
                  <a:gd name="T7" fmla="*/ 1 h 15"/>
                  <a:gd name="T8" fmla="*/ 15 w 15"/>
                  <a:gd name="T9" fmla="*/ 7 h 15"/>
                </a:gdLst>
                <a:ahLst/>
                <a:cxnLst>
                  <a:cxn ang="0">
                    <a:pos x="T0" y="T1"/>
                  </a:cxn>
                  <a:cxn ang="0">
                    <a:pos x="T2" y="T3"/>
                  </a:cxn>
                  <a:cxn ang="0">
                    <a:pos x="T4" y="T5"/>
                  </a:cxn>
                  <a:cxn ang="0">
                    <a:pos x="T6" y="T7"/>
                  </a:cxn>
                  <a:cxn ang="0">
                    <a:pos x="T8" y="T9"/>
                  </a:cxn>
                </a:cxnLst>
                <a:rect l="0" t="0" r="r" b="b"/>
                <a:pathLst>
                  <a:path w="15" h="15">
                    <a:moveTo>
                      <a:pt x="15" y="7"/>
                    </a:moveTo>
                    <a:cubicBezTo>
                      <a:pt x="15" y="11"/>
                      <a:pt x="12" y="15"/>
                      <a:pt x="8" y="15"/>
                    </a:cubicBezTo>
                    <a:cubicBezTo>
                      <a:pt x="4" y="15"/>
                      <a:pt x="0" y="12"/>
                      <a:pt x="0" y="8"/>
                    </a:cubicBezTo>
                    <a:cubicBezTo>
                      <a:pt x="0" y="4"/>
                      <a:pt x="3" y="1"/>
                      <a:pt x="7" y="1"/>
                    </a:cubicBezTo>
                    <a:cubicBezTo>
                      <a:pt x="11" y="0"/>
                      <a:pt x="15" y="3"/>
                      <a:pt x="15" y="7"/>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3" name="Freeform 12"/>
              <p:cNvSpPr>
                <a:spLocks/>
              </p:cNvSpPr>
              <p:nvPr/>
            </p:nvSpPr>
            <p:spPr bwMode="auto">
              <a:xfrm>
                <a:off x="3863459" y="1131903"/>
                <a:ext cx="47758" cy="45847"/>
              </a:xfrm>
              <a:custGeom>
                <a:avLst/>
                <a:gdLst>
                  <a:gd name="T0" fmla="*/ 15 w 15"/>
                  <a:gd name="T1" fmla="*/ 7 h 15"/>
                  <a:gd name="T2" fmla="*/ 8 w 15"/>
                  <a:gd name="T3" fmla="*/ 14 h 15"/>
                  <a:gd name="T4" fmla="*/ 1 w 15"/>
                  <a:gd name="T5" fmla="*/ 8 h 15"/>
                  <a:gd name="T6" fmla="*/ 8 w 15"/>
                  <a:gd name="T7" fmla="*/ 0 h 15"/>
                  <a:gd name="T8" fmla="*/ 15 w 15"/>
                  <a:gd name="T9" fmla="*/ 7 h 15"/>
                </a:gdLst>
                <a:ahLst/>
                <a:cxnLst>
                  <a:cxn ang="0">
                    <a:pos x="T0" y="T1"/>
                  </a:cxn>
                  <a:cxn ang="0">
                    <a:pos x="T2" y="T3"/>
                  </a:cxn>
                  <a:cxn ang="0">
                    <a:pos x="T4" y="T5"/>
                  </a:cxn>
                  <a:cxn ang="0">
                    <a:pos x="T6" y="T7"/>
                  </a:cxn>
                  <a:cxn ang="0">
                    <a:pos x="T8" y="T9"/>
                  </a:cxn>
                </a:cxnLst>
                <a:rect l="0" t="0" r="r" b="b"/>
                <a:pathLst>
                  <a:path w="15" h="15">
                    <a:moveTo>
                      <a:pt x="15" y="7"/>
                    </a:moveTo>
                    <a:cubicBezTo>
                      <a:pt x="15" y="11"/>
                      <a:pt x="12" y="14"/>
                      <a:pt x="8" y="14"/>
                    </a:cubicBezTo>
                    <a:cubicBezTo>
                      <a:pt x="4" y="15"/>
                      <a:pt x="1" y="12"/>
                      <a:pt x="1" y="8"/>
                    </a:cubicBezTo>
                    <a:cubicBezTo>
                      <a:pt x="0" y="3"/>
                      <a:pt x="4" y="0"/>
                      <a:pt x="8" y="0"/>
                    </a:cubicBezTo>
                    <a:cubicBezTo>
                      <a:pt x="12" y="0"/>
                      <a:pt x="15" y="3"/>
                      <a:pt x="15" y="7"/>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4" name="Freeform 13"/>
              <p:cNvSpPr>
                <a:spLocks/>
              </p:cNvSpPr>
              <p:nvPr/>
            </p:nvSpPr>
            <p:spPr bwMode="auto">
              <a:xfrm>
                <a:off x="3695354" y="2612374"/>
                <a:ext cx="45847" cy="45847"/>
              </a:xfrm>
              <a:custGeom>
                <a:avLst/>
                <a:gdLst>
                  <a:gd name="T0" fmla="*/ 15 w 15"/>
                  <a:gd name="T1" fmla="*/ 7 h 15"/>
                  <a:gd name="T2" fmla="*/ 8 w 15"/>
                  <a:gd name="T3" fmla="*/ 15 h 15"/>
                  <a:gd name="T4" fmla="*/ 0 w 15"/>
                  <a:gd name="T5" fmla="*/ 8 h 15"/>
                  <a:gd name="T6" fmla="*/ 7 w 15"/>
                  <a:gd name="T7" fmla="*/ 0 h 15"/>
                  <a:gd name="T8" fmla="*/ 15 w 15"/>
                  <a:gd name="T9" fmla="*/ 7 h 15"/>
                </a:gdLst>
                <a:ahLst/>
                <a:cxnLst>
                  <a:cxn ang="0">
                    <a:pos x="T0" y="T1"/>
                  </a:cxn>
                  <a:cxn ang="0">
                    <a:pos x="T2" y="T3"/>
                  </a:cxn>
                  <a:cxn ang="0">
                    <a:pos x="T4" y="T5"/>
                  </a:cxn>
                  <a:cxn ang="0">
                    <a:pos x="T6" y="T7"/>
                  </a:cxn>
                  <a:cxn ang="0">
                    <a:pos x="T8" y="T9"/>
                  </a:cxn>
                </a:cxnLst>
                <a:rect l="0" t="0" r="r" b="b"/>
                <a:pathLst>
                  <a:path w="15" h="15">
                    <a:moveTo>
                      <a:pt x="15" y="7"/>
                    </a:moveTo>
                    <a:cubicBezTo>
                      <a:pt x="15" y="11"/>
                      <a:pt x="12" y="14"/>
                      <a:pt x="8" y="15"/>
                    </a:cubicBezTo>
                    <a:cubicBezTo>
                      <a:pt x="4" y="15"/>
                      <a:pt x="0" y="12"/>
                      <a:pt x="0" y="8"/>
                    </a:cubicBezTo>
                    <a:cubicBezTo>
                      <a:pt x="0" y="4"/>
                      <a:pt x="3" y="0"/>
                      <a:pt x="7" y="0"/>
                    </a:cubicBezTo>
                    <a:cubicBezTo>
                      <a:pt x="11" y="0"/>
                      <a:pt x="15" y="3"/>
                      <a:pt x="15" y="7"/>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5" name="Freeform 14"/>
              <p:cNvSpPr>
                <a:spLocks/>
              </p:cNvSpPr>
              <p:nvPr/>
            </p:nvSpPr>
            <p:spPr bwMode="auto">
              <a:xfrm>
                <a:off x="3771766" y="1930402"/>
                <a:ext cx="282722" cy="286543"/>
              </a:xfrm>
              <a:custGeom>
                <a:avLst/>
                <a:gdLst>
                  <a:gd name="T0" fmla="*/ 91 w 92"/>
                  <a:gd name="T1" fmla="*/ 44 h 93"/>
                  <a:gd name="T2" fmla="*/ 48 w 92"/>
                  <a:gd name="T3" fmla="*/ 91 h 93"/>
                  <a:gd name="T4" fmla="*/ 1 w 92"/>
                  <a:gd name="T5" fmla="*/ 49 h 93"/>
                  <a:gd name="T6" fmla="*/ 44 w 92"/>
                  <a:gd name="T7" fmla="*/ 1 h 93"/>
                  <a:gd name="T8" fmla="*/ 91 w 92"/>
                  <a:gd name="T9" fmla="*/ 44 h 93"/>
                </a:gdLst>
                <a:ahLst/>
                <a:cxnLst>
                  <a:cxn ang="0">
                    <a:pos x="T0" y="T1"/>
                  </a:cxn>
                  <a:cxn ang="0">
                    <a:pos x="T2" y="T3"/>
                  </a:cxn>
                  <a:cxn ang="0">
                    <a:pos x="T4" y="T5"/>
                  </a:cxn>
                  <a:cxn ang="0">
                    <a:pos x="T6" y="T7"/>
                  </a:cxn>
                  <a:cxn ang="0">
                    <a:pos x="T8" y="T9"/>
                  </a:cxn>
                </a:cxnLst>
                <a:rect l="0" t="0" r="r" b="b"/>
                <a:pathLst>
                  <a:path w="92" h="93">
                    <a:moveTo>
                      <a:pt x="91" y="44"/>
                    </a:moveTo>
                    <a:cubicBezTo>
                      <a:pt x="92" y="69"/>
                      <a:pt x="73" y="90"/>
                      <a:pt x="48" y="91"/>
                    </a:cubicBezTo>
                    <a:cubicBezTo>
                      <a:pt x="23" y="93"/>
                      <a:pt x="2" y="73"/>
                      <a:pt x="1" y="49"/>
                    </a:cubicBezTo>
                    <a:cubicBezTo>
                      <a:pt x="0" y="24"/>
                      <a:pt x="19" y="3"/>
                      <a:pt x="44" y="1"/>
                    </a:cubicBezTo>
                    <a:cubicBezTo>
                      <a:pt x="69" y="0"/>
                      <a:pt x="90" y="19"/>
                      <a:pt x="91" y="44"/>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6" name="Freeform 15"/>
              <p:cNvSpPr>
                <a:spLocks/>
              </p:cNvSpPr>
              <p:nvPr/>
            </p:nvSpPr>
            <p:spPr bwMode="auto">
              <a:xfrm>
                <a:off x="5370673" y="2276164"/>
                <a:ext cx="286543" cy="286543"/>
              </a:xfrm>
              <a:custGeom>
                <a:avLst/>
                <a:gdLst>
                  <a:gd name="T0" fmla="*/ 92 w 93"/>
                  <a:gd name="T1" fmla="*/ 44 h 93"/>
                  <a:gd name="T2" fmla="*/ 49 w 93"/>
                  <a:gd name="T3" fmla="*/ 91 h 93"/>
                  <a:gd name="T4" fmla="*/ 2 w 93"/>
                  <a:gd name="T5" fmla="*/ 49 h 93"/>
                  <a:gd name="T6" fmla="*/ 44 w 93"/>
                  <a:gd name="T7" fmla="*/ 1 h 93"/>
                  <a:gd name="T8" fmla="*/ 92 w 93"/>
                  <a:gd name="T9" fmla="*/ 44 h 93"/>
                </a:gdLst>
                <a:ahLst/>
                <a:cxnLst>
                  <a:cxn ang="0">
                    <a:pos x="T0" y="T1"/>
                  </a:cxn>
                  <a:cxn ang="0">
                    <a:pos x="T2" y="T3"/>
                  </a:cxn>
                  <a:cxn ang="0">
                    <a:pos x="T4" y="T5"/>
                  </a:cxn>
                  <a:cxn ang="0">
                    <a:pos x="T6" y="T7"/>
                  </a:cxn>
                  <a:cxn ang="0">
                    <a:pos x="T8" y="T9"/>
                  </a:cxn>
                </a:cxnLst>
                <a:rect l="0" t="0" r="r" b="b"/>
                <a:pathLst>
                  <a:path w="93" h="93">
                    <a:moveTo>
                      <a:pt x="92" y="44"/>
                    </a:moveTo>
                    <a:cubicBezTo>
                      <a:pt x="93" y="69"/>
                      <a:pt x="74" y="90"/>
                      <a:pt x="49" y="91"/>
                    </a:cubicBezTo>
                    <a:cubicBezTo>
                      <a:pt x="24" y="93"/>
                      <a:pt x="3" y="74"/>
                      <a:pt x="2" y="49"/>
                    </a:cubicBezTo>
                    <a:cubicBezTo>
                      <a:pt x="0" y="24"/>
                      <a:pt x="19" y="3"/>
                      <a:pt x="44" y="1"/>
                    </a:cubicBezTo>
                    <a:cubicBezTo>
                      <a:pt x="69" y="0"/>
                      <a:pt x="90" y="19"/>
                      <a:pt x="92" y="44"/>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7" name="Freeform 16"/>
              <p:cNvSpPr>
                <a:spLocks/>
              </p:cNvSpPr>
              <p:nvPr/>
            </p:nvSpPr>
            <p:spPr bwMode="auto">
              <a:xfrm>
                <a:off x="5288531" y="2918019"/>
                <a:ext cx="597919" cy="594099"/>
              </a:xfrm>
              <a:custGeom>
                <a:avLst/>
                <a:gdLst>
                  <a:gd name="T0" fmla="*/ 192 w 194"/>
                  <a:gd name="T1" fmla="*/ 93 h 193"/>
                  <a:gd name="T2" fmla="*/ 101 w 194"/>
                  <a:gd name="T3" fmla="*/ 192 h 193"/>
                  <a:gd name="T4" fmla="*/ 55 w 194"/>
                  <a:gd name="T5" fmla="*/ 183 h 193"/>
                  <a:gd name="T6" fmla="*/ 40 w 194"/>
                  <a:gd name="T7" fmla="*/ 174 h 193"/>
                  <a:gd name="T8" fmla="*/ 6 w 194"/>
                  <a:gd name="T9" fmla="*/ 127 h 193"/>
                  <a:gd name="T10" fmla="*/ 1 w 194"/>
                  <a:gd name="T11" fmla="*/ 109 h 193"/>
                  <a:gd name="T12" fmla="*/ 1 w 194"/>
                  <a:gd name="T13" fmla="*/ 101 h 193"/>
                  <a:gd name="T14" fmla="*/ 18 w 194"/>
                  <a:gd name="T15" fmla="*/ 43 h 193"/>
                  <a:gd name="T16" fmla="*/ 48 w 194"/>
                  <a:gd name="T17" fmla="*/ 14 h 193"/>
                  <a:gd name="T18" fmla="*/ 92 w 194"/>
                  <a:gd name="T19" fmla="*/ 1 h 193"/>
                  <a:gd name="T20" fmla="*/ 179 w 194"/>
                  <a:gd name="T21" fmla="*/ 48 h 193"/>
                  <a:gd name="T22" fmla="*/ 179 w 194"/>
                  <a:gd name="T23" fmla="*/ 48 h 193"/>
                  <a:gd name="T24" fmla="*/ 192 w 194"/>
                  <a:gd name="T25" fmla="*/ 9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4" h="193">
                    <a:moveTo>
                      <a:pt x="192" y="93"/>
                    </a:moveTo>
                    <a:cubicBezTo>
                      <a:pt x="194" y="145"/>
                      <a:pt x="153" y="190"/>
                      <a:pt x="101" y="192"/>
                    </a:cubicBezTo>
                    <a:cubicBezTo>
                      <a:pt x="84" y="193"/>
                      <a:pt x="69" y="190"/>
                      <a:pt x="55" y="183"/>
                    </a:cubicBezTo>
                    <a:cubicBezTo>
                      <a:pt x="50" y="181"/>
                      <a:pt x="45" y="178"/>
                      <a:pt x="40" y="174"/>
                    </a:cubicBezTo>
                    <a:cubicBezTo>
                      <a:pt x="25" y="163"/>
                      <a:pt x="12" y="147"/>
                      <a:pt x="6" y="127"/>
                    </a:cubicBezTo>
                    <a:cubicBezTo>
                      <a:pt x="4" y="122"/>
                      <a:pt x="2" y="115"/>
                      <a:pt x="1" y="109"/>
                    </a:cubicBezTo>
                    <a:cubicBezTo>
                      <a:pt x="1" y="106"/>
                      <a:pt x="1" y="104"/>
                      <a:pt x="1" y="101"/>
                    </a:cubicBezTo>
                    <a:cubicBezTo>
                      <a:pt x="0" y="79"/>
                      <a:pt x="6" y="59"/>
                      <a:pt x="18" y="43"/>
                    </a:cubicBezTo>
                    <a:cubicBezTo>
                      <a:pt x="26" y="31"/>
                      <a:pt x="36" y="21"/>
                      <a:pt x="48" y="14"/>
                    </a:cubicBezTo>
                    <a:cubicBezTo>
                      <a:pt x="61" y="6"/>
                      <a:pt x="76" y="2"/>
                      <a:pt x="92" y="1"/>
                    </a:cubicBezTo>
                    <a:cubicBezTo>
                      <a:pt x="129" y="0"/>
                      <a:pt x="161" y="19"/>
                      <a:pt x="179" y="48"/>
                    </a:cubicBezTo>
                    <a:cubicBezTo>
                      <a:pt x="179" y="48"/>
                      <a:pt x="179" y="48"/>
                      <a:pt x="179" y="48"/>
                    </a:cubicBezTo>
                    <a:cubicBezTo>
                      <a:pt x="187" y="61"/>
                      <a:pt x="191" y="76"/>
                      <a:pt x="192" y="93"/>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8" name="Freeform 17"/>
              <p:cNvSpPr>
                <a:spLocks/>
              </p:cNvSpPr>
              <p:nvPr/>
            </p:nvSpPr>
            <p:spPr bwMode="auto">
              <a:xfrm>
                <a:off x="3454659" y="2736542"/>
                <a:ext cx="720177" cy="720178"/>
              </a:xfrm>
              <a:custGeom>
                <a:avLst/>
                <a:gdLst>
                  <a:gd name="T0" fmla="*/ 232 w 234"/>
                  <a:gd name="T1" fmla="*/ 112 h 234"/>
                  <a:gd name="T2" fmla="*/ 122 w 234"/>
                  <a:gd name="T3" fmla="*/ 232 h 234"/>
                  <a:gd name="T4" fmla="*/ 3 w 234"/>
                  <a:gd name="T5" fmla="*/ 122 h 234"/>
                  <a:gd name="T6" fmla="*/ 112 w 234"/>
                  <a:gd name="T7" fmla="*/ 3 h 234"/>
                  <a:gd name="T8" fmla="*/ 232 w 234"/>
                  <a:gd name="T9" fmla="*/ 112 h 234"/>
                </a:gdLst>
                <a:ahLst/>
                <a:cxnLst>
                  <a:cxn ang="0">
                    <a:pos x="T0" y="T1"/>
                  </a:cxn>
                  <a:cxn ang="0">
                    <a:pos x="T2" y="T3"/>
                  </a:cxn>
                  <a:cxn ang="0">
                    <a:pos x="T4" y="T5"/>
                  </a:cxn>
                  <a:cxn ang="0">
                    <a:pos x="T6" y="T7"/>
                  </a:cxn>
                  <a:cxn ang="0">
                    <a:pos x="T8" y="T9"/>
                  </a:cxn>
                </a:cxnLst>
                <a:rect l="0" t="0" r="r" b="b"/>
                <a:pathLst>
                  <a:path w="234" h="234">
                    <a:moveTo>
                      <a:pt x="232" y="112"/>
                    </a:moveTo>
                    <a:cubicBezTo>
                      <a:pt x="234" y="175"/>
                      <a:pt x="185" y="229"/>
                      <a:pt x="122" y="232"/>
                    </a:cubicBezTo>
                    <a:cubicBezTo>
                      <a:pt x="59" y="234"/>
                      <a:pt x="6" y="185"/>
                      <a:pt x="3" y="122"/>
                    </a:cubicBezTo>
                    <a:cubicBezTo>
                      <a:pt x="0" y="59"/>
                      <a:pt x="49" y="6"/>
                      <a:pt x="112" y="3"/>
                    </a:cubicBezTo>
                    <a:cubicBezTo>
                      <a:pt x="176" y="0"/>
                      <a:pt x="229" y="49"/>
                      <a:pt x="232" y="112"/>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900" b="1" dirty="0">
                  <a:gradFill>
                    <a:gsLst>
                      <a:gs pos="0">
                        <a:prstClr val="white"/>
                      </a:gs>
                      <a:gs pos="100000">
                        <a:prstClr val="white"/>
                      </a:gs>
                    </a:gsLst>
                    <a:lin ang="5400000" scaled="0"/>
                  </a:gradFill>
                  <a:latin typeface="Roboto Condensed Regular"/>
                </a:endParaRPr>
              </a:p>
            </p:txBody>
          </p:sp>
          <p:sp>
            <p:nvSpPr>
              <p:cNvPr id="89" name="Freeform 18"/>
              <p:cNvSpPr>
                <a:spLocks/>
              </p:cNvSpPr>
              <p:nvPr/>
            </p:nvSpPr>
            <p:spPr bwMode="auto">
              <a:xfrm>
                <a:off x="4283722" y="2969596"/>
                <a:ext cx="863448" cy="867269"/>
              </a:xfrm>
              <a:custGeom>
                <a:avLst/>
                <a:gdLst>
                  <a:gd name="T0" fmla="*/ 280 w 280"/>
                  <a:gd name="T1" fmla="*/ 148 h 281"/>
                  <a:gd name="T2" fmla="*/ 280 w 280"/>
                  <a:gd name="T3" fmla="*/ 148 h 281"/>
                  <a:gd name="T4" fmla="*/ 156 w 280"/>
                  <a:gd name="T5" fmla="*/ 279 h 281"/>
                  <a:gd name="T6" fmla="*/ 146 w 280"/>
                  <a:gd name="T7" fmla="*/ 280 h 281"/>
                  <a:gd name="T8" fmla="*/ 83 w 280"/>
                  <a:gd name="T9" fmla="*/ 268 h 281"/>
                  <a:gd name="T10" fmla="*/ 30 w 280"/>
                  <a:gd name="T11" fmla="*/ 227 h 281"/>
                  <a:gd name="T12" fmla="*/ 0 w 280"/>
                  <a:gd name="T13" fmla="*/ 146 h 281"/>
                  <a:gd name="T14" fmla="*/ 3 w 280"/>
                  <a:gd name="T15" fmla="*/ 111 h 281"/>
                  <a:gd name="T16" fmla="*/ 9 w 280"/>
                  <a:gd name="T17" fmla="*/ 91 h 281"/>
                  <a:gd name="T18" fmla="*/ 9 w 280"/>
                  <a:gd name="T19" fmla="*/ 91 h 281"/>
                  <a:gd name="T20" fmla="*/ 39 w 280"/>
                  <a:gd name="T21" fmla="*/ 44 h 281"/>
                  <a:gd name="T22" fmla="*/ 99 w 280"/>
                  <a:gd name="T23" fmla="*/ 7 h 281"/>
                  <a:gd name="T24" fmla="*/ 113 w 280"/>
                  <a:gd name="T25" fmla="*/ 3 h 281"/>
                  <a:gd name="T26" fmla="*/ 127 w 280"/>
                  <a:gd name="T27" fmla="*/ 1 h 281"/>
                  <a:gd name="T28" fmla="*/ 134 w 280"/>
                  <a:gd name="T29" fmla="*/ 1 h 281"/>
                  <a:gd name="T30" fmla="*/ 151 w 280"/>
                  <a:gd name="T31" fmla="*/ 1 h 281"/>
                  <a:gd name="T32" fmla="*/ 175 w 280"/>
                  <a:gd name="T33" fmla="*/ 5 h 281"/>
                  <a:gd name="T34" fmla="*/ 207 w 280"/>
                  <a:gd name="T35" fmla="*/ 18 h 281"/>
                  <a:gd name="T36" fmla="*/ 247 w 280"/>
                  <a:gd name="T37" fmla="*/ 50 h 281"/>
                  <a:gd name="T38" fmla="*/ 254 w 280"/>
                  <a:gd name="T39" fmla="*/ 60 h 281"/>
                  <a:gd name="T40" fmla="*/ 279 w 280"/>
                  <a:gd name="T41" fmla="*/ 128 h 281"/>
                  <a:gd name="T42" fmla="*/ 280 w 280"/>
                  <a:gd name="T43" fmla="*/ 134 h 281"/>
                  <a:gd name="T44" fmla="*/ 280 w 280"/>
                  <a:gd name="T45" fmla="*/ 148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0" h="281">
                    <a:moveTo>
                      <a:pt x="280" y="148"/>
                    </a:moveTo>
                    <a:cubicBezTo>
                      <a:pt x="280" y="148"/>
                      <a:pt x="280" y="148"/>
                      <a:pt x="280" y="148"/>
                    </a:cubicBezTo>
                    <a:cubicBezTo>
                      <a:pt x="276" y="216"/>
                      <a:pt x="224" y="272"/>
                      <a:pt x="156" y="279"/>
                    </a:cubicBezTo>
                    <a:cubicBezTo>
                      <a:pt x="153" y="280"/>
                      <a:pt x="149" y="280"/>
                      <a:pt x="146" y="280"/>
                    </a:cubicBezTo>
                    <a:cubicBezTo>
                      <a:pt x="124" y="281"/>
                      <a:pt x="102" y="277"/>
                      <a:pt x="83" y="268"/>
                    </a:cubicBezTo>
                    <a:cubicBezTo>
                      <a:pt x="62" y="259"/>
                      <a:pt x="44" y="245"/>
                      <a:pt x="30" y="227"/>
                    </a:cubicBezTo>
                    <a:cubicBezTo>
                      <a:pt x="13" y="205"/>
                      <a:pt x="1" y="177"/>
                      <a:pt x="0" y="146"/>
                    </a:cubicBezTo>
                    <a:cubicBezTo>
                      <a:pt x="0" y="134"/>
                      <a:pt x="1" y="123"/>
                      <a:pt x="3" y="111"/>
                    </a:cubicBezTo>
                    <a:cubicBezTo>
                      <a:pt x="5" y="104"/>
                      <a:pt x="7" y="98"/>
                      <a:pt x="9" y="91"/>
                    </a:cubicBezTo>
                    <a:cubicBezTo>
                      <a:pt x="9" y="91"/>
                      <a:pt x="9" y="91"/>
                      <a:pt x="9" y="91"/>
                    </a:cubicBezTo>
                    <a:cubicBezTo>
                      <a:pt x="16" y="73"/>
                      <a:pt x="26" y="57"/>
                      <a:pt x="39" y="44"/>
                    </a:cubicBezTo>
                    <a:cubicBezTo>
                      <a:pt x="55" y="27"/>
                      <a:pt x="76" y="14"/>
                      <a:pt x="99" y="7"/>
                    </a:cubicBezTo>
                    <a:cubicBezTo>
                      <a:pt x="103" y="5"/>
                      <a:pt x="108" y="4"/>
                      <a:pt x="113" y="3"/>
                    </a:cubicBezTo>
                    <a:cubicBezTo>
                      <a:pt x="117" y="2"/>
                      <a:pt x="122" y="2"/>
                      <a:pt x="127" y="1"/>
                    </a:cubicBezTo>
                    <a:cubicBezTo>
                      <a:pt x="129" y="1"/>
                      <a:pt x="132" y="1"/>
                      <a:pt x="134" y="1"/>
                    </a:cubicBezTo>
                    <a:cubicBezTo>
                      <a:pt x="140" y="0"/>
                      <a:pt x="145" y="1"/>
                      <a:pt x="151" y="1"/>
                    </a:cubicBezTo>
                    <a:cubicBezTo>
                      <a:pt x="159" y="2"/>
                      <a:pt x="167" y="3"/>
                      <a:pt x="175" y="5"/>
                    </a:cubicBezTo>
                    <a:cubicBezTo>
                      <a:pt x="186" y="8"/>
                      <a:pt x="197" y="12"/>
                      <a:pt x="207" y="18"/>
                    </a:cubicBezTo>
                    <a:cubicBezTo>
                      <a:pt x="222" y="26"/>
                      <a:pt x="236" y="37"/>
                      <a:pt x="247" y="50"/>
                    </a:cubicBezTo>
                    <a:cubicBezTo>
                      <a:pt x="249" y="53"/>
                      <a:pt x="252" y="56"/>
                      <a:pt x="254" y="60"/>
                    </a:cubicBezTo>
                    <a:cubicBezTo>
                      <a:pt x="268" y="79"/>
                      <a:pt x="277" y="103"/>
                      <a:pt x="279" y="128"/>
                    </a:cubicBezTo>
                    <a:cubicBezTo>
                      <a:pt x="280" y="130"/>
                      <a:pt x="280" y="132"/>
                      <a:pt x="280" y="134"/>
                    </a:cubicBezTo>
                    <a:cubicBezTo>
                      <a:pt x="280" y="139"/>
                      <a:pt x="280" y="144"/>
                      <a:pt x="280" y="148"/>
                    </a:cubicBezTo>
                    <a:close/>
                  </a:path>
                </a:pathLst>
              </a:cu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0" name="Oval 19"/>
              <p:cNvSpPr>
                <a:spLocks noChangeArrowheads="1"/>
              </p:cNvSpPr>
              <p:nvPr/>
            </p:nvSpPr>
            <p:spPr bwMode="auto">
              <a:xfrm>
                <a:off x="3951332" y="994363"/>
                <a:ext cx="809960" cy="80996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900" b="1" dirty="0">
                  <a:gradFill>
                    <a:gsLst>
                      <a:gs pos="0">
                        <a:prstClr val="white"/>
                      </a:gs>
                      <a:gs pos="100000">
                        <a:prstClr val="white"/>
                      </a:gs>
                    </a:gsLst>
                    <a:lin ang="5400000" scaled="0"/>
                  </a:gradFill>
                  <a:latin typeface="Roboto Condensed Regular"/>
                </a:endParaRPr>
              </a:p>
            </p:txBody>
          </p:sp>
        </p:grpSp>
        <p:grpSp>
          <p:nvGrpSpPr>
            <p:cNvPr id="91" name="그룹 90"/>
            <p:cNvGrpSpPr/>
            <p:nvPr/>
          </p:nvGrpSpPr>
          <p:grpSpPr>
            <a:xfrm>
              <a:off x="3797300" y="3105150"/>
              <a:ext cx="1803400" cy="342900"/>
              <a:chOff x="3797300" y="3105150"/>
              <a:chExt cx="1803400" cy="342900"/>
            </a:xfrm>
          </p:grpSpPr>
          <p:cxnSp>
            <p:nvCxnSpPr>
              <p:cNvPr id="92" name="직선 연결선 91"/>
              <p:cNvCxnSpPr/>
              <p:nvPr/>
            </p:nvCxnSpPr>
            <p:spPr>
              <a:xfrm>
                <a:off x="3797300" y="3105150"/>
                <a:ext cx="946150" cy="34290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3" name="직선 연결선 92"/>
              <p:cNvCxnSpPr/>
              <p:nvPr/>
            </p:nvCxnSpPr>
            <p:spPr>
              <a:xfrm flipV="1">
                <a:off x="4756150" y="3213100"/>
                <a:ext cx="844550" cy="22860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94" name="그룹 93"/>
            <p:cNvGrpSpPr/>
            <p:nvPr/>
          </p:nvGrpSpPr>
          <p:grpSpPr>
            <a:xfrm>
              <a:off x="3473450" y="1270000"/>
              <a:ext cx="2413000" cy="2302649"/>
              <a:chOff x="3473450" y="1270000"/>
              <a:chExt cx="2413000" cy="2302649"/>
            </a:xfrm>
          </p:grpSpPr>
          <p:sp>
            <p:nvSpPr>
              <p:cNvPr id="95" name="TextBox 94"/>
              <p:cNvSpPr txBox="1"/>
              <p:nvPr/>
            </p:nvSpPr>
            <p:spPr>
              <a:xfrm>
                <a:off x="3473450" y="2959100"/>
                <a:ext cx="685800" cy="276999"/>
              </a:xfrm>
              <a:prstGeom prst="rect">
                <a:avLst/>
              </a:prstGeom>
              <a:noFill/>
            </p:spPr>
            <p:txBody>
              <a:bodyPr wrap="square" lIns="0" tIns="0" rIns="0" bIns="0" rtlCol="0">
                <a:spAutoFit/>
              </a:bodyPr>
              <a:lstStyle/>
              <a:p>
                <a:pPr lvl="0" algn="ctr"/>
                <a:r>
                  <a:rPr lang="en-US" altLang="ko-KR" sz="900" b="1" dirty="0">
                    <a:gradFill>
                      <a:gsLst>
                        <a:gs pos="0">
                          <a:prstClr val="white"/>
                        </a:gs>
                        <a:gs pos="100000">
                          <a:prstClr val="white"/>
                        </a:gs>
                      </a:gsLst>
                      <a:lin ang="5400000" scaled="0"/>
                    </a:gradFill>
                    <a:latin typeface="Roboto Condensed Regular"/>
                  </a:rPr>
                  <a:t>LOREM </a:t>
                </a:r>
              </a:p>
              <a:p>
                <a:pPr lvl="0" algn="ctr"/>
                <a:r>
                  <a:rPr lang="en-US" altLang="ko-KR" sz="900" b="1" dirty="0">
                    <a:gradFill>
                      <a:gsLst>
                        <a:gs pos="0">
                          <a:prstClr val="white"/>
                        </a:gs>
                        <a:gs pos="100000">
                          <a:prstClr val="white"/>
                        </a:gs>
                      </a:gsLst>
                      <a:lin ang="5400000" scaled="0"/>
                    </a:gradFill>
                    <a:latin typeface="Roboto Condensed Regular"/>
                  </a:rPr>
                  <a:t>IPSUM </a:t>
                </a:r>
                <a:endParaRPr lang="ko-KR" altLang="en-US" sz="2514" dirty="0"/>
              </a:p>
            </p:txBody>
          </p:sp>
          <p:sp>
            <p:nvSpPr>
              <p:cNvPr id="96" name="TextBox 95"/>
              <p:cNvSpPr txBox="1"/>
              <p:nvPr/>
            </p:nvSpPr>
            <p:spPr>
              <a:xfrm>
                <a:off x="4292600" y="3295650"/>
                <a:ext cx="844550" cy="276999"/>
              </a:xfrm>
              <a:prstGeom prst="rect">
                <a:avLst/>
              </a:prstGeom>
              <a:noFill/>
            </p:spPr>
            <p:txBody>
              <a:bodyPr wrap="square" lIns="0" tIns="0" rIns="0" bIns="0" rtlCol="0">
                <a:spAutoFit/>
              </a:bodyPr>
              <a:lstStyle/>
              <a:p>
                <a:pPr lvl="0" algn="ctr"/>
                <a:r>
                  <a:rPr lang="en-US" altLang="ko-KR" sz="900" b="1" dirty="0">
                    <a:gradFill>
                      <a:gsLst>
                        <a:gs pos="0">
                          <a:prstClr val="white"/>
                        </a:gs>
                        <a:gs pos="100000">
                          <a:prstClr val="white"/>
                        </a:gs>
                      </a:gsLst>
                      <a:lin ang="5400000" scaled="0"/>
                    </a:gradFill>
                    <a:latin typeface="Roboto Condensed Regular"/>
                  </a:rPr>
                  <a:t>LOREM </a:t>
                </a:r>
              </a:p>
              <a:p>
                <a:pPr lvl="0" algn="ctr"/>
                <a:r>
                  <a:rPr lang="en-US" altLang="ko-KR" sz="900" b="1" dirty="0">
                    <a:gradFill>
                      <a:gsLst>
                        <a:gs pos="0">
                          <a:prstClr val="white"/>
                        </a:gs>
                        <a:gs pos="100000">
                          <a:prstClr val="white"/>
                        </a:gs>
                      </a:gsLst>
                      <a:lin ang="5400000" scaled="0"/>
                    </a:gradFill>
                    <a:latin typeface="Roboto Condensed Regular"/>
                  </a:rPr>
                  <a:t>IPSUM </a:t>
                </a:r>
                <a:endParaRPr lang="ko-KR" altLang="en-US" sz="2514" dirty="0"/>
              </a:p>
            </p:txBody>
          </p:sp>
          <p:sp>
            <p:nvSpPr>
              <p:cNvPr id="97" name="TextBox 96"/>
              <p:cNvSpPr txBox="1"/>
              <p:nvPr/>
            </p:nvSpPr>
            <p:spPr>
              <a:xfrm>
                <a:off x="5289550" y="3086100"/>
                <a:ext cx="596900" cy="276999"/>
              </a:xfrm>
              <a:prstGeom prst="rect">
                <a:avLst/>
              </a:prstGeom>
              <a:noFill/>
            </p:spPr>
            <p:txBody>
              <a:bodyPr wrap="square" lIns="0" tIns="0" rIns="0" bIns="0" rtlCol="0">
                <a:spAutoFit/>
              </a:bodyPr>
              <a:lstStyle/>
              <a:p>
                <a:pPr lvl="0" algn="ctr"/>
                <a:r>
                  <a:rPr lang="en-US" altLang="ko-KR" sz="900" b="1" dirty="0">
                    <a:gradFill>
                      <a:gsLst>
                        <a:gs pos="0">
                          <a:prstClr val="white"/>
                        </a:gs>
                        <a:gs pos="100000">
                          <a:prstClr val="white"/>
                        </a:gs>
                      </a:gsLst>
                      <a:lin ang="5400000" scaled="0"/>
                    </a:gradFill>
                    <a:latin typeface="Roboto Condensed Regular"/>
                  </a:rPr>
                  <a:t>LOREM </a:t>
                </a:r>
              </a:p>
              <a:p>
                <a:pPr lvl="0" algn="ctr"/>
                <a:r>
                  <a:rPr lang="en-US" altLang="ko-KR" sz="900" b="1" dirty="0">
                    <a:gradFill>
                      <a:gsLst>
                        <a:gs pos="0">
                          <a:prstClr val="white"/>
                        </a:gs>
                        <a:gs pos="100000">
                          <a:prstClr val="white"/>
                        </a:gs>
                      </a:gsLst>
                      <a:lin ang="5400000" scaled="0"/>
                    </a:gradFill>
                    <a:latin typeface="Roboto Condensed Regular"/>
                  </a:rPr>
                  <a:t>IPSUM </a:t>
                </a:r>
                <a:endParaRPr lang="ko-KR" altLang="en-US" sz="2514" dirty="0"/>
              </a:p>
            </p:txBody>
          </p:sp>
          <p:sp>
            <p:nvSpPr>
              <p:cNvPr id="98" name="TextBox 97"/>
              <p:cNvSpPr txBox="1"/>
              <p:nvPr/>
            </p:nvSpPr>
            <p:spPr>
              <a:xfrm>
                <a:off x="3943350" y="1270000"/>
                <a:ext cx="825500" cy="276999"/>
              </a:xfrm>
              <a:prstGeom prst="rect">
                <a:avLst/>
              </a:prstGeom>
              <a:noFill/>
            </p:spPr>
            <p:txBody>
              <a:bodyPr wrap="square" lIns="0" tIns="0" rIns="0" bIns="0" rtlCol="0">
                <a:spAutoFit/>
              </a:bodyPr>
              <a:lstStyle/>
              <a:p>
                <a:pPr lvl="0" algn="ctr"/>
                <a:r>
                  <a:rPr lang="en-US" altLang="ko-KR" sz="900" b="1" dirty="0">
                    <a:gradFill>
                      <a:gsLst>
                        <a:gs pos="0">
                          <a:prstClr val="white"/>
                        </a:gs>
                        <a:gs pos="100000">
                          <a:prstClr val="white"/>
                        </a:gs>
                      </a:gsLst>
                      <a:lin ang="5400000" scaled="0"/>
                    </a:gradFill>
                    <a:latin typeface="Roboto Condensed Regular"/>
                  </a:rPr>
                  <a:t>LOREM </a:t>
                </a:r>
              </a:p>
              <a:p>
                <a:pPr lvl="0" algn="ctr"/>
                <a:r>
                  <a:rPr lang="en-US" altLang="ko-KR" sz="900" b="1" dirty="0">
                    <a:gradFill>
                      <a:gsLst>
                        <a:gs pos="0">
                          <a:prstClr val="white"/>
                        </a:gs>
                        <a:gs pos="100000">
                          <a:prstClr val="white"/>
                        </a:gs>
                      </a:gsLst>
                      <a:lin ang="5400000" scaled="0"/>
                    </a:gradFill>
                    <a:latin typeface="Roboto Condensed Regular"/>
                  </a:rPr>
                  <a:t>IPSUM </a:t>
                </a:r>
                <a:endParaRPr lang="ko-KR" altLang="en-US" sz="2514" dirty="0"/>
              </a:p>
            </p:txBody>
          </p:sp>
        </p:grpSp>
        <p:grpSp>
          <p:nvGrpSpPr>
            <p:cNvPr id="3" name="그룹 2"/>
            <p:cNvGrpSpPr/>
            <p:nvPr/>
          </p:nvGrpSpPr>
          <p:grpSpPr>
            <a:xfrm>
              <a:off x="3672431" y="1513960"/>
              <a:ext cx="1898823" cy="2044005"/>
              <a:chOff x="3672431" y="1513960"/>
              <a:chExt cx="1898823" cy="2044005"/>
            </a:xfrm>
          </p:grpSpPr>
          <p:sp>
            <p:nvSpPr>
              <p:cNvPr id="228" name="Freeform 21"/>
              <p:cNvSpPr>
                <a:spLocks/>
              </p:cNvSpPr>
              <p:nvPr/>
            </p:nvSpPr>
            <p:spPr bwMode="auto">
              <a:xfrm>
                <a:off x="4386877" y="2589450"/>
                <a:ext cx="968514" cy="968515"/>
              </a:xfrm>
              <a:custGeom>
                <a:avLst/>
                <a:gdLst>
                  <a:gd name="T0" fmla="*/ 310 w 314"/>
                  <a:gd name="T1" fmla="*/ 150 h 314"/>
                  <a:gd name="T2" fmla="*/ 165 w 314"/>
                  <a:gd name="T3" fmla="*/ 310 h 314"/>
                  <a:gd name="T4" fmla="*/ 4 w 314"/>
                  <a:gd name="T5" fmla="*/ 165 h 314"/>
                  <a:gd name="T6" fmla="*/ 149 w 314"/>
                  <a:gd name="T7" fmla="*/ 4 h 314"/>
                  <a:gd name="T8" fmla="*/ 310 w 314"/>
                  <a:gd name="T9" fmla="*/ 150 h 314"/>
                </a:gdLst>
                <a:ahLst/>
                <a:cxnLst>
                  <a:cxn ang="0">
                    <a:pos x="T0" y="T1"/>
                  </a:cxn>
                  <a:cxn ang="0">
                    <a:pos x="T2" y="T3"/>
                  </a:cxn>
                  <a:cxn ang="0">
                    <a:pos x="T4" y="T5"/>
                  </a:cxn>
                  <a:cxn ang="0">
                    <a:pos x="T6" y="T7"/>
                  </a:cxn>
                  <a:cxn ang="0">
                    <a:pos x="T8" y="T9"/>
                  </a:cxn>
                </a:cxnLst>
                <a:rect l="0" t="0" r="r" b="b"/>
                <a:pathLst>
                  <a:path w="314" h="314">
                    <a:moveTo>
                      <a:pt x="310" y="150"/>
                    </a:moveTo>
                    <a:cubicBezTo>
                      <a:pt x="314" y="234"/>
                      <a:pt x="249" y="306"/>
                      <a:pt x="165" y="310"/>
                    </a:cubicBezTo>
                    <a:cubicBezTo>
                      <a:pt x="80" y="314"/>
                      <a:pt x="9" y="249"/>
                      <a:pt x="4" y="165"/>
                    </a:cubicBezTo>
                    <a:cubicBezTo>
                      <a:pt x="0" y="80"/>
                      <a:pt x="65" y="9"/>
                      <a:pt x="149" y="4"/>
                    </a:cubicBezTo>
                    <a:cubicBezTo>
                      <a:pt x="234" y="0"/>
                      <a:pt x="306" y="65"/>
                      <a:pt x="310" y="150"/>
                    </a:cubicBezTo>
                    <a:close/>
                  </a:path>
                </a:pathLst>
              </a:custGeom>
              <a:solidFill>
                <a:schemeClr val="accent1">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29" name="Freeform 22"/>
              <p:cNvSpPr>
                <a:spLocks/>
              </p:cNvSpPr>
              <p:nvPr/>
            </p:nvSpPr>
            <p:spPr bwMode="auto">
              <a:xfrm>
                <a:off x="3771766" y="1985801"/>
                <a:ext cx="788948" cy="785127"/>
              </a:xfrm>
              <a:custGeom>
                <a:avLst/>
                <a:gdLst>
                  <a:gd name="T0" fmla="*/ 252 w 256"/>
                  <a:gd name="T1" fmla="*/ 121 h 255"/>
                  <a:gd name="T2" fmla="*/ 134 w 256"/>
                  <a:gd name="T3" fmla="*/ 252 h 255"/>
                  <a:gd name="T4" fmla="*/ 4 w 256"/>
                  <a:gd name="T5" fmla="*/ 133 h 255"/>
                  <a:gd name="T6" fmla="*/ 122 w 256"/>
                  <a:gd name="T7" fmla="*/ 3 h 255"/>
                  <a:gd name="T8" fmla="*/ 252 w 256"/>
                  <a:gd name="T9" fmla="*/ 121 h 255"/>
                </a:gdLst>
                <a:ahLst/>
                <a:cxnLst>
                  <a:cxn ang="0">
                    <a:pos x="T0" y="T1"/>
                  </a:cxn>
                  <a:cxn ang="0">
                    <a:pos x="T2" y="T3"/>
                  </a:cxn>
                  <a:cxn ang="0">
                    <a:pos x="T4" y="T5"/>
                  </a:cxn>
                  <a:cxn ang="0">
                    <a:pos x="T6" y="T7"/>
                  </a:cxn>
                  <a:cxn ang="0">
                    <a:pos x="T8" y="T9"/>
                  </a:cxn>
                </a:cxnLst>
                <a:rect l="0" t="0" r="r" b="b"/>
                <a:pathLst>
                  <a:path w="256" h="255">
                    <a:moveTo>
                      <a:pt x="252" y="121"/>
                    </a:moveTo>
                    <a:cubicBezTo>
                      <a:pt x="256" y="190"/>
                      <a:pt x="203" y="248"/>
                      <a:pt x="134" y="252"/>
                    </a:cubicBezTo>
                    <a:cubicBezTo>
                      <a:pt x="65" y="255"/>
                      <a:pt x="7" y="202"/>
                      <a:pt x="4" y="133"/>
                    </a:cubicBezTo>
                    <a:cubicBezTo>
                      <a:pt x="0" y="65"/>
                      <a:pt x="53" y="6"/>
                      <a:pt x="122" y="3"/>
                    </a:cubicBezTo>
                    <a:cubicBezTo>
                      <a:pt x="190" y="0"/>
                      <a:pt x="249" y="52"/>
                      <a:pt x="252" y="121"/>
                    </a:cubicBezTo>
                    <a:close/>
                  </a:path>
                </a:pathLst>
              </a:custGeom>
              <a:solidFill>
                <a:schemeClr val="accent1">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30" name="Freeform 23"/>
              <p:cNvSpPr>
                <a:spLocks/>
              </p:cNvSpPr>
              <p:nvPr/>
            </p:nvSpPr>
            <p:spPr bwMode="auto">
              <a:xfrm>
                <a:off x="3672431" y="1513960"/>
                <a:ext cx="968514" cy="968515"/>
              </a:xfrm>
              <a:custGeom>
                <a:avLst/>
                <a:gdLst>
                  <a:gd name="T0" fmla="*/ 310 w 314"/>
                  <a:gd name="T1" fmla="*/ 150 h 314"/>
                  <a:gd name="T2" fmla="*/ 164 w 314"/>
                  <a:gd name="T3" fmla="*/ 310 h 314"/>
                  <a:gd name="T4" fmla="*/ 4 w 314"/>
                  <a:gd name="T5" fmla="*/ 165 h 314"/>
                  <a:gd name="T6" fmla="*/ 149 w 314"/>
                  <a:gd name="T7" fmla="*/ 4 h 314"/>
                  <a:gd name="T8" fmla="*/ 310 w 314"/>
                  <a:gd name="T9" fmla="*/ 150 h 314"/>
                </a:gdLst>
                <a:ahLst/>
                <a:cxnLst>
                  <a:cxn ang="0">
                    <a:pos x="T0" y="T1"/>
                  </a:cxn>
                  <a:cxn ang="0">
                    <a:pos x="T2" y="T3"/>
                  </a:cxn>
                  <a:cxn ang="0">
                    <a:pos x="T4" y="T5"/>
                  </a:cxn>
                  <a:cxn ang="0">
                    <a:pos x="T6" y="T7"/>
                  </a:cxn>
                  <a:cxn ang="0">
                    <a:pos x="T8" y="T9"/>
                  </a:cxn>
                </a:cxnLst>
                <a:rect l="0" t="0" r="r" b="b"/>
                <a:pathLst>
                  <a:path w="314" h="314">
                    <a:moveTo>
                      <a:pt x="310" y="150"/>
                    </a:moveTo>
                    <a:cubicBezTo>
                      <a:pt x="314" y="234"/>
                      <a:pt x="249" y="306"/>
                      <a:pt x="164" y="310"/>
                    </a:cubicBezTo>
                    <a:cubicBezTo>
                      <a:pt x="80" y="314"/>
                      <a:pt x="8" y="249"/>
                      <a:pt x="4" y="165"/>
                    </a:cubicBezTo>
                    <a:cubicBezTo>
                      <a:pt x="0" y="80"/>
                      <a:pt x="65" y="9"/>
                      <a:pt x="149" y="4"/>
                    </a:cubicBezTo>
                    <a:cubicBezTo>
                      <a:pt x="234" y="0"/>
                      <a:pt x="305" y="65"/>
                      <a:pt x="310" y="150"/>
                    </a:cubicBezTo>
                    <a:close/>
                  </a:path>
                </a:pathLst>
              </a:custGeom>
              <a:solidFill>
                <a:schemeClr val="accent1">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31" name="Freeform 24"/>
              <p:cNvSpPr>
                <a:spLocks/>
              </p:cNvSpPr>
              <p:nvPr/>
            </p:nvSpPr>
            <p:spPr bwMode="auto">
              <a:xfrm>
                <a:off x="4862538" y="2161547"/>
                <a:ext cx="708716" cy="708716"/>
              </a:xfrm>
              <a:custGeom>
                <a:avLst/>
                <a:gdLst>
                  <a:gd name="T0" fmla="*/ 227 w 230"/>
                  <a:gd name="T1" fmla="*/ 109 h 230"/>
                  <a:gd name="T2" fmla="*/ 121 w 230"/>
                  <a:gd name="T3" fmla="*/ 227 h 230"/>
                  <a:gd name="T4" fmla="*/ 3 w 230"/>
                  <a:gd name="T5" fmla="*/ 120 h 230"/>
                  <a:gd name="T6" fmla="*/ 109 w 230"/>
                  <a:gd name="T7" fmla="*/ 3 h 230"/>
                  <a:gd name="T8" fmla="*/ 227 w 230"/>
                  <a:gd name="T9" fmla="*/ 109 h 230"/>
                </a:gdLst>
                <a:ahLst/>
                <a:cxnLst>
                  <a:cxn ang="0">
                    <a:pos x="T0" y="T1"/>
                  </a:cxn>
                  <a:cxn ang="0">
                    <a:pos x="T2" y="T3"/>
                  </a:cxn>
                  <a:cxn ang="0">
                    <a:pos x="T4" y="T5"/>
                  </a:cxn>
                  <a:cxn ang="0">
                    <a:pos x="T6" y="T7"/>
                  </a:cxn>
                  <a:cxn ang="0">
                    <a:pos x="T8" y="T9"/>
                  </a:cxn>
                </a:cxnLst>
                <a:rect l="0" t="0" r="r" b="b"/>
                <a:pathLst>
                  <a:path w="230" h="230">
                    <a:moveTo>
                      <a:pt x="227" y="109"/>
                    </a:moveTo>
                    <a:cubicBezTo>
                      <a:pt x="230" y="171"/>
                      <a:pt x="182" y="224"/>
                      <a:pt x="121" y="227"/>
                    </a:cubicBezTo>
                    <a:cubicBezTo>
                      <a:pt x="59" y="230"/>
                      <a:pt x="6" y="182"/>
                      <a:pt x="3" y="120"/>
                    </a:cubicBezTo>
                    <a:cubicBezTo>
                      <a:pt x="0" y="59"/>
                      <a:pt x="48" y="6"/>
                      <a:pt x="109" y="3"/>
                    </a:cubicBezTo>
                    <a:cubicBezTo>
                      <a:pt x="171" y="0"/>
                      <a:pt x="224" y="48"/>
                      <a:pt x="227" y="109"/>
                    </a:cubicBezTo>
                    <a:close/>
                  </a:path>
                </a:pathLst>
              </a:custGeom>
              <a:solidFill>
                <a:schemeClr val="accent1">
                  <a:alpha val="1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203" name="Freeform 35"/>
            <p:cNvSpPr>
              <a:spLocks/>
            </p:cNvSpPr>
            <p:nvPr/>
          </p:nvSpPr>
          <p:spPr bwMode="auto">
            <a:xfrm>
              <a:off x="4247427" y="1781400"/>
              <a:ext cx="1010541" cy="1010541"/>
            </a:xfrm>
            <a:custGeom>
              <a:avLst/>
              <a:gdLst>
                <a:gd name="T0" fmla="*/ 323 w 328"/>
                <a:gd name="T1" fmla="*/ 156 h 328"/>
                <a:gd name="T2" fmla="*/ 172 w 328"/>
                <a:gd name="T3" fmla="*/ 323 h 328"/>
                <a:gd name="T4" fmla="*/ 4 w 328"/>
                <a:gd name="T5" fmla="*/ 172 h 328"/>
                <a:gd name="T6" fmla="*/ 156 w 328"/>
                <a:gd name="T7" fmla="*/ 4 h 328"/>
                <a:gd name="T8" fmla="*/ 323 w 328"/>
                <a:gd name="T9" fmla="*/ 156 h 328"/>
              </a:gdLst>
              <a:ahLst/>
              <a:cxnLst>
                <a:cxn ang="0">
                  <a:pos x="T0" y="T1"/>
                </a:cxn>
                <a:cxn ang="0">
                  <a:pos x="T2" y="T3"/>
                </a:cxn>
                <a:cxn ang="0">
                  <a:pos x="T4" y="T5"/>
                </a:cxn>
                <a:cxn ang="0">
                  <a:pos x="T6" y="T7"/>
                </a:cxn>
                <a:cxn ang="0">
                  <a:pos x="T8" y="T9"/>
                </a:cxn>
              </a:cxnLst>
              <a:rect l="0" t="0" r="r" b="b"/>
              <a:pathLst>
                <a:path w="328" h="328">
                  <a:moveTo>
                    <a:pt x="323" y="156"/>
                  </a:moveTo>
                  <a:cubicBezTo>
                    <a:pt x="328" y="244"/>
                    <a:pt x="260" y="319"/>
                    <a:pt x="172" y="323"/>
                  </a:cubicBezTo>
                  <a:cubicBezTo>
                    <a:pt x="84" y="328"/>
                    <a:pt x="9" y="260"/>
                    <a:pt x="4" y="172"/>
                  </a:cubicBezTo>
                  <a:cubicBezTo>
                    <a:pt x="0" y="84"/>
                    <a:pt x="68" y="9"/>
                    <a:pt x="156" y="4"/>
                  </a:cubicBezTo>
                  <a:cubicBezTo>
                    <a:pt x="244" y="0"/>
                    <a:pt x="319" y="68"/>
                    <a:pt x="323" y="156"/>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40" name="TextBox 239"/>
            <p:cNvSpPr txBox="1"/>
            <p:nvPr/>
          </p:nvSpPr>
          <p:spPr>
            <a:xfrm>
              <a:off x="4274002" y="1965060"/>
              <a:ext cx="932998" cy="705013"/>
            </a:xfrm>
            <a:prstGeom prst="rect">
              <a:avLst/>
            </a:prstGeom>
            <a:noFill/>
          </p:spPr>
          <p:txBody>
            <a:bodyPr wrap="square" lIns="0" tIns="0" rIns="0" bIns="0" rtlCol="0" anchor="ctr">
              <a:noAutofit/>
            </a:bodyPr>
            <a:lstStyle/>
            <a:p>
              <a:pPr algn="ctr">
                <a:lnSpc>
                  <a:spcPts val="1600"/>
                </a:lnSpc>
              </a:pPr>
              <a:r>
                <a:rPr lang="en-US" altLang="ko-KR" sz="1600" dirty="0">
                  <a:gradFill>
                    <a:gsLst>
                      <a:gs pos="0">
                        <a:schemeClr val="accent1"/>
                      </a:gs>
                      <a:gs pos="100000">
                        <a:schemeClr val="accent1"/>
                      </a:gs>
                    </a:gsLst>
                    <a:lin ang="0" scaled="1"/>
                  </a:gradFill>
                  <a:latin typeface="Bebas Neue"/>
                  <a:ea typeface="Roboto Condensed Regular"/>
                  <a:cs typeface="+mj-cs"/>
                </a:rPr>
                <a:t>Our</a:t>
              </a:r>
            </a:p>
            <a:p>
              <a:pPr algn="ctr">
                <a:lnSpc>
                  <a:spcPts val="1600"/>
                </a:lnSpc>
              </a:pPr>
              <a:r>
                <a:rPr lang="en-US" altLang="ko-KR" sz="1600" b="1" dirty="0">
                  <a:gradFill>
                    <a:gsLst>
                      <a:gs pos="0">
                        <a:schemeClr val="accent1"/>
                      </a:gs>
                      <a:gs pos="100000">
                        <a:schemeClr val="accent1"/>
                      </a:gs>
                    </a:gsLst>
                    <a:lin ang="0" scaled="1"/>
                  </a:gradFill>
                  <a:latin typeface="Bebas Neue"/>
                  <a:ea typeface="Roboto Condensed Regular"/>
                  <a:cs typeface="+mj-cs"/>
                </a:rPr>
                <a:t>Brand</a:t>
              </a:r>
            </a:p>
            <a:p>
              <a:pPr algn="ctr">
                <a:lnSpc>
                  <a:spcPts val="1600"/>
                </a:lnSpc>
              </a:pPr>
              <a:r>
                <a:rPr lang="en-US" altLang="ko-KR" sz="1600" b="1" dirty="0">
                  <a:gradFill>
                    <a:gsLst>
                      <a:gs pos="0">
                        <a:schemeClr val="accent1"/>
                      </a:gs>
                      <a:gs pos="100000">
                        <a:schemeClr val="accent1"/>
                      </a:gs>
                    </a:gsLst>
                    <a:lin ang="0" scaled="1"/>
                  </a:gradFill>
                  <a:latin typeface="Bebas Neue"/>
                  <a:ea typeface="Roboto Condensed Regular"/>
                  <a:cs typeface="+mj-cs"/>
                </a:rPr>
                <a:t>Tree</a:t>
              </a:r>
              <a:endParaRPr lang="nb-NO" altLang="ko-KR" sz="1600" b="1" dirty="0">
                <a:gradFill>
                  <a:gsLst>
                    <a:gs pos="0">
                      <a:schemeClr val="accent1"/>
                    </a:gs>
                    <a:gs pos="100000">
                      <a:schemeClr val="accent1"/>
                    </a:gs>
                  </a:gsLst>
                  <a:lin ang="0" scaled="1"/>
                </a:gradFill>
                <a:latin typeface="Bebas Neue" pitchFamily="34" charset="0"/>
                <a:ea typeface="Roboto Light" pitchFamily="2" charset="0"/>
                <a:cs typeface="Roboto Condensed Regular"/>
              </a:endParaRPr>
            </a:p>
          </p:txBody>
        </p:sp>
      </p:grpSp>
      <p:grpSp>
        <p:nvGrpSpPr>
          <p:cNvPr id="60" name="그룹 59"/>
          <p:cNvGrpSpPr/>
          <p:nvPr/>
        </p:nvGrpSpPr>
        <p:grpSpPr>
          <a:xfrm>
            <a:off x="4769520" y="3064365"/>
            <a:ext cx="1851020" cy="603295"/>
            <a:chOff x="4769520" y="3064365"/>
            <a:chExt cx="1851020" cy="603295"/>
          </a:xfrm>
        </p:grpSpPr>
        <p:sp>
          <p:nvSpPr>
            <p:cNvPr id="51" name="TextBox 50"/>
            <p:cNvSpPr txBox="1"/>
            <p:nvPr/>
          </p:nvSpPr>
          <p:spPr>
            <a:xfrm>
              <a:off x="5504005" y="3064365"/>
              <a:ext cx="952765" cy="193940"/>
            </a:xfrm>
            <a:prstGeom prst="rect">
              <a:avLst/>
            </a:prstGeom>
            <a:noFill/>
          </p:spPr>
          <p:txBody>
            <a:bodyPr wrap="square" lIns="72000" tIns="0" rIns="72000" bIns="0" rtlCol="0">
              <a:noAutofit/>
            </a:bodyPr>
            <a:lstStyle/>
            <a:p>
              <a:r>
                <a:rPr lang="en-US" altLang="ko-KR" sz="1200" dirty="0">
                  <a:gradFill>
                    <a:gsLst>
                      <a:gs pos="0">
                        <a:schemeClr val="accent1"/>
                      </a:gs>
                      <a:gs pos="100000">
                        <a:schemeClr val="accent1"/>
                      </a:gs>
                    </a:gsLst>
                    <a:lin ang="5400000" scaled="0"/>
                  </a:gradFill>
                  <a:latin typeface="Roboto Condensed Regular"/>
                </a:rPr>
                <a:t>Lorem Ipsum</a:t>
              </a:r>
              <a:endParaRPr lang="ko-KR" altLang="en-US" sz="1200" dirty="0">
                <a:gradFill>
                  <a:gsLst>
                    <a:gs pos="0">
                      <a:schemeClr val="accent1"/>
                    </a:gs>
                    <a:gs pos="100000">
                      <a:schemeClr val="accent1"/>
                    </a:gs>
                  </a:gsLst>
                  <a:lin ang="5400000" scaled="0"/>
                </a:gradFill>
                <a:latin typeface="Roboto Condensed Regular"/>
              </a:endParaRPr>
            </a:p>
          </p:txBody>
        </p:sp>
        <p:sp>
          <p:nvSpPr>
            <p:cNvPr id="52" name="TextBox 51"/>
            <p:cNvSpPr txBox="1"/>
            <p:nvPr/>
          </p:nvSpPr>
          <p:spPr>
            <a:xfrm>
              <a:off x="5504005" y="3278063"/>
              <a:ext cx="1116535"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cxnSp>
          <p:nvCxnSpPr>
            <p:cNvPr id="53" name="직선 연결선 52"/>
            <p:cNvCxnSpPr/>
            <p:nvPr/>
          </p:nvCxnSpPr>
          <p:spPr>
            <a:xfrm flipH="1">
              <a:off x="4769520" y="3158989"/>
              <a:ext cx="711202" cy="0"/>
            </a:xfrm>
            <a:prstGeom prst="line">
              <a:avLst/>
            </a:prstGeom>
            <a:ln w="3175">
              <a:solidFill>
                <a:schemeClr val="tx1">
                  <a:alpha val="3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grpSp>
        <p:nvGrpSpPr>
          <p:cNvPr id="62" name="그룹 61"/>
          <p:cNvGrpSpPr/>
          <p:nvPr/>
        </p:nvGrpSpPr>
        <p:grpSpPr>
          <a:xfrm>
            <a:off x="3582070" y="3915265"/>
            <a:ext cx="3038470" cy="603295"/>
            <a:chOff x="3582070" y="3915265"/>
            <a:chExt cx="3038470" cy="603295"/>
          </a:xfrm>
        </p:grpSpPr>
        <p:sp>
          <p:nvSpPr>
            <p:cNvPr id="55" name="TextBox 54"/>
            <p:cNvSpPr txBox="1"/>
            <p:nvPr/>
          </p:nvSpPr>
          <p:spPr>
            <a:xfrm>
              <a:off x="5504005" y="3915265"/>
              <a:ext cx="952765" cy="193940"/>
            </a:xfrm>
            <a:prstGeom prst="rect">
              <a:avLst/>
            </a:prstGeom>
            <a:noFill/>
          </p:spPr>
          <p:txBody>
            <a:bodyPr wrap="square" lIns="72000" tIns="0" rIns="72000" bIns="0" rtlCol="0">
              <a:noAutofit/>
            </a:bodyPr>
            <a:lstStyle/>
            <a:p>
              <a:r>
                <a:rPr lang="en-US" altLang="ko-KR" sz="1200" dirty="0">
                  <a:gradFill>
                    <a:gsLst>
                      <a:gs pos="0">
                        <a:schemeClr val="accent1"/>
                      </a:gs>
                      <a:gs pos="100000">
                        <a:schemeClr val="accent1"/>
                      </a:gs>
                    </a:gsLst>
                    <a:lin ang="5400000" scaled="0"/>
                  </a:gradFill>
                  <a:latin typeface="Roboto Condensed Regular"/>
                </a:rPr>
                <a:t>Lorem Ipsum</a:t>
              </a:r>
              <a:endParaRPr lang="ko-KR" altLang="en-US" sz="1200" dirty="0">
                <a:gradFill>
                  <a:gsLst>
                    <a:gs pos="0">
                      <a:schemeClr val="accent1"/>
                    </a:gs>
                    <a:gs pos="100000">
                      <a:schemeClr val="accent1"/>
                    </a:gs>
                  </a:gsLst>
                  <a:lin ang="5400000" scaled="0"/>
                </a:gradFill>
                <a:latin typeface="Roboto Condensed Regular"/>
              </a:endParaRPr>
            </a:p>
          </p:txBody>
        </p:sp>
        <p:sp>
          <p:nvSpPr>
            <p:cNvPr id="56" name="TextBox 55"/>
            <p:cNvSpPr txBox="1"/>
            <p:nvPr/>
          </p:nvSpPr>
          <p:spPr>
            <a:xfrm>
              <a:off x="5504005" y="4128963"/>
              <a:ext cx="1116535"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cxnSp>
          <p:nvCxnSpPr>
            <p:cNvPr id="57" name="직선 연결선 56"/>
            <p:cNvCxnSpPr/>
            <p:nvPr/>
          </p:nvCxnSpPr>
          <p:spPr>
            <a:xfrm flipH="1">
              <a:off x="3582070" y="4009889"/>
              <a:ext cx="1898652" cy="0"/>
            </a:xfrm>
            <a:prstGeom prst="line">
              <a:avLst/>
            </a:prstGeom>
            <a:ln w="3175">
              <a:solidFill>
                <a:schemeClr val="tx1">
                  <a:alpha val="3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grpSp>
        <p:nvGrpSpPr>
          <p:cNvPr id="59" name="그룹 58"/>
          <p:cNvGrpSpPr/>
          <p:nvPr/>
        </p:nvGrpSpPr>
        <p:grpSpPr>
          <a:xfrm>
            <a:off x="3601120" y="1133965"/>
            <a:ext cx="3019420" cy="603295"/>
            <a:chOff x="3601120" y="1133965"/>
            <a:chExt cx="3019420" cy="603295"/>
          </a:xfrm>
        </p:grpSpPr>
        <p:sp>
          <p:nvSpPr>
            <p:cNvPr id="103" name="TextBox 102"/>
            <p:cNvSpPr txBox="1"/>
            <p:nvPr/>
          </p:nvSpPr>
          <p:spPr>
            <a:xfrm>
              <a:off x="5504005" y="1133965"/>
              <a:ext cx="952765" cy="193940"/>
            </a:xfrm>
            <a:prstGeom prst="rect">
              <a:avLst/>
            </a:prstGeom>
            <a:noFill/>
          </p:spPr>
          <p:txBody>
            <a:bodyPr wrap="square" lIns="72000" tIns="0" rIns="72000" bIns="0" rtlCol="0">
              <a:noAutofit/>
            </a:bodyPr>
            <a:lstStyle/>
            <a:p>
              <a:pPr lvl="0"/>
              <a:r>
                <a:rPr lang="en-US" altLang="ko-KR" sz="1200" dirty="0">
                  <a:gradFill>
                    <a:gsLst>
                      <a:gs pos="0">
                        <a:schemeClr val="accent1"/>
                      </a:gs>
                      <a:gs pos="100000">
                        <a:schemeClr val="accent1"/>
                      </a:gs>
                    </a:gsLst>
                    <a:lin ang="5400000" scaled="0"/>
                  </a:gradFill>
                  <a:latin typeface="Roboto Condensed Regular"/>
                </a:rPr>
                <a:t>Lorem Ipsum</a:t>
              </a:r>
              <a:endParaRPr lang="ko-KR" altLang="en-US" sz="1200" dirty="0">
                <a:gradFill>
                  <a:gsLst>
                    <a:gs pos="0">
                      <a:schemeClr val="accent1"/>
                    </a:gs>
                    <a:gs pos="100000">
                      <a:schemeClr val="accent1"/>
                    </a:gs>
                  </a:gsLst>
                  <a:lin ang="5400000" scaled="0"/>
                </a:gradFill>
                <a:latin typeface="Roboto Condensed Regular"/>
              </a:endParaRPr>
            </a:p>
          </p:txBody>
        </p:sp>
        <p:sp>
          <p:nvSpPr>
            <p:cNvPr id="104" name="TextBox 103"/>
            <p:cNvSpPr txBox="1"/>
            <p:nvPr/>
          </p:nvSpPr>
          <p:spPr>
            <a:xfrm>
              <a:off x="5504005" y="1347663"/>
              <a:ext cx="111653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cxnSp>
          <p:nvCxnSpPr>
            <p:cNvPr id="105" name="직선 연결선 104"/>
            <p:cNvCxnSpPr/>
            <p:nvPr/>
          </p:nvCxnSpPr>
          <p:spPr>
            <a:xfrm flipH="1">
              <a:off x="3601120" y="1228589"/>
              <a:ext cx="1879602" cy="0"/>
            </a:xfrm>
            <a:prstGeom prst="line">
              <a:avLst/>
            </a:prstGeom>
            <a:ln w="3175">
              <a:solidFill>
                <a:schemeClr val="tx1">
                  <a:alpha val="3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sp>
        <p:nvSpPr>
          <p:cNvPr id="4" name="텍스트 개체 틀 3"/>
          <p:cNvSpPr>
            <a:spLocks noGrp="1"/>
          </p:cNvSpPr>
          <p:nvPr>
            <p:ph type="body" sz="quarter" idx="10"/>
          </p:nvPr>
        </p:nvSpPr>
        <p:spPr/>
        <p:txBody>
          <a:bodyPr/>
          <a:lstStyle/>
          <a:p>
            <a:r>
              <a:rPr lang="en-US" altLang="ko-KR" sz="900" b="1" dirty="0">
                <a:gradFill>
                  <a:gsLst>
                    <a:gs pos="0">
                      <a:schemeClr val="accent1"/>
                    </a:gs>
                    <a:gs pos="100000">
                      <a:schemeClr val="accent1"/>
                    </a:gs>
                  </a:gsLst>
                  <a:lin ang="5400000" scaled="0"/>
                </a:gradFill>
                <a:latin typeface="+mj-lt"/>
              </a:rPr>
              <a:t>We are the best.</a:t>
            </a:r>
          </a:p>
          <a:p>
            <a:r>
              <a:rPr lang="en-US" altLang="ko-KR" dirty="0"/>
              <a:t>usto eu magna luctus suscipit. </a:t>
            </a:r>
            <a:r>
              <a:rPr lang="en-US" altLang="ko-KR" dirty="0" err="1"/>
              <a:t>Sed</a:t>
            </a:r>
            <a:r>
              <a:rPr lang="en-US" altLang="ko-KR" dirty="0"/>
              <a:t> </a:t>
            </a:r>
            <a:r>
              <a:rPr lang="en-US" altLang="ko-KR" dirty="0" err="1"/>
              <a:t>lect</a:t>
            </a:r>
            <a:r>
              <a:rPr lang="en-US" altLang="ko-KR" dirty="0"/>
              <a:t> us. Int eger euismod lacus </a:t>
            </a:r>
            <a:r>
              <a:rPr lang="en-US" altLang="ko-KR" dirty="0" err="1"/>
              <a:t>luctuss</a:t>
            </a:r>
            <a:r>
              <a:rPr lang="en-US" altLang="ko-KR" dirty="0"/>
              <a:t> mag </a:t>
            </a:r>
            <a:r>
              <a:rPr lang="en-US" altLang="ko-KR" dirty="0" err="1"/>
              <a:t>na.</a:t>
            </a:r>
            <a:r>
              <a:rPr lang="en-US" altLang="ko-KR" dirty="0"/>
              <a:t> Quisque c ursus, metus vitae </a:t>
            </a:r>
            <a:r>
              <a:rPr lang="en-US" altLang="ko-KR" dirty="0" err="1"/>
              <a:t>phare</a:t>
            </a:r>
            <a:r>
              <a:rPr lang="en-US" altLang="ko-KR" dirty="0"/>
              <a:t> </a:t>
            </a:r>
            <a:r>
              <a:rPr lang="en-US" altLang="ko-KR" dirty="0" err="1"/>
              <a:t>tra</a:t>
            </a:r>
            <a:r>
              <a:rPr lang="en-US" altLang="ko-KR" dirty="0"/>
              <a:t> auctor, sem mass a mattis sem, at I </a:t>
            </a:r>
            <a:r>
              <a:rPr lang="en-US" altLang="ko-KR" dirty="0" err="1"/>
              <a:t>nterdum</a:t>
            </a:r>
            <a:r>
              <a:rPr lang="en-US" altLang="ko-KR" dirty="0"/>
              <a:t> magna augue eget diam. </a:t>
            </a:r>
            <a:r>
              <a:rPr lang="en-US" altLang="ko-KR" dirty="0" err="1"/>
              <a:t>Vesti</a:t>
            </a:r>
            <a:r>
              <a:rPr lang="en-US" altLang="ko-KR" dirty="0"/>
              <a:t> </a:t>
            </a:r>
            <a:r>
              <a:rPr lang="en-US" altLang="ko-KR" dirty="0" err="1"/>
              <a:t>bulum</a:t>
            </a:r>
            <a:r>
              <a:rPr lang="en-US" altLang="ko-KR" dirty="0"/>
              <a:t> ante ipsum primis in fau </a:t>
            </a:r>
            <a:r>
              <a:rPr lang="en-US" altLang="ko-KR" dirty="0" err="1"/>
              <a:t>cibus</a:t>
            </a:r>
            <a:r>
              <a:rPr lang="en-US" altLang="ko-KR" dirty="0"/>
              <a:t> or ci luctus et ultrices posuere cubilia Cu r </a:t>
            </a:r>
            <a:r>
              <a:rPr lang="en-US" altLang="ko-KR" dirty="0" err="1"/>
              <a:t>ae</a:t>
            </a:r>
            <a:r>
              <a:rPr lang="en-US" altLang="ko-KR" dirty="0"/>
              <a:t>; Morbi lacinia molestie dui. </a:t>
            </a:r>
            <a:r>
              <a:rPr lang="en-US" altLang="ko-KR" dirty="0" err="1"/>
              <a:t>Praesent</a:t>
            </a:r>
            <a:r>
              <a:rPr lang="en-US" altLang="ko-KR" dirty="0"/>
              <a:t> bland it dolor. Sed non quam. In vel mi s it amen aug ue congue elementum. Mo </a:t>
            </a:r>
            <a:r>
              <a:rPr lang="en-US" altLang="ko-KR" dirty="0" err="1"/>
              <a:t>rbi</a:t>
            </a:r>
            <a:r>
              <a:rPr lang="en-US" altLang="ko-KR" dirty="0"/>
              <a:t> in ipsum sit ame t pede </a:t>
            </a:r>
            <a:r>
              <a:rPr lang="en-US" altLang="ko-KR" dirty="0" err="1"/>
              <a:t>facilisis</a:t>
            </a:r>
            <a:r>
              <a:rPr lang="en-US" altLang="ko-KR" dirty="0"/>
              <a:t> </a:t>
            </a:r>
            <a:r>
              <a:rPr lang="en-US" altLang="ko-KR" dirty="0" err="1"/>
              <a:t>laor</a:t>
            </a:r>
            <a:r>
              <a:rPr lang="en-US" altLang="ko-KR" dirty="0"/>
              <a:t> </a:t>
            </a:r>
            <a:r>
              <a:rPr lang="en-US" altLang="ko-KR" dirty="0" err="1"/>
              <a:t>eet</a:t>
            </a:r>
            <a:r>
              <a:rPr lang="en-US" altLang="ko-KR" dirty="0"/>
              <a:t>. Donec lacus nunc, vive rra nec, </a:t>
            </a:r>
            <a:r>
              <a:rPr lang="en-US" altLang="ko-KR" dirty="0" err="1"/>
              <a:t>blan</a:t>
            </a:r>
            <a:r>
              <a:rPr lang="en-US" altLang="ko-KR" dirty="0"/>
              <a:t> </a:t>
            </a:r>
            <a:r>
              <a:rPr lang="en-US" altLang="ko-KR" dirty="0" err="1"/>
              <a:t>dit</a:t>
            </a:r>
            <a:r>
              <a:rPr lang="en-US" altLang="ko-KR" dirty="0"/>
              <a:t> vel, egestas et, augue. Vestibul um ti </a:t>
            </a:r>
            <a:r>
              <a:rPr lang="en-US" altLang="ko-KR" dirty="0" err="1"/>
              <a:t>ncidunt</a:t>
            </a:r>
            <a:r>
              <a:rPr lang="en-US" altLang="ko-KR" dirty="0"/>
              <a:t> </a:t>
            </a:r>
            <a:r>
              <a:rPr lang="en-US" altLang="ko-KR" dirty="0" err="1"/>
              <a:t>malesuad</a:t>
            </a:r>
            <a:r>
              <a:rPr lang="en-US" altLang="ko-KR" dirty="0"/>
              <a:t> a tellus. Ut </a:t>
            </a:r>
            <a:r>
              <a:rPr lang="en-US" altLang="ko-KR" dirty="0" err="1"/>
              <a:t>ultrices</a:t>
            </a:r>
            <a:r>
              <a:rPr lang="en-US" altLang="ko-KR" dirty="0"/>
              <a:t> </a:t>
            </a:r>
            <a:r>
              <a:rPr lang="en-US" altLang="ko-KR" dirty="0" err="1"/>
              <a:t>ul</a:t>
            </a:r>
            <a:r>
              <a:rPr lang="en-US" altLang="ko-KR" dirty="0"/>
              <a:t> </a:t>
            </a:r>
            <a:r>
              <a:rPr lang="en-US" altLang="ko-KR" dirty="0" err="1"/>
              <a:t>tr</a:t>
            </a:r>
            <a:r>
              <a:rPr lang="en-US" altLang="ko-KR" dirty="0"/>
              <a:t> aces enim. Cu </a:t>
            </a:r>
            <a:r>
              <a:rPr lang="en-US" altLang="ko-KR" dirty="0" err="1"/>
              <a:t>rabitur</a:t>
            </a:r>
            <a:r>
              <a:rPr lang="en-US" altLang="ko-KR" dirty="0"/>
              <a:t> sit amen.</a:t>
            </a:r>
          </a:p>
          <a:p>
            <a:endParaRPr lang="ko-KR" altLang="en-US" dirty="0"/>
          </a:p>
          <a:p>
            <a:endParaRPr lang="ko-KR" altLang="en-US" dirty="0"/>
          </a:p>
          <a:p>
            <a:endParaRPr lang="ko-KR" altLang="en-US" dirty="0"/>
          </a:p>
        </p:txBody>
      </p:sp>
    </p:spTree>
    <p:extLst>
      <p:ext uri="{BB962C8B-B14F-4D97-AF65-F5344CB8AC3E}">
        <p14:creationId xmlns:p14="http://schemas.microsoft.com/office/powerpoint/2010/main" val="259306980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anim calcmode="lin" valueType="num">
                                      <p:cBhvr>
                                        <p:cTn id="14" dur="500" fill="hold"/>
                                        <p:tgtEl>
                                          <p:spTgt spid="59"/>
                                        </p:tgtEl>
                                        <p:attrNameLst>
                                          <p:attrName>ppt_x</p:attrName>
                                        </p:attrNameLst>
                                      </p:cBhvr>
                                      <p:tavLst>
                                        <p:tav tm="0">
                                          <p:val>
                                            <p:strVal val="#ppt_x"/>
                                          </p:val>
                                        </p:tav>
                                        <p:tav tm="100000">
                                          <p:val>
                                            <p:strVal val="#ppt_x"/>
                                          </p:val>
                                        </p:tav>
                                      </p:tavLst>
                                    </p:anim>
                                    <p:anim calcmode="lin" valueType="num">
                                      <p:cBhvr>
                                        <p:cTn id="15" dur="500" fill="hold"/>
                                        <p:tgtEl>
                                          <p:spTgt spid="5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7" presetClass="entr" presetSubtype="0" fill="hold" nodeType="after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fade">
                                      <p:cBhvr>
                                        <p:cTn id="19" dur="500"/>
                                        <p:tgtEl>
                                          <p:spTgt spid="60"/>
                                        </p:tgtEl>
                                      </p:cBhvr>
                                    </p:animEffect>
                                    <p:anim calcmode="lin" valueType="num">
                                      <p:cBhvr>
                                        <p:cTn id="20" dur="500" fill="hold"/>
                                        <p:tgtEl>
                                          <p:spTgt spid="60"/>
                                        </p:tgtEl>
                                        <p:attrNameLst>
                                          <p:attrName>ppt_x</p:attrName>
                                        </p:attrNameLst>
                                      </p:cBhvr>
                                      <p:tavLst>
                                        <p:tav tm="0">
                                          <p:val>
                                            <p:strVal val="#ppt_x"/>
                                          </p:val>
                                        </p:tav>
                                        <p:tav tm="100000">
                                          <p:val>
                                            <p:strVal val="#ppt_x"/>
                                          </p:val>
                                        </p:tav>
                                      </p:tavLst>
                                    </p:anim>
                                    <p:anim calcmode="lin" valueType="num">
                                      <p:cBhvr>
                                        <p:cTn id="21" dur="500" fill="hold"/>
                                        <p:tgtEl>
                                          <p:spTgt spid="60"/>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7" presetClass="entr" presetSubtype="0" fill="hold" nodeType="afterEffect">
                                  <p:stCondLst>
                                    <p:cond delay="0"/>
                                  </p:stCondLst>
                                  <p:childTnLst>
                                    <p:set>
                                      <p:cBhvr>
                                        <p:cTn id="24" dur="1" fill="hold">
                                          <p:stCondLst>
                                            <p:cond delay="0"/>
                                          </p:stCondLst>
                                        </p:cTn>
                                        <p:tgtEl>
                                          <p:spTgt spid="62"/>
                                        </p:tgtEl>
                                        <p:attrNameLst>
                                          <p:attrName>style.visibility</p:attrName>
                                        </p:attrNameLst>
                                      </p:cBhvr>
                                      <p:to>
                                        <p:strVal val="visible"/>
                                      </p:to>
                                    </p:set>
                                    <p:animEffect transition="in" filter="fade">
                                      <p:cBhvr>
                                        <p:cTn id="25" dur="500"/>
                                        <p:tgtEl>
                                          <p:spTgt spid="62"/>
                                        </p:tgtEl>
                                      </p:cBhvr>
                                    </p:animEffect>
                                    <p:anim calcmode="lin" valueType="num">
                                      <p:cBhvr>
                                        <p:cTn id="26" dur="500" fill="hold"/>
                                        <p:tgtEl>
                                          <p:spTgt spid="62"/>
                                        </p:tgtEl>
                                        <p:attrNameLst>
                                          <p:attrName>ppt_x</p:attrName>
                                        </p:attrNameLst>
                                      </p:cBhvr>
                                      <p:tavLst>
                                        <p:tav tm="0">
                                          <p:val>
                                            <p:strVal val="#ppt_x"/>
                                          </p:val>
                                        </p:tav>
                                        <p:tav tm="100000">
                                          <p:val>
                                            <p:strVal val="#ppt_x"/>
                                          </p:val>
                                        </p:tav>
                                      </p:tavLst>
                                    </p:anim>
                                    <p:anim calcmode="lin" valueType="num">
                                      <p:cBhvr>
                                        <p:cTn id="27" dur="5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자유형 67"/>
          <p:cNvSpPr/>
          <p:nvPr/>
        </p:nvSpPr>
        <p:spPr>
          <a:xfrm>
            <a:off x="0" y="1317611"/>
            <a:ext cx="6524622" cy="3449652"/>
          </a:xfrm>
          <a:custGeom>
            <a:avLst/>
            <a:gdLst>
              <a:gd name="connsiteX0" fmla="*/ 5646068 w 6524622"/>
              <a:gd name="connsiteY0" fmla="*/ 0 h 3449652"/>
              <a:gd name="connsiteX1" fmla="*/ 6524622 w 6524622"/>
              <a:gd name="connsiteY1" fmla="*/ 0 h 3449652"/>
              <a:gd name="connsiteX2" fmla="*/ 6524622 w 6524622"/>
              <a:gd name="connsiteY2" fmla="*/ 150138 h 3449652"/>
              <a:gd name="connsiteX3" fmla="*/ 6524622 w 6524622"/>
              <a:gd name="connsiteY3" fmla="*/ 430742 h 3449652"/>
              <a:gd name="connsiteX4" fmla="*/ 6524622 w 6524622"/>
              <a:gd name="connsiteY4" fmla="*/ 1122411 h 3449652"/>
              <a:gd name="connsiteX5" fmla="*/ 6524621 w 6524622"/>
              <a:gd name="connsiteY5" fmla="*/ 1122411 h 3449652"/>
              <a:gd name="connsiteX6" fmla="*/ 6524621 w 6524622"/>
              <a:gd name="connsiteY6" fmla="*/ 1533421 h 3449652"/>
              <a:gd name="connsiteX7" fmla="*/ 6524612 w 6524622"/>
              <a:gd name="connsiteY7" fmla="*/ 1533421 h 3449652"/>
              <a:gd name="connsiteX8" fmla="*/ 6524612 w 6524622"/>
              <a:gd name="connsiteY8" fmla="*/ 1842413 h 3449652"/>
              <a:gd name="connsiteX9" fmla="*/ 6524612 w 6524622"/>
              <a:gd name="connsiteY9" fmla="*/ 2403619 h 3449652"/>
              <a:gd name="connsiteX10" fmla="*/ 6524612 w 6524622"/>
              <a:gd name="connsiteY10" fmla="*/ 2964824 h 3449652"/>
              <a:gd name="connsiteX11" fmla="*/ 6524612 w 6524622"/>
              <a:gd name="connsiteY11" fmla="*/ 2964825 h 3449652"/>
              <a:gd name="connsiteX12" fmla="*/ 6524612 w 6524622"/>
              <a:gd name="connsiteY12" fmla="*/ 3102479 h 3449652"/>
              <a:gd name="connsiteX13" fmla="*/ 6524612 w 6524622"/>
              <a:gd name="connsiteY13" fmla="*/ 3268676 h 3449652"/>
              <a:gd name="connsiteX14" fmla="*/ 6524612 w 6524622"/>
              <a:gd name="connsiteY14" fmla="*/ 3449652 h 3449652"/>
              <a:gd name="connsiteX15" fmla="*/ 0 w 6524622"/>
              <a:gd name="connsiteY15" fmla="*/ 3449652 h 3449652"/>
              <a:gd name="connsiteX16" fmla="*/ 0 w 6524622"/>
              <a:gd name="connsiteY16" fmla="*/ 2964824 h 3449652"/>
              <a:gd name="connsiteX17" fmla="*/ 2006383 w 6524622"/>
              <a:gd name="connsiteY17" fmla="*/ 2964824 h 3449652"/>
              <a:gd name="connsiteX18" fmla="*/ 2006383 w 6524622"/>
              <a:gd name="connsiteY18" fmla="*/ 2403619 h 3449652"/>
              <a:gd name="connsiteX19" fmla="*/ 2884928 w 6524622"/>
              <a:gd name="connsiteY19" fmla="*/ 2403619 h 3449652"/>
              <a:gd name="connsiteX20" fmla="*/ 2884928 w 6524622"/>
              <a:gd name="connsiteY20" fmla="*/ 1842413 h 3449652"/>
              <a:gd name="connsiteX21" fmla="*/ 3763471 w 6524622"/>
              <a:gd name="connsiteY21" fmla="*/ 1842413 h 3449652"/>
              <a:gd name="connsiteX22" fmla="*/ 3763471 w 6524622"/>
              <a:gd name="connsiteY22" fmla="*/ 1281207 h 3449652"/>
              <a:gd name="connsiteX23" fmla="*/ 4649261 w 6524622"/>
              <a:gd name="connsiteY23" fmla="*/ 1281207 h 3449652"/>
              <a:gd name="connsiteX24" fmla="*/ 4649261 w 6524622"/>
              <a:gd name="connsiteY24" fmla="*/ 715787 h 3449652"/>
              <a:gd name="connsiteX25" fmla="*/ 5520573 w 6524622"/>
              <a:gd name="connsiteY25" fmla="*/ 715787 h 3449652"/>
              <a:gd name="connsiteX26" fmla="*/ 5520573 w 6524622"/>
              <a:gd name="connsiteY26" fmla="*/ 150138 h 3449652"/>
              <a:gd name="connsiteX27" fmla="*/ 5646068 w 6524622"/>
              <a:gd name="connsiteY27" fmla="*/ 150138 h 3449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524622" h="3449652">
                <a:moveTo>
                  <a:pt x="5646068" y="0"/>
                </a:moveTo>
                <a:lnTo>
                  <a:pt x="6524622" y="0"/>
                </a:lnTo>
                <a:lnTo>
                  <a:pt x="6524622" y="150138"/>
                </a:lnTo>
                <a:lnTo>
                  <a:pt x="6524622" y="430742"/>
                </a:lnTo>
                <a:lnTo>
                  <a:pt x="6524622" y="1122411"/>
                </a:lnTo>
                <a:lnTo>
                  <a:pt x="6524621" y="1122411"/>
                </a:lnTo>
                <a:lnTo>
                  <a:pt x="6524621" y="1533421"/>
                </a:lnTo>
                <a:lnTo>
                  <a:pt x="6524612" y="1533421"/>
                </a:lnTo>
                <a:lnTo>
                  <a:pt x="6524612" y="1842413"/>
                </a:lnTo>
                <a:lnTo>
                  <a:pt x="6524612" y="2403619"/>
                </a:lnTo>
                <a:lnTo>
                  <a:pt x="6524612" y="2964824"/>
                </a:lnTo>
                <a:lnTo>
                  <a:pt x="6524612" y="2964825"/>
                </a:lnTo>
                <a:lnTo>
                  <a:pt x="6524612" y="3102479"/>
                </a:lnTo>
                <a:lnTo>
                  <a:pt x="6524612" y="3268676"/>
                </a:lnTo>
                <a:lnTo>
                  <a:pt x="6524612" y="3449652"/>
                </a:lnTo>
                <a:lnTo>
                  <a:pt x="0" y="3449652"/>
                </a:lnTo>
                <a:lnTo>
                  <a:pt x="0" y="2964824"/>
                </a:lnTo>
                <a:lnTo>
                  <a:pt x="2006383" y="2964824"/>
                </a:lnTo>
                <a:lnTo>
                  <a:pt x="2006383" y="2403619"/>
                </a:lnTo>
                <a:lnTo>
                  <a:pt x="2884928" y="2403619"/>
                </a:lnTo>
                <a:lnTo>
                  <a:pt x="2884928" y="1842413"/>
                </a:lnTo>
                <a:lnTo>
                  <a:pt x="3763471" y="1842413"/>
                </a:lnTo>
                <a:lnTo>
                  <a:pt x="3763471" y="1281207"/>
                </a:lnTo>
                <a:lnTo>
                  <a:pt x="4649261" y="1281207"/>
                </a:lnTo>
                <a:lnTo>
                  <a:pt x="4649261" y="715787"/>
                </a:lnTo>
                <a:lnTo>
                  <a:pt x="5520573" y="715787"/>
                </a:lnTo>
                <a:lnTo>
                  <a:pt x="5520573" y="150138"/>
                </a:lnTo>
                <a:lnTo>
                  <a:pt x="5646068" y="150138"/>
                </a:lnTo>
                <a:close/>
              </a:path>
            </a:pathLst>
          </a:custGeom>
          <a:pattFill prst="pct10">
            <a:fgClr>
              <a:schemeClr val="bg2">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514" dirty="0"/>
          </a:p>
        </p:txBody>
      </p:sp>
      <p:grpSp>
        <p:nvGrpSpPr>
          <p:cNvPr id="56" name="그룹 55"/>
          <p:cNvGrpSpPr/>
          <p:nvPr/>
        </p:nvGrpSpPr>
        <p:grpSpPr>
          <a:xfrm>
            <a:off x="2001073" y="3562436"/>
            <a:ext cx="158794" cy="720000"/>
            <a:chOff x="3027750" y="3235570"/>
            <a:chExt cx="126000" cy="571306"/>
          </a:xfrm>
        </p:grpSpPr>
        <p:sp>
          <p:nvSpPr>
            <p:cNvPr id="57" name="평행 사변형 56"/>
            <p:cNvSpPr/>
            <p:nvPr/>
          </p:nvSpPr>
          <p:spPr>
            <a:xfrm rot="5400000" flipH="1">
              <a:off x="2805097" y="3458223"/>
              <a:ext cx="571306" cy="126000"/>
            </a:xfrm>
            <a:prstGeom prst="parallelogram">
              <a:avLst>
                <a:gd name="adj" fmla="val 100000"/>
              </a:avLst>
            </a:prstGeom>
            <a:solidFill>
              <a:schemeClr val="accent3">
                <a:lumMod val="5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8" name="평행 사변형 57"/>
            <p:cNvSpPr/>
            <p:nvPr/>
          </p:nvSpPr>
          <p:spPr>
            <a:xfrm rot="5400000" flipH="1">
              <a:off x="2969256" y="3294064"/>
              <a:ext cx="242987" cy="126000"/>
            </a:xfrm>
            <a:prstGeom prst="parallelogram">
              <a:avLst>
                <a:gd name="adj" fmla="val 100000"/>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17" name="그룹 116"/>
          <p:cNvGrpSpPr/>
          <p:nvPr/>
        </p:nvGrpSpPr>
        <p:grpSpPr>
          <a:xfrm>
            <a:off x="2042458" y="3816800"/>
            <a:ext cx="952765" cy="603295"/>
            <a:chOff x="2871213" y="1119161"/>
            <a:chExt cx="879869" cy="478703"/>
          </a:xfrm>
        </p:grpSpPr>
        <p:sp>
          <p:nvSpPr>
            <p:cNvPr id="128" name="TextBox 127"/>
            <p:cNvSpPr txBox="1"/>
            <p:nvPr/>
          </p:nvSpPr>
          <p:spPr>
            <a:xfrm>
              <a:off x="2871213" y="1119161"/>
              <a:ext cx="879869" cy="153888"/>
            </a:xfrm>
            <a:prstGeom prst="rect">
              <a:avLst/>
            </a:prstGeom>
            <a:noFill/>
          </p:spPr>
          <p:txBody>
            <a:bodyPr wrap="square" lIns="72000" tIns="0" rIns="72000" bIns="0" rtlCol="0">
              <a:noAutofit/>
            </a:bodyPr>
            <a:lstStyle/>
            <a:p>
              <a:pPr lvl="0" algn="ctr"/>
              <a:r>
                <a:rPr lang="en-US" altLang="ko-KR" sz="1200" b="1" dirty="0">
                  <a:gradFill>
                    <a:gsLst>
                      <a:gs pos="0">
                        <a:schemeClr val="tx2"/>
                      </a:gs>
                      <a:gs pos="100000">
                        <a:schemeClr val="tx2"/>
                      </a:gs>
                    </a:gsLst>
                    <a:lin ang="5400000" scaled="0"/>
                  </a:gradFill>
                  <a:latin typeface="Roboto Condensed Regular"/>
                </a:rPr>
                <a:t>Step. </a:t>
              </a:r>
              <a:r>
                <a:rPr lang="en-US" altLang="ko-KR" sz="1200" b="1" dirty="0">
                  <a:gradFill>
                    <a:gsLst>
                      <a:gs pos="0">
                        <a:schemeClr val="accent1"/>
                      </a:gs>
                      <a:gs pos="100000">
                        <a:schemeClr val="accent1"/>
                      </a:gs>
                    </a:gsLst>
                    <a:lin ang="5400000" scaled="0"/>
                  </a:gradFill>
                  <a:latin typeface="Roboto Condensed Regular"/>
                </a:rPr>
                <a:t>01</a:t>
              </a:r>
              <a:endParaRPr lang="ko-KR" altLang="en-US" sz="1200" b="1" dirty="0">
                <a:gradFill>
                  <a:gsLst>
                    <a:gs pos="0">
                      <a:schemeClr val="accent1"/>
                    </a:gs>
                    <a:gs pos="100000">
                      <a:schemeClr val="accent1"/>
                    </a:gs>
                  </a:gsLst>
                  <a:lin ang="5400000" scaled="0"/>
                </a:gradFill>
                <a:latin typeface="Roboto Condensed Regular"/>
              </a:endParaRPr>
            </a:p>
          </p:txBody>
        </p:sp>
        <p:sp>
          <p:nvSpPr>
            <p:cNvPr id="129" name="TextBox 128"/>
            <p:cNvSpPr txBox="1"/>
            <p:nvPr/>
          </p:nvSpPr>
          <p:spPr>
            <a:xfrm>
              <a:off x="3009471" y="1288726"/>
              <a:ext cx="603353" cy="309138"/>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sp>
        <p:nvSpPr>
          <p:cNvPr id="11" name="Title 10"/>
          <p:cNvSpPr>
            <a:spLocks noGrp="1"/>
          </p:cNvSpPr>
          <p:nvPr>
            <p:ph type="title"/>
          </p:nvPr>
        </p:nvSpPr>
        <p:spPr/>
        <p:txBody>
          <a:bodyPr/>
          <a:lstStyle/>
          <a:p>
            <a:r>
              <a:rPr lang="en-US" dirty="0"/>
              <a:t>Step diagram</a:t>
            </a:r>
          </a:p>
        </p:txBody>
      </p:sp>
      <p:sp>
        <p:nvSpPr>
          <p:cNvPr id="33" name="평행 사변형 32"/>
          <p:cNvSpPr/>
          <p:nvPr/>
        </p:nvSpPr>
        <p:spPr>
          <a:xfrm>
            <a:off x="2001073" y="3562437"/>
            <a:ext cx="1035534" cy="158794"/>
          </a:xfrm>
          <a:prstGeom prst="parallelogram">
            <a:avLst>
              <a:gd name="adj" fmla="val 100000"/>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39" name="그룹 38"/>
          <p:cNvGrpSpPr/>
          <p:nvPr/>
        </p:nvGrpSpPr>
        <p:grpSpPr>
          <a:xfrm>
            <a:off x="4672678" y="2132558"/>
            <a:ext cx="952765" cy="603295"/>
            <a:chOff x="2871213" y="1119161"/>
            <a:chExt cx="879869" cy="478703"/>
          </a:xfrm>
        </p:grpSpPr>
        <p:sp>
          <p:nvSpPr>
            <p:cNvPr id="48" name="TextBox 47"/>
            <p:cNvSpPr txBox="1"/>
            <p:nvPr/>
          </p:nvSpPr>
          <p:spPr>
            <a:xfrm>
              <a:off x="2871213" y="1119161"/>
              <a:ext cx="879869" cy="153888"/>
            </a:xfrm>
            <a:prstGeom prst="rect">
              <a:avLst/>
            </a:prstGeom>
            <a:noFill/>
          </p:spPr>
          <p:txBody>
            <a:bodyPr wrap="square" lIns="72000" tIns="0" rIns="72000" bIns="0" rtlCol="0">
              <a:noAutofit/>
            </a:bodyPr>
            <a:lstStyle/>
            <a:p>
              <a:pPr lvl="0" algn="ctr"/>
              <a:r>
                <a:rPr lang="en-US" altLang="ko-KR" sz="1200" b="1" dirty="0">
                  <a:gradFill>
                    <a:gsLst>
                      <a:gs pos="0">
                        <a:schemeClr val="tx2"/>
                      </a:gs>
                      <a:gs pos="100000">
                        <a:schemeClr val="tx2"/>
                      </a:gs>
                    </a:gsLst>
                    <a:lin ang="5400000" scaled="0"/>
                  </a:gradFill>
                  <a:latin typeface="Roboto Condensed Regular"/>
                </a:rPr>
                <a:t>Step. </a:t>
              </a:r>
              <a:r>
                <a:rPr lang="en-US" altLang="ko-KR" sz="1200" b="1" dirty="0">
                  <a:gradFill>
                    <a:gsLst>
                      <a:gs pos="0">
                        <a:schemeClr val="accent1"/>
                      </a:gs>
                      <a:gs pos="100000">
                        <a:schemeClr val="accent1"/>
                      </a:gs>
                    </a:gsLst>
                    <a:lin ang="5400000" scaled="0"/>
                  </a:gradFill>
                  <a:latin typeface="Roboto Condensed Regular"/>
                </a:rPr>
                <a:t>04</a:t>
              </a:r>
              <a:endParaRPr lang="ko-KR" altLang="en-US" sz="1200" b="1" dirty="0">
                <a:gradFill>
                  <a:gsLst>
                    <a:gs pos="0">
                      <a:schemeClr val="accent1"/>
                    </a:gs>
                    <a:gs pos="100000">
                      <a:schemeClr val="accent1"/>
                    </a:gs>
                  </a:gsLst>
                  <a:lin ang="5400000" scaled="0"/>
                </a:gradFill>
                <a:latin typeface="Roboto Condensed Regular"/>
              </a:endParaRPr>
            </a:p>
          </p:txBody>
        </p:sp>
        <p:sp>
          <p:nvSpPr>
            <p:cNvPr id="49" name="TextBox 48"/>
            <p:cNvSpPr txBox="1"/>
            <p:nvPr/>
          </p:nvSpPr>
          <p:spPr>
            <a:xfrm>
              <a:off x="2993713" y="1288726"/>
              <a:ext cx="634870" cy="309138"/>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89" name="그룹 88"/>
          <p:cNvGrpSpPr/>
          <p:nvPr/>
        </p:nvGrpSpPr>
        <p:grpSpPr>
          <a:xfrm>
            <a:off x="3795937" y="2657098"/>
            <a:ext cx="952765" cy="603295"/>
            <a:chOff x="2871213" y="1119161"/>
            <a:chExt cx="879869" cy="478703"/>
          </a:xfrm>
        </p:grpSpPr>
        <p:sp>
          <p:nvSpPr>
            <p:cNvPr id="100" name="TextBox 99"/>
            <p:cNvSpPr txBox="1"/>
            <p:nvPr/>
          </p:nvSpPr>
          <p:spPr>
            <a:xfrm>
              <a:off x="2871213" y="1119161"/>
              <a:ext cx="879869" cy="153888"/>
            </a:xfrm>
            <a:prstGeom prst="rect">
              <a:avLst/>
            </a:prstGeom>
            <a:noFill/>
          </p:spPr>
          <p:txBody>
            <a:bodyPr wrap="square" lIns="72000" tIns="0" rIns="72000" bIns="0" rtlCol="0">
              <a:noAutofit/>
            </a:bodyPr>
            <a:lstStyle/>
            <a:p>
              <a:pPr lvl="0" algn="ctr"/>
              <a:r>
                <a:rPr lang="en-US" altLang="ko-KR" sz="1200" b="1" dirty="0">
                  <a:gradFill>
                    <a:gsLst>
                      <a:gs pos="0">
                        <a:schemeClr val="tx2"/>
                      </a:gs>
                      <a:gs pos="100000">
                        <a:schemeClr val="tx2"/>
                      </a:gs>
                    </a:gsLst>
                    <a:lin ang="5400000" scaled="0"/>
                  </a:gradFill>
                  <a:latin typeface="Roboto Condensed Regular"/>
                </a:rPr>
                <a:t>Step. </a:t>
              </a:r>
              <a:r>
                <a:rPr lang="en-US" altLang="ko-KR" sz="1200" b="1" dirty="0">
                  <a:gradFill>
                    <a:gsLst>
                      <a:gs pos="0">
                        <a:schemeClr val="accent1"/>
                      </a:gs>
                      <a:gs pos="100000">
                        <a:schemeClr val="accent1"/>
                      </a:gs>
                    </a:gsLst>
                    <a:lin ang="5400000" scaled="0"/>
                  </a:gradFill>
                  <a:latin typeface="Roboto Condensed Regular"/>
                </a:rPr>
                <a:t>03</a:t>
              </a:r>
              <a:endParaRPr lang="ko-KR" altLang="en-US" sz="1200" b="1" dirty="0">
                <a:gradFill>
                  <a:gsLst>
                    <a:gs pos="0">
                      <a:schemeClr val="accent1"/>
                    </a:gs>
                    <a:gs pos="100000">
                      <a:schemeClr val="accent1"/>
                    </a:gs>
                  </a:gsLst>
                  <a:lin ang="5400000" scaled="0"/>
                </a:gradFill>
                <a:latin typeface="Roboto Condensed Regular"/>
              </a:endParaRPr>
            </a:p>
          </p:txBody>
        </p:sp>
        <p:sp>
          <p:nvSpPr>
            <p:cNvPr id="101" name="TextBox 100"/>
            <p:cNvSpPr txBox="1"/>
            <p:nvPr/>
          </p:nvSpPr>
          <p:spPr>
            <a:xfrm>
              <a:off x="2993059" y="1288726"/>
              <a:ext cx="636178" cy="309138"/>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30" name="그룹 29"/>
          <p:cNvGrpSpPr/>
          <p:nvPr/>
        </p:nvGrpSpPr>
        <p:grpSpPr>
          <a:xfrm>
            <a:off x="2877813" y="3001230"/>
            <a:ext cx="158794" cy="720000"/>
            <a:chOff x="3027750" y="3235570"/>
            <a:chExt cx="126000" cy="571306"/>
          </a:xfrm>
        </p:grpSpPr>
        <p:sp>
          <p:nvSpPr>
            <p:cNvPr id="31" name="평행 사변형 30"/>
            <p:cNvSpPr/>
            <p:nvPr/>
          </p:nvSpPr>
          <p:spPr>
            <a:xfrm rot="5400000" flipH="1">
              <a:off x="2805097" y="3458223"/>
              <a:ext cx="571306" cy="126000"/>
            </a:xfrm>
            <a:prstGeom prst="parallelogram">
              <a:avLst>
                <a:gd name="adj" fmla="val 100000"/>
              </a:avLst>
            </a:prstGeom>
            <a:solidFill>
              <a:schemeClr val="accent3">
                <a:lumMod val="5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2" name="평행 사변형 31"/>
            <p:cNvSpPr/>
            <p:nvPr/>
          </p:nvSpPr>
          <p:spPr>
            <a:xfrm rot="5400000" flipH="1">
              <a:off x="2969256" y="3294064"/>
              <a:ext cx="242987" cy="126000"/>
            </a:xfrm>
            <a:prstGeom prst="parallelogram">
              <a:avLst>
                <a:gd name="adj" fmla="val 100000"/>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03" name="그룹 102"/>
          <p:cNvGrpSpPr/>
          <p:nvPr/>
        </p:nvGrpSpPr>
        <p:grpSpPr>
          <a:xfrm>
            <a:off x="2919197" y="3221255"/>
            <a:ext cx="952765" cy="603295"/>
            <a:chOff x="2871213" y="1119161"/>
            <a:chExt cx="879869" cy="478703"/>
          </a:xfrm>
        </p:grpSpPr>
        <p:sp>
          <p:nvSpPr>
            <p:cNvPr id="114" name="TextBox 113"/>
            <p:cNvSpPr txBox="1"/>
            <p:nvPr/>
          </p:nvSpPr>
          <p:spPr>
            <a:xfrm>
              <a:off x="2871213" y="1119161"/>
              <a:ext cx="879869" cy="153888"/>
            </a:xfrm>
            <a:prstGeom prst="rect">
              <a:avLst/>
            </a:prstGeom>
            <a:noFill/>
          </p:spPr>
          <p:txBody>
            <a:bodyPr wrap="square" lIns="72000" tIns="0" rIns="72000" bIns="0" rtlCol="0">
              <a:noAutofit/>
            </a:bodyPr>
            <a:lstStyle/>
            <a:p>
              <a:pPr lvl="0" algn="ctr"/>
              <a:r>
                <a:rPr lang="en-US" altLang="ko-KR" sz="1200" b="1" dirty="0">
                  <a:gradFill>
                    <a:gsLst>
                      <a:gs pos="0">
                        <a:schemeClr val="tx2"/>
                      </a:gs>
                      <a:gs pos="100000">
                        <a:schemeClr val="tx2"/>
                      </a:gs>
                    </a:gsLst>
                    <a:lin ang="5400000" scaled="0"/>
                  </a:gradFill>
                  <a:latin typeface="Roboto Condensed Regular"/>
                </a:rPr>
                <a:t>Step. </a:t>
              </a:r>
              <a:r>
                <a:rPr lang="en-US" altLang="ko-KR" sz="1200" b="1" dirty="0">
                  <a:gradFill>
                    <a:gsLst>
                      <a:gs pos="0">
                        <a:schemeClr val="accent1"/>
                      </a:gs>
                      <a:gs pos="100000">
                        <a:schemeClr val="accent1"/>
                      </a:gs>
                    </a:gsLst>
                    <a:lin ang="5400000" scaled="0"/>
                  </a:gradFill>
                  <a:latin typeface="Roboto Condensed Regular"/>
                </a:rPr>
                <a:t>02</a:t>
              </a:r>
              <a:endParaRPr lang="ko-KR" altLang="en-US" sz="1200" b="1" dirty="0">
                <a:gradFill>
                  <a:gsLst>
                    <a:gs pos="0">
                      <a:schemeClr val="accent1"/>
                    </a:gs>
                    <a:gs pos="100000">
                      <a:schemeClr val="accent1"/>
                    </a:gs>
                  </a:gsLst>
                  <a:lin ang="5400000" scaled="0"/>
                </a:gradFill>
                <a:latin typeface="Roboto Condensed Regular"/>
              </a:endParaRPr>
            </a:p>
          </p:txBody>
        </p:sp>
        <p:sp>
          <p:nvSpPr>
            <p:cNvPr id="115" name="TextBox 114"/>
            <p:cNvSpPr txBox="1"/>
            <p:nvPr/>
          </p:nvSpPr>
          <p:spPr>
            <a:xfrm>
              <a:off x="2992407" y="1288726"/>
              <a:ext cx="637481" cy="309138"/>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sp>
        <p:nvSpPr>
          <p:cNvPr id="150" name="평행 사변형 149"/>
          <p:cNvSpPr/>
          <p:nvPr/>
        </p:nvSpPr>
        <p:spPr>
          <a:xfrm>
            <a:off x="-172649" y="4123642"/>
            <a:ext cx="2332516" cy="158794"/>
          </a:xfrm>
          <a:prstGeom prst="parallelogram">
            <a:avLst>
              <a:gd name="adj" fmla="val 100000"/>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9" name="평행 사변형 28"/>
          <p:cNvSpPr/>
          <p:nvPr/>
        </p:nvSpPr>
        <p:spPr>
          <a:xfrm>
            <a:off x="2877813" y="3001230"/>
            <a:ext cx="1035534" cy="158794"/>
          </a:xfrm>
          <a:prstGeom prst="parallelogram">
            <a:avLst>
              <a:gd name="adj" fmla="val 100000"/>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23" name="그룹 22"/>
          <p:cNvGrpSpPr/>
          <p:nvPr/>
        </p:nvGrpSpPr>
        <p:grpSpPr>
          <a:xfrm>
            <a:off x="3754553" y="2440024"/>
            <a:ext cx="158794" cy="720000"/>
            <a:chOff x="3027750" y="3235570"/>
            <a:chExt cx="126000" cy="571306"/>
          </a:xfrm>
        </p:grpSpPr>
        <p:sp>
          <p:nvSpPr>
            <p:cNvPr id="25" name="평행 사변형 24"/>
            <p:cNvSpPr/>
            <p:nvPr/>
          </p:nvSpPr>
          <p:spPr>
            <a:xfrm rot="5400000" flipH="1">
              <a:off x="2805097" y="3458223"/>
              <a:ext cx="571306" cy="126000"/>
            </a:xfrm>
            <a:prstGeom prst="parallelogram">
              <a:avLst>
                <a:gd name="adj" fmla="val 100000"/>
              </a:avLst>
            </a:prstGeom>
            <a:solidFill>
              <a:schemeClr val="accent3">
                <a:lumMod val="5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6" name="평행 사변형 25"/>
            <p:cNvSpPr/>
            <p:nvPr/>
          </p:nvSpPr>
          <p:spPr>
            <a:xfrm rot="5400000" flipH="1">
              <a:off x="2969256" y="3294064"/>
              <a:ext cx="242987" cy="126000"/>
            </a:xfrm>
            <a:prstGeom prst="parallelogram">
              <a:avLst>
                <a:gd name="adj" fmla="val 100000"/>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27" name="평행 사변형 26"/>
          <p:cNvSpPr/>
          <p:nvPr/>
        </p:nvSpPr>
        <p:spPr>
          <a:xfrm>
            <a:off x="3754553" y="2440026"/>
            <a:ext cx="1035534" cy="158794"/>
          </a:xfrm>
          <a:prstGeom prst="parallelogram">
            <a:avLst>
              <a:gd name="adj" fmla="val 100000"/>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5" name="그룹 4"/>
          <p:cNvGrpSpPr/>
          <p:nvPr/>
        </p:nvGrpSpPr>
        <p:grpSpPr>
          <a:xfrm>
            <a:off x="4631293" y="1878818"/>
            <a:ext cx="158794" cy="720000"/>
            <a:chOff x="3027750" y="3235570"/>
            <a:chExt cx="126000" cy="571306"/>
          </a:xfrm>
        </p:grpSpPr>
        <p:sp>
          <p:nvSpPr>
            <p:cNvPr id="10" name="평행 사변형 9"/>
            <p:cNvSpPr/>
            <p:nvPr/>
          </p:nvSpPr>
          <p:spPr>
            <a:xfrm rot="5400000" flipH="1">
              <a:off x="2805097" y="3458223"/>
              <a:ext cx="571306" cy="126000"/>
            </a:xfrm>
            <a:prstGeom prst="parallelogram">
              <a:avLst>
                <a:gd name="adj" fmla="val 100000"/>
              </a:avLst>
            </a:prstGeom>
            <a:solidFill>
              <a:schemeClr val="accent3">
                <a:lumMod val="5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2" name="평행 사변형 11"/>
            <p:cNvSpPr/>
            <p:nvPr/>
          </p:nvSpPr>
          <p:spPr>
            <a:xfrm rot="5400000" flipH="1">
              <a:off x="2969256" y="3294064"/>
              <a:ext cx="242987" cy="126000"/>
            </a:xfrm>
            <a:prstGeom prst="parallelogram">
              <a:avLst>
                <a:gd name="adj" fmla="val 100000"/>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3" name="평행 사변형 2"/>
          <p:cNvSpPr/>
          <p:nvPr/>
        </p:nvSpPr>
        <p:spPr>
          <a:xfrm>
            <a:off x="4631293" y="1878822"/>
            <a:ext cx="1035534" cy="158794"/>
          </a:xfrm>
          <a:prstGeom prst="parallelogram">
            <a:avLst>
              <a:gd name="adj" fmla="val 100000"/>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140" name="그룹 139"/>
          <p:cNvGrpSpPr/>
          <p:nvPr/>
        </p:nvGrpSpPr>
        <p:grpSpPr>
          <a:xfrm>
            <a:off x="5508030" y="1317615"/>
            <a:ext cx="158797" cy="720000"/>
            <a:chOff x="3027750" y="3235569"/>
            <a:chExt cx="126002" cy="571306"/>
          </a:xfrm>
        </p:grpSpPr>
        <p:sp>
          <p:nvSpPr>
            <p:cNvPr id="144" name="평행 사변형 143"/>
            <p:cNvSpPr/>
            <p:nvPr/>
          </p:nvSpPr>
          <p:spPr>
            <a:xfrm rot="5400000" flipH="1">
              <a:off x="2805099" y="3458222"/>
              <a:ext cx="571306" cy="126000"/>
            </a:xfrm>
            <a:prstGeom prst="parallelogram">
              <a:avLst>
                <a:gd name="adj" fmla="val 100000"/>
              </a:avLst>
            </a:prstGeom>
            <a:solidFill>
              <a:schemeClr val="accent3">
                <a:lumMod val="5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5" name="평행 사변형 144"/>
            <p:cNvSpPr/>
            <p:nvPr/>
          </p:nvSpPr>
          <p:spPr>
            <a:xfrm rot="5400000" flipH="1">
              <a:off x="2969256" y="3294064"/>
              <a:ext cx="242987" cy="126000"/>
            </a:xfrm>
            <a:prstGeom prst="parallelogram">
              <a:avLst>
                <a:gd name="adj" fmla="val 100000"/>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46" name="평행 사변형 145"/>
          <p:cNvSpPr/>
          <p:nvPr/>
        </p:nvSpPr>
        <p:spPr>
          <a:xfrm>
            <a:off x="5508030" y="1317615"/>
            <a:ext cx="1035534" cy="158794"/>
          </a:xfrm>
          <a:prstGeom prst="parallelogram">
            <a:avLst>
              <a:gd name="adj" fmla="val 100000"/>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7" name="Freeform 5"/>
          <p:cNvSpPr>
            <a:spLocks/>
          </p:cNvSpPr>
          <p:nvPr/>
        </p:nvSpPr>
        <p:spPr bwMode="auto">
          <a:xfrm>
            <a:off x="5638665" y="879480"/>
            <a:ext cx="774263" cy="531493"/>
          </a:xfrm>
          <a:custGeom>
            <a:avLst/>
            <a:gdLst>
              <a:gd name="T0" fmla="*/ 789 w 1031"/>
              <a:gd name="T1" fmla="*/ 331 h 707"/>
              <a:gd name="T2" fmla="*/ 889 w 1031"/>
              <a:gd name="T3" fmla="*/ 203 h 707"/>
              <a:gd name="T4" fmla="*/ 1021 w 1031"/>
              <a:gd name="T5" fmla="*/ 331 h 707"/>
              <a:gd name="T6" fmla="*/ 1017 w 1031"/>
              <a:gd name="T7" fmla="*/ 411 h 707"/>
              <a:gd name="T8" fmla="*/ 1025 w 1031"/>
              <a:gd name="T9" fmla="*/ 439 h 707"/>
              <a:gd name="T10" fmla="*/ 1021 w 1031"/>
              <a:gd name="T11" fmla="*/ 571 h 707"/>
              <a:gd name="T12" fmla="*/ 985 w 1031"/>
              <a:gd name="T13" fmla="*/ 707 h 707"/>
              <a:gd name="T14" fmla="*/ 661 w 1031"/>
              <a:gd name="T15" fmla="*/ 707 h 707"/>
              <a:gd name="T16" fmla="*/ 677 w 1031"/>
              <a:gd name="T17" fmla="*/ 507 h 707"/>
              <a:gd name="T18" fmla="*/ 517 w 1031"/>
              <a:gd name="T19" fmla="*/ 531 h 707"/>
              <a:gd name="T20" fmla="*/ 461 w 1031"/>
              <a:gd name="T21" fmla="*/ 535 h 707"/>
              <a:gd name="T22" fmla="*/ 453 w 1031"/>
              <a:gd name="T23" fmla="*/ 555 h 707"/>
              <a:gd name="T24" fmla="*/ 305 w 1031"/>
              <a:gd name="T25" fmla="*/ 547 h 707"/>
              <a:gd name="T26" fmla="*/ 293 w 1031"/>
              <a:gd name="T27" fmla="*/ 707 h 707"/>
              <a:gd name="T28" fmla="*/ 1 w 1031"/>
              <a:gd name="T29" fmla="*/ 707 h 707"/>
              <a:gd name="T30" fmla="*/ 13 w 1031"/>
              <a:gd name="T31" fmla="*/ 607 h 707"/>
              <a:gd name="T32" fmla="*/ 5 w 1031"/>
              <a:gd name="T33" fmla="*/ 555 h 707"/>
              <a:gd name="T34" fmla="*/ 21 w 1031"/>
              <a:gd name="T35" fmla="*/ 499 h 707"/>
              <a:gd name="T36" fmla="*/ 5 w 1031"/>
              <a:gd name="T37" fmla="*/ 375 h 707"/>
              <a:gd name="T38" fmla="*/ 73 w 1031"/>
              <a:gd name="T39" fmla="*/ 207 h 707"/>
              <a:gd name="T40" fmla="*/ 237 w 1031"/>
              <a:gd name="T41" fmla="*/ 343 h 707"/>
              <a:gd name="T42" fmla="*/ 181 w 1031"/>
              <a:gd name="T43" fmla="*/ 255 h 707"/>
              <a:gd name="T44" fmla="*/ 189 w 1031"/>
              <a:gd name="T45" fmla="*/ 227 h 707"/>
              <a:gd name="T46" fmla="*/ 89 w 1031"/>
              <a:gd name="T47" fmla="*/ 179 h 707"/>
              <a:gd name="T48" fmla="*/ 85 w 1031"/>
              <a:gd name="T49" fmla="*/ 31 h 707"/>
              <a:gd name="T50" fmla="*/ 217 w 1031"/>
              <a:gd name="T51" fmla="*/ 23 h 707"/>
              <a:gd name="T52" fmla="*/ 261 w 1031"/>
              <a:gd name="T53" fmla="*/ 135 h 707"/>
              <a:gd name="T54" fmla="*/ 245 w 1031"/>
              <a:gd name="T55" fmla="*/ 203 h 707"/>
              <a:gd name="T56" fmla="*/ 197 w 1031"/>
              <a:gd name="T57" fmla="*/ 211 h 707"/>
              <a:gd name="T58" fmla="*/ 269 w 1031"/>
              <a:gd name="T59" fmla="*/ 427 h 707"/>
              <a:gd name="T60" fmla="*/ 485 w 1031"/>
              <a:gd name="T61" fmla="*/ 451 h 707"/>
              <a:gd name="T62" fmla="*/ 521 w 1031"/>
              <a:gd name="T63" fmla="*/ 463 h 707"/>
              <a:gd name="T64" fmla="*/ 609 w 1031"/>
              <a:gd name="T65" fmla="*/ 435 h 707"/>
              <a:gd name="T66" fmla="*/ 669 w 1031"/>
              <a:gd name="T67" fmla="*/ 355 h 707"/>
              <a:gd name="T68" fmla="*/ 693 w 1031"/>
              <a:gd name="T69" fmla="*/ 263 h 707"/>
              <a:gd name="T70" fmla="*/ 769 w 1031"/>
              <a:gd name="T71" fmla="*/ 231 h 707"/>
              <a:gd name="T72" fmla="*/ 745 w 1031"/>
              <a:gd name="T73" fmla="*/ 315 h 707"/>
              <a:gd name="T74" fmla="*/ 777 w 1031"/>
              <a:gd name="T75" fmla="*/ 211 h 707"/>
              <a:gd name="T76" fmla="*/ 737 w 1031"/>
              <a:gd name="T77" fmla="*/ 199 h 707"/>
              <a:gd name="T78" fmla="*/ 725 w 1031"/>
              <a:gd name="T79" fmla="*/ 131 h 707"/>
              <a:gd name="T80" fmla="*/ 753 w 1031"/>
              <a:gd name="T81" fmla="*/ 27 h 707"/>
              <a:gd name="T82" fmla="*/ 853 w 1031"/>
              <a:gd name="T83" fmla="*/ 3 h 707"/>
              <a:gd name="T84" fmla="*/ 877 w 1031"/>
              <a:gd name="T85" fmla="*/ 155 h 707"/>
              <a:gd name="T86" fmla="*/ 873 w 1031"/>
              <a:gd name="T87" fmla="*/ 191 h 707"/>
              <a:gd name="T88" fmla="*/ 797 w 1031"/>
              <a:gd name="T89" fmla="*/ 239 h 707"/>
              <a:gd name="T90" fmla="*/ 789 w 1031"/>
              <a:gd name="T91" fmla="*/ 331 h 7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31" h="707">
                <a:moveTo>
                  <a:pt x="789" y="331"/>
                </a:moveTo>
                <a:cubicBezTo>
                  <a:pt x="806" y="272"/>
                  <a:pt x="846" y="236"/>
                  <a:pt x="889" y="203"/>
                </a:cubicBezTo>
                <a:cubicBezTo>
                  <a:pt x="920" y="258"/>
                  <a:pt x="1005" y="255"/>
                  <a:pt x="1021" y="331"/>
                </a:cubicBezTo>
                <a:cubicBezTo>
                  <a:pt x="1026" y="357"/>
                  <a:pt x="1016" y="384"/>
                  <a:pt x="1017" y="411"/>
                </a:cubicBezTo>
                <a:cubicBezTo>
                  <a:pt x="1017" y="421"/>
                  <a:pt x="1024" y="429"/>
                  <a:pt x="1025" y="439"/>
                </a:cubicBezTo>
                <a:cubicBezTo>
                  <a:pt x="1031" y="480"/>
                  <a:pt x="1024" y="531"/>
                  <a:pt x="1021" y="571"/>
                </a:cubicBezTo>
                <a:cubicBezTo>
                  <a:pt x="1017" y="624"/>
                  <a:pt x="993" y="665"/>
                  <a:pt x="985" y="707"/>
                </a:cubicBezTo>
                <a:cubicBezTo>
                  <a:pt x="877" y="707"/>
                  <a:pt x="769" y="707"/>
                  <a:pt x="661" y="707"/>
                </a:cubicBezTo>
                <a:cubicBezTo>
                  <a:pt x="675" y="649"/>
                  <a:pt x="676" y="578"/>
                  <a:pt x="677" y="507"/>
                </a:cubicBezTo>
                <a:cubicBezTo>
                  <a:pt x="649" y="521"/>
                  <a:pt x="571" y="555"/>
                  <a:pt x="517" y="531"/>
                </a:cubicBezTo>
                <a:cubicBezTo>
                  <a:pt x="496" y="541"/>
                  <a:pt x="484" y="545"/>
                  <a:pt x="461" y="535"/>
                </a:cubicBezTo>
                <a:cubicBezTo>
                  <a:pt x="450" y="533"/>
                  <a:pt x="464" y="557"/>
                  <a:pt x="453" y="555"/>
                </a:cubicBezTo>
                <a:cubicBezTo>
                  <a:pt x="404" y="558"/>
                  <a:pt x="357" y="552"/>
                  <a:pt x="305" y="547"/>
                </a:cubicBezTo>
                <a:cubicBezTo>
                  <a:pt x="291" y="591"/>
                  <a:pt x="292" y="649"/>
                  <a:pt x="293" y="707"/>
                </a:cubicBezTo>
                <a:cubicBezTo>
                  <a:pt x="196" y="707"/>
                  <a:pt x="98" y="707"/>
                  <a:pt x="1" y="707"/>
                </a:cubicBezTo>
                <a:cubicBezTo>
                  <a:pt x="0" y="673"/>
                  <a:pt x="14" y="643"/>
                  <a:pt x="13" y="607"/>
                </a:cubicBezTo>
                <a:cubicBezTo>
                  <a:pt x="13" y="590"/>
                  <a:pt x="4" y="573"/>
                  <a:pt x="5" y="555"/>
                </a:cubicBezTo>
                <a:cubicBezTo>
                  <a:pt x="6" y="536"/>
                  <a:pt x="20" y="518"/>
                  <a:pt x="21" y="499"/>
                </a:cubicBezTo>
                <a:cubicBezTo>
                  <a:pt x="24" y="461"/>
                  <a:pt x="8" y="415"/>
                  <a:pt x="5" y="375"/>
                </a:cubicBezTo>
                <a:cubicBezTo>
                  <a:pt x="0" y="291"/>
                  <a:pt x="25" y="256"/>
                  <a:pt x="73" y="207"/>
                </a:cubicBezTo>
                <a:cubicBezTo>
                  <a:pt x="147" y="233"/>
                  <a:pt x="192" y="288"/>
                  <a:pt x="237" y="343"/>
                </a:cubicBezTo>
                <a:cubicBezTo>
                  <a:pt x="221" y="311"/>
                  <a:pt x="213" y="271"/>
                  <a:pt x="181" y="255"/>
                </a:cubicBezTo>
                <a:cubicBezTo>
                  <a:pt x="178" y="240"/>
                  <a:pt x="190" y="240"/>
                  <a:pt x="189" y="227"/>
                </a:cubicBezTo>
                <a:cubicBezTo>
                  <a:pt x="153" y="214"/>
                  <a:pt x="125" y="192"/>
                  <a:pt x="89" y="179"/>
                </a:cubicBezTo>
                <a:cubicBezTo>
                  <a:pt x="69" y="140"/>
                  <a:pt x="43" y="65"/>
                  <a:pt x="85" y="31"/>
                </a:cubicBezTo>
                <a:cubicBezTo>
                  <a:pt x="109" y="11"/>
                  <a:pt x="191" y="4"/>
                  <a:pt x="217" y="23"/>
                </a:cubicBezTo>
                <a:cubicBezTo>
                  <a:pt x="243" y="58"/>
                  <a:pt x="237" y="105"/>
                  <a:pt x="261" y="135"/>
                </a:cubicBezTo>
                <a:cubicBezTo>
                  <a:pt x="245" y="147"/>
                  <a:pt x="252" y="182"/>
                  <a:pt x="245" y="203"/>
                </a:cubicBezTo>
                <a:cubicBezTo>
                  <a:pt x="230" y="207"/>
                  <a:pt x="211" y="206"/>
                  <a:pt x="197" y="211"/>
                </a:cubicBezTo>
                <a:cubicBezTo>
                  <a:pt x="197" y="291"/>
                  <a:pt x="291" y="324"/>
                  <a:pt x="269" y="427"/>
                </a:cubicBezTo>
                <a:cubicBezTo>
                  <a:pt x="309" y="463"/>
                  <a:pt x="426" y="460"/>
                  <a:pt x="485" y="451"/>
                </a:cubicBezTo>
                <a:cubicBezTo>
                  <a:pt x="499" y="453"/>
                  <a:pt x="512" y="456"/>
                  <a:pt x="521" y="463"/>
                </a:cubicBezTo>
                <a:cubicBezTo>
                  <a:pt x="543" y="446"/>
                  <a:pt x="582" y="447"/>
                  <a:pt x="609" y="435"/>
                </a:cubicBezTo>
                <a:cubicBezTo>
                  <a:pt x="630" y="410"/>
                  <a:pt x="641" y="373"/>
                  <a:pt x="669" y="355"/>
                </a:cubicBezTo>
                <a:cubicBezTo>
                  <a:pt x="670" y="317"/>
                  <a:pt x="683" y="291"/>
                  <a:pt x="693" y="263"/>
                </a:cubicBezTo>
                <a:cubicBezTo>
                  <a:pt x="716" y="250"/>
                  <a:pt x="738" y="236"/>
                  <a:pt x="769" y="231"/>
                </a:cubicBezTo>
                <a:cubicBezTo>
                  <a:pt x="765" y="263"/>
                  <a:pt x="751" y="285"/>
                  <a:pt x="745" y="315"/>
                </a:cubicBezTo>
                <a:cubicBezTo>
                  <a:pt x="759" y="284"/>
                  <a:pt x="787" y="254"/>
                  <a:pt x="777" y="211"/>
                </a:cubicBezTo>
                <a:cubicBezTo>
                  <a:pt x="768" y="203"/>
                  <a:pt x="744" y="210"/>
                  <a:pt x="737" y="199"/>
                </a:cubicBezTo>
                <a:cubicBezTo>
                  <a:pt x="729" y="180"/>
                  <a:pt x="738" y="145"/>
                  <a:pt x="725" y="131"/>
                </a:cubicBezTo>
                <a:cubicBezTo>
                  <a:pt x="729" y="91"/>
                  <a:pt x="754" y="72"/>
                  <a:pt x="753" y="27"/>
                </a:cubicBezTo>
                <a:cubicBezTo>
                  <a:pt x="774" y="6"/>
                  <a:pt x="809" y="0"/>
                  <a:pt x="853" y="3"/>
                </a:cubicBezTo>
                <a:cubicBezTo>
                  <a:pt x="913" y="17"/>
                  <a:pt x="925" y="117"/>
                  <a:pt x="877" y="155"/>
                </a:cubicBezTo>
                <a:cubicBezTo>
                  <a:pt x="875" y="166"/>
                  <a:pt x="882" y="187"/>
                  <a:pt x="873" y="191"/>
                </a:cubicBezTo>
                <a:cubicBezTo>
                  <a:pt x="858" y="217"/>
                  <a:pt x="822" y="223"/>
                  <a:pt x="797" y="239"/>
                </a:cubicBezTo>
                <a:cubicBezTo>
                  <a:pt x="786" y="261"/>
                  <a:pt x="789" y="298"/>
                  <a:pt x="789" y="33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154" name="그룹 153"/>
          <p:cNvGrpSpPr/>
          <p:nvPr/>
        </p:nvGrpSpPr>
        <p:grpSpPr>
          <a:xfrm>
            <a:off x="5549414" y="1571345"/>
            <a:ext cx="952765" cy="603294"/>
            <a:chOff x="2871213" y="1119161"/>
            <a:chExt cx="879869" cy="478703"/>
          </a:xfrm>
        </p:grpSpPr>
        <p:sp>
          <p:nvSpPr>
            <p:cNvPr id="155" name="TextBox 154"/>
            <p:cNvSpPr txBox="1"/>
            <p:nvPr/>
          </p:nvSpPr>
          <p:spPr>
            <a:xfrm>
              <a:off x="2871213" y="1119161"/>
              <a:ext cx="879869" cy="153888"/>
            </a:xfrm>
            <a:prstGeom prst="rect">
              <a:avLst/>
            </a:prstGeom>
            <a:noFill/>
          </p:spPr>
          <p:txBody>
            <a:bodyPr wrap="square" lIns="72000" tIns="0" rIns="72000" bIns="0" rtlCol="0">
              <a:noAutofit/>
            </a:bodyPr>
            <a:lstStyle/>
            <a:p>
              <a:pPr lvl="0" algn="ctr"/>
              <a:r>
                <a:rPr lang="en-US" altLang="ko-KR" sz="1200" b="1" dirty="0">
                  <a:gradFill>
                    <a:gsLst>
                      <a:gs pos="0">
                        <a:schemeClr val="accent1"/>
                      </a:gs>
                      <a:gs pos="100000">
                        <a:schemeClr val="accent1"/>
                      </a:gs>
                    </a:gsLst>
                    <a:lin ang="5400000" scaled="0"/>
                  </a:gradFill>
                  <a:latin typeface="Roboto Condensed Regular"/>
                </a:rPr>
                <a:t>Final</a:t>
              </a:r>
              <a:endParaRPr lang="ko-KR" altLang="en-US" sz="1200" b="1" dirty="0">
                <a:gradFill>
                  <a:gsLst>
                    <a:gs pos="0">
                      <a:schemeClr val="accent1"/>
                    </a:gs>
                    <a:gs pos="100000">
                      <a:schemeClr val="accent1"/>
                    </a:gs>
                  </a:gsLst>
                  <a:lin ang="5400000" scaled="0"/>
                </a:gradFill>
                <a:latin typeface="Roboto Condensed Regular"/>
              </a:endParaRPr>
            </a:p>
          </p:txBody>
        </p:sp>
        <p:sp>
          <p:nvSpPr>
            <p:cNvPr id="156" name="TextBox 155"/>
            <p:cNvSpPr txBox="1"/>
            <p:nvPr/>
          </p:nvSpPr>
          <p:spPr>
            <a:xfrm>
              <a:off x="3006667" y="1288726"/>
              <a:ext cx="608962" cy="309138"/>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sp>
        <p:nvSpPr>
          <p:cNvPr id="2" name="텍스트 개체 틀 1"/>
          <p:cNvSpPr>
            <a:spLocks noGrp="1"/>
          </p:cNvSpPr>
          <p:nvPr>
            <p:ph type="body" sz="quarter" idx="10"/>
          </p:nvPr>
        </p:nvSpPr>
        <p:spPr/>
        <p:txBody>
          <a:bodyPr/>
          <a:lstStyle/>
          <a:p>
            <a:pPr lvl="0"/>
            <a:r>
              <a:rPr lang="en-US" altLang="ko-KR" sz="900" b="1" dirty="0">
                <a:gradFill>
                  <a:gsLst>
                    <a:gs pos="0">
                      <a:schemeClr val="accent1"/>
                    </a:gs>
                    <a:gs pos="100000">
                      <a:schemeClr val="accent1"/>
                    </a:gs>
                  </a:gsLst>
                  <a:lin ang="5400000" scaled="0"/>
                </a:gradFill>
                <a:latin typeface="+mj-lt"/>
              </a:rPr>
              <a:t>We are the best.</a:t>
            </a:r>
          </a:p>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a:t>
            </a:r>
            <a:r>
              <a:rPr lang="en-US" altLang="ko-KR" dirty="0"/>
              <a:t> us.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 </a:t>
            </a:r>
            <a:r>
              <a:rPr lang="en-US" altLang="ko-KR" dirty="0" err="1"/>
              <a:t>na.</a:t>
            </a:r>
            <a:r>
              <a:rPr lang="en-US" altLang="ko-KR" dirty="0"/>
              <a:t>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a:t>
            </a:r>
            <a:r>
              <a:rPr lang="en-US" altLang="ko-KR" dirty="0"/>
              <a:t> </a:t>
            </a:r>
            <a:r>
              <a:rPr lang="en-US" altLang="ko-KR" dirty="0" err="1"/>
              <a:t>tra</a:t>
            </a:r>
            <a:r>
              <a:rPr lang="en-US" altLang="ko-KR" dirty="0"/>
              <a:t> </a:t>
            </a:r>
            <a:r>
              <a:rPr lang="en-US" altLang="ko-KR" dirty="0" err="1"/>
              <a:t>auctor</a:t>
            </a:r>
            <a:r>
              <a:rPr lang="en-US" altLang="ko-KR" dirty="0"/>
              <a:t>, </a:t>
            </a:r>
            <a:r>
              <a:rPr lang="en-US" altLang="ko-KR" dirty="0" err="1"/>
              <a:t>sem</a:t>
            </a:r>
            <a:r>
              <a:rPr lang="en-US" altLang="ko-KR" dirty="0"/>
              <a:t> mass a </a:t>
            </a:r>
            <a:r>
              <a:rPr lang="en-US" altLang="ko-KR" dirty="0" err="1"/>
              <a:t>mattis</a:t>
            </a:r>
            <a:r>
              <a:rPr lang="en-US" altLang="ko-KR" dirty="0"/>
              <a:t> </a:t>
            </a:r>
            <a:r>
              <a:rPr lang="en-US" altLang="ko-KR" dirty="0" err="1"/>
              <a:t>sem</a:t>
            </a:r>
            <a:r>
              <a:rPr lang="en-US" altLang="ko-KR" dirty="0"/>
              <a:t>, at I </a:t>
            </a:r>
            <a:r>
              <a:rPr lang="en-US" altLang="ko-KR" dirty="0" err="1"/>
              <a:t>nterdum</a:t>
            </a:r>
            <a:r>
              <a:rPr lang="en-US" altLang="ko-KR" dirty="0"/>
              <a:t> magna </a:t>
            </a:r>
            <a:r>
              <a:rPr lang="en-US" altLang="ko-KR" dirty="0" err="1"/>
              <a:t>augue</a:t>
            </a:r>
            <a:r>
              <a:rPr lang="en-US" altLang="ko-KR" dirty="0"/>
              <a:t> </a:t>
            </a:r>
            <a:r>
              <a:rPr lang="en-US" altLang="ko-KR" dirty="0" err="1"/>
              <a:t>eget</a:t>
            </a:r>
            <a:r>
              <a:rPr lang="en-US" altLang="ko-KR" dirty="0"/>
              <a:t> diam. </a:t>
            </a:r>
            <a:r>
              <a:rPr lang="en-US" altLang="ko-KR" dirty="0" err="1"/>
              <a:t>Vesti</a:t>
            </a:r>
            <a:r>
              <a:rPr lang="en-US" altLang="ko-KR" dirty="0"/>
              <a:t> </a:t>
            </a:r>
            <a:r>
              <a:rPr lang="en-US" altLang="ko-KR" dirty="0" err="1"/>
              <a:t>bulum</a:t>
            </a:r>
            <a:r>
              <a:rPr lang="en-US" altLang="ko-KR" dirty="0"/>
              <a:t> ante </a:t>
            </a:r>
            <a:r>
              <a:rPr lang="en-US" altLang="ko-KR" dirty="0" err="1"/>
              <a:t>ipsum</a:t>
            </a:r>
            <a:r>
              <a:rPr lang="en-US" altLang="ko-KR" dirty="0"/>
              <a:t> </a:t>
            </a:r>
            <a:r>
              <a:rPr lang="en-US" altLang="ko-KR" dirty="0" err="1"/>
              <a:t>primis</a:t>
            </a:r>
            <a:r>
              <a:rPr lang="en-US" altLang="ko-KR" dirty="0"/>
              <a:t> in </a:t>
            </a:r>
            <a:r>
              <a:rPr lang="en-US" altLang="ko-KR" dirty="0" err="1"/>
              <a:t>fau</a:t>
            </a:r>
            <a:r>
              <a:rPr lang="en-US" altLang="ko-KR" dirty="0"/>
              <a:t> </a:t>
            </a:r>
            <a:r>
              <a:rPr lang="en-US" altLang="ko-KR" dirty="0" err="1"/>
              <a:t>cibus</a:t>
            </a:r>
            <a:r>
              <a:rPr lang="en-US" altLang="ko-KR" dirty="0"/>
              <a:t> or ci </a:t>
            </a:r>
            <a:r>
              <a:rPr lang="en-US" altLang="ko-KR" dirty="0" err="1"/>
              <a:t>luctus</a:t>
            </a:r>
            <a:r>
              <a:rPr lang="en-US" altLang="ko-KR" dirty="0"/>
              <a:t> et </a:t>
            </a:r>
            <a:r>
              <a:rPr lang="en-US" altLang="ko-KR" dirty="0" err="1"/>
              <a:t>ultrices</a:t>
            </a:r>
            <a:r>
              <a:rPr lang="en-US" altLang="ko-KR" dirty="0"/>
              <a:t> </a:t>
            </a:r>
            <a:r>
              <a:rPr lang="en-US" altLang="ko-KR" dirty="0" err="1"/>
              <a:t>posuere</a:t>
            </a:r>
            <a:r>
              <a:rPr lang="en-US" altLang="ko-KR" dirty="0"/>
              <a:t> </a:t>
            </a:r>
            <a:r>
              <a:rPr lang="en-US" altLang="ko-KR" dirty="0" err="1"/>
              <a:t>cubilia</a:t>
            </a:r>
            <a:r>
              <a:rPr lang="en-US" altLang="ko-KR" dirty="0"/>
              <a:t> Cu r </a:t>
            </a:r>
            <a:r>
              <a:rPr lang="en-US" altLang="ko-KR" dirty="0" err="1"/>
              <a:t>ae</a:t>
            </a:r>
            <a:r>
              <a:rPr lang="en-US" altLang="ko-KR" dirty="0"/>
              <a:t>; </a:t>
            </a:r>
            <a:r>
              <a:rPr lang="en-US" altLang="ko-KR" dirty="0" err="1"/>
              <a:t>Morbi</a:t>
            </a:r>
            <a:r>
              <a:rPr lang="en-US" altLang="ko-KR" dirty="0"/>
              <a:t> </a:t>
            </a:r>
            <a:r>
              <a:rPr lang="en-US" altLang="ko-KR" dirty="0" err="1"/>
              <a:t>lacinia</a:t>
            </a:r>
            <a:r>
              <a:rPr lang="en-US" altLang="ko-KR" dirty="0"/>
              <a:t> </a:t>
            </a:r>
            <a:r>
              <a:rPr lang="en-US" altLang="ko-KR" dirty="0" err="1"/>
              <a:t>molestie</a:t>
            </a:r>
            <a:r>
              <a:rPr lang="en-US" altLang="ko-KR" dirty="0"/>
              <a:t> dui. </a:t>
            </a:r>
            <a:endParaRPr lang="ko-KR" altLang="en-US" dirty="0"/>
          </a:p>
        </p:txBody>
      </p:sp>
      <p:grpSp>
        <p:nvGrpSpPr>
          <p:cNvPr id="67" name="그룹 66"/>
          <p:cNvGrpSpPr/>
          <p:nvPr/>
        </p:nvGrpSpPr>
        <p:grpSpPr>
          <a:xfrm>
            <a:off x="2192178" y="2644570"/>
            <a:ext cx="653324" cy="810853"/>
            <a:chOff x="2192178" y="2644570"/>
            <a:chExt cx="653324" cy="810853"/>
          </a:xfrm>
        </p:grpSpPr>
        <p:grpSp>
          <p:nvGrpSpPr>
            <p:cNvPr id="62" name="그룹 61"/>
            <p:cNvGrpSpPr/>
            <p:nvPr/>
          </p:nvGrpSpPr>
          <p:grpSpPr>
            <a:xfrm>
              <a:off x="2192178" y="2644570"/>
              <a:ext cx="653324" cy="810853"/>
              <a:chOff x="3008852" y="2644565"/>
              <a:chExt cx="653324" cy="810853"/>
            </a:xfrm>
          </p:grpSpPr>
          <p:cxnSp>
            <p:nvCxnSpPr>
              <p:cNvPr id="120" name="직선 연결선 119"/>
              <p:cNvCxnSpPr/>
              <p:nvPr/>
            </p:nvCxnSpPr>
            <p:spPr>
              <a:xfrm>
                <a:off x="3335514" y="3215338"/>
                <a:ext cx="7002" cy="240080"/>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121" name="그룹 120"/>
              <p:cNvGrpSpPr/>
              <p:nvPr/>
            </p:nvGrpSpPr>
            <p:grpSpPr>
              <a:xfrm>
                <a:off x="3008852" y="2644565"/>
                <a:ext cx="653324" cy="653324"/>
                <a:chOff x="1385191" y="2138097"/>
                <a:chExt cx="805348" cy="805347"/>
              </a:xfrm>
            </p:grpSpPr>
            <p:sp>
              <p:nvSpPr>
                <p:cNvPr id="126" name="타원 125"/>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27"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78" name="직사각형 77"/>
              <p:cNvSpPr/>
              <p:nvPr/>
            </p:nvSpPr>
            <p:spPr>
              <a:xfrm>
                <a:off x="3063648" y="2843516"/>
                <a:ext cx="543732" cy="368155"/>
              </a:xfrm>
              <a:prstGeom prst="rect">
                <a:avLst/>
              </a:prstGeom>
              <a:no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ts val="2000"/>
                  </a:lnSpc>
                </a:pPr>
                <a:endParaRPr lang="en-US" altLang="ko-KR" sz="5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sp>
          <p:nvSpPr>
            <p:cNvPr id="66" name="Freeform 48"/>
            <p:cNvSpPr>
              <a:spLocks noEditPoints="1"/>
            </p:cNvSpPr>
            <p:nvPr/>
          </p:nvSpPr>
          <p:spPr bwMode="auto">
            <a:xfrm>
              <a:off x="2379774" y="2761571"/>
              <a:ext cx="282439" cy="413265"/>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70" name="그룹 69"/>
          <p:cNvGrpSpPr/>
          <p:nvPr/>
        </p:nvGrpSpPr>
        <p:grpSpPr>
          <a:xfrm>
            <a:off x="3068917" y="2083364"/>
            <a:ext cx="653325" cy="810853"/>
            <a:chOff x="3068917" y="2083364"/>
            <a:chExt cx="653325" cy="810853"/>
          </a:xfrm>
        </p:grpSpPr>
        <p:grpSp>
          <p:nvGrpSpPr>
            <p:cNvPr id="63" name="그룹 62"/>
            <p:cNvGrpSpPr/>
            <p:nvPr/>
          </p:nvGrpSpPr>
          <p:grpSpPr>
            <a:xfrm>
              <a:off x="3068917" y="2083364"/>
              <a:ext cx="653325" cy="810853"/>
              <a:chOff x="4120409" y="2083359"/>
              <a:chExt cx="653325" cy="810853"/>
            </a:xfrm>
          </p:grpSpPr>
          <p:cxnSp>
            <p:nvCxnSpPr>
              <p:cNvPr id="106" name="직선 연결선 105"/>
              <p:cNvCxnSpPr/>
              <p:nvPr/>
            </p:nvCxnSpPr>
            <p:spPr>
              <a:xfrm>
                <a:off x="4447071" y="2654132"/>
                <a:ext cx="7002" cy="240080"/>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107" name="그룹 106"/>
              <p:cNvGrpSpPr/>
              <p:nvPr/>
            </p:nvGrpSpPr>
            <p:grpSpPr>
              <a:xfrm>
                <a:off x="4120409" y="2083359"/>
                <a:ext cx="653325" cy="653324"/>
                <a:chOff x="1385191" y="2138097"/>
                <a:chExt cx="805348" cy="805347"/>
              </a:xfrm>
            </p:grpSpPr>
            <p:sp>
              <p:nvSpPr>
                <p:cNvPr id="112" name="타원 111"/>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13"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80" name="직사각형 79"/>
              <p:cNvSpPr/>
              <p:nvPr/>
            </p:nvSpPr>
            <p:spPr>
              <a:xfrm>
                <a:off x="4175206" y="2282311"/>
                <a:ext cx="543732" cy="368155"/>
              </a:xfrm>
              <a:prstGeom prst="rect">
                <a:avLst/>
              </a:prstGeom>
              <a:no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ts val="2000"/>
                  </a:lnSpc>
                </a:pPr>
                <a:endParaRPr lang="en-US" altLang="ko-KR" sz="5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sp>
          <p:nvSpPr>
            <p:cNvPr id="69" name="Freeform 50"/>
            <p:cNvSpPr>
              <a:spLocks noEditPoints="1"/>
            </p:cNvSpPr>
            <p:nvPr/>
          </p:nvSpPr>
          <p:spPr bwMode="auto">
            <a:xfrm>
              <a:off x="3239800" y="2202891"/>
              <a:ext cx="311558" cy="392420"/>
            </a:xfrm>
            <a:custGeom>
              <a:avLst/>
              <a:gdLst/>
              <a:ahLst/>
              <a:cxnLst>
                <a:cxn ang="0">
                  <a:pos x="187" y="135"/>
                </a:cxn>
                <a:cxn ang="0">
                  <a:pos x="44" y="135"/>
                </a:cxn>
                <a:cxn ang="0">
                  <a:pos x="44" y="156"/>
                </a:cxn>
                <a:cxn ang="0">
                  <a:pos x="187" y="156"/>
                </a:cxn>
                <a:cxn ang="0">
                  <a:pos x="187" y="135"/>
                </a:cxn>
                <a:cxn ang="0">
                  <a:pos x="187" y="95"/>
                </a:cxn>
                <a:cxn ang="0">
                  <a:pos x="44" y="95"/>
                </a:cxn>
                <a:cxn ang="0">
                  <a:pos x="44" y="115"/>
                </a:cxn>
                <a:cxn ang="0">
                  <a:pos x="187" y="115"/>
                </a:cxn>
                <a:cxn ang="0">
                  <a:pos x="187" y="95"/>
                </a:cxn>
                <a:cxn ang="0">
                  <a:pos x="187" y="54"/>
                </a:cxn>
                <a:cxn ang="0">
                  <a:pos x="44" y="54"/>
                </a:cxn>
                <a:cxn ang="0">
                  <a:pos x="44" y="75"/>
                </a:cxn>
                <a:cxn ang="0">
                  <a:pos x="187" y="75"/>
                </a:cxn>
                <a:cxn ang="0">
                  <a:pos x="187" y="54"/>
                </a:cxn>
                <a:cxn ang="0">
                  <a:pos x="44" y="196"/>
                </a:cxn>
                <a:cxn ang="0">
                  <a:pos x="116" y="196"/>
                </a:cxn>
                <a:cxn ang="0">
                  <a:pos x="116" y="176"/>
                </a:cxn>
                <a:cxn ang="0">
                  <a:pos x="44" y="176"/>
                </a:cxn>
                <a:cxn ang="0">
                  <a:pos x="44" y="196"/>
                </a:cxn>
                <a:cxn ang="0">
                  <a:pos x="233" y="29"/>
                </a:cxn>
                <a:cxn ang="0">
                  <a:pos x="233" y="0"/>
                </a:cxn>
                <a:cxn ang="0">
                  <a:pos x="0" y="0"/>
                </a:cxn>
                <a:cxn ang="0">
                  <a:pos x="0" y="301"/>
                </a:cxn>
                <a:cxn ang="0">
                  <a:pos x="29" y="301"/>
                </a:cxn>
                <a:cxn ang="0">
                  <a:pos x="29" y="330"/>
                </a:cxn>
                <a:cxn ang="0">
                  <a:pos x="262" y="330"/>
                </a:cxn>
                <a:cxn ang="0">
                  <a:pos x="262" y="29"/>
                </a:cxn>
                <a:cxn ang="0">
                  <a:pos x="233" y="29"/>
                </a:cxn>
                <a:cxn ang="0">
                  <a:pos x="15" y="286"/>
                </a:cxn>
                <a:cxn ang="0">
                  <a:pos x="15" y="16"/>
                </a:cxn>
                <a:cxn ang="0">
                  <a:pos x="216" y="16"/>
                </a:cxn>
                <a:cxn ang="0">
                  <a:pos x="216" y="216"/>
                </a:cxn>
                <a:cxn ang="0">
                  <a:pos x="148" y="216"/>
                </a:cxn>
                <a:cxn ang="0">
                  <a:pos x="148" y="286"/>
                </a:cxn>
                <a:cxn ang="0">
                  <a:pos x="15" y="286"/>
                </a:cxn>
                <a:cxn ang="0">
                  <a:pos x="245" y="315"/>
                </a:cxn>
                <a:cxn ang="0">
                  <a:pos x="44" y="315"/>
                </a:cxn>
                <a:cxn ang="0">
                  <a:pos x="44" y="301"/>
                </a:cxn>
                <a:cxn ang="0">
                  <a:pos x="155" y="301"/>
                </a:cxn>
                <a:cxn ang="0">
                  <a:pos x="233" y="225"/>
                </a:cxn>
                <a:cxn ang="0">
                  <a:pos x="233" y="45"/>
                </a:cxn>
                <a:cxn ang="0">
                  <a:pos x="245" y="45"/>
                </a:cxn>
                <a:cxn ang="0">
                  <a:pos x="245" y="315"/>
                </a:cxn>
              </a:cxnLst>
              <a:rect l="0" t="0" r="r" b="b"/>
              <a:pathLst>
                <a:path w="262" h="330">
                  <a:moveTo>
                    <a:pt x="187" y="135"/>
                  </a:moveTo>
                  <a:lnTo>
                    <a:pt x="44" y="135"/>
                  </a:lnTo>
                  <a:lnTo>
                    <a:pt x="44" y="156"/>
                  </a:lnTo>
                  <a:lnTo>
                    <a:pt x="187" y="156"/>
                  </a:lnTo>
                  <a:lnTo>
                    <a:pt x="187" y="135"/>
                  </a:lnTo>
                  <a:close/>
                  <a:moveTo>
                    <a:pt x="187" y="95"/>
                  </a:moveTo>
                  <a:lnTo>
                    <a:pt x="44" y="95"/>
                  </a:lnTo>
                  <a:lnTo>
                    <a:pt x="44" y="115"/>
                  </a:lnTo>
                  <a:lnTo>
                    <a:pt x="187" y="115"/>
                  </a:lnTo>
                  <a:lnTo>
                    <a:pt x="187" y="95"/>
                  </a:lnTo>
                  <a:close/>
                  <a:moveTo>
                    <a:pt x="187" y="54"/>
                  </a:moveTo>
                  <a:lnTo>
                    <a:pt x="44" y="54"/>
                  </a:lnTo>
                  <a:lnTo>
                    <a:pt x="44" y="75"/>
                  </a:lnTo>
                  <a:lnTo>
                    <a:pt x="187" y="75"/>
                  </a:lnTo>
                  <a:lnTo>
                    <a:pt x="187" y="54"/>
                  </a:lnTo>
                  <a:close/>
                  <a:moveTo>
                    <a:pt x="44" y="196"/>
                  </a:moveTo>
                  <a:lnTo>
                    <a:pt x="116" y="196"/>
                  </a:lnTo>
                  <a:lnTo>
                    <a:pt x="116" y="176"/>
                  </a:lnTo>
                  <a:lnTo>
                    <a:pt x="44" y="176"/>
                  </a:lnTo>
                  <a:lnTo>
                    <a:pt x="44" y="196"/>
                  </a:lnTo>
                  <a:close/>
                  <a:moveTo>
                    <a:pt x="233" y="29"/>
                  </a:moveTo>
                  <a:lnTo>
                    <a:pt x="233" y="0"/>
                  </a:lnTo>
                  <a:lnTo>
                    <a:pt x="0" y="0"/>
                  </a:lnTo>
                  <a:lnTo>
                    <a:pt x="0" y="301"/>
                  </a:lnTo>
                  <a:lnTo>
                    <a:pt x="29" y="301"/>
                  </a:lnTo>
                  <a:lnTo>
                    <a:pt x="29" y="330"/>
                  </a:lnTo>
                  <a:lnTo>
                    <a:pt x="262" y="330"/>
                  </a:lnTo>
                  <a:lnTo>
                    <a:pt x="262" y="29"/>
                  </a:lnTo>
                  <a:lnTo>
                    <a:pt x="233" y="29"/>
                  </a:lnTo>
                  <a:close/>
                  <a:moveTo>
                    <a:pt x="15" y="286"/>
                  </a:moveTo>
                  <a:lnTo>
                    <a:pt x="15" y="16"/>
                  </a:lnTo>
                  <a:lnTo>
                    <a:pt x="216" y="16"/>
                  </a:lnTo>
                  <a:lnTo>
                    <a:pt x="216" y="216"/>
                  </a:lnTo>
                  <a:lnTo>
                    <a:pt x="148" y="216"/>
                  </a:lnTo>
                  <a:lnTo>
                    <a:pt x="148" y="286"/>
                  </a:lnTo>
                  <a:lnTo>
                    <a:pt x="15" y="286"/>
                  </a:lnTo>
                  <a:close/>
                  <a:moveTo>
                    <a:pt x="245" y="315"/>
                  </a:moveTo>
                  <a:lnTo>
                    <a:pt x="44" y="315"/>
                  </a:lnTo>
                  <a:lnTo>
                    <a:pt x="44" y="301"/>
                  </a:lnTo>
                  <a:lnTo>
                    <a:pt x="155" y="301"/>
                  </a:lnTo>
                  <a:lnTo>
                    <a:pt x="233" y="225"/>
                  </a:lnTo>
                  <a:lnTo>
                    <a:pt x="233" y="45"/>
                  </a:lnTo>
                  <a:lnTo>
                    <a:pt x="245" y="45"/>
                  </a:lnTo>
                  <a:lnTo>
                    <a:pt x="245" y="315"/>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72" name="그룹 71"/>
          <p:cNvGrpSpPr/>
          <p:nvPr/>
        </p:nvGrpSpPr>
        <p:grpSpPr>
          <a:xfrm>
            <a:off x="3945658" y="1522158"/>
            <a:ext cx="653325" cy="810853"/>
            <a:chOff x="3945658" y="1522158"/>
            <a:chExt cx="653325" cy="810853"/>
          </a:xfrm>
        </p:grpSpPr>
        <p:grpSp>
          <p:nvGrpSpPr>
            <p:cNvPr id="64" name="그룹 63"/>
            <p:cNvGrpSpPr/>
            <p:nvPr/>
          </p:nvGrpSpPr>
          <p:grpSpPr>
            <a:xfrm>
              <a:off x="3945658" y="1522158"/>
              <a:ext cx="653325" cy="810853"/>
              <a:chOff x="5231970" y="1522153"/>
              <a:chExt cx="653325" cy="810853"/>
            </a:xfrm>
          </p:grpSpPr>
          <p:cxnSp>
            <p:nvCxnSpPr>
              <p:cNvPr id="92" name="직선 연결선 91"/>
              <p:cNvCxnSpPr/>
              <p:nvPr/>
            </p:nvCxnSpPr>
            <p:spPr>
              <a:xfrm>
                <a:off x="5558632" y="2092926"/>
                <a:ext cx="7002" cy="240080"/>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93" name="그룹 92"/>
              <p:cNvGrpSpPr/>
              <p:nvPr/>
            </p:nvGrpSpPr>
            <p:grpSpPr>
              <a:xfrm>
                <a:off x="5231970" y="1522153"/>
                <a:ext cx="653325" cy="653324"/>
                <a:chOff x="1385191" y="2138097"/>
                <a:chExt cx="805348" cy="805347"/>
              </a:xfrm>
            </p:grpSpPr>
            <p:sp>
              <p:nvSpPr>
                <p:cNvPr id="98" name="타원 97"/>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99"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81" name="직사각형 80"/>
              <p:cNvSpPr/>
              <p:nvPr/>
            </p:nvSpPr>
            <p:spPr>
              <a:xfrm>
                <a:off x="5286767" y="1721105"/>
                <a:ext cx="543732" cy="368155"/>
              </a:xfrm>
              <a:prstGeom prst="rect">
                <a:avLst/>
              </a:prstGeom>
              <a:no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ts val="2000"/>
                  </a:lnSpc>
                </a:pPr>
                <a:endParaRPr lang="en-US" altLang="ko-KR" sz="5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sp>
          <p:nvSpPr>
            <p:cNvPr id="71" name="Freeform 39"/>
            <p:cNvSpPr>
              <a:spLocks noEditPoints="1"/>
            </p:cNvSpPr>
            <p:nvPr/>
          </p:nvSpPr>
          <p:spPr bwMode="auto">
            <a:xfrm>
              <a:off x="4083180" y="1654202"/>
              <a:ext cx="378279" cy="377169"/>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75" name="그룹 74"/>
          <p:cNvGrpSpPr/>
          <p:nvPr/>
        </p:nvGrpSpPr>
        <p:grpSpPr>
          <a:xfrm>
            <a:off x="4822398" y="960955"/>
            <a:ext cx="653325" cy="810853"/>
            <a:chOff x="4822398" y="960955"/>
            <a:chExt cx="653325" cy="810853"/>
          </a:xfrm>
        </p:grpSpPr>
        <p:grpSp>
          <p:nvGrpSpPr>
            <p:cNvPr id="65" name="그룹 64"/>
            <p:cNvGrpSpPr/>
            <p:nvPr/>
          </p:nvGrpSpPr>
          <p:grpSpPr>
            <a:xfrm>
              <a:off x="4822398" y="960955"/>
              <a:ext cx="653325" cy="810853"/>
              <a:chOff x="6343530" y="960950"/>
              <a:chExt cx="653325" cy="810853"/>
            </a:xfrm>
          </p:grpSpPr>
          <p:cxnSp>
            <p:nvCxnSpPr>
              <p:cNvPr id="50" name="직선 연결선 49"/>
              <p:cNvCxnSpPr/>
              <p:nvPr/>
            </p:nvCxnSpPr>
            <p:spPr>
              <a:xfrm>
                <a:off x="6670192" y="1531723"/>
                <a:ext cx="7002" cy="240080"/>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41" name="그룹 40"/>
              <p:cNvGrpSpPr/>
              <p:nvPr/>
            </p:nvGrpSpPr>
            <p:grpSpPr>
              <a:xfrm>
                <a:off x="6343530" y="960950"/>
                <a:ext cx="653325" cy="653324"/>
                <a:chOff x="1385191" y="2138097"/>
                <a:chExt cx="805348" cy="805347"/>
              </a:xfrm>
            </p:grpSpPr>
            <p:sp>
              <p:nvSpPr>
                <p:cNvPr id="46" name="타원 45"/>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47"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82" name="직사각형 81"/>
              <p:cNvSpPr/>
              <p:nvPr/>
            </p:nvSpPr>
            <p:spPr>
              <a:xfrm>
                <a:off x="6398327" y="1159901"/>
                <a:ext cx="543732" cy="368155"/>
              </a:xfrm>
              <a:prstGeom prst="rect">
                <a:avLst/>
              </a:prstGeom>
              <a:noFill/>
              <a:ln w="762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ts val="2000"/>
                  </a:lnSpc>
                </a:pPr>
                <a:endParaRPr lang="en-US" altLang="ko-KR" sz="5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grpSp>
        <p:sp>
          <p:nvSpPr>
            <p:cNvPr id="73" name="Freeform 47"/>
            <p:cNvSpPr>
              <a:spLocks noEditPoints="1"/>
            </p:cNvSpPr>
            <p:nvPr/>
          </p:nvSpPr>
          <p:spPr bwMode="auto">
            <a:xfrm>
              <a:off x="4961713" y="1108092"/>
              <a:ext cx="374695" cy="382341"/>
            </a:xfrm>
            <a:custGeom>
              <a:avLst/>
              <a:gdLst/>
              <a:ahLst/>
              <a:cxnLst>
                <a:cxn ang="0">
                  <a:pos x="117" y="78"/>
                </a:cxn>
                <a:cxn ang="0">
                  <a:pos x="136" y="0"/>
                </a:cxn>
                <a:cxn ang="0">
                  <a:pos x="56" y="5"/>
                </a:cxn>
                <a:cxn ang="0">
                  <a:pos x="67" y="18"/>
                </a:cxn>
                <a:cxn ang="0">
                  <a:pos x="19" y="156"/>
                </a:cxn>
                <a:cxn ang="0">
                  <a:pos x="106" y="66"/>
                </a:cxn>
                <a:cxn ang="0">
                  <a:pos x="117" y="78"/>
                </a:cxn>
                <a:cxn ang="0">
                  <a:pos x="205" y="73"/>
                </a:cxn>
                <a:cxn ang="0">
                  <a:pos x="118" y="163"/>
                </a:cxn>
                <a:cxn ang="0">
                  <a:pos x="108" y="151"/>
                </a:cxn>
                <a:cxn ang="0">
                  <a:pos x="88" y="229"/>
                </a:cxn>
                <a:cxn ang="0">
                  <a:pos x="169" y="225"/>
                </a:cxn>
                <a:cxn ang="0">
                  <a:pos x="158" y="211"/>
                </a:cxn>
                <a:cxn ang="0">
                  <a:pos x="205" y="73"/>
                </a:cxn>
              </a:cxnLst>
              <a:rect l="0" t="0" r="r" b="b"/>
              <a:pathLst>
                <a:path w="225" h="229">
                  <a:moveTo>
                    <a:pt x="117" y="78"/>
                  </a:moveTo>
                  <a:cubicBezTo>
                    <a:pt x="136" y="0"/>
                    <a:pt x="136" y="0"/>
                    <a:pt x="136" y="0"/>
                  </a:cubicBezTo>
                  <a:cubicBezTo>
                    <a:pt x="56" y="5"/>
                    <a:pt x="56" y="5"/>
                    <a:pt x="56" y="5"/>
                  </a:cubicBezTo>
                  <a:cubicBezTo>
                    <a:pt x="67" y="18"/>
                    <a:pt x="67" y="18"/>
                    <a:pt x="67" y="18"/>
                  </a:cubicBezTo>
                  <a:cubicBezTo>
                    <a:pt x="51" y="30"/>
                    <a:pt x="0" y="75"/>
                    <a:pt x="19" y="156"/>
                  </a:cubicBezTo>
                  <a:cubicBezTo>
                    <a:pt x="19" y="156"/>
                    <a:pt x="20" y="99"/>
                    <a:pt x="106" y="66"/>
                  </a:cubicBezTo>
                  <a:lnTo>
                    <a:pt x="117" y="78"/>
                  </a:lnTo>
                  <a:close/>
                  <a:moveTo>
                    <a:pt x="205" y="73"/>
                  </a:moveTo>
                  <a:cubicBezTo>
                    <a:pt x="205" y="73"/>
                    <a:pt x="205" y="130"/>
                    <a:pt x="118" y="163"/>
                  </a:cubicBezTo>
                  <a:cubicBezTo>
                    <a:pt x="108" y="151"/>
                    <a:pt x="108" y="151"/>
                    <a:pt x="108" y="151"/>
                  </a:cubicBezTo>
                  <a:cubicBezTo>
                    <a:pt x="88" y="229"/>
                    <a:pt x="88" y="229"/>
                    <a:pt x="88" y="229"/>
                  </a:cubicBezTo>
                  <a:cubicBezTo>
                    <a:pt x="169" y="225"/>
                    <a:pt x="169" y="225"/>
                    <a:pt x="169" y="225"/>
                  </a:cubicBezTo>
                  <a:cubicBezTo>
                    <a:pt x="158" y="211"/>
                    <a:pt x="158" y="211"/>
                    <a:pt x="158" y="211"/>
                  </a:cubicBezTo>
                  <a:cubicBezTo>
                    <a:pt x="173" y="200"/>
                    <a:pt x="225" y="154"/>
                    <a:pt x="205" y="73"/>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333279647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wipe(left)">
                                      <p:cBhvr>
                                        <p:cTn id="7" dur="500"/>
                                        <p:tgtEl>
                                          <p:spTgt spid="15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wipe(down)">
                                      <p:cBhvr>
                                        <p:cTn id="11" dur="500"/>
                                        <p:tgtEl>
                                          <p:spTgt spid="5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500"/>
                                        <p:tgtEl>
                                          <p:spTgt spid="33"/>
                                        </p:tgtEl>
                                      </p:cBhvr>
                                    </p:animEffect>
                                  </p:childTnLst>
                                </p:cTn>
                              </p:par>
                              <p:par>
                                <p:cTn id="16" presetID="42" presetClass="entr" presetSubtype="0" fill="hold" nodeType="withEffect">
                                  <p:stCondLst>
                                    <p:cond delay="0"/>
                                  </p:stCondLst>
                                  <p:childTnLst>
                                    <p:set>
                                      <p:cBhvr>
                                        <p:cTn id="17" dur="1" fill="hold">
                                          <p:stCondLst>
                                            <p:cond delay="0"/>
                                          </p:stCondLst>
                                        </p:cTn>
                                        <p:tgtEl>
                                          <p:spTgt spid="117"/>
                                        </p:tgtEl>
                                        <p:attrNameLst>
                                          <p:attrName>style.visibility</p:attrName>
                                        </p:attrNameLst>
                                      </p:cBhvr>
                                      <p:to>
                                        <p:strVal val="visible"/>
                                      </p:to>
                                    </p:set>
                                    <p:animEffect transition="in" filter="fade">
                                      <p:cBhvr>
                                        <p:cTn id="18" dur="500"/>
                                        <p:tgtEl>
                                          <p:spTgt spid="117"/>
                                        </p:tgtEl>
                                      </p:cBhvr>
                                    </p:animEffect>
                                    <p:anim calcmode="lin" valueType="num">
                                      <p:cBhvr>
                                        <p:cTn id="19" dur="500" fill="hold"/>
                                        <p:tgtEl>
                                          <p:spTgt spid="117"/>
                                        </p:tgtEl>
                                        <p:attrNameLst>
                                          <p:attrName>ppt_x</p:attrName>
                                        </p:attrNameLst>
                                      </p:cBhvr>
                                      <p:tavLst>
                                        <p:tav tm="0">
                                          <p:val>
                                            <p:strVal val="#ppt_x"/>
                                          </p:val>
                                        </p:tav>
                                        <p:tav tm="100000">
                                          <p:val>
                                            <p:strVal val="#ppt_x"/>
                                          </p:val>
                                        </p:tav>
                                      </p:tavLst>
                                    </p:anim>
                                    <p:anim calcmode="lin" valueType="num">
                                      <p:cBhvr>
                                        <p:cTn id="20" dur="500" fill="hold"/>
                                        <p:tgtEl>
                                          <p:spTgt spid="117"/>
                                        </p:tgtEl>
                                        <p:attrNameLst>
                                          <p:attrName>ppt_y</p:attrName>
                                        </p:attrNameLst>
                                      </p:cBhvr>
                                      <p:tavLst>
                                        <p:tav tm="0">
                                          <p:val>
                                            <p:strVal val="#ppt_y+.1"/>
                                          </p:val>
                                        </p:tav>
                                        <p:tav tm="100000">
                                          <p:val>
                                            <p:strVal val="#ppt_y"/>
                                          </p:val>
                                        </p:tav>
                                      </p:tavLst>
                                    </p:anim>
                                  </p:childTnLst>
                                </p:cTn>
                              </p:par>
                              <p:par>
                                <p:cTn id="21" presetID="47" presetClass="entr" presetSubtype="0" fill="hold" nodeType="withEffect">
                                  <p:stCondLst>
                                    <p:cond delay="0"/>
                                  </p:stCondLst>
                                  <p:childTnLst>
                                    <p:set>
                                      <p:cBhvr>
                                        <p:cTn id="22" dur="1" fill="hold">
                                          <p:stCondLst>
                                            <p:cond delay="0"/>
                                          </p:stCondLst>
                                        </p:cTn>
                                        <p:tgtEl>
                                          <p:spTgt spid="67"/>
                                        </p:tgtEl>
                                        <p:attrNameLst>
                                          <p:attrName>style.visibility</p:attrName>
                                        </p:attrNameLst>
                                      </p:cBhvr>
                                      <p:to>
                                        <p:strVal val="visible"/>
                                      </p:to>
                                    </p:set>
                                    <p:animEffect transition="in" filter="fade">
                                      <p:cBhvr>
                                        <p:cTn id="23" dur="500"/>
                                        <p:tgtEl>
                                          <p:spTgt spid="67"/>
                                        </p:tgtEl>
                                      </p:cBhvr>
                                    </p:animEffect>
                                    <p:anim calcmode="lin" valueType="num">
                                      <p:cBhvr>
                                        <p:cTn id="24" dur="500" fill="hold"/>
                                        <p:tgtEl>
                                          <p:spTgt spid="67"/>
                                        </p:tgtEl>
                                        <p:attrNameLst>
                                          <p:attrName>ppt_x</p:attrName>
                                        </p:attrNameLst>
                                      </p:cBhvr>
                                      <p:tavLst>
                                        <p:tav tm="0">
                                          <p:val>
                                            <p:strVal val="#ppt_x"/>
                                          </p:val>
                                        </p:tav>
                                        <p:tav tm="100000">
                                          <p:val>
                                            <p:strVal val="#ppt_x"/>
                                          </p:val>
                                        </p:tav>
                                      </p:tavLst>
                                    </p:anim>
                                    <p:anim calcmode="lin" valueType="num">
                                      <p:cBhvr>
                                        <p:cTn id="25" dur="500" fill="hold"/>
                                        <p:tgtEl>
                                          <p:spTgt spid="67"/>
                                        </p:tgtEl>
                                        <p:attrNameLst>
                                          <p:attrName>ppt_y</p:attrName>
                                        </p:attrNameLst>
                                      </p:cBhvr>
                                      <p:tavLst>
                                        <p:tav tm="0">
                                          <p:val>
                                            <p:strVal val="#ppt_y-.1"/>
                                          </p:val>
                                        </p:tav>
                                        <p:tav tm="100000">
                                          <p:val>
                                            <p:strVal val="#ppt_y"/>
                                          </p:val>
                                        </p:tav>
                                      </p:tavLst>
                                    </p:anim>
                                  </p:childTnLst>
                                </p:cTn>
                              </p:par>
                            </p:childTnLst>
                          </p:cTn>
                        </p:par>
                        <p:par>
                          <p:cTn id="26" fill="hold">
                            <p:stCondLst>
                              <p:cond delay="1500"/>
                            </p:stCondLst>
                            <p:childTnLst>
                              <p:par>
                                <p:cTn id="27" presetID="22" presetClass="entr" presetSubtype="4" fill="hold"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down)">
                                      <p:cBhvr>
                                        <p:cTn id="29" dur="500"/>
                                        <p:tgtEl>
                                          <p:spTgt spid="30"/>
                                        </p:tgtEl>
                                      </p:cBhvr>
                                    </p:animEffect>
                                  </p:childTnLst>
                                </p:cTn>
                              </p:par>
                            </p:childTnLst>
                          </p:cTn>
                        </p:par>
                        <p:par>
                          <p:cTn id="30" fill="hold">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left)">
                                      <p:cBhvr>
                                        <p:cTn id="33" dur="500"/>
                                        <p:tgtEl>
                                          <p:spTgt spid="29"/>
                                        </p:tgtEl>
                                      </p:cBhvr>
                                    </p:animEffect>
                                  </p:childTnLst>
                                </p:cTn>
                              </p:par>
                              <p:par>
                                <p:cTn id="34" presetID="47" presetClass="entr" presetSubtype="0" fill="hold" nodeType="withEffect">
                                  <p:stCondLst>
                                    <p:cond delay="0"/>
                                  </p:stCondLst>
                                  <p:childTnLst>
                                    <p:set>
                                      <p:cBhvr>
                                        <p:cTn id="35" dur="1" fill="hold">
                                          <p:stCondLst>
                                            <p:cond delay="0"/>
                                          </p:stCondLst>
                                        </p:cTn>
                                        <p:tgtEl>
                                          <p:spTgt spid="70"/>
                                        </p:tgtEl>
                                        <p:attrNameLst>
                                          <p:attrName>style.visibility</p:attrName>
                                        </p:attrNameLst>
                                      </p:cBhvr>
                                      <p:to>
                                        <p:strVal val="visible"/>
                                      </p:to>
                                    </p:set>
                                    <p:animEffect transition="in" filter="fade">
                                      <p:cBhvr>
                                        <p:cTn id="36" dur="500"/>
                                        <p:tgtEl>
                                          <p:spTgt spid="70"/>
                                        </p:tgtEl>
                                      </p:cBhvr>
                                    </p:animEffect>
                                    <p:anim calcmode="lin" valueType="num">
                                      <p:cBhvr>
                                        <p:cTn id="37" dur="500" fill="hold"/>
                                        <p:tgtEl>
                                          <p:spTgt spid="70"/>
                                        </p:tgtEl>
                                        <p:attrNameLst>
                                          <p:attrName>ppt_x</p:attrName>
                                        </p:attrNameLst>
                                      </p:cBhvr>
                                      <p:tavLst>
                                        <p:tav tm="0">
                                          <p:val>
                                            <p:strVal val="#ppt_x"/>
                                          </p:val>
                                        </p:tav>
                                        <p:tav tm="100000">
                                          <p:val>
                                            <p:strVal val="#ppt_x"/>
                                          </p:val>
                                        </p:tav>
                                      </p:tavLst>
                                    </p:anim>
                                    <p:anim calcmode="lin" valueType="num">
                                      <p:cBhvr>
                                        <p:cTn id="38" dur="500" fill="hold"/>
                                        <p:tgtEl>
                                          <p:spTgt spid="70"/>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03"/>
                                        </p:tgtEl>
                                        <p:attrNameLst>
                                          <p:attrName>style.visibility</p:attrName>
                                        </p:attrNameLst>
                                      </p:cBhvr>
                                      <p:to>
                                        <p:strVal val="visible"/>
                                      </p:to>
                                    </p:set>
                                    <p:animEffect transition="in" filter="fade">
                                      <p:cBhvr>
                                        <p:cTn id="41" dur="500"/>
                                        <p:tgtEl>
                                          <p:spTgt spid="103"/>
                                        </p:tgtEl>
                                      </p:cBhvr>
                                    </p:animEffect>
                                    <p:anim calcmode="lin" valueType="num">
                                      <p:cBhvr>
                                        <p:cTn id="42" dur="500" fill="hold"/>
                                        <p:tgtEl>
                                          <p:spTgt spid="103"/>
                                        </p:tgtEl>
                                        <p:attrNameLst>
                                          <p:attrName>ppt_x</p:attrName>
                                        </p:attrNameLst>
                                      </p:cBhvr>
                                      <p:tavLst>
                                        <p:tav tm="0">
                                          <p:val>
                                            <p:strVal val="#ppt_x"/>
                                          </p:val>
                                        </p:tav>
                                        <p:tav tm="100000">
                                          <p:val>
                                            <p:strVal val="#ppt_x"/>
                                          </p:val>
                                        </p:tav>
                                      </p:tavLst>
                                    </p:anim>
                                    <p:anim calcmode="lin" valueType="num">
                                      <p:cBhvr>
                                        <p:cTn id="43" dur="500" fill="hold"/>
                                        <p:tgtEl>
                                          <p:spTgt spid="103"/>
                                        </p:tgtEl>
                                        <p:attrNameLst>
                                          <p:attrName>ppt_y</p:attrName>
                                        </p:attrNameLst>
                                      </p:cBhvr>
                                      <p:tavLst>
                                        <p:tav tm="0">
                                          <p:val>
                                            <p:strVal val="#ppt_y+.1"/>
                                          </p:val>
                                        </p:tav>
                                        <p:tav tm="100000">
                                          <p:val>
                                            <p:strVal val="#ppt_y"/>
                                          </p:val>
                                        </p:tav>
                                      </p:tavLst>
                                    </p:anim>
                                  </p:childTnLst>
                                </p:cTn>
                              </p:par>
                            </p:childTnLst>
                          </p:cTn>
                        </p:par>
                        <p:par>
                          <p:cTn id="44" fill="hold">
                            <p:stCondLst>
                              <p:cond delay="2500"/>
                            </p:stCondLst>
                            <p:childTnLst>
                              <p:par>
                                <p:cTn id="45" presetID="22" presetClass="entr" presetSubtype="4" fill="hold"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down)">
                                      <p:cBhvr>
                                        <p:cTn id="47" dur="500"/>
                                        <p:tgtEl>
                                          <p:spTgt spid="23"/>
                                        </p:tgtEl>
                                      </p:cBhvr>
                                    </p:animEffect>
                                  </p:childTnLst>
                                </p:cTn>
                              </p:par>
                            </p:childTnLst>
                          </p:cTn>
                        </p:par>
                        <p:par>
                          <p:cTn id="48" fill="hold">
                            <p:stCondLst>
                              <p:cond delay="3000"/>
                            </p:stCondLst>
                            <p:childTnLst>
                              <p:par>
                                <p:cTn id="49" presetID="22" presetClass="entr" presetSubtype="8" fill="hold" grpId="0" nodeType="after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wipe(left)">
                                      <p:cBhvr>
                                        <p:cTn id="51" dur="500"/>
                                        <p:tgtEl>
                                          <p:spTgt spid="27"/>
                                        </p:tgtEl>
                                      </p:cBhvr>
                                    </p:animEffect>
                                  </p:childTnLst>
                                </p:cTn>
                              </p:par>
                              <p:par>
                                <p:cTn id="52" presetID="47" presetClass="entr" presetSubtype="0" fill="hold" nodeType="withEffect">
                                  <p:stCondLst>
                                    <p:cond delay="0"/>
                                  </p:stCondLst>
                                  <p:childTnLst>
                                    <p:set>
                                      <p:cBhvr>
                                        <p:cTn id="53" dur="1" fill="hold">
                                          <p:stCondLst>
                                            <p:cond delay="0"/>
                                          </p:stCondLst>
                                        </p:cTn>
                                        <p:tgtEl>
                                          <p:spTgt spid="72"/>
                                        </p:tgtEl>
                                        <p:attrNameLst>
                                          <p:attrName>style.visibility</p:attrName>
                                        </p:attrNameLst>
                                      </p:cBhvr>
                                      <p:to>
                                        <p:strVal val="visible"/>
                                      </p:to>
                                    </p:set>
                                    <p:animEffect transition="in" filter="fade">
                                      <p:cBhvr>
                                        <p:cTn id="54" dur="500"/>
                                        <p:tgtEl>
                                          <p:spTgt spid="72"/>
                                        </p:tgtEl>
                                      </p:cBhvr>
                                    </p:animEffect>
                                    <p:anim calcmode="lin" valueType="num">
                                      <p:cBhvr>
                                        <p:cTn id="55" dur="500" fill="hold"/>
                                        <p:tgtEl>
                                          <p:spTgt spid="72"/>
                                        </p:tgtEl>
                                        <p:attrNameLst>
                                          <p:attrName>ppt_x</p:attrName>
                                        </p:attrNameLst>
                                      </p:cBhvr>
                                      <p:tavLst>
                                        <p:tav tm="0">
                                          <p:val>
                                            <p:strVal val="#ppt_x"/>
                                          </p:val>
                                        </p:tav>
                                        <p:tav tm="100000">
                                          <p:val>
                                            <p:strVal val="#ppt_x"/>
                                          </p:val>
                                        </p:tav>
                                      </p:tavLst>
                                    </p:anim>
                                    <p:anim calcmode="lin" valueType="num">
                                      <p:cBhvr>
                                        <p:cTn id="56" dur="500" fill="hold"/>
                                        <p:tgtEl>
                                          <p:spTgt spid="72"/>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89"/>
                                        </p:tgtEl>
                                        <p:attrNameLst>
                                          <p:attrName>style.visibility</p:attrName>
                                        </p:attrNameLst>
                                      </p:cBhvr>
                                      <p:to>
                                        <p:strVal val="visible"/>
                                      </p:to>
                                    </p:set>
                                    <p:animEffect transition="in" filter="fade">
                                      <p:cBhvr>
                                        <p:cTn id="59" dur="500"/>
                                        <p:tgtEl>
                                          <p:spTgt spid="89"/>
                                        </p:tgtEl>
                                      </p:cBhvr>
                                    </p:animEffect>
                                    <p:anim calcmode="lin" valueType="num">
                                      <p:cBhvr>
                                        <p:cTn id="60" dur="500" fill="hold"/>
                                        <p:tgtEl>
                                          <p:spTgt spid="89"/>
                                        </p:tgtEl>
                                        <p:attrNameLst>
                                          <p:attrName>ppt_x</p:attrName>
                                        </p:attrNameLst>
                                      </p:cBhvr>
                                      <p:tavLst>
                                        <p:tav tm="0">
                                          <p:val>
                                            <p:strVal val="#ppt_x"/>
                                          </p:val>
                                        </p:tav>
                                        <p:tav tm="100000">
                                          <p:val>
                                            <p:strVal val="#ppt_x"/>
                                          </p:val>
                                        </p:tav>
                                      </p:tavLst>
                                    </p:anim>
                                    <p:anim calcmode="lin" valueType="num">
                                      <p:cBhvr>
                                        <p:cTn id="61" dur="500" fill="hold"/>
                                        <p:tgtEl>
                                          <p:spTgt spid="89"/>
                                        </p:tgtEl>
                                        <p:attrNameLst>
                                          <p:attrName>ppt_y</p:attrName>
                                        </p:attrNameLst>
                                      </p:cBhvr>
                                      <p:tavLst>
                                        <p:tav tm="0">
                                          <p:val>
                                            <p:strVal val="#ppt_y+.1"/>
                                          </p:val>
                                        </p:tav>
                                        <p:tav tm="100000">
                                          <p:val>
                                            <p:strVal val="#ppt_y"/>
                                          </p:val>
                                        </p:tav>
                                      </p:tavLst>
                                    </p:anim>
                                  </p:childTnLst>
                                </p:cTn>
                              </p:par>
                            </p:childTnLst>
                          </p:cTn>
                        </p:par>
                        <p:par>
                          <p:cTn id="62" fill="hold">
                            <p:stCondLst>
                              <p:cond delay="3500"/>
                            </p:stCondLst>
                            <p:childTnLst>
                              <p:par>
                                <p:cTn id="63" presetID="22" presetClass="entr" presetSubtype="4" fill="hold" nodeType="after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wipe(down)">
                                      <p:cBhvr>
                                        <p:cTn id="65" dur="500"/>
                                        <p:tgtEl>
                                          <p:spTgt spid="5"/>
                                        </p:tgtEl>
                                      </p:cBhvr>
                                    </p:animEffect>
                                  </p:childTnLst>
                                </p:cTn>
                              </p:par>
                            </p:childTnLst>
                          </p:cTn>
                        </p:par>
                        <p:par>
                          <p:cTn id="66" fill="hold">
                            <p:stCondLst>
                              <p:cond delay="4000"/>
                            </p:stCondLst>
                            <p:childTnLst>
                              <p:par>
                                <p:cTn id="67" presetID="22" presetClass="entr" presetSubtype="8" fill="hold" grpId="0" nodeType="after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wipe(left)">
                                      <p:cBhvr>
                                        <p:cTn id="69" dur="500"/>
                                        <p:tgtEl>
                                          <p:spTgt spid="3"/>
                                        </p:tgtEl>
                                      </p:cBhvr>
                                    </p:animEffect>
                                  </p:childTnLst>
                                </p:cTn>
                              </p:par>
                              <p:par>
                                <p:cTn id="70" presetID="47" presetClass="entr" presetSubtype="0" fill="hold" nodeType="withEffect">
                                  <p:stCondLst>
                                    <p:cond delay="0"/>
                                  </p:stCondLst>
                                  <p:childTnLst>
                                    <p:set>
                                      <p:cBhvr>
                                        <p:cTn id="71" dur="1" fill="hold">
                                          <p:stCondLst>
                                            <p:cond delay="0"/>
                                          </p:stCondLst>
                                        </p:cTn>
                                        <p:tgtEl>
                                          <p:spTgt spid="75"/>
                                        </p:tgtEl>
                                        <p:attrNameLst>
                                          <p:attrName>style.visibility</p:attrName>
                                        </p:attrNameLst>
                                      </p:cBhvr>
                                      <p:to>
                                        <p:strVal val="visible"/>
                                      </p:to>
                                    </p:set>
                                    <p:animEffect transition="in" filter="fade">
                                      <p:cBhvr>
                                        <p:cTn id="72" dur="500"/>
                                        <p:tgtEl>
                                          <p:spTgt spid="75"/>
                                        </p:tgtEl>
                                      </p:cBhvr>
                                    </p:animEffect>
                                    <p:anim calcmode="lin" valueType="num">
                                      <p:cBhvr>
                                        <p:cTn id="73" dur="500" fill="hold"/>
                                        <p:tgtEl>
                                          <p:spTgt spid="75"/>
                                        </p:tgtEl>
                                        <p:attrNameLst>
                                          <p:attrName>ppt_x</p:attrName>
                                        </p:attrNameLst>
                                      </p:cBhvr>
                                      <p:tavLst>
                                        <p:tav tm="0">
                                          <p:val>
                                            <p:strVal val="#ppt_x"/>
                                          </p:val>
                                        </p:tav>
                                        <p:tav tm="100000">
                                          <p:val>
                                            <p:strVal val="#ppt_x"/>
                                          </p:val>
                                        </p:tav>
                                      </p:tavLst>
                                    </p:anim>
                                    <p:anim calcmode="lin" valueType="num">
                                      <p:cBhvr>
                                        <p:cTn id="74" dur="500" fill="hold"/>
                                        <p:tgtEl>
                                          <p:spTgt spid="7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fade">
                                      <p:cBhvr>
                                        <p:cTn id="77" dur="500"/>
                                        <p:tgtEl>
                                          <p:spTgt spid="39"/>
                                        </p:tgtEl>
                                      </p:cBhvr>
                                    </p:animEffect>
                                    <p:anim calcmode="lin" valueType="num">
                                      <p:cBhvr>
                                        <p:cTn id="78" dur="500" fill="hold"/>
                                        <p:tgtEl>
                                          <p:spTgt spid="39"/>
                                        </p:tgtEl>
                                        <p:attrNameLst>
                                          <p:attrName>ppt_x</p:attrName>
                                        </p:attrNameLst>
                                      </p:cBhvr>
                                      <p:tavLst>
                                        <p:tav tm="0">
                                          <p:val>
                                            <p:strVal val="#ppt_x"/>
                                          </p:val>
                                        </p:tav>
                                        <p:tav tm="100000">
                                          <p:val>
                                            <p:strVal val="#ppt_x"/>
                                          </p:val>
                                        </p:tav>
                                      </p:tavLst>
                                    </p:anim>
                                    <p:anim calcmode="lin" valueType="num">
                                      <p:cBhvr>
                                        <p:cTn id="79" dur="500" fill="hold"/>
                                        <p:tgtEl>
                                          <p:spTgt spid="39"/>
                                        </p:tgtEl>
                                        <p:attrNameLst>
                                          <p:attrName>ppt_y</p:attrName>
                                        </p:attrNameLst>
                                      </p:cBhvr>
                                      <p:tavLst>
                                        <p:tav tm="0">
                                          <p:val>
                                            <p:strVal val="#ppt_y+.1"/>
                                          </p:val>
                                        </p:tav>
                                        <p:tav tm="100000">
                                          <p:val>
                                            <p:strVal val="#ppt_y"/>
                                          </p:val>
                                        </p:tav>
                                      </p:tavLst>
                                    </p:anim>
                                  </p:childTnLst>
                                </p:cTn>
                              </p:par>
                            </p:childTnLst>
                          </p:cTn>
                        </p:par>
                        <p:par>
                          <p:cTn id="80" fill="hold">
                            <p:stCondLst>
                              <p:cond delay="4500"/>
                            </p:stCondLst>
                            <p:childTnLst>
                              <p:par>
                                <p:cTn id="81" presetID="22" presetClass="entr" presetSubtype="4" fill="hold" nodeType="afterEffect">
                                  <p:stCondLst>
                                    <p:cond delay="0"/>
                                  </p:stCondLst>
                                  <p:childTnLst>
                                    <p:set>
                                      <p:cBhvr>
                                        <p:cTn id="82" dur="1" fill="hold">
                                          <p:stCondLst>
                                            <p:cond delay="0"/>
                                          </p:stCondLst>
                                        </p:cTn>
                                        <p:tgtEl>
                                          <p:spTgt spid="140"/>
                                        </p:tgtEl>
                                        <p:attrNameLst>
                                          <p:attrName>style.visibility</p:attrName>
                                        </p:attrNameLst>
                                      </p:cBhvr>
                                      <p:to>
                                        <p:strVal val="visible"/>
                                      </p:to>
                                    </p:set>
                                    <p:animEffect transition="in" filter="wipe(down)">
                                      <p:cBhvr>
                                        <p:cTn id="83" dur="500"/>
                                        <p:tgtEl>
                                          <p:spTgt spid="140"/>
                                        </p:tgtEl>
                                      </p:cBhvr>
                                    </p:animEffect>
                                  </p:childTnLst>
                                </p:cTn>
                              </p:par>
                            </p:childTnLst>
                          </p:cTn>
                        </p:par>
                        <p:par>
                          <p:cTn id="84" fill="hold">
                            <p:stCondLst>
                              <p:cond delay="5000"/>
                            </p:stCondLst>
                            <p:childTnLst>
                              <p:par>
                                <p:cTn id="85" presetID="22" presetClass="entr" presetSubtype="8" fill="hold" grpId="0" nodeType="afterEffect">
                                  <p:stCondLst>
                                    <p:cond delay="0"/>
                                  </p:stCondLst>
                                  <p:childTnLst>
                                    <p:set>
                                      <p:cBhvr>
                                        <p:cTn id="86" dur="1" fill="hold">
                                          <p:stCondLst>
                                            <p:cond delay="0"/>
                                          </p:stCondLst>
                                        </p:cTn>
                                        <p:tgtEl>
                                          <p:spTgt spid="146"/>
                                        </p:tgtEl>
                                        <p:attrNameLst>
                                          <p:attrName>style.visibility</p:attrName>
                                        </p:attrNameLst>
                                      </p:cBhvr>
                                      <p:to>
                                        <p:strVal val="visible"/>
                                      </p:to>
                                    </p:set>
                                    <p:animEffect transition="in" filter="wipe(left)">
                                      <p:cBhvr>
                                        <p:cTn id="87" dur="500"/>
                                        <p:tgtEl>
                                          <p:spTgt spid="146"/>
                                        </p:tgtEl>
                                      </p:cBhvr>
                                    </p:animEffect>
                                  </p:childTnLst>
                                </p:cTn>
                              </p:par>
                              <p:par>
                                <p:cTn id="88" presetID="47" presetClass="entr" presetSubtype="0" fill="hold" grpId="0" nodeType="withEffect">
                                  <p:stCondLst>
                                    <p:cond delay="0"/>
                                  </p:stCondLst>
                                  <p:childTnLst>
                                    <p:set>
                                      <p:cBhvr>
                                        <p:cTn id="89" dur="1" fill="hold">
                                          <p:stCondLst>
                                            <p:cond delay="0"/>
                                          </p:stCondLst>
                                        </p:cTn>
                                        <p:tgtEl>
                                          <p:spTgt spid="37"/>
                                        </p:tgtEl>
                                        <p:attrNameLst>
                                          <p:attrName>style.visibility</p:attrName>
                                        </p:attrNameLst>
                                      </p:cBhvr>
                                      <p:to>
                                        <p:strVal val="visible"/>
                                      </p:to>
                                    </p:set>
                                    <p:animEffect transition="in" filter="fade">
                                      <p:cBhvr>
                                        <p:cTn id="90" dur="500"/>
                                        <p:tgtEl>
                                          <p:spTgt spid="37"/>
                                        </p:tgtEl>
                                      </p:cBhvr>
                                    </p:animEffect>
                                    <p:anim calcmode="lin" valueType="num">
                                      <p:cBhvr>
                                        <p:cTn id="91" dur="500" fill="hold"/>
                                        <p:tgtEl>
                                          <p:spTgt spid="37"/>
                                        </p:tgtEl>
                                        <p:attrNameLst>
                                          <p:attrName>ppt_x</p:attrName>
                                        </p:attrNameLst>
                                      </p:cBhvr>
                                      <p:tavLst>
                                        <p:tav tm="0">
                                          <p:val>
                                            <p:strVal val="#ppt_x"/>
                                          </p:val>
                                        </p:tav>
                                        <p:tav tm="100000">
                                          <p:val>
                                            <p:strVal val="#ppt_x"/>
                                          </p:val>
                                        </p:tav>
                                      </p:tavLst>
                                    </p:anim>
                                    <p:anim calcmode="lin" valueType="num">
                                      <p:cBhvr>
                                        <p:cTn id="92" dur="500" fill="hold"/>
                                        <p:tgtEl>
                                          <p:spTgt spid="37"/>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94" dur="1" fill="hold">
                                          <p:stCondLst>
                                            <p:cond delay="0"/>
                                          </p:stCondLst>
                                        </p:cTn>
                                        <p:tgtEl>
                                          <p:spTgt spid="154"/>
                                        </p:tgtEl>
                                        <p:attrNameLst>
                                          <p:attrName>style.visibility</p:attrName>
                                        </p:attrNameLst>
                                      </p:cBhvr>
                                      <p:to>
                                        <p:strVal val="visible"/>
                                      </p:to>
                                    </p:set>
                                    <p:animEffect transition="in" filter="fade">
                                      <p:cBhvr>
                                        <p:cTn id="95" dur="500"/>
                                        <p:tgtEl>
                                          <p:spTgt spid="154"/>
                                        </p:tgtEl>
                                      </p:cBhvr>
                                    </p:animEffect>
                                    <p:anim calcmode="lin" valueType="num">
                                      <p:cBhvr>
                                        <p:cTn id="96" dur="500" fill="hold"/>
                                        <p:tgtEl>
                                          <p:spTgt spid="154"/>
                                        </p:tgtEl>
                                        <p:attrNameLst>
                                          <p:attrName>ppt_x</p:attrName>
                                        </p:attrNameLst>
                                      </p:cBhvr>
                                      <p:tavLst>
                                        <p:tav tm="0">
                                          <p:val>
                                            <p:strVal val="#ppt_x"/>
                                          </p:val>
                                        </p:tav>
                                        <p:tav tm="100000">
                                          <p:val>
                                            <p:strVal val="#ppt_x"/>
                                          </p:val>
                                        </p:tav>
                                      </p:tavLst>
                                    </p:anim>
                                    <p:anim calcmode="lin" valueType="num">
                                      <p:cBhvr>
                                        <p:cTn id="97" dur="500" fill="hold"/>
                                        <p:tgtEl>
                                          <p:spTgt spid="154"/>
                                        </p:tgtEl>
                                        <p:attrNameLst>
                                          <p:attrName>ppt_y</p:attrName>
                                        </p:attrNameLst>
                                      </p:cBhvr>
                                      <p:tavLst>
                                        <p:tav tm="0">
                                          <p:val>
                                            <p:strVal val="#ppt_y+.1"/>
                                          </p:val>
                                        </p:tav>
                                        <p:tav tm="100000">
                                          <p:val>
                                            <p:strVal val="#ppt_y"/>
                                          </p:val>
                                        </p:tav>
                                      </p:tavLst>
                                    </p:anim>
                                  </p:childTnLst>
                                </p:cTn>
                              </p:par>
                              <p:par>
                                <p:cTn id="98" presetID="10" presetClass="entr" presetSubtype="0" fill="hold" grpId="0" nodeType="withEffect">
                                  <p:stCondLst>
                                    <p:cond delay="0"/>
                                  </p:stCondLst>
                                  <p:childTnLst>
                                    <p:set>
                                      <p:cBhvr>
                                        <p:cTn id="99" dur="1" fill="hold">
                                          <p:stCondLst>
                                            <p:cond delay="0"/>
                                          </p:stCondLst>
                                        </p:cTn>
                                        <p:tgtEl>
                                          <p:spTgt spid="68"/>
                                        </p:tgtEl>
                                        <p:attrNameLst>
                                          <p:attrName>style.visibility</p:attrName>
                                        </p:attrNameLst>
                                      </p:cBhvr>
                                      <p:to>
                                        <p:strVal val="visible"/>
                                      </p:to>
                                    </p:set>
                                    <p:animEffect transition="in" filter="fade">
                                      <p:cBhvr>
                                        <p:cTn id="10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33" grpId="0" animBg="1"/>
      <p:bldP spid="150" grpId="0" animBg="1"/>
      <p:bldP spid="29" grpId="0" animBg="1"/>
      <p:bldP spid="27" grpId="0" animBg="1"/>
      <p:bldP spid="3" grpId="0" animBg="1"/>
      <p:bldP spid="146" grpId="0" animBg="1"/>
      <p:bldP spid="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 name="그룹 88"/>
          <p:cNvGrpSpPr/>
          <p:nvPr/>
        </p:nvGrpSpPr>
        <p:grpSpPr>
          <a:xfrm>
            <a:off x="5207195" y="1914736"/>
            <a:ext cx="242125" cy="884672"/>
            <a:chOff x="6818890" y="1914734"/>
            <a:chExt cx="242125" cy="884672"/>
          </a:xfrm>
        </p:grpSpPr>
        <p:grpSp>
          <p:nvGrpSpPr>
            <p:cNvPr id="231" name="그룹 230"/>
            <p:cNvGrpSpPr/>
            <p:nvPr/>
          </p:nvGrpSpPr>
          <p:grpSpPr>
            <a:xfrm flipH="1">
              <a:off x="6821015" y="1914734"/>
              <a:ext cx="240000" cy="884672"/>
              <a:chOff x="4089430" y="1150062"/>
              <a:chExt cx="240000" cy="884672"/>
            </a:xfrm>
            <a:solidFill>
              <a:schemeClr val="accent3">
                <a:lumMod val="65000"/>
              </a:schemeClr>
            </a:solidFill>
          </p:grpSpPr>
          <p:sp>
            <p:nvSpPr>
              <p:cNvPr id="232" name="도넛 9"/>
              <p:cNvSpPr/>
              <p:nvPr/>
            </p:nvSpPr>
            <p:spPr>
              <a:xfrm rot="16200000" flipH="1">
                <a:off x="4089430" y="1794734"/>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33" name="도넛 9"/>
              <p:cNvSpPr/>
              <p:nvPr/>
            </p:nvSpPr>
            <p:spPr>
              <a:xfrm rot="5400000" flipH="1" flipV="1">
                <a:off x="4089430" y="1150062"/>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34" name="직사각형 233"/>
              <p:cNvSpPr/>
              <p:nvPr/>
            </p:nvSpPr>
            <p:spPr>
              <a:xfrm rot="5400000" flipV="1">
                <a:off x="3947096" y="1532399"/>
                <a:ext cx="404672" cy="120000"/>
              </a:xfrm>
              <a:prstGeom prst="rect">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grpSp>
        <p:grpSp>
          <p:nvGrpSpPr>
            <p:cNvPr id="323" name="그룹 322"/>
            <p:cNvGrpSpPr/>
            <p:nvPr/>
          </p:nvGrpSpPr>
          <p:grpSpPr>
            <a:xfrm>
              <a:off x="6818890" y="1974732"/>
              <a:ext cx="180000" cy="764674"/>
              <a:chOff x="6818890" y="3504078"/>
              <a:chExt cx="180000" cy="764674"/>
            </a:xfrm>
          </p:grpSpPr>
          <p:sp>
            <p:nvSpPr>
              <p:cNvPr id="324" name="Freeform 13"/>
              <p:cNvSpPr>
                <a:spLocks/>
              </p:cNvSpPr>
              <p:nvPr/>
            </p:nvSpPr>
            <p:spPr bwMode="auto">
              <a:xfrm>
                <a:off x="6818890" y="4088752"/>
                <a:ext cx="180000" cy="180000"/>
              </a:xfrm>
              <a:custGeom>
                <a:avLst/>
                <a:gdLst>
                  <a:gd name="T0" fmla="*/ 402 w 402"/>
                  <a:gd name="T1" fmla="*/ 0 h 402"/>
                  <a:gd name="T2" fmla="*/ 0 w 402"/>
                  <a:gd name="T3" fmla="*/ 402 h 402"/>
                </a:gdLst>
                <a:ahLst/>
                <a:cxnLst>
                  <a:cxn ang="0">
                    <a:pos x="T0" y="T1"/>
                  </a:cxn>
                  <a:cxn ang="0">
                    <a:pos x="T2" y="T3"/>
                  </a:cxn>
                </a:cxnLst>
                <a:rect l="0" t="0" r="r" b="b"/>
                <a:pathLst>
                  <a:path w="402" h="402">
                    <a:moveTo>
                      <a:pt x="402" y="0"/>
                    </a:moveTo>
                    <a:cubicBezTo>
                      <a:pt x="402" y="222"/>
                      <a:pt x="222" y="402"/>
                      <a:pt x="0" y="402"/>
                    </a:cubicBezTo>
                  </a:path>
                </a:pathLst>
              </a:custGeom>
              <a:ln>
                <a:solidFill>
                  <a:schemeClr val="accent3"/>
                </a:solidFill>
                <a:prstDash val="dash"/>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ko-KR" altLang="en-US" sz="2514" dirty="0"/>
              </a:p>
            </p:txBody>
          </p:sp>
          <p:sp>
            <p:nvSpPr>
              <p:cNvPr id="325" name="Freeform 13"/>
              <p:cNvSpPr>
                <a:spLocks/>
              </p:cNvSpPr>
              <p:nvPr/>
            </p:nvSpPr>
            <p:spPr bwMode="auto">
              <a:xfrm flipV="1">
                <a:off x="6818890" y="3504078"/>
                <a:ext cx="180000" cy="180000"/>
              </a:xfrm>
              <a:custGeom>
                <a:avLst/>
                <a:gdLst>
                  <a:gd name="T0" fmla="*/ 402 w 402"/>
                  <a:gd name="T1" fmla="*/ 0 h 402"/>
                  <a:gd name="T2" fmla="*/ 0 w 402"/>
                  <a:gd name="T3" fmla="*/ 402 h 402"/>
                </a:gdLst>
                <a:ahLst/>
                <a:cxnLst>
                  <a:cxn ang="0">
                    <a:pos x="T0" y="T1"/>
                  </a:cxn>
                  <a:cxn ang="0">
                    <a:pos x="T2" y="T3"/>
                  </a:cxn>
                </a:cxnLst>
                <a:rect l="0" t="0" r="r" b="b"/>
                <a:pathLst>
                  <a:path w="402" h="402">
                    <a:moveTo>
                      <a:pt x="402" y="0"/>
                    </a:moveTo>
                    <a:cubicBezTo>
                      <a:pt x="402" y="222"/>
                      <a:pt x="222" y="402"/>
                      <a:pt x="0" y="402"/>
                    </a:cubicBezTo>
                  </a:path>
                </a:pathLst>
              </a:custGeom>
              <a:ln>
                <a:solidFill>
                  <a:schemeClr val="accent3"/>
                </a:solidFill>
                <a:prstDash val="dash"/>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ko-KR" altLang="en-US" sz="2514" dirty="0"/>
              </a:p>
            </p:txBody>
          </p:sp>
        </p:grpSp>
      </p:grpSp>
      <p:grpSp>
        <p:nvGrpSpPr>
          <p:cNvPr id="87" name="그룹 86"/>
          <p:cNvGrpSpPr/>
          <p:nvPr/>
        </p:nvGrpSpPr>
        <p:grpSpPr>
          <a:xfrm>
            <a:off x="3229498" y="2679406"/>
            <a:ext cx="240000" cy="884672"/>
            <a:chOff x="4089430" y="2679406"/>
            <a:chExt cx="240000" cy="884672"/>
          </a:xfrm>
        </p:grpSpPr>
        <p:grpSp>
          <p:nvGrpSpPr>
            <p:cNvPr id="258" name="그룹 257"/>
            <p:cNvGrpSpPr/>
            <p:nvPr/>
          </p:nvGrpSpPr>
          <p:grpSpPr>
            <a:xfrm>
              <a:off x="4089430" y="2679406"/>
              <a:ext cx="240000" cy="884672"/>
              <a:chOff x="4089430" y="1150062"/>
              <a:chExt cx="240000" cy="884672"/>
            </a:xfrm>
            <a:solidFill>
              <a:schemeClr val="accent3">
                <a:lumMod val="65000"/>
              </a:schemeClr>
            </a:solidFill>
          </p:grpSpPr>
          <p:sp>
            <p:nvSpPr>
              <p:cNvPr id="273" name="도넛 9"/>
              <p:cNvSpPr/>
              <p:nvPr/>
            </p:nvSpPr>
            <p:spPr>
              <a:xfrm rot="16200000" flipH="1">
                <a:off x="4089430" y="1794734"/>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74" name="도넛 9"/>
              <p:cNvSpPr/>
              <p:nvPr/>
            </p:nvSpPr>
            <p:spPr>
              <a:xfrm rot="5400000" flipH="1" flipV="1">
                <a:off x="4089430" y="1150062"/>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75" name="직사각형 274"/>
              <p:cNvSpPr/>
              <p:nvPr/>
            </p:nvSpPr>
            <p:spPr>
              <a:xfrm rot="5400000" flipV="1">
                <a:off x="3947096" y="1532399"/>
                <a:ext cx="404672" cy="120000"/>
              </a:xfrm>
              <a:prstGeom prst="rect">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grpSp>
        <p:grpSp>
          <p:nvGrpSpPr>
            <p:cNvPr id="319" name="그룹 318"/>
            <p:cNvGrpSpPr/>
            <p:nvPr/>
          </p:nvGrpSpPr>
          <p:grpSpPr>
            <a:xfrm flipH="1">
              <a:off x="4149430" y="2739404"/>
              <a:ext cx="180000" cy="764674"/>
              <a:chOff x="6818890" y="3504078"/>
              <a:chExt cx="180000" cy="764674"/>
            </a:xfrm>
          </p:grpSpPr>
          <p:sp>
            <p:nvSpPr>
              <p:cNvPr id="320" name="Freeform 13"/>
              <p:cNvSpPr>
                <a:spLocks/>
              </p:cNvSpPr>
              <p:nvPr/>
            </p:nvSpPr>
            <p:spPr bwMode="auto">
              <a:xfrm>
                <a:off x="6818890" y="4088752"/>
                <a:ext cx="180000" cy="180000"/>
              </a:xfrm>
              <a:custGeom>
                <a:avLst/>
                <a:gdLst>
                  <a:gd name="T0" fmla="*/ 402 w 402"/>
                  <a:gd name="T1" fmla="*/ 0 h 402"/>
                  <a:gd name="T2" fmla="*/ 0 w 402"/>
                  <a:gd name="T3" fmla="*/ 402 h 402"/>
                </a:gdLst>
                <a:ahLst/>
                <a:cxnLst>
                  <a:cxn ang="0">
                    <a:pos x="T0" y="T1"/>
                  </a:cxn>
                  <a:cxn ang="0">
                    <a:pos x="T2" y="T3"/>
                  </a:cxn>
                </a:cxnLst>
                <a:rect l="0" t="0" r="r" b="b"/>
                <a:pathLst>
                  <a:path w="402" h="402">
                    <a:moveTo>
                      <a:pt x="402" y="0"/>
                    </a:moveTo>
                    <a:cubicBezTo>
                      <a:pt x="402" y="222"/>
                      <a:pt x="222" y="402"/>
                      <a:pt x="0" y="402"/>
                    </a:cubicBezTo>
                  </a:path>
                </a:pathLst>
              </a:custGeom>
              <a:ln>
                <a:solidFill>
                  <a:schemeClr val="accent3"/>
                </a:solidFill>
                <a:prstDash val="dash"/>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ko-KR" altLang="en-US" sz="2514" dirty="0"/>
              </a:p>
            </p:txBody>
          </p:sp>
          <p:sp>
            <p:nvSpPr>
              <p:cNvPr id="321" name="Freeform 13"/>
              <p:cNvSpPr>
                <a:spLocks/>
              </p:cNvSpPr>
              <p:nvPr/>
            </p:nvSpPr>
            <p:spPr bwMode="auto">
              <a:xfrm flipV="1">
                <a:off x="6818890" y="3504078"/>
                <a:ext cx="180000" cy="180000"/>
              </a:xfrm>
              <a:custGeom>
                <a:avLst/>
                <a:gdLst>
                  <a:gd name="T0" fmla="*/ 402 w 402"/>
                  <a:gd name="T1" fmla="*/ 0 h 402"/>
                  <a:gd name="T2" fmla="*/ 0 w 402"/>
                  <a:gd name="T3" fmla="*/ 402 h 402"/>
                </a:gdLst>
                <a:ahLst/>
                <a:cxnLst>
                  <a:cxn ang="0">
                    <a:pos x="T0" y="T1"/>
                  </a:cxn>
                  <a:cxn ang="0">
                    <a:pos x="T2" y="T3"/>
                  </a:cxn>
                </a:cxnLst>
                <a:rect l="0" t="0" r="r" b="b"/>
                <a:pathLst>
                  <a:path w="402" h="402">
                    <a:moveTo>
                      <a:pt x="402" y="0"/>
                    </a:moveTo>
                    <a:cubicBezTo>
                      <a:pt x="402" y="222"/>
                      <a:pt x="222" y="402"/>
                      <a:pt x="0" y="402"/>
                    </a:cubicBezTo>
                  </a:path>
                </a:pathLst>
              </a:custGeom>
              <a:ln>
                <a:solidFill>
                  <a:schemeClr val="accent3"/>
                </a:solidFill>
                <a:prstDash val="dash"/>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ko-KR" altLang="en-US" sz="2514" dirty="0"/>
              </a:p>
            </p:txBody>
          </p:sp>
        </p:grpSp>
      </p:grpSp>
      <p:grpSp>
        <p:nvGrpSpPr>
          <p:cNvPr id="84" name="그룹 83"/>
          <p:cNvGrpSpPr/>
          <p:nvPr/>
        </p:nvGrpSpPr>
        <p:grpSpPr>
          <a:xfrm>
            <a:off x="0" y="4208752"/>
            <a:ext cx="5209316" cy="120000"/>
            <a:chOff x="1611700" y="4208752"/>
            <a:chExt cx="5209316" cy="120000"/>
          </a:xfrm>
        </p:grpSpPr>
        <p:sp>
          <p:nvSpPr>
            <p:cNvPr id="52" name="직사각형 51"/>
            <p:cNvSpPr/>
            <p:nvPr/>
          </p:nvSpPr>
          <p:spPr>
            <a:xfrm>
              <a:off x="1611700" y="4208752"/>
              <a:ext cx="5209316"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cxnSp>
          <p:nvCxnSpPr>
            <p:cNvPr id="278" name="직선 연결선 277"/>
            <p:cNvCxnSpPr>
              <a:cxnSpLocks/>
            </p:cNvCxnSpPr>
            <p:nvPr/>
          </p:nvCxnSpPr>
          <p:spPr>
            <a:xfrm flipV="1">
              <a:off x="1611700" y="4268752"/>
              <a:ext cx="5209316" cy="1"/>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grpSp>
      <p:grpSp>
        <p:nvGrpSpPr>
          <p:cNvPr id="106" name="그룹 105"/>
          <p:cNvGrpSpPr/>
          <p:nvPr/>
        </p:nvGrpSpPr>
        <p:grpSpPr>
          <a:xfrm>
            <a:off x="5360221" y="1118551"/>
            <a:ext cx="877169" cy="193940"/>
            <a:chOff x="6971917" y="1118550"/>
            <a:chExt cx="877169" cy="193940"/>
          </a:xfrm>
        </p:grpSpPr>
        <p:sp>
          <p:nvSpPr>
            <p:cNvPr id="202" name="TextBox 201"/>
            <p:cNvSpPr txBox="1"/>
            <p:nvPr/>
          </p:nvSpPr>
          <p:spPr>
            <a:xfrm>
              <a:off x="7191359" y="1118550"/>
              <a:ext cx="657727" cy="193940"/>
            </a:xfrm>
            <a:prstGeom prst="rect">
              <a:avLst/>
            </a:prstGeom>
            <a:noFill/>
          </p:spPr>
          <p:txBody>
            <a:bodyPr wrap="square" lIns="72000" tIns="0" rIns="72000" bIns="0" rtlCol="0">
              <a:noAutofit/>
            </a:bodyPr>
            <a:lstStyle/>
            <a:p>
              <a:pPr lvl="0" algn="r"/>
              <a:r>
                <a:rPr lang="en-US" altLang="ko-KR" sz="1200" b="1" dirty="0">
                  <a:gradFill>
                    <a:gsLst>
                      <a:gs pos="0">
                        <a:schemeClr val="accent1"/>
                      </a:gs>
                      <a:gs pos="100000">
                        <a:schemeClr val="accent1"/>
                      </a:gs>
                    </a:gsLst>
                    <a:lin ang="5400000" scaled="0"/>
                  </a:gradFill>
                  <a:latin typeface="Roboto Condensed Regular"/>
                </a:rPr>
                <a:t>FINAL</a:t>
              </a:r>
              <a:endParaRPr lang="ko-KR" altLang="en-US" sz="1200" b="1" dirty="0">
                <a:gradFill>
                  <a:gsLst>
                    <a:gs pos="0">
                      <a:schemeClr val="accent1"/>
                    </a:gs>
                    <a:gs pos="100000">
                      <a:schemeClr val="accent1"/>
                    </a:gs>
                  </a:gsLst>
                  <a:lin ang="5400000" scaled="0"/>
                </a:gradFill>
                <a:latin typeface="Roboto Condensed Regular"/>
              </a:endParaRPr>
            </a:p>
          </p:txBody>
        </p:sp>
        <p:cxnSp>
          <p:nvCxnSpPr>
            <p:cNvPr id="199" name="직선 연결선 198"/>
            <p:cNvCxnSpPr/>
            <p:nvPr/>
          </p:nvCxnSpPr>
          <p:spPr>
            <a:xfrm>
              <a:off x="6971917" y="1215520"/>
              <a:ext cx="324000" cy="0"/>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grpSp>
      <p:sp>
        <p:nvSpPr>
          <p:cNvPr id="11" name="Title 10"/>
          <p:cNvSpPr>
            <a:spLocks noGrp="1"/>
          </p:cNvSpPr>
          <p:nvPr>
            <p:ph type="title"/>
          </p:nvPr>
        </p:nvSpPr>
        <p:spPr/>
        <p:txBody>
          <a:bodyPr/>
          <a:lstStyle/>
          <a:p>
            <a:r>
              <a:rPr lang="en-US" dirty="0"/>
              <a:t>Process diagram</a:t>
            </a:r>
          </a:p>
        </p:txBody>
      </p:sp>
      <p:grpSp>
        <p:nvGrpSpPr>
          <p:cNvPr id="86" name="그룹 85"/>
          <p:cNvGrpSpPr/>
          <p:nvPr/>
        </p:nvGrpSpPr>
        <p:grpSpPr>
          <a:xfrm>
            <a:off x="3465284" y="3444078"/>
            <a:ext cx="1744036" cy="120000"/>
            <a:chOff x="4329430" y="3444078"/>
            <a:chExt cx="2491585" cy="120000"/>
          </a:xfrm>
        </p:grpSpPr>
        <p:sp>
          <p:nvSpPr>
            <p:cNvPr id="61" name="직사각형 60"/>
            <p:cNvSpPr/>
            <p:nvPr/>
          </p:nvSpPr>
          <p:spPr>
            <a:xfrm flipV="1">
              <a:off x="4329430" y="3444078"/>
              <a:ext cx="2491585"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cxnSp>
          <p:nvCxnSpPr>
            <p:cNvPr id="298" name="직선 연결선 297"/>
            <p:cNvCxnSpPr>
              <a:cxnSpLocks/>
            </p:cNvCxnSpPr>
            <p:nvPr/>
          </p:nvCxnSpPr>
          <p:spPr>
            <a:xfrm>
              <a:off x="4329430" y="3504078"/>
              <a:ext cx="2491585" cy="0"/>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grpSp>
      <p:grpSp>
        <p:nvGrpSpPr>
          <p:cNvPr id="85" name="그룹 84"/>
          <p:cNvGrpSpPr/>
          <p:nvPr/>
        </p:nvGrpSpPr>
        <p:grpSpPr>
          <a:xfrm>
            <a:off x="5207195" y="3444079"/>
            <a:ext cx="242125" cy="884672"/>
            <a:chOff x="6818890" y="3444078"/>
            <a:chExt cx="242125" cy="884672"/>
          </a:xfrm>
        </p:grpSpPr>
        <p:grpSp>
          <p:nvGrpSpPr>
            <p:cNvPr id="306" name="그룹 305"/>
            <p:cNvGrpSpPr/>
            <p:nvPr/>
          </p:nvGrpSpPr>
          <p:grpSpPr>
            <a:xfrm>
              <a:off x="6821015" y="3444078"/>
              <a:ext cx="240000" cy="884672"/>
              <a:chOff x="6821015" y="3444078"/>
              <a:chExt cx="240000" cy="884672"/>
            </a:xfrm>
            <a:solidFill>
              <a:schemeClr val="accent3">
                <a:lumMod val="65000"/>
              </a:schemeClr>
            </a:solidFill>
          </p:grpSpPr>
          <p:sp>
            <p:nvSpPr>
              <p:cNvPr id="250" name="도넛 9"/>
              <p:cNvSpPr/>
              <p:nvPr/>
            </p:nvSpPr>
            <p:spPr>
              <a:xfrm rot="5400000">
                <a:off x="6821015" y="4088750"/>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51" name="도넛 9"/>
              <p:cNvSpPr/>
              <p:nvPr/>
            </p:nvSpPr>
            <p:spPr>
              <a:xfrm rot="16200000" flipV="1">
                <a:off x="6821015" y="3444078"/>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52" name="직사각형 251"/>
              <p:cNvSpPr/>
              <p:nvPr/>
            </p:nvSpPr>
            <p:spPr>
              <a:xfrm rot="16200000" flipH="1" flipV="1">
                <a:off x="6798677" y="3826415"/>
                <a:ext cx="404672" cy="120000"/>
              </a:xfrm>
              <a:prstGeom prst="rect">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grpSp>
        <p:grpSp>
          <p:nvGrpSpPr>
            <p:cNvPr id="305" name="그룹 304"/>
            <p:cNvGrpSpPr/>
            <p:nvPr/>
          </p:nvGrpSpPr>
          <p:grpSpPr>
            <a:xfrm>
              <a:off x="6818890" y="3504078"/>
              <a:ext cx="180000" cy="764674"/>
              <a:chOff x="6818890" y="3504078"/>
              <a:chExt cx="180000" cy="764674"/>
            </a:xfrm>
          </p:grpSpPr>
          <p:sp>
            <p:nvSpPr>
              <p:cNvPr id="195" name="Freeform 13"/>
              <p:cNvSpPr>
                <a:spLocks/>
              </p:cNvSpPr>
              <p:nvPr/>
            </p:nvSpPr>
            <p:spPr bwMode="auto">
              <a:xfrm>
                <a:off x="6818890" y="4088752"/>
                <a:ext cx="180000" cy="180000"/>
              </a:xfrm>
              <a:custGeom>
                <a:avLst/>
                <a:gdLst>
                  <a:gd name="T0" fmla="*/ 402 w 402"/>
                  <a:gd name="T1" fmla="*/ 0 h 402"/>
                  <a:gd name="T2" fmla="*/ 0 w 402"/>
                  <a:gd name="T3" fmla="*/ 402 h 402"/>
                </a:gdLst>
                <a:ahLst/>
                <a:cxnLst>
                  <a:cxn ang="0">
                    <a:pos x="T0" y="T1"/>
                  </a:cxn>
                  <a:cxn ang="0">
                    <a:pos x="T2" y="T3"/>
                  </a:cxn>
                </a:cxnLst>
                <a:rect l="0" t="0" r="r" b="b"/>
                <a:pathLst>
                  <a:path w="402" h="402">
                    <a:moveTo>
                      <a:pt x="402" y="0"/>
                    </a:moveTo>
                    <a:cubicBezTo>
                      <a:pt x="402" y="222"/>
                      <a:pt x="222" y="402"/>
                      <a:pt x="0" y="402"/>
                    </a:cubicBezTo>
                  </a:path>
                </a:pathLst>
              </a:custGeom>
              <a:ln>
                <a:solidFill>
                  <a:schemeClr val="accent3"/>
                </a:solidFill>
                <a:prstDash val="dash"/>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ko-KR" altLang="en-US" sz="2514" dirty="0"/>
              </a:p>
            </p:txBody>
          </p:sp>
          <p:sp>
            <p:nvSpPr>
              <p:cNvPr id="299" name="Freeform 13"/>
              <p:cNvSpPr>
                <a:spLocks/>
              </p:cNvSpPr>
              <p:nvPr/>
            </p:nvSpPr>
            <p:spPr bwMode="auto">
              <a:xfrm flipV="1">
                <a:off x="6818890" y="3504078"/>
                <a:ext cx="180000" cy="180000"/>
              </a:xfrm>
              <a:custGeom>
                <a:avLst/>
                <a:gdLst>
                  <a:gd name="T0" fmla="*/ 402 w 402"/>
                  <a:gd name="T1" fmla="*/ 0 h 402"/>
                  <a:gd name="T2" fmla="*/ 0 w 402"/>
                  <a:gd name="T3" fmla="*/ 402 h 402"/>
                </a:gdLst>
                <a:ahLst/>
                <a:cxnLst>
                  <a:cxn ang="0">
                    <a:pos x="T0" y="T1"/>
                  </a:cxn>
                  <a:cxn ang="0">
                    <a:pos x="T2" y="T3"/>
                  </a:cxn>
                </a:cxnLst>
                <a:rect l="0" t="0" r="r" b="b"/>
                <a:pathLst>
                  <a:path w="402" h="402">
                    <a:moveTo>
                      <a:pt x="402" y="0"/>
                    </a:moveTo>
                    <a:cubicBezTo>
                      <a:pt x="402" y="222"/>
                      <a:pt x="222" y="402"/>
                      <a:pt x="0" y="402"/>
                    </a:cubicBezTo>
                  </a:path>
                </a:pathLst>
              </a:custGeom>
              <a:ln>
                <a:solidFill>
                  <a:schemeClr val="accent3"/>
                </a:solidFill>
                <a:prstDash val="dash"/>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ko-KR" altLang="en-US" sz="2514" dirty="0"/>
              </a:p>
            </p:txBody>
          </p:sp>
        </p:grpSp>
      </p:grpSp>
      <p:grpSp>
        <p:nvGrpSpPr>
          <p:cNvPr id="88" name="그룹 87"/>
          <p:cNvGrpSpPr/>
          <p:nvPr/>
        </p:nvGrpSpPr>
        <p:grpSpPr>
          <a:xfrm>
            <a:off x="3465284" y="2679406"/>
            <a:ext cx="1744036" cy="120000"/>
            <a:chOff x="4329430" y="2679406"/>
            <a:chExt cx="2491585" cy="120000"/>
          </a:xfrm>
        </p:grpSpPr>
        <p:sp>
          <p:nvSpPr>
            <p:cNvPr id="78" name="직사각형 77"/>
            <p:cNvSpPr/>
            <p:nvPr/>
          </p:nvSpPr>
          <p:spPr>
            <a:xfrm flipV="1">
              <a:off x="4329430" y="2679406"/>
              <a:ext cx="2491585"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cxnSp>
          <p:nvCxnSpPr>
            <p:cNvPr id="322" name="직선 연결선 321"/>
            <p:cNvCxnSpPr>
              <a:cxnSpLocks/>
            </p:cNvCxnSpPr>
            <p:nvPr/>
          </p:nvCxnSpPr>
          <p:spPr>
            <a:xfrm>
              <a:off x="4329430" y="2739406"/>
              <a:ext cx="2491585" cy="0"/>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grpSp>
      <p:grpSp>
        <p:nvGrpSpPr>
          <p:cNvPr id="90" name="그룹 89"/>
          <p:cNvGrpSpPr/>
          <p:nvPr/>
        </p:nvGrpSpPr>
        <p:grpSpPr>
          <a:xfrm>
            <a:off x="3463792" y="1914734"/>
            <a:ext cx="1745523" cy="120000"/>
            <a:chOff x="4327305" y="1914734"/>
            <a:chExt cx="2493710" cy="120000"/>
          </a:xfrm>
        </p:grpSpPr>
        <p:sp>
          <p:nvSpPr>
            <p:cNvPr id="116" name="직사각형 115"/>
            <p:cNvSpPr/>
            <p:nvPr/>
          </p:nvSpPr>
          <p:spPr>
            <a:xfrm flipV="1">
              <a:off x="4329430" y="1914734"/>
              <a:ext cx="2491585" cy="12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cxnSp>
          <p:nvCxnSpPr>
            <p:cNvPr id="330" name="직선 연결선 329"/>
            <p:cNvCxnSpPr>
              <a:cxnSpLocks/>
            </p:cNvCxnSpPr>
            <p:nvPr/>
          </p:nvCxnSpPr>
          <p:spPr>
            <a:xfrm>
              <a:off x="4327305" y="1974732"/>
              <a:ext cx="2491585" cy="0"/>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grpSp>
      <p:grpSp>
        <p:nvGrpSpPr>
          <p:cNvPr id="93" name="그룹 92"/>
          <p:cNvGrpSpPr/>
          <p:nvPr/>
        </p:nvGrpSpPr>
        <p:grpSpPr>
          <a:xfrm>
            <a:off x="3229498" y="1150063"/>
            <a:ext cx="240000" cy="884672"/>
            <a:chOff x="4089430" y="1150062"/>
            <a:chExt cx="240000" cy="884672"/>
          </a:xfrm>
        </p:grpSpPr>
        <p:grpSp>
          <p:nvGrpSpPr>
            <p:cNvPr id="230" name="그룹 229"/>
            <p:cNvGrpSpPr/>
            <p:nvPr/>
          </p:nvGrpSpPr>
          <p:grpSpPr>
            <a:xfrm>
              <a:off x="4089430" y="1150062"/>
              <a:ext cx="240000" cy="884672"/>
              <a:chOff x="4089430" y="1150062"/>
              <a:chExt cx="240000" cy="884672"/>
            </a:xfrm>
            <a:solidFill>
              <a:schemeClr val="accent3">
                <a:lumMod val="65000"/>
              </a:schemeClr>
            </a:solidFill>
          </p:grpSpPr>
          <p:sp>
            <p:nvSpPr>
              <p:cNvPr id="132" name="도넛 9"/>
              <p:cNvSpPr/>
              <p:nvPr/>
            </p:nvSpPr>
            <p:spPr>
              <a:xfrm rot="16200000" flipH="1">
                <a:off x="4089430" y="1794734"/>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33" name="도넛 9"/>
              <p:cNvSpPr/>
              <p:nvPr/>
            </p:nvSpPr>
            <p:spPr>
              <a:xfrm rot="5400000" flipH="1" flipV="1">
                <a:off x="4089430" y="1150062"/>
                <a:ext cx="240000" cy="240000"/>
              </a:xfrm>
              <a:custGeom>
                <a:avLst/>
                <a:gdLst/>
                <a:ahLst/>
                <a:cxnLst/>
                <a:rect l="l" t="t" r="r" b="b"/>
                <a:pathLst>
                  <a:path w="900000" h="900000">
                    <a:moveTo>
                      <a:pt x="0" y="0"/>
                    </a:moveTo>
                    <a:cubicBezTo>
                      <a:pt x="497056" y="0"/>
                      <a:pt x="900000" y="402944"/>
                      <a:pt x="900000" y="900000"/>
                    </a:cubicBezTo>
                    <a:lnTo>
                      <a:pt x="450000" y="900000"/>
                    </a:lnTo>
                    <a:cubicBezTo>
                      <a:pt x="450000" y="651472"/>
                      <a:pt x="248528" y="450000"/>
                      <a:pt x="0" y="450000"/>
                    </a:cubicBezTo>
                    <a:close/>
                  </a:path>
                </a:pathLst>
              </a:cu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34" name="직사각형 133"/>
              <p:cNvSpPr/>
              <p:nvPr/>
            </p:nvSpPr>
            <p:spPr>
              <a:xfrm rot="5400000" flipV="1">
                <a:off x="3947096" y="1532399"/>
                <a:ext cx="404672" cy="120000"/>
              </a:xfrm>
              <a:prstGeom prst="rect">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grpSp>
        <p:grpSp>
          <p:nvGrpSpPr>
            <p:cNvPr id="331" name="그룹 330"/>
            <p:cNvGrpSpPr/>
            <p:nvPr/>
          </p:nvGrpSpPr>
          <p:grpSpPr>
            <a:xfrm flipH="1">
              <a:off x="4147305" y="1210058"/>
              <a:ext cx="180000" cy="764674"/>
              <a:chOff x="6818890" y="3504078"/>
              <a:chExt cx="180000" cy="764674"/>
            </a:xfrm>
          </p:grpSpPr>
          <p:sp>
            <p:nvSpPr>
              <p:cNvPr id="332" name="Freeform 13"/>
              <p:cNvSpPr>
                <a:spLocks/>
              </p:cNvSpPr>
              <p:nvPr/>
            </p:nvSpPr>
            <p:spPr bwMode="auto">
              <a:xfrm>
                <a:off x="6818890" y="4088752"/>
                <a:ext cx="180000" cy="180000"/>
              </a:xfrm>
              <a:custGeom>
                <a:avLst/>
                <a:gdLst>
                  <a:gd name="T0" fmla="*/ 402 w 402"/>
                  <a:gd name="T1" fmla="*/ 0 h 402"/>
                  <a:gd name="T2" fmla="*/ 0 w 402"/>
                  <a:gd name="T3" fmla="*/ 402 h 402"/>
                </a:gdLst>
                <a:ahLst/>
                <a:cxnLst>
                  <a:cxn ang="0">
                    <a:pos x="T0" y="T1"/>
                  </a:cxn>
                  <a:cxn ang="0">
                    <a:pos x="T2" y="T3"/>
                  </a:cxn>
                </a:cxnLst>
                <a:rect l="0" t="0" r="r" b="b"/>
                <a:pathLst>
                  <a:path w="402" h="402">
                    <a:moveTo>
                      <a:pt x="402" y="0"/>
                    </a:moveTo>
                    <a:cubicBezTo>
                      <a:pt x="402" y="222"/>
                      <a:pt x="222" y="402"/>
                      <a:pt x="0" y="402"/>
                    </a:cubicBezTo>
                  </a:path>
                </a:pathLst>
              </a:custGeom>
              <a:ln>
                <a:solidFill>
                  <a:schemeClr val="accent3"/>
                </a:solidFill>
                <a:prstDash val="dash"/>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ko-KR" altLang="en-US" sz="2514" dirty="0"/>
              </a:p>
            </p:txBody>
          </p:sp>
          <p:sp>
            <p:nvSpPr>
              <p:cNvPr id="333" name="Freeform 13"/>
              <p:cNvSpPr>
                <a:spLocks/>
              </p:cNvSpPr>
              <p:nvPr/>
            </p:nvSpPr>
            <p:spPr bwMode="auto">
              <a:xfrm flipV="1">
                <a:off x="6818890" y="3504078"/>
                <a:ext cx="180000" cy="180000"/>
              </a:xfrm>
              <a:custGeom>
                <a:avLst/>
                <a:gdLst>
                  <a:gd name="T0" fmla="*/ 402 w 402"/>
                  <a:gd name="T1" fmla="*/ 0 h 402"/>
                  <a:gd name="T2" fmla="*/ 0 w 402"/>
                  <a:gd name="T3" fmla="*/ 402 h 402"/>
                </a:gdLst>
                <a:ahLst/>
                <a:cxnLst>
                  <a:cxn ang="0">
                    <a:pos x="T0" y="T1"/>
                  </a:cxn>
                  <a:cxn ang="0">
                    <a:pos x="T2" y="T3"/>
                  </a:cxn>
                </a:cxnLst>
                <a:rect l="0" t="0" r="r" b="b"/>
                <a:pathLst>
                  <a:path w="402" h="402">
                    <a:moveTo>
                      <a:pt x="402" y="0"/>
                    </a:moveTo>
                    <a:cubicBezTo>
                      <a:pt x="402" y="222"/>
                      <a:pt x="222" y="402"/>
                      <a:pt x="0" y="402"/>
                    </a:cubicBezTo>
                  </a:path>
                </a:pathLst>
              </a:custGeom>
              <a:ln>
                <a:solidFill>
                  <a:schemeClr val="accent3"/>
                </a:solidFill>
                <a:prstDash val="dash"/>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ko-KR" altLang="en-US" sz="2514" dirty="0"/>
              </a:p>
            </p:txBody>
          </p:sp>
        </p:grpSp>
      </p:grpSp>
      <p:grpSp>
        <p:nvGrpSpPr>
          <p:cNvPr id="92" name="그룹 91"/>
          <p:cNvGrpSpPr/>
          <p:nvPr/>
        </p:nvGrpSpPr>
        <p:grpSpPr>
          <a:xfrm>
            <a:off x="3463792" y="1150062"/>
            <a:ext cx="2018039" cy="120000"/>
            <a:chOff x="4327304" y="1150062"/>
            <a:chExt cx="2778477" cy="120000"/>
          </a:xfrm>
        </p:grpSpPr>
        <p:grpSp>
          <p:nvGrpSpPr>
            <p:cNvPr id="91" name="그룹 90"/>
            <p:cNvGrpSpPr/>
            <p:nvPr/>
          </p:nvGrpSpPr>
          <p:grpSpPr>
            <a:xfrm>
              <a:off x="4327304" y="1150062"/>
              <a:ext cx="2778477" cy="120000"/>
              <a:chOff x="4327304" y="1150062"/>
              <a:chExt cx="2778477" cy="120000"/>
            </a:xfrm>
          </p:grpSpPr>
          <p:grpSp>
            <p:nvGrpSpPr>
              <p:cNvPr id="343" name="그룹 342"/>
              <p:cNvGrpSpPr/>
              <p:nvPr/>
            </p:nvGrpSpPr>
            <p:grpSpPr>
              <a:xfrm>
                <a:off x="4329429" y="1150062"/>
                <a:ext cx="2776352" cy="120000"/>
                <a:chOff x="4329429" y="1150062"/>
                <a:chExt cx="2776352" cy="120000"/>
              </a:xfrm>
              <a:solidFill>
                <a:schemeClr val="accent3">
                  <a:lumMod val="65000"/>
                </a:schemeClr>
              </a:solidFill>
            </p:grpSpPr>
            <p:sp>
              <p:nvSpPr>
                <p:cNvPr id="65" name="타원 64"/>
                <p:cNvSpPr/>
                <p:nvPr/>
              </p:nvSpPr>
              <p:spPr>
                <a:xfrm flipH="1" flipV="1">
                  <a:off x="6942215" y="1150062"/>
                  <a:ext cx="163566" cy="118800"/>
                </a:xfrm>
                <a:prstGeom prst="ellipse">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0" name="직사각형 139"/>
                <p:cNvSpPr/>
                <p:nvPr/>
              </p:nvSpPr>
              <p:spPr>
                <a:xfrm flipV="1">
                  <a:off x="4329429" y="1150062"/>
                  <a:ext cx="2706599" cy="120000"/>
                </a:xfrm>
                <a:prstGeom prst="rect">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grpSp>
          <p:cxnSp>
            <p:nvCxnSpPr>
              <p:cNvPr id="334" name="직선 연결선 333"/>
              <p:cNvCxnSpPr>
                <a:cxnSpLocks/>
              </p:cNvCxnSpPr>
              <p:nvPr/>
            </p:nvCxnSpPr>
            <p:spPr>
              <a:xfrm>
                <a:off x="4327304" y="1210060"/>
                <a:ext cx="2672185" cy="0"/>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grpSp>
        <p:sp>
          <p:nvSpPr>
            <p:cNvPr id="344" name="타원 343"/>
            <p:cNvSpPr/>
            <p:nvPr/>
          </p:nvSpPr>
          <p:spPr>
            <a:xfrm flipH="1" flipV="1">
              <a:off x="6991780" y="1186602"/>
              <a:ext cx="64435" cy="45720"/>
            </a:xfrm>
            <a:prstGeom prst="ellipse">
              <a:avLst/>
            </a:prstGeom>
            <a:solidFill>
              <a:schemeClr val="bg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03" name="그룹 102"/>
          <p:cNvGrpSpPr/>
          <p:nvPr/>
        </p:nvGrpSpPr>
        <p:grpSpPr>
          <a:xfrm>
            <a:off x="3599362" y="1390063"/>
            <a:ext cx="1586502" cy="2670218"/>
            <a:chOff x="4459288" y="1390063"/>
            <a:chExt cx="2185987" cy="2670218"/>
          </a:xfrm>
        </p:grpSpPr>
        <p:sp>
          <p:nvSpPr>
            <p:cNvPr id="345" name="TextBox 344"/>
            <p:cNvSpPr txBox="1"/>
            <p:nvPr/>
          </p:nvSpPr>
          <p:spPr>
            <a:xfrm>
              <a:off x="4459288" y="2905046"/>
              <a:ext cx="2185987" cy="389597"/>
            </a:xfrm>
            <a:prstGeom prst="rect">
              <a:avLst/>
            </a:prstGeom>
            <a:noFill/>
          </p:spPr>
          <p:txBody>
            <a:bodyPr wrap="square" lIns="0" tIns="0" rIns="0" bIns="0" rtlCol="0" anchor="ctr">
              <a:noAutofit/>
            </a:bodyPr>
            <a:lstStyle/>
            <a:p>
              <a:pPr lvl="0"/>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a:p>
              <a:pPr lvl="0"/>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elementum. Morbi in ipsum sit amet.</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346" name="TextBox 345"/>
            <p:cNvSpPr txBox="1"/>
            <p:nvPr/>
          </p:nvSpPr>
          <p:spPr>
            <a:xfrm>
              <a:off x="4459288" y="3670684"/>
              <a:ext cx="2185987" cy="389597"/>
            </a:xfrm>
            <a:prstGeom prst="rect">
              <a:avLst/>
            </a:prstGeom>
            <a:noFill/>
          </p:spPr>
          <p:txBody>
            <a:bodyPr wrap="square" lIns="0" tIns="0" rIns="0" bIns="0" rtlCol="0" anchor="ctr">
              <a:noAutofit/>
            </a:bodyPr>
            <a:lstStyle/>
            <a:p>
              <a:pPr lvl="0"/>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elementum. Morbi in ipsum sit amet pede facilisis laoreet. Donec lacus nunc, viverra nec, blandit vel, egestas et, augue. </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347" name="TextBox 346"/>
            <p:cNvSpPr txBox="1"/>
            <p:nvPr/>
          </p:nvSpPr>
          <p:spPr>
            <a:xfrm>
              <a:off x="4459288" y="1390063"/>
              <a:ext cx="2185987" cy="389597"/>
            </a:xfrm>
            <a:prstGeom prst="rect">
              <a:avLst/>
            </a:prstGeom>
            <a:noFill/>
          </p:spPr>
          <p:txBody>
            <a:bodyPr wrap="square" lIns="0" tIns="0" rIns="0" bIns="0" rtlCol="0" anchor="ctr">
              <a:noAutofit/>
            </a:bodyPr>
            <a:lstStyle/>
            <a:p>
              <a:pPr lvl="0"/>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a:p>
              <a:pPr lvl="0"/>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elementum. Morbi in ipsum sit amet.</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348" name="TextBox 347"/>
            <p:cNvSpPr txBox="1"/>
            <p:nvPr/>
          </p:nvSpPr>
          <p:spPr>
            <a:xfrm>
              <a:off x="4459288" y="2155701"/>
              <a:ext cx="2185987" cy="389597"/>
            </a:xfrm>
            <a:prstGeom prst="rect">
              <a:avLst/>
            </a:prstGeom>
            <a:noFill/>
          </p:spPr>
          <p:txBody>
            <a:bodyPr wrap="square" lIns="0" tIns="0" rIns="0" bIns="0" rtlCol="0" anchor="ctr">
              <a:noAutofit/>
            </a:bodyPr>
            <a:lstStyle/>
            <a:p>
              <a:pPr lvl="0"/>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elementum. Morbi in ipsum sit amet pede facilisis laoreet. Donec lacus nunc, viverra nec, blandit vel, egestas et, augue. </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sp>
        <p:nvSpPr>
          <p:cNvPr id="3" name="텍스트 개체 틀 2"/>
          <p:cNvSpPr>
            <a:spLocks noGrp="1"/>
          </p:cNvSpPr>
          <p:nvPr>
            <p:ph type="body" sz="quarter" idx="10"/>
          </p:nvPr>
        </p:nvSpPr>
        <p:spPr/>
        <p:txBody>
          <a:bodyPr/>
          <a:lstStyle/>
          <a:p>
            <a:pPr lvl="0" defTabSz="914400"/>
            <a:r>
              <a:rPr lang="en-US" altLang="ko-KR" b="1" dirty="0">
                <a:latin typeface="Roboto Condensed Regular"/>
              </a:rPr>
              <a:t>First Section :</a:t>
            </a:r>
            <a:r>
              <a:rPr lang="en-US" altLang="ko-KR" dirty="0"/>
              <a:t> dolor sit amen, </a:t>
            </a:r>
            <a:r>
              <a:rPr lang="en-US" altLang="ko-KR" dirty="0" err="1"/>
              <a:t>consectetur</a:t>
            </a:r>
            <a:r>
              <a:rPr lang="en-US" altLang="ko-KR" dirty="0"/>
              <a:t> </a:t>
            </a:r>
            <a:r>
              <a:rPr lang="en-US" altLang="ko-KR" dirty="0" err="1"/>
              <a:t>adipiscing</a:t>
            </a:r>
            <a:r>
              <a:rPr lang="en-US" altLang="ko-KR" dirty="0"/>
              <a:t> </a:t>
            </a:r>
            <a:r>
              <a:rPr lang="en-US" altLang="ko-KR" dirty="0" err="1"/>
              <a:t>elit</a:t>
            </a:r>
            <a:r>
              <a:rPr lang="en-US" altLang="ko-KR" dirty="0"/>
              <a:t>. Integer </a:t>
            </a:r>
            <a:r>
              <a:rPr lang="en-US" altLang="ko-KR" dirty="0" err="1"/>
              <a:t>nec</a:t>
            </a:r>
            <a:r>
              <a:rPr lang="en-US" altLang="ko-KR" dirty="0"/>
              <a:t> </a:t>
            </a:r>
            <a:r>
              <a:rPr lang="en-US" altLang="ko-KR" dirty="0" err="1"/>
              <a:t>odio</a:t>
            </a:r>
            <a:r>
              <a:rPr lang="en-US" altLang="ko-KR" dirty="0"/>
              <a:t>. </a:t>
            </a:r>
            <a:r>
              <a:rPr lang="en-US" altLang="ko-KR" dirty="0" err="1"/>
              <a:t>Praesent</a:t>
            </a:r>
            <a:r>
              <a:rPr lang="en-US" altLang="ko-KR" dirty="0"/>
              <a:t> lib </a:t>
            </a:r>
            <a:r>
              <a:rPr lang="en-US" altLang="ko-KR" dirty="0" err="1"/>
              <a:t>ero</a:t>
            </a:r>
            <a:r>
              <a:rPr lang="en-US" altLang="ko-KR" dirty="0"/>
              <a:t>. </a:t>
            </a:r>
            <a:r>
              <a:rPr lang="en-US" altLang="ko-KR" dirty="0" err="1"/>
              <a:t>Sed</a:t>
            </a:r>
            <a:r>
              <a:rPr lang="en-US" altLang="ko-KR" dirty="0"/>
              <a:t> </a:t>
            </a:r>
            <a:r>
              <a:rPr lang="en-US" altLang="ko-KR" dirty="0" err="1"/>
              <a:t>cursus</a:t>
            </a:r>
            <a:r>
              <a:rPr lang="en-US" altLang="ko-KR" dirty="0"/>
              <a:t> ante </a:t>
            </a:r>
            <a:r>
              <a:rPr lang="en-US" altLang="ko-KR" dirty="0" err="1"/>
              <a:t>dapibus</a:t>
            </a:r>
            <a:r>
              <a:rPr lang="en-US" altLang="ko-KR" dirty="0"/>
              <a:t> diam. </a:t>
            </a:r>
            <a:r>
              <a:rPr lang="en-US" altLang="ko-KR" dirty="0" err="1"/>
              <a:t>Sed</a:t>
            </a:r>
            <a:r>
              <a:rPr lang="en-US" altLang="ko-KR" dirty="0"/>
              <a:t> nisi. </a:t>
            </a:r>
            <a:r>
              <a:rPr lang="en-US" altLang="ko-KR" dirty="0" err="1"/>
              <a:t>Nulla</a:t>
            </a:r>
            <a:r>
              <a:rPr lang="en-US" altLang="ko-KR" dirty="0"/>
              <a:t> </a:t>
            </a:r>
            <a:r>
              <a:rPr lang="en-US" altLang="ko-KR" dirty="0" err="1"/>
              <a:t>quis</a:t>
            </a:r>
            <a:r>
              <a:rPr lang="en-US" altLang="ko-KR" dirty="0"/>
              <a:t> </a:t>
            </a:r>
            <a:r>
              <a:rPr lang="en-US" altLang="ko-KR" dirty="0" err="1"/>
              <a:t>sem</a:t>
            </a:r>
            <a:r>
              <a:rPr lang="en-US" altLang="ko-KR" dirty="0"/>
              <a:t> at </a:t>
            </a:r>
            <a:r>
              <a:rPr lang="en-US" altLang="ko-KR" dirty="0" err="1"/>
              <a:t>nibh</a:t>
            </a:r>
            <a:r>
              <a:rPr lang="en-US" altLang="ko-KR" dirty="0"/>
              <a:t> </a:t>
            </a:r>
            <a:r>
              <a:rPr lang="en-US" altLang="ko-KR" dirty="0" err="1"/>
              <a:t>elementum</a:t>
            </a:r>
            <a:r>
              <a:rPr lang="en-US" altLang="ko-KR" dirty="0"/>
              <a:t> </a:t>
            </a:r>
            <a:r>
              <a:rPr lang="en-US" altLang="ko-KR" dirty="0" err="1"/>
              <a:t>imperdiet</a:t>
            </a:r>
            <a:r>
              <a:rPr lang="en-US" altLang="ko-KR" dirty="0"/>
              <a:t>. </a:t>
            </a:r>
            <a:r>
              <a:rPr lang="en-US" altLang="ko-KR" dirty="0" err="1"/>
              <a:t>Duis</a:t>
            </a:r>
            <a:r>
              <a:rPr lang="en-US" altLang="ko-KR" dirty="0"/>
              <a:t> </a:t>
            </a:r>
            <a:r>
              <a:rPr lang="en-US" altLang="ko-KR" dirty="0" err="1"/>
              <a:t>sagittis</a:t>
            </a:r>
            <a:r>
              <a:rPr lang="en-US" altLang="ko-KR" dirty="0"/>
              <a:t> </a:t>
            </a:r>
            <a:r>
              <a:rPr lang="en-US" altLang="ko-KR" dirty="0" err="1"/>
              <a:t>ipsum</a:t>
            </a:r>
            <a:r>
              <a:rPr lang="en-US" altLang="ko-KR" dirty="0"/>
              <a:t>. </a:t>
            </a:r>
            <a:r>
              <a:rPr lang="en-US" altLang="ko-KR" dirty="0" err="1"/>
              <a:t>Praesent</a:t>
            </a:r>
            <a:r>
              <a:rPr lang="en-US" altLang="ko-KR" dirty="0"/>
              <a:t> </a:t>
            </a:r>
            <a:r>
              <a:rPr lang="en-US" altLang="ko-KR" dirty="0" err="1"/>
              <a:t>mauris</a:t>
            </a:r>
            <a:r>
              <a:rPr lang="en-US" altLang="ko-KR" dirty="0"/>
              <a:t>. </a:t>
            </a:r>
            <a:r>
              <a:rPr lang="en-US" altLang="ko-KR" dirty="0" err="1"/>
              <a:t>Fusce</a:t>
            </a:r>
            <a:r>
              <a:rPr lang="en-US" altLang="ko-KR" dirty="0"/>
              <a:t> </a:t>
            </a:r>
            <a:r>
              <a:rPr lang="en-US" altLang="ko-KR" dirty="0" err="1"/>
              <a:t>nec</a:t>
            </a:r>
            <a:r>
              <a:rPr lang="en-US" altLang="ko-KR" dirty="0"/>
              <a:t> </a:t>
            </a:r>
            <a:r>
              <a:rPr lang="en-US" altLang="ko-KR" dirty="0" err="1"/>
              <a:t>tellus</a:t>
            </a:r>
            <a:r>
              <a:rPr lang="en-US" altLang="ko-KR" dirty="0"/>
              <a:t> </a:t>
            </a:r>
            <a:r>
              <a:rPr lang="en-US" altLang="ko-KR" dirty="0" err="1"/>
              <a:t>sed</a:t>
            </a:r>
            <a:r>
              <a:rPr lang="en-US" altLang="ko-KR" dirty="0"/>
              <a:t> </a:t>
            </a:r>
            <a:r>
              <a:rPr lang="en-US" altLang="ko-KR" dirty="0" err="1"/>
              <a:t>augue</a:t>
            </a:r>
            <a:r>
              <a:rPr lang="en-US" altLang="ko-KR" dirty="0"/>
              <a:t> semper </a:t>
            </a:r>
            <a:r>
              <a:rPr lang="en-US" altLang="ko-KR" dirty="0" err="1"/>
              <a:t>porta</a:t>
            </a:r>
            <a:r>
              <a:rPr lang="en-US" altLang="ko-KR" dirty="0"/>
              <a:t>. </a:t>
            </a:r>
            <a:r>
              <a:rPr lang="en-US" altLang="ko-KR" dirty="0" err="1"/>
              <a:t>Mauris</a:t>
            </a:r>
            <a:r>
              <a:rPr lang="en-US" altLang="ko-KR" dirty="0"/>
              <a:t> </a:t>
            </a:r>
            <a:r>
              <a:rPr lang="en-US" altLang="ko-KR" dirty="0" err="1"/>
              <a:t>massa</a:t>
            </a:r>
            <a:r>
              <a:rPr lang="en-US" altLang="ko-KR" dirty="0"/>
              <a:t>. </a:t>
            </a:r>
            <a:r>
              <a:rPr lang="en-US" altLang="ko-KR" dirty="0" err="1"/>
              <a:t>Vestibulum</a:t>
            </a:r>
            <a:r>
              <a:rPr lang="en-US" altLang="ko-KR" dirty="0"/>
              <a:t> </a:t>
            </a:r>
            <a:r>
              <a:rPr lang="en-US" altLang="ko-KR" dirty="0" err="1"/>
              <a:t>lacinia</a:t>
            </a:r>
            <a:r>
              <a:rPr lang="en-US" altLang="ko-KR" dirty="0"/>
              <a:t> </a:t>
            </a:r>
            <a:r>
              <a:rPr lang="en-US" altLang="ko-KR" dirty="0" err="1"/>
              <a:t>arcu</a:t>
            </a:r>
            <a:r>
              <a:rPr lang="en-US" altLang="ko-KR" dirty="0"/>
              <a:t> </a:t>
            </a:r>
            <a:r>
              <a:rPr lang="en-US" altLang="ko-KR" dirty="0" err="1"/>
              <a:t>eget</a:t>
            </a:r>
            <a:r>
              <a:rPr lang="en-US" altLang="ko-KR" dirty="0"/>
              <a:t> </a:t>
            </a:r>
            <a:r>
              <a:rPr lang="en-US" altLang="ko-KR" dirty="0" err="1"/>
              <a:t>nulla</a:t>
            </a:r>
            <a:r>
              <a:rPr lang="en-US" altLang="ko-KR" dirty="0"/>
              <a:t>. </a:t>
            </a:r>
          </a:p>
          <a:p>
            <a:pPr lvl="0" defTabSz="914400"/>
            <a:br>
              <a:rPr lang="en-US" altLang="ko-KR" dirty="0"/>
            </a:br>
            <a:r>
              <a:rPr lang="en-US" altLang="ko-KR" b="1" dirty="0">
                <a:latin typeface="Roboto Condensed Regular"/>
              </a:rPr>
              <a:t>Second Section :</a:t>
            </a:r>
            <a:r>
              <a:rPr lang="en-US" altLang="ko-KR" dirty="0"/>
              <a:t> </a:t>
            </a:r>
            <a:r>
              <a:rPr lang="en-US" altLang="ko-KR" dirty="0" err="1"/>
              <a:t>Nulla</a:t>
            </a:r>
            <a:r>
              <a:rPr lang="en-US" altLang="ko-KR" dirty="0"/>
              <a:t> </a:t>
            </a:r>
            <a:r>
              <a:rPr lang="en-US" altLang="ko-KR" dirty="0" err="1"/>
              <a:t>quis</a:t>
            </a:r>
            <a:r>
              <a:rPr lang="en-US" altLang="ko-KR" dirty="0"/>
              <a:t> </a:t>
            </a:r>
            <a:r>
              <a:rPr lang="en-US" altLang="ko-KR" dirty="0" err="1"/>
              <a:t>sem</a:t>
            </a:r>
            <a:r>
              <a:rPr lang="en-US" altLang="ko-KR" dirty="0"/>
              <a:t> at </a:t>
            </a:r>
            <a:r>
              <a:rPr lang="en-US" altLang="ko-KR" dirty="0" err="1"/>
              <a:t>nibh</a:t>
            </a:r>
            <a:r>
              <a:rPr lang="en-US" altLang="ko-KR" dirty="0"/>
              <a:t> </a:t>
            </a:r>
            <a:r>
              <a:rPr lang="en-US" altLang="ko-KR" dirty="0" err="1"/>
              <a:t>elem</a:t>
            </a:r>
            <a:r>
              <a:rPr lang="en-US" altLang="ko-KR" dirty="0"/>
              <a:t> </a:t>
            </a:r>
            <a:r>
              <a:rPr lang="en-US" altLang="ko-KR" dirty="0" err="1"/>
              <a:t>entum</a:t>
            </a:r>
            <a:r>
              <a:rPr lang="en-US" altLang="ko-KR" dirty="0"/>
              <a:t> </a:t>
            </a:r>
            <a:r>
              <a:rPr lang="en-US" altLang="ko-KR" dirty="0" err="1"/>
              <a:t>imperdiet</a:t>
            </a:r>
            <a:r>
              <a:rPr lang="en-US" altLang="ko-KR" dirty="0"/>
              <a:t>. </a:t>
            </a:r>
            <a:r>
              <a:rPr lang="en-US" altLang="ko-KR" dirty="0" err="1"/>
              <a:t>Duis</a:t>
            </a:r>
            <a:r>
              <a:rPr lang="en-US" altLang="ko-KR" dirty="0"/>
              <a:t> </a:t>
            </a:r>
            <a:r>
              <a:rPr lang="en-US" altLang="ko-KR" dirty="0" err="1"/>
              <a:t>sagittis</a:t>
            </a:r>
            <a:r>
              <a:rPr lang="en-US" altLang="ko-KR" dirty="0"/>
              <a:t> </a:t>
            </a:r>
            <a:r>
              <a:rPr lang="en-US" altLang="ko-KR" dirty="0" err="1"/>
              <a:t>ipsum</a:t>
            </a:r>
            <a:r>
              <a:rPr lang="en-US" altLang="ko-KR" dirty="0"/>
              <a:t>. </a:t>
            </a:r>
            <a:r>
              <a:rPr lang="en-US" altLang="ko-KR" dirty="0" err="1"/>
              <a:t>Praes</a:t>
            </a:r>
            <a:r>
              <a:rPr lang="en-US" altLang="ko-KR" dirty="0"/>
              <a:t> </a:t>
            </a:r>
            <a:r>
              <a:rPr lang="en-US" altLang="ko-KR" dirty="0" err="1"/>
              <a:t>ent</a:t>
            </a:r>
            <a:r>
              <a:rPr lang="en-US" altLang="ko-KR" dirty="0"/>
              <a:t> </a:t>
            </a:r>
            <a:r>
              <a:rPr lang="en-US" altLang="ko-KR" dirty="0" err="1"/>
              <a:t>mauris</a:t>
            </a:r>
            <a:r>
              <a:rPr lang="en-US" altLang="ko-KR" dirty="0"/>
              <a:t>. </a:t>
            </a:r>
            <a:r>
              <a:rPr lang="en-US" altLang="ko-KR" dirty="0" err="1"/>
              <a:t>Fusce</a:t>
            </a:r>
            <a:r>
              <a:rPr lang="en-US" altLang="ko-KR" dirty="0"/>
              <a:t> </a:t>
            </a:r>
            <a:r>
              <a:rPr lang="en-US" altLang="ko-KR" dirty="0" err="1"/>
              <a:t>nec</a:t>
            </a:r>
            <a:r>
              <a:rPr lang="en-US" altLang="ko-KR" dirty="0"/>
              <a:t> </a:t>
            </a:r>
            <a:r>
              <a:rPr lang="en-US" altLang="ko-KR" dirty="0" err="1"/>
              <a:t>tellus</a:t>
            </a:r>
            <a:r>
              <a:rPr lang="en-US" altLang="ko-KR" dirty="0"/>
              <a:t> </a:t>
            </a:r>
            <a:r>
              <a:rPr lang="en-US" altLang="ko-KR" dirty="0" err="1"/>
              <a:t>sed</a:t>
            </a:r>
            <a:r>
              <a:rPr lang="en-US" altLang="ko-KR" dirty="0"/>
              <a:t> </a:t>
            </a:r>
            <a:r>
              <a:rPr lang="en-US" altLang="ko-KR" dirty="0" err="1"/>
              <a:t>augue</a:t>
            </a:r>
            <a:r>
              <a:rPr lang="en-US" altLang="ko-KR" dirty="0"/>
              <a:t> </a:t>
            </a:r>
            <a:r>
              <a:rPr lang="en-US" altLang="ko-KR" dirty="0" err="1"/>
              <a:t>sem</a:t>
            </a:r>
            <a:r>
              <a:rPr lang="en-US" altLang="ko-KR" dirty="0"/>
              <a:t> per </a:t>
            </a:r>
            <a:r>
              <a:rPr lang="en-US" altLang="ko-KR" dirty="0" err="1"/>
              <a:t>porta</a:t>
            </a:r>
            <a:r>
              <a:rPr lang="en-US" altLang="ko-KR" dirty="0"/>
              <a:t>. </a:t>
            </a:r>
            <a:r>
              <a:rPr lang="en-US" altLang="ko-KR" dirty="0" err="1"/>
              <a:t>Mauris</a:t>
            </a:r>
            <a:r>
              <a:rPr lang="en-US" altLang="ko-KR" dirty="0"/>
              <a:t> </a:t>
            </a:r>
            <a:r>
              <a:rPr lang="en-US" altLang="ko-KR" dirty="0" err="1"/>
              <a:t>massa</a:t>
            </a:r>
            <a:r>
              <a:rPr lang="en-US" altLang="ko-KR" dirty="0"/>
              <a:t>. </a:t>
            </a:r>
            <a:r>
              <a:rPr lang="en-US" altLang="ko-KR" dirty="0" err="1"/>
              <a:t>Vestibulum</a:t>
            </a:r>
            <a:r>
              <a:rPr lang="en-US" altLang="ko-KR" dirty="0"/>
              <a:t> </a:t>
            </a:r>
            <a:r>
              <a:rPr lang="en-US" altLang="ko-KR" dirty="0" err="1"/>
              <a:t>lacinia</a:t>
            </a:r>
            <a:r>
              <a:rPr lang="en-US" altLang="ko-KR" dirty="0"/>
              <a:t> </a:t>
            </a:r>
            <a:r>
              <a:rPr lang="en-US" altLang="ko-KR" dirty="0" err="1"/>
              <a:t>arcu</a:t>
            </a:r>
            <a:r>
              <a:rPr lang="en-US" altLang="ko-KR" dirty="0"/>
              <a:t> </a:t>
            </a:r>
            <a:r>
              <a:rPr lang="en-US" altLang="ko-KR" dirty="0" err="1"/>
              <a:t>eget</a:t>
            </a:r>
            <a:r>
              <a:rPr lang="en-US" altLang="ko-KR" dirty="0"/>
              <a:t> </a:t>
            </a:r>
            <a:r>
              <a:rPr lang="en-US" altLang="ko-KR" dirty="0" err="1"/>
              <a:t>nulla</a:t>
            </a:r>
            <a:r>
              <a:rPr lang="en-US" altLang="ko-KR" dirty="0"/>
              <a:t>. </a:t>
            </a:r>
          </a:p>
          <a:p>
            <a:pPr lvl="0"/>
            <a:endParaRPr lang="ko-KR" altLang="en-US" dirty="0"/>
          </a:p>
          <a:p>
            <a:endParaRPr lang="ko-KR" altLang="en-US" dirty="0"/>
          </a:p>
        </p:txBody>
      </p:sp>
      <p:grpSp>
        <p:nvGrpSpPr>
          <p:cNvPr id="97" name="그룹 96"/>
          <p:cNvGrpSpPr/>
          <p:nvPr/>
        </p:nvGrpSpPr>
        <p:grpSpPr>
          <a:xfrm>
            <a:off x="1916335" y="1435197"/>
            <a:ext cx="1530370" cy="665872"/>
            <a:chOff x="1916335" y="1435197"/>
            <a:chExt cx="1530370" cy="665872"/>
          </a:xfrm>
        </p:grpSpPr>
        <p:grpSp>
          <p:nvGrpSpPr>
            <p:cNvPr id="102" name="그룹 101"/>
            <p:cNvGrpSpPr/>
            <p:nvPr/>
          </p:nvGrpSpPr>
          <p:grpSpPr>
            <a:xfrm>
              <a:off x="1916335" y="1435197"/>
              <a:ext cx="1530370" cy="665872"/>
              <a:chOff x="2776262" y="1435196"/>
              <a:chExt cx="1530370" cy="665872"/>
            </a:xfrm>
          </p:grpSpPr>
          <p:cxnSp>
            <p:nvCxnSpPr>
              <p:cNvPr id="218" name="직선 연결선 217"/>
              <p:cNvCxnSpPr/>
              <p:nvPr/>
            </p:nvCxnSpPr>
            <p:spPr>
              <a:xfrm flipH="1">
                <a:off x="3765075" y="1592397"/>
                <a:ext cx="324000" cy="0"/>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219" name="그룹 218"/>
              <p:cNvGrpSpPr/>
              <p:nvPr/>
            </p:nvGrpSpPr>
            <p:grpSpPr>
              <a:xfrm>
                <a:off x="2776262" y="1497773"/>
                <a:ext cx="952767" cy="603295"/>
                <a:chOff x="2958965" y="1119161"/>
                <a:chExt cx="879870" cy="478703"/>
              </a:xfrm>
            </p:grpSpPr>
            <p:sp>
              <p:nvSpPr>
                <p:cNvPr id="220" name="TextBox 219"/>
                <p:cNvSpPr txBox="1"/>
                <p:nvPr/>
              </p:nvSpPr>
              <p:spPr>
                <a:xfrm>
                  <a:off x="2958966" y="1119161"/>
                  <a:ext cx="879869" cy="153888"/>
                </a:xfrm>
                <a:prstGeom prst="rect">
                  <a:avLst/>
                </a:prstGeom>
                <a:noFill/>
              </p:spPr>
              <p:txBody>
                <a:bodyPr wrap="square" lIns="72000" tIns="0" rIns="72000" bIns="0" rtlCol="0">
                  <a:noAutofit/>
                </a:bodyPr>
                <a:lstStyle/>
                <a:p>
                  <a:pPr lvl="0" algn="r"/>
                  <a:r>
                    <a:rPr lang="en-US" altLang="ko-KR" sz="1200" b="1" dirty="0">
                      <a:gradFill>
                        <a:gsLst>
                          <a:gs pos="0">
                            <a:schemeClr val="tx2"/>
                          </a:gs>
                          <a:gs pos="100000">
                            <a:schemeClr val="tx2"/>
                          </a:gs>
                        </a:gsLst>
                        <a:lin ang="5400000" scaled="0"/>
                      </a:gradFill>
                      <a:latin typeface="Roboto Condensed Regular"/>
                    </a:rPr>
                    <a:t>Step. </a:t>
                  </a:r>
                  <a:r>
                    <a:rPr lang="en-US" altLang="ko-KR" sz="1200" b="1" dirty="0">
                      <a:gradFill>
                        <a:gsLst>
                          <a:gs pos="0">
                            <a:schemeClr val="accent1"/>
                          </a:gs>
                          <a:gs pos="100000">
                            <a:schemeClr val="accent1"/>
                          </a:gs>
                        </a:gsLst>
                        <a:lin ang="5400000" scaled="0"/>
                      </a:gradFill>
                      <a:latin typeface="Roboto Condensed Regular"/>
                    </a:rPr>
                    <a:t>04</a:t>
                  </a:r>
                  <a:endParaRPr lang="ko-KR" altLang="en-US" sz="1200" b="1" dirty="0">
                    <a:gradFill>
                      <a:gsLst>
                        <a:gs pos="0">
                          <a:schemeClr val="accent1"/>
                        </a:gs>
                        <a:gs pos="100000">
                          <a:schemeClr val="accent1"/>
                        </a:gs>
                      </a:gsLst>
                      <a:lin ang="5400000" scaled="0"/>
                    </a:gradFill>
                    <a:latin typeface="Roboto Condensed Regular"/>
                  </a:endParaRPr>
                </a:p>
              </p:txBody>
            </p:sp>
            <p:sp>
              <p:nvSpPr>
                <p:cNvPr id="221" name="TextBox 220"/>
                <p:cNvSpPr txBox="1"/>
                <p:nvPr/>
              </p:nvSpPr>
              <p:spPr>
                <a:xfrm>
                  <a:off x="2958965" y="1288726"/>
                  <a:ext cx="879869" cy="309138"/>
                </a:xfrm>
                <a:prstGeom prst="rect">
                  <a:avLst/>
                </a:prstGeom>
                <a:noFill/>
              </p:spPr>
              <p:txBody>
                <a:bodyPr wrap="square" lIns="72000" tIns="0" rIns="72000" bIns="0" rtlCol="0">
                  <a:noAutofit/>
                </a:bodyPr>
                <a:lstStyle/>
                <a:p>
                  <a:pPr lvl="0" algn="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222" name="그룹 221"/>
              <p:cNvGrpSpPr/>
              <p:nvPr/>
            </p:nvGrpSpPr>
            <p:grpSpPr>
              <a:xfrm>
                <a:off x="3992228" y="1435196"/>
                <a:ext cx="314404" cy="314404"/>
                <a:chOff x="1385191" y="2138097"/>
                <a:chExt cx="805348" cy="805347"/>
              </a:xfrm>
            </p:grpSpPr>
            <p:sp>
              <p:nvSpPr>
                <p:cNvPr id="227" name="타원 226"/>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500"/>
                    </a:lnSpc>
                  </a:pPr>
                  <a:endParaRPr lang="ko-KR" altLang="en-US" sz="30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228"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sp>
          <p:nvSpPr>
            <p:cNvPr id="96" name="Freeform 55"/>
            <p:cNvSpPr>
              <a:spLocks noEditPoints="1"/>
            </p:cNvSpPr>
            <p:nvPr/>
          </p:nvSpPr>
          <p:spPr bwMode="auto">
            <a:xfrm>
              <a:off x="3221873" y="1491279"/>
              <a:ext cx="132901" cy="204254"/>
            </a:xfrm>
            <a:custGeom>
              <a:avLst/>
              <a:gdLst/>
              <a:ahLst/>
              <a:cxnLst>
                <a:cxn ang="0">
                  <a:pos x="148" y="0"/>
                </a:cxn>
                <a:cxn ang="0">
                  <a:pos x="13" y="0"/>
                </a:cxn>
                <a:cxn ang="0">
                  <a:pos x="0" y="12"/>
                </a:cxn>
                <a:cxn ang="0">
                  <a:pos x="0" y="232"/>
                </a:cxn>
                <a:cxn ang="0">
                  <a:pos x="13" y="245"/>
                </a:cxn>
                <a:cxn ang="0">
                  <a:pos x="148" y="245"/>
                </a:cxn>
                <a:cxn ang="0">
                  <a:pos x="160" y="232"/>
                </a:cxn>
                <a:cxn ang="0">
                  <a:pos x="160" y="12"/>
                </a:cxn>
                <a:cxn ang="0">
                  <a:pos x="148" y="0"/>
                </a:cxn>
                <a:cxn ang="0">
                  <a:pos x="80" y="235"/>
                </a:cxn>
                <a:cxn ang="0">
                  <a:pos x="68" y="222"/>
                </a:cxn>
                <a:cxn ang="0">
                  <a:pos x="80" y="210"/>
                </a:cxn>
                <a:cxn ang="0">
                  <a:pos x="93" y="222"/>
                </a:cxn>
                <a:cxn ang="0">
                  <a:pos x="80" y="235"/>
                </a:cxn>
                <a:cxn ang="0">
                  <a:pos x="145" y="188"/>
                </a:cxn>
                <a:cxn ang="0">
                  <a:pos x="133" y="200"/>
                </a:cxn>
                <a:cxn ang="0">
                  <a:pos x="28" y="200"/>
                </a:cxn>
                <a:cxn ang="0">
                  <a:pos x="15" y="188"/>
                </a:cxn>
                <a:cxn ang="0">
                  <a:pos x="15" y="29"/>
                </a:cxn>
                <a:cxn ang="0">
                  <a:pos x="28" y="16"/>
                </a:cxn>
                <a:cxn ang="0">
                  <a:pos x="133" y="16"/>
                </a:cxn>
                <a:cxn ang="0">
                  <a:pos x="145" y="29"/>
                </a:cxn>
                <a:cxn ang="0">
                  <a:pos x="145" y="188"/>
                </a:cxn>
              </a:cxnLst>
              <a:rect l="0" t="0" r="r" b="b"/>
              <a:pathLst>
                <a:path w="160" h="245">
                  <a:moveTo>
                    <a:pt x="148" y="0"/>
                  </a:moveTo>
                  <a:cubicBezTo>
                    <a:pt x="13" y="0"/>
                    <a:pt x="13" y="0"/>
                    <a:pt x="13" y="0"/>
                  </a:cubicBezTo>
                  <a:cubicBezTo>
                    <a:pt x="6" y="0"/>
                    <a:pt x="0" y="5"/>
                    <a:pt x="0" y="12"/>
                  </a:cubicBezTo>
                  <a:cubicBezTo>
                    <a:pt x="0" y="232"/>
                    <a:pt x="0" y="232"/>
                    <a:pt x="0" y="232"/>
                  </a:cubicBezTo>
                  <a:cubicBezTo>
                    <a:pt x="0" y="239"/>
                    <a:pt x="6" y="245"/>
                    <a:pt x="13" y="245"/>
                  </a:cubicBezTo>
                  <a:cubicBezTo>
                    <a:pt x="148" y="245"/>
                    <a:pt x="148" y="245"/>
                    <a:pt x="148" y="245"/>
                  </a:cubicBezTo>
                  <a:cubicBezTo>
                    <a:pt x="155" y="245"/>
                    <a:pt x="160" y="239"/>
                    <a:pt x="160" y="232"/>
                  </a:cubicBezTo>
                  <a:cubicBezTo>
                    <a:pt x="160" y="12"/>
                    <a:pt x="160" y="12"/>
                    <a:pt x="160" y="12"/>
                  </a:cubicBezTo>
                  <a:cubicBezTo>
                    <a:pt x="160" y="5"/>
                    <a:pt x="155" y="0"/>
                    <a:pt x="148" y="0"/>
                  </a:cubicBezTo>
                  <a:close/>
                  <a:moveTo>
                    <a:pt x="80" y="235"/>
                  </a:moveTo>
                  <a:cubicBezTo>
                    <a:pt x="73" y="235"/>
                    <a:pt x="68" y="229"/>
                    <a:pt x="68" y="222"/>
                  </a:cubicBezTo>
                  <a:cubicBezTo>
                    <a:pt x="68" y="216"/>
                    <a:pt x="73" y="210"/>
                    <a:pt x="80" y="210"/>
                  </a:cubicBezTo>
                  <a:cubicBezTo>
                    <a:pt x="87" y="210"/>
                    <a:pt x="93" y="216"/>
                    <a:pt x="93" y="222"/>
                  </a:cubicBezTo>
                  <a:cubicBezTo>
                    <a:pt x="93" y="229"/>
                    <a:pt x="87" y="235"/>
                    <a:pt x="80" y="235"/>
                  </a:cubicBezTo>
                  <a:close/>
                  <a:moveTo>
                    <a:pt x="145" y="188"/>
                  </a:moveTo>
                  <a:cubicBezTo>
                    <a:pt x="145" y="195"/>
                    <a:pt x="140" y="200"/>
                    <a:pt x="133" y="200"/>
                  </a:cubicBezTo>
                  <a:cubicBezTo>
                    <a:pt x="28" y="200"/>
                    <a:pt x="28" y="200"/>
                    <a:pt x="28" y="200"/>
                  </a:cubicBezTo>
                  <a:cubicBezTo>
                    <a:pt x="21" y="200"/>
                    <a:pt x="15" y="195"/>
                    <a:pt x="15" y="188"/>
                  </a:cubicBezTo>
                  <a:cubicBezTo>
                    <a:pt x="15" y="29"/>
                    <a:pt x="15" y="29"/>
                    <a:pt x="15" y="29"/>
                  </a:cubicBezTo>
                  <a:cubicBezTo>
                    <a:pt x="15" y="22"/>
                    <a:pt x="21" y="16"/>
                    <a:pt x="28" y="16"/>
                  </a:cubicBezTo>
                  <a:cubicBezTo>
                    <a:pt x="133" y="16"/>
                    <a:pt x="133" y="16"/>
                    <a:pt x="133" y="16"/>
                  </a:cubicBezTo>
                  <a:cubicBezTo>
                    <a:pt x="140" y="16"/>
                    <a:pt x="145" y="22"/>
                    <a:pt x="145" y="29"/>
                  </a:cubicBezTo>
                  <a:lnTo>
                    <a:pt x="145" y="188"/>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04" name="그룹 103"/>
          <p:cNvGrpSpPr/>
          <p:nvPr/>
        </p:nvGrpSpPr>
        <p:grpSpPr>
          <a:xfrm>
            <a:off x="5209315" y="2199868"/>
            <a:ext cx="1492949" cy="683778"/>
            <a:chOff x="5209315" y="2199868"/>
            <a:chExt cx="1492949" cy="683778"/>
          </a:xfrm>
        </p:grpSpPr>
        <p:grpSp>
          <p:nvGrpSpPr>
            <p:cNvPr id="100" name="그룹 99"/>
            <p:cNvGrpSpPr/>
            <p:nvPr/>
          </p:nvGrpSpPr>
          <p:grpSpPr>
            <a:xfrm>
              <a:off x="5209315" y="2199868"/>
              <a:ext cx="1492949" cy="683778"/>
              <a:chOff x="6821015" y="2199868"/>
              <a:chExt cx="1492949" cy="683778"/>
            </a:xfrm>
          </p:grpSpPr>
          <p:cxnSp>
            <p:nvCxnSpPr>
              <p:cNvPr id="167" name="직선 연결선 166"/>
              <p:cNvCxnSpPr/>
              <p:nvPr/>
            </p:nvCxnSpPr>
            <p:spPr>
              <a:xfrm>
                <a:off x="7001014" y="2372009"/>
                <a:ext cx="324000" cy="0"/>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172" name="그룹 171"/>
              <p:cNvGrpSpPr/>
              <p:nvPr/>
            </p:nvGrpSpPr>
            <p:grpSpPr>
              <a:xfrm>
                <a:off x="6821015" y="2199868"/>
                <a:ext cx="314404" cy="314404"/>
                <a:chOff x="1385191" y="2138097"/>
                <a:chExt cx="805348" cy="805347"/>
              </a:xfrm>
            </p:grpSpPr>
            <p:sp>
              <p:nvSpPr>
                <p:cNvPr id="177" name="타원 176"/>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500"/>
                    </a:lnSpc>
                    <a:spcAft>
                      <a:spcPts val="300"/>
                    </a:spcAft>
                  </a:pPr>
                  <a:endParaRPr lang="ko-KR" altLang="en-US" sz="30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78"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69" name="그룹 168"/>
              <p:cNvGrpSpPr/>
              <p:nvPr/>
            </p:nvGrpSpPr>
            <p:grpSpPr>
              <a:xfrm>
                <a:off x="7361199" y="2280351"/>
                <a:ext cx="952765" cy="603295"/>
                <a:chOff x="2758536" y="1119161"/>
                <a:chExt cx="879869" cy="478703"/>
              </a:xfrm>
            </p:grpSpPr>
            <p:sp>
              <p:nvSpPr>
                <p:cNvPr id="170" name="TextBox 169"/>
                <p:cNvSpPr txBox="1"/>
                <p:nvPr/>
              </p:nvSpPr>
              <p:spPr>
                <a:xfrm>
                  <a:off x="2758536" y="1119161"/>
                  <a:ext cx="879869" cy="153888"/>
                </a:xfrm>
                <a:prstGeom prst="rect">
                  <a:avLst/>
                </a:prstGeom>
                <a:noFill/>
              </p:spPr>
              <p:txBody>
                <a:bodyPr wrap="square" lIns="72000" tIns="0" rIns="72000" bIns="0" rtlCol="0">
                  <a:noAutofit/>
                </a:bodyPr>
                <a:lstStyle/>
                <a:p>
                  <a:r>
                    <a:rPr lang="en-US" altLang="ko-KR" sz="1200" b="1" dirty="0">
                      <a:gradFill>
                        <a:gsLst>
                          <a:gs pos="0">
                            <a:schemeClr val="tx2"/>
                          </a:gs>
                          <a:gs pos="100000">
                            <a:schemeClr val="tx2"/>
                          </a:gs>
                        </a:gsLst>
                        <a:lin ang="5400000" scaled="0"/>
                      </a:gradFill>
                      <a:latin typeface="Roboto Condensed Regular"/>
                    </a:rPr>
                    <a:t>Step. </a:t>
                  </a:r>
                  <a:r>
                    <a:rPr lang="en-US" altLang="ko-KR" sz="1200" b="1" dirty="0">
                      <a:gradFill>
                        <a:gsLst>
                          <a:gs pos="0">
                            <a:schemeClr val="accent1"/>
                          </a:gs>
                          <a:gs pos="100000">
                            <a:schemeClr val="accent1"/>
                          </a:gs>
                        </a:gsLst>
                        <a:lin ang="5400000" scaled="0"/>
                      </a:gradFill>
                      <a:latin typeface="Roboto Condensed Regular"/>
                    </a:rPr>
                    <a:t>03</a:t>
                  </a:r>
                  <a:endParaRPr lang="ko-KR" altLang="en-US" sz="1200" b="1" dirty="0">
                    <a:gradFill>
                      <a:gsLst>
                        <a:gs pos="0">
                          <a:schemeClr val="accent1"/>
                        </a:gs>
                        <a:gs pos="100000">
                          <a:schemeClr val="accent1"/>
                        </a:gs>
                      </a:gsLst>
                      <a:lin ang="5400000" scaled="0"/>
                    </a:gradFill>
                    <a:latin typeface="Roboto Condensed Regular"/>
                  </a:endParaRPr>
                </a:p>
              </p:txBody>
            </p:sp>
            <p:sp>
              <p:nvSpPr>
                <p:cNvPr id="171" name="TextBox 170"/>
                <p:cNvSpPr txBox="1"/>
                <p:nvPr/>
              </p:nvSpPr>
              <p:spPr>
                <a:xfrm>
                  <a:off x="2758536" y="1288726"/>
                  <a:ext cx="879869" cy="309138"/>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sp>
          <p:nvSpPr>
            <p:cNvPr id="101" name="Freeform 32"/>
            <p:cNvSpPr>
              <a:spLocks noEditPoints="1"/>
            </p:cNvSpPr>
            <p:nvPr/>
          </p:nvSpPr>
          <p:spPr bwMode="auto">
            <a:xfrm>
              <a:off x="5282118" y="2257165"/>
              <a:ext cx="181562" cy="181562"/>
            </a:xfrm>
            <a:custGeom>
              <a:avLst/>
              <a:gdLst/>
              <a:ahLst/>
              <a:cxnLst>
                <a:cxn ang="0">
                  <a:pos x="64" y="107"/>
                </a:cxn>
                <a:cxn ang="0">
                  <a:pos x="117" y="107"/>
                </a:cxn>
                <a:cxn ang="0">
                  <a:pos x="130" y="98"/>
                </a:cxn>
                <a:cxn ang="0">
                  <a:pos x="51" y="98"/>
                </a:cxn>
                <a:cxn ang="0">
                  <a:pos x="64" y="107"/>
                </a:cxn>
                <a:cxn ang="0">
                  <a:pos x="89" y="124"/>
                </a:cxn>
                <a:cxn ang="0">
                  <a:pos x="92" y="124"/>
                </a:cxn>
                <a:cxn ang="0">
                  <a:pos x="104" y="116"/>
                </a:cxn>
                <a:cxn ang="0">
                  <a:pos x="76" y="116"/>
                </a:cxn>
                <a:cxn ang="0">
                  <a:pos x="89" y="124"/>
                </a:cxn>
                <a:cxn ang="0">
                  <a:pos x="175" y="56"/>
                </a:cxn>
                <a:cxn ang="0">
                  <a:pos x="97" y="3"/>
                </a:cxn>
                <a:cxn ang="0">
                  <a:pos x="84" y="3"/>
                </a:cxn>
                <a:cxn ang="0">
                  <a:pos x="5" y="56"/>
                </a:cxn>
                <a:cxn ang="0">
                  <a:pos x="0" y="66"/>
                </a:cxn>
                <a:cxn ang="0">
                  <a:pos x="0" y="167"/>
                </a:cxn>
                <a:cxn ang="0">
                  <a:pos x="12" y="179"/>
                </a:cxn>
                <a:cxn ang="0">
                  <a:pos x="169" y="179"/>
                </a:cxn>
                <a:cxn ang="0">
                  <a:pos x="180" y="167"/>
                </a:cxn>
                <a:cxn ang="0">
                  <a:pos x="180" y="66"/>
                </a:cxn>
                <a:cxn ang="0">
                  <a:pos x="175" y="56"/>
                </a:cxn>
                <a:cxn ang="0">
                  <a:pos x="169" y="82"/>
                </a:cxn>
                <a:cxn ang="0">
                  <a:pos x="90" y="135"/>
                </a:cxn>
                <a:cxn ang="0">
                  <a:pos x="12" y="82"/>
                </a:cxn>
                <a:cxn ang="0">
                  <a:pos x="12" y="71"/>
                </a:cxn>
                <a:cxn ang="0">
                  <a:pos x="17" y="65"/>
                </a:cxn>
                <a:cxn ang="0">
                  <a:pos x="163" y="65"/>
                </a:cxn>
                <a:cxn ang="0">
                  <a:pos x="169" y="71"/>
                </a:cxn>
                <a:cxn ang="0">
                  <a:pos x="169" y="82"/>
                </a:cxn>
                <a:cxn ang="0">
                  <a:pos x="37" y="89"/>
                </a:cxn>
                <a:cxn ang="0">
                  <a:pos x="39" y="90"/>
                </a:cxn>
                <a:cxn ang="0">
                  <a:pos x="142" y="90"/>
                </a:cxn>
                <a:cxn ang="0">
                  <a:pos x="144" y="89"/>
                </a:cxn>
                <a:cxn ang="0">
                  <a:pos x="144" y="81"/>
                </a:cxn>
                <a:cxn ang="0">
                  <a:pos x="37" y="81"/>
                </a:cxn>
                <a:cxn ang="0">
                  <a:pos x="37" y="89"/>
                </a:cxn>
              </a:cxnLst>
              <a:rect l="0" t="0" r="r" b="b"/>
              <a:pathLst>
                <a:path w="180" h="179">
                  <a:moveTo>
                    <a:pt x="64" y="107"/>
                  </a:moveTo>
                  <a:cubicBezTo>
                    <a:pt x="117" y="107"/>
                    <a:pt x="117" y="107"/>
                    <a:pt x="117" y="107"/>
                  </a:cubicBezTo>
                  <a:cubicBezTo>
                    <a:pt x="130" y="98"/>
                    <a:pt x="130" y="98"/>
                    <a:pt x="130" y="98"/>
                  </a:cubicBezTo>
                  <a:cubicBezTo>
                    <a:pt x="51" y="98"/>
                    <a:pt x="51" y="98"/>
                    <a:pt x="51" y="98"/>
                  </a:cubicBezTo>
                  <a:lnTo>
                    <a:pt x="64" y="107"/>
                  </a:lnTo>
                  <a:close/>
                  <a:moveTo>
                    <a:pt x="89" y="124"/>
                  </a:moveTo>
                  <a:cubicBezTo>
                    <a:pt x="92" y="124"/>
                    <a:pt x="92" y="124"/>
                    <a:pt x="92" y="124"/>
                  </a:cubicBezTo>
                  <a:cubicBezTo>
                    <a:pt x="104" y="116"/>
                    <a:pt x="104" y="116"/>
                    <a:pt x="104" y="116"/>
                  </a:cubicBezTo>
                  <a:cubicBezTo>
                    <a:pt x="76" y="116"/>
                    <a:pt x="76" y="116"/>
                    <a:pt x="76" y="116"/>
                  </a:cubicBezTo>
                  <a:lnTo>
                    <a:pt x="89" y="124"/>
                  </a:lnTo>
                  <a:close/>
                  <a:moveTo>
                    <a:pt x="175" y="56"/>
                  </a:moveTo>
                  <a:cubicBezTo>
                    <a:pt x="97" y="3"/>
                    <a:pt x="97" y="3"/>
                    <a:pt x="97" y="3"/>
                  </a:cubicBezTo>
                  <a:cubicBezTo>
                    <a:pt x="93" y="0"/>
                    <a:pt x="88" y="0"/>
                    <a:pt x="84" y="3"/>
                  </a:cubicBezTo>
                  <a:cubicBezTo>
                    <a:pt x="5" y="56"/>
                    <a:pt x="5" y="56"/>
                    <a:pt x="5" y="56"/>
                  </a:cubicBezTo>
                  <a:cubicBezTo>
                    <a:pt x="2" y="58"/>
                    <a:pt x="0" y="62"/>
                    <a:pt x="0" y="66"/>
                  </a:cubicBezTo>
                  <a:cubicBezTo>
                    <a:pt x="0" y="167"/>
                    <a:pt x="0" y="167"/>
                    <a:pt x="0" y="167"/>
                  </a:cubicBezTo>
                  <a:cubicBezTo>
                    <a:pt x="0" y="174"/>
                    <a:pt x="5" y="179"/>
                    <a:pt x="12" y="179"/>
                  </a:cubicBezTo>
                  <a:cubicBezTo>
                    <a:pt x="169" y="179"/>
                    <a:pt x="169" y="179"/>
                    <a:pt x="169" y="179"/>
                  </a:cubicBezTo>
                  <a:cubicBezTo>
                    <a:pt x="175" y="179"/>
                    <a:pt x="180" y="174"/>
                    <a:pt x="180" y="167"/>
                  </a:cubicBezTo>
                  <a:cubicBezTo>
                    <a:pt x="180" y="66"/>
                    <a:pt x="180" y="66"/>
                    <a:pt x="180" y="66"/>
                  </a:cubicBezTo>
                  <a:cubicBezTo>
                    <a:pt x="180" y="62"/>
                    <a:pt x="178" y="58"/>
                    <a:pt x="175" y="56"/>
                  </a:cubicBezTo>
                  <a:close/>
                  <a:moveTo>
                    <a:pt x="169" y="82"/>
                  </a:moveTo>
                  <a:cubicBezTo>
                    <a:pt x="90" y="135"/>
                    <a:pt x="90" y="135"/>
                    <a:pt x="90" y="135"/>
                  </a:cubicBezTo>
                  <a:cubicBezTo>
                    <a:pt x="12" y="82"/>
                    <a:pt x="12" y="82"/>
                    <a:pt x="12" y="82"/>
                  </a:cubicBezTo>
                  <a:cubicBezTo>
                    <a:pt x="12" y="71"/>
                    <a:pt x="12" y="71"/>
                    <a:pt x="12" y="71"/>
                  </a:cubicBezTo>
                  <a:cubicBezTo>
                    <a:pt x="12" y="68"/>
                    <a:pt x="14" y="65"/>
                    <a:pt x="17" y="65"/>
                  </a:cubicBezTo>
                  <a:cubicBezTo>
                    <a:pt x="163" y="65"/>
                    <a:pt x="163" y="65"/>
                    <a:pt x="163" y="65"/>
                  </a:cubicBezTo>
                  <a:cubicBezTo>
                    <a:pt x="166" y="65"/>
                    <a:pt x="169" y="68"/>
                    <a:pt x="169" y="71"/>
                  </a:cubicBezTo>
                  <a:lnTo>
                    <a:pt x="169" y="82"/>
                  </a:lnTo>
                  <a:close/>
                  <a:moveTo>
                    <a:pt x="37" y="89"/>
                  </a:moveTo>
                  <a:cubicBezTo>
                    <a:pt x="39" y="90"/>
                    <a:pt x="39" y="90"/>
                    <a:pt x="39" y="90"/>
                  </a:cubicBezTo>
                  <a:cubicBezTo>
                    <a:pt x="142" y="90"/>
                    <a:pt x="142" y="90"/>
                    <a:pt x="142" y="90"/>
                  </a:cubicBezTo>
                  <a:cubicBezTo>
                    <a:pt x="144" y="89"/>
                    <a:pt x="144" y="89"/>
                    <a:pt x="144" y="89"/>
                  </a:cubicBezTo>
                  <a:cubicBezTo>
                    <a:pt x="144" y="81"/>
                    <a:pt x="144" y="81"/>
                    <a:pt x="144" y="81"/>
                  </a:cubicBezTo>
                  <a:cubicBezTo>
                    <a:pt x="37" y="81"/>
                    <a:pt x="37" y="81"/>
                    <a:pt x="37" y="81"/>
                  </a:cubicBezTo>
                  <a:lnTo>
                    <a:pt x="37" y="89"/>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07" name="그룹 106"/>
          <p:cNvGrpSpPr/>
          <p:nvPr/>
        </p:nvGrpSpPr>
        <p:grpSpPr>
          <a:xfrm>
            <a:off x="1916335" y="2964540"/>
            <a:ext cx="1530370" cy="665872"/>
            <a:chOff x="1916335" y="2964540"/>
            <a:chExt cx="1530370" cy="665872"/>
          </a:xfrm>
        </p:grpSpPr>
        <p:grpSp>
          <p:nvGrpSpPr>
            <p:cNvPr id="95" name="그룹 94"/>
            <p:cNvGrpSpPr/>
            <p:nvPr/>
          </p:nvGrpSpPr>
          <p:grpSpPr>
            <a:xfrm>
              <a:off x="1916335" y="2964540"/>
              <a:ext cx="1530370" cy="665872"/>
              <a:chOff x="2776262" y="2964540"/>
              <a:chExt cx="1530370" cy="665872"/>
            </a:xfrm>
          </p:grpSpPr>
          <p:cxnSp>
            <p:nvCxnSpPr>
              <p:cNvPr id="265" name="직선 연결선 264"/>
              <p:cNvCxnSpPr/>
              <p:nvPr/>
            </p:nvCxnSpPr>
            <p:spPr>
              <a:xfrm flipH="1">
                <a:off x="3765075" y="3121741"/>
                <a:ext cx="324000" cy="0"/>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261" name="그룹 260"/>
              <p:cNvGrpSpPr/>
              <p:nvPr/>
            </p:nvGrpSpPr>
            <p:grpSpPr>
              <a:xfrm>
                <a:off x="2776262" y="3027117"/>
                <a:ext cx="952767" cy="603295"/>
                <a:chOff x="2958965" y="1119161"/>
                <a:chExt cx="879870" cy="478703"/>
              </a:xfrm>
            </p:grpSpPr>
            <p:sp>
              <p:nvSpPr>
                <p:cNvPr id="262" name="TextBox 261"/>
                <p:cNvSpPr txBox="1"/>
                <p:nvPr/>
              </p:nvSpPr>
              <p:spPr>
                <a:xfrm>
                  <a:off x="2958966" y="1119161"/>
                  <a:ext cx="879869" cy="153888"/>
                </a:xfrm>
                <a:prstGeom prst="rect">
                  <a:avLst/>
                </a:prstGeom>
                <a:noFill/>
              </p:spPr>
              <p:txBody>
                <a:bodyPr wrap="square" lIns="72000" tIns="0" rIns="72000" bIns="0" rtlCol="0">
                  <a:noAutofit/>
                </a:bodyPr>
                <a:lstStyle/>
                <a:p>
                  <a:pPr algn="r"/>
                  <a:r>
                    <a:rPr lang="en-US" altLang="ko-KR" sz="1200" b="1" dirty="0">
                      <a:gradFill>
                        <a:gsLst>
                          <a:gs pos="0">
                            <a:schemeClr val="tx2"/>
                          </a:gs>
                          <a:gs pos="100000">
                            <a:schemeClr val="tx2"/>
                          </a:gs>
                        </a:gsLst>
                        <a:lin ang="5400000" scaled="0"/>
                      </a:gradFill>
                      <a:latin typeface="Roboto Condensed Regular"/>
                    </a:rPr>
                    <a:t>Step. </a:t>
                  </a:r>
                  <a:r>
                    <a:rPr lang="en-US" altLang="ko-KR" sz="1200" b="1" dirty="0">
                      <a:gradFill>
                        <a:gsLst>
                          <a:gs pos="0">
                            <a:schemeClr val="accent1"/>
                          </a:gs>
                          <a:gs pos="100000">
                            <a:schemeClr val="accent1"/>
                          </a:gs>
                        </a:gsLst>
                        <a:lin ang="5400000" scaled="0"/>
                      </a:gradFill>
                      <a:latin typeface="Roboto Condensed Regular"/>
                    </a:rPr>
                    <a:t>02</a:t>
                  </a:r>
                  <a:endParaRPr lang="ko-KR" altLang="en-US" sz="1200" b="1" dirty="0">
                    <a:gradFill>
                      <a:gsLst>
                        <a:gs pos="0">
                          <a:schemeClr val="accent1"/>
                        </a:gs>
                        <a:gs pos="100000">
                          <a:schemeClr val="accent1"/>
                        </a:gs>
                      </a:gsLst>
                      <a:lin ang="5400000" scaled="0"/>
                    </a:gradFill>
                    <a:latin typeface="Roboto Condensed Regular"/>
                  </a:endParaRPr>
                </a:p>
              </p:txBody>
            </p:sp>
            <p:sp>
              <p:nvSpPr>
                <p:cNvPr id="263" name="TextBox 262"/>
                <p:cNvSpPr txBox="1"/>
                <p:nvPr/>
              </p:nvSpPr>
              <p:spPr>
                <a:xfrm>
                  <a:off x="2958965" y="1288726"/>
                  <a:ext cx="879869" cy="309138"/>
                </a:xfrm>
                <a:prstGeom prst="rect">
                  <a:avLst/>
                </a:prstGeom>
                <a:noFill/>
              </p:spPr>
              <p:txBody>
                <a:bodyPr wrap="square" lIns="72000" tIns="0" rIns="72000" bIns="0" rtlCol="0">
                  <a:noAutofit/>
                </a:bodyPr>
                <a:lstStyle/>
                <a:p>
                  <a:pPr lvl="0" algn="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266" name="그룹 265"/>
              <p:cNvGrpSpPr/>
              <p:nvPr/>
            </p:nvGrpSpPr>
            <p:grpSpPr>
              <a:xfrm>
                <a:off x="3992228" y="2964540"/>
                <a:ext cx="314404" cy="314404"/>
                <a:chOff x="1385191" y="2138097"/>
                <a:chExt cx="805348" cy="805347"/>
              </a:xfrm>
            </p:grpSpPr>
            <p:sp>
              <p:nvSpPr>
                <p:cNvPr id="271" name="타원 270"/>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500"/>
                    </a:lnSpc>
                    <a:spcAft>
                      <a:spcPts val="300"/>
                    </a:spcAft>
                  </a:pPr>
                  <a:endParaRPr lang="ko-KR" altLang="en-US" sz="30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272"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sp>
          <p:nvSpPr>
            <p:cNvPr id="105" name="Freeform 53"/>
            <p:cNvSpPr>
              <a:spLocks noEditPoints="1"/>
            </p:cNvSpPr>
            <p:nvPr/>
          </p:nvSpPr>
          <p:spPr bwMode="auto">
            <a:xfrm>
              <a:off x="3197732" y="3027063"/>
              <a:ext cx="181183" cy="202002"/>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109" name="그룹 108"/>
          <p:cNvGrpSpPr/>
          <p:nvPr/>
        </p:nvGrpSpPr>
        <p:grpSpPr>
          <a:xfrm>
            <a:off x="5209315" y="3729214"/>
            <a:ext cx="1492949" cy="670526"/>
            <a:chOff x="5209315" y="3729214"/>
            <a:chExt cx="1492949" cy="670526"/>
          </a:xfrm>
        </p:grpSpPr>
        <p:grpSp>
          <p:nvGrpSpPr>
            <p:cNvPr id="99" name="그룹 98"/>
            <p:cNvGrpSpPr/>
            <p:nvPr/>
          </p:nvGrpSpPr>
          <p:grpSpPr>
            <a:xfrm>
              <a:off x="5209315" y="3729214"/>
              <a:ext cx="1492949" cy="670526"/>
              <a:chOff x="6821015" y="3729212"/>
              <a:chExt cx="1492949" cy="670526"/>
            </a:xfrm>
          </p:grpSpPr>
          <p:grpSp>
            <p:nvGrpSpPr>
              <p:cNvPr id="98" name="그룹 97"/>
              <p:cNvGrpSpPr/>
              <p:nvPr/>
            </p:nvGrpSpPr>
            <p:grpSpPr>
              <a:xfrm>
                <a:off x="7001014" y="3796443"/>
                <a:ext cx="1312950" cy="603295"/>
                <a:chOff x="7001014" y="3809695"/>
                <a:chExt cx="1312950" cy="603295"/>
              </a:xfrm>
            </p:grpSpPr>
            <p:grpSp>
              <p:nvGrpSpPr>
                <p:cNvPr id="238" name="그룹 237"/>
                <p:cNvGrpSpPr/>
                <p:nvPr/>
              </p:nvGrpSpPr>
              <p:grpSpPr>
                <a:xfrm>
                  <a:off x="7361199" y="3809695"/>
                  <a:ext cx="952765" cy="603295"/>
                  <a:chOff x="2758536" y="1119161"/>
                  <a:chExt cx="879869" cy="478703"/>
                </a:xfrm>
              </p:grpSpPr>
              <p:sp>
                <p:nvSpPr>
                  <p:cNvPr id="253" name="TextBox 252"/>
                  <p:cNvSpPr txBox="1"/>
                  <p:nvPr/>
                </p:nvSpPr>
                <p:spPr>
                  <a:xfrm>
                    <a:off x="2758536" y="1119161"/>
                    <a:ext cx="879869" cy="153888"/>
                  </a:xfrm>
                  <a:prstGeom prst="rect">
                    <a:avLst/>
                  </a:prstGeom>
                  <a:noFill/>
                </p:spPr>
                <p:txBody>
                  <a:bodyPr wrap="square" lIns="72000" tIns="0" rIns="72000" bIns="0" rtlCol="0">
                    <a:noAutofit/>
                  </a:bodyPr>
                  <a:lstStyle/>
                  <a:p>
                    <a:pPr lvl="0"/>
                    <a:r>
                      <a:rPr lang="en-US" altLang="ko-KR" sz="1200" b="1" dirty="0">
                        <a:gradFill>
                          <a:gsLst>
                            <a:gs pos="0">
                              <a:schemeClr val="tx2"/>
                            </a:gs>
                            <a:gs pos="100000">
                              <a:schemeClr val="tx2"/>
                            </a:gs>
                          </a:gsLst>
                          <a:lin ang="5400000" scaled="0"/>
                        </a:gradFill>
                        <a:latin typeface="Roboto Condensed Regular"/>
                      </a:rPr>
                      <a:t>Step. </a:t>
                    </a:r>
                    <a:r>
                      <a:rPr lang="en-US" altLang="ko-KR" sz="1200" b="1" dirty="0">
                        <a:gradFill>
                          <a:gsLst>
                            <a:gs pos="0">
                              <a:schemeClr val="accent1"/>
                            </a:gs>
                            <a:gs pos="100000">
                              <a:schemeClr val="accent1"/>
                            </a:gs>
                          </a:gsLst>
                          <a:lin ang="5400000" scaled="0"/>
                        </a:gradFill>
                        <a:latin typeface="Roboto Condensed Regular"/>
                      </a:rPr>
                      <a:t>01</a:t>
                    </a:r>
                    <a:endParaRPr lang="ko-KR" altLang="en-US" sz="1200" b="1" dirty="0">
                      <a:gradFill>
                        <a:gsLst>
                          <a:gs pos="0">
                            <a:schemeClr val="accent1"/>
                          </a:gs>
                          <a:gs pos="100000">
                            <a:schemeClr val="accent1"/>
                          </a:gs>
                        </a:gsLst>
                        <a:lin ang="5400000" scaled="0"/>
                      </a:gradFill>
                      <a:latin typeface="Roboto Condensed Regular"/>
                    </a:endParaRPr>
                  </a:p>
                </p:txBody>
              </p:sp>
              <p:sp>
                <p:nvSpPr>
                  <p:cNvPr id="254" name="TextBox 253"/>
                  <p:cNvSpPr txBox="1"/>
                  <p:nvPr/>
                </p:nvSpPr>
                <p:spPr>
                  <a:xfrm>
                    <a:off x="2758536" y="1288726"/>
                    <a:ext cx="879869" cy="309138"/>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241" name="직선 연결선 240"/>
                <p:cNvCxnSpPr/>
                <p:nvPr/>
              </p:nvCxnSpPr>
              <p:spPr>
                <a:xfrm>
                  <a:off x="7001014" y="3901353"/>
                  <a:ext cx="324000" cy="0"/>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243" name="그룹 242"/>
              <p:cNvGrpSpPr/>
              <p:nvPr/>
            </p:nvGrpSpPr>
            <p:grpSpPr>
              <a:xfrm>
                <a:off x="6821015" y="3729212"/>
                <a:ext cx="314404" cy="314404"/>
                <a:chOff x="1385191" y="2138097"/>
                <a:chExt cx="805348" cy="805347"/>
              </a:xfrm>
            </p:grpSpPr>
            <p:sp>
              <p:nvSpPr>
                <p:cNvPr id="248" name="타원 247"/>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500"/>
                    </a:lnSpc>
                    <a:spcAft>
                      <a:spcPts val="300"/>
                    </a:spcAft>
                  </a:pPr>
                  <a:endParaRPr lang="ko-KR" altLang="en-US" sz="30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249"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sp>
          <p:nvSpPr>
            <p:cNvPr id="108" name="Freeform 52"/>
            <p:cNvSpPr>
              <a:spLocks noEditPoints="1"/>
            </p:cNvSpPr>
            <p:nvPr/>
          </p:nvSpPr>
          <p:spPr bwMode="auto">
            <a:xfrm>
              <a:off x="5293359" y="3800501"/>
              <a:ext cx="159083" cy="176993"/>
            </a:xfrm>
            <a:custGeom>
              <a:avLst/>
              <a:gdLst/>
              <a:ahLst/>
              <a:cxnLst>
                <a:cxn ang="0">
                  <a:pos x="191" y="7"/>
                </a:cxn>
                <a:cxn ang="0">
                  <a:pos x="168" y="7"/>
                </a:cxn>
                <a:cxn ang="0">
                  <a:pos x="161" y="0"/>
                </a:cxn>
                <a:cxn ang="0">
                  <a:pos x="44" y="0"/>
                </a:cxn>
                <a:cxn ang="0">
                  <a:pos x="37" y="7"/>
                </a:cxn>
                <a:cxn ang="0">
                  <a:pos x="8" y="7"/>
                </a:cxn>
                <a:cxn ang="0">
                  <a:pos x="0" y="14"/>
                </a:cxn>
                <a:cxn ang="0">
                  <a:pos x="0" y="41"/>
                </a:cxn>
                <a:cxn ang="0">
                  <a:pos x="88" y="124"/>
                </a:cxn>
                <a:cxn ang="0">
                  <a:pos x="88" y="169"/>
                </a:cxn>
                <a:cxn ang="0">
                  <a:pos x="54" y="178"/>
                </a:cxn>
                <a:cxn ang="0">
                  <a:pos x="50" y="184"/>
                </a:cxn>
                <a:cxn ang="0">
                  <a:pos x="50" y="189"/>
                </a:cxn>
                <a:cxn ang="0">
                  <a:pos x="44" y="195"/>
                </a:cxn>
                <a:cxn ang="0">
                  <a:pos x="37" y="201"/>
                </a:cxn>
                <a:cxn ang="0">
                  <a:pos x="37" y="214"/>
                </a:cxn>
                <a:cxn ang="0">
                  <a:pos x="44" y="220"/>
                </a:cxn>
                <a:cxn ang="0">
                  <a:pos x="155" y="220"/>
                </a:cxn>
                <a:cxn ang="0">
                  <a:pos x="161" y="214"/>
                </a:cxn>
                <a:cxn ang="0">
                  <a:pos x="161" y="201"/>
                </a:cxn>
                <a:cxn ang="0">
                  <a:pos x="155" y="195"/>
                </a:cxn>
                <a:cxn ang="0">
                  <a:pos x="149" y="189"/>
                </a:cxn>
                <a:cxn ang="0">
                  <a:pos x="149" y="184"/>
                </a:cxn>
                <a:cxn ang="0">
                  <a:pos x="145" y="178"/>
                </a:cxn>
                <a:cxn ang="0">
                  <a:pos x="110" y="169"/>
                </a:cxn>
                <a:cxn ang="0">
                  <a:pos x="110" y="124"/>
                </a:cxn>
                <a:cxn ang="0">
                  <a:pos x="198" y="41"/>
                </a:cxn>
                <a:cxn ang="0">
                  <a:pos x="198" y="14"/>
                </a:cxn>
                <a:cxn ang="0">
                  <a:pos x="191" y="7"/>
                </a:cxn>
                <a:cxn ang="0">
                  <a:pos x="14" y="38"/>
                </a:cxn>
                <a:cxn ang="0">
                  <a:pos x="14" y="29"/>
                </a:cxn>
                <a:cxn ang="0">
                  <a:pos x="21" y="22"/>
                </a:cxn>
                <a:cxn ang="0">
                  <a:pos x="38" y="22"/>
                </a:cxn>
                <a:cxn ang="0">
                  <a:pos x="50" y="82"/>
                </a:cxn>
                <a:cxn ang="0">
                  <a:pos x="14" y="38"/>
                </a:cxn>
                <a:cxn ang="0">
                  <a:pos x="185" y="38"/>
                </a:cxn>
                <a:cxn ang="0">
                  <a:pos x="149" y="82"/>
                </a:cxn>
                <a:cxn ang="0">
                  <a:pos x="160" y="22"/>
                </a:cxn>
                <a:cxn ang="0">
                  <a:pos x="177" y="22"/>
                </a:cxn>
                <a:cxn ang="0">
                  <a:pos x="185" y="29"/>
                </a:cxn>
                <a:cxn ang="0">
                  <a:pos x="185" y="38"/>
                </a:cxn>
              </a:cxnLst>
              <a:rect l="0" t="0" r="r" b="b"/>
              <a:pathLst>
                <a:path w="198" h="220">
                  <a:moveTo>
                    <a:pt x="191" y="7"/>
                  </a:moveTo>
                  <a:cubicBezTo>
                    <a:pt x="168" y="7"/>
                    <a:pt x="168" y="7"/>
                    <a:pt x="168" y="7"/>
                  </a:cubicBezTo>
                  <a:cubicBezTo>
                    <a:pt x="164" y="7"/>
                    <a:pt x="161" y="4"/>
                    <a:pt x="161" y="0"/>
                  </a:cubicBezTo>
                  <a:cubicBezTo>
                    <a:pt x="44" y="0"/>
                    <a:pt x="44" y="0"/>
                    <a:pt x="44" y="0"/>
                  </a:cubicBezTo>
                  <a:cubicBezTo>
                    <a:pt x="40" y="0"/>
                    <a:pt x="37" y="3"/>
                    <a:pt x="37" y="7"/>
                  </a:cubicBezTo>
                  <a:cubicBezTo>
                    <a:pt x="8" y="7"/>
                    <a:pt x="8" y="7"/>
                    <a:pt x="8" y="7"/>
                  </a:cubicBezTo>
                  <a:cubicBezTo>
                    <a:pt x="4" y="7"/>
                    <a:pt x="0" y="10"/>
                    <a:pt x="0" y="14"/>
                  </a:cubicBezTo>
                  <a:cubicBezTo>
                    <a:pt x="0" y="41"/>
                    <a:pt x="0" y="41"/>
                    <a:pt x="0" y="41"/>
                  </a:cubicBezTo>
                  <a:cubicBezTo>
                    <a:pt x="0" y="80"/>
                    <a:pt x="63" y="113"/>
                    <a:pt x="88" y="124"/>
                  </a:cubicBezTo>
                  <a:cubicBezTo>
                    <a:pt x="88" y="169"/>
                    <a:pt x="88" y="169"/>
                    <a:pt x="88" y="169"/>
                  </a:cubicBezTo>
                  <a:cubicBezTo>
                    <a:pt x="88" y="169"/>
                    <a:pt x="69" y="171"/>
                    <a:pt x="54" y="178"/>
                  </a:cubicBezTo>
                  <a:cubicBezTo>
                    <a:pt x="51" y="179"/>
                    <a:pt x="50" y="182"/>
                    <a:pt x="50" y="184"/>
                  </a:cubicBezTo>
                  <a:cubicBezTo>
                    <a:pt x="50" y="189"/>
                    <a:pt x="50" y="189"/>
                    <a:pt x="50" y="189"/>
                  </a:cubicBezTo>
                  <a:cubicBezTo>
                    <a:pt x="50" y="192"/>
                    <a:pt x="47" y="195"/>
                    <a:pt x="44" y="195"/>
                  </a:cubicBezTo>
                  <a:cubicBezTo>
                    <a:pt x="40" y="195"/>
                    <a:pt x="37" y="198"/>
                    <a:pt x="37" y="201"/>
                  </a:cubicBezTo>
                  <a:cubicBezTo>
                    <a:pt x="37" y="214"/>
                    <a:pt x="37" y="214"/>
                    <a:pt x="37" y="214"/>
                  </a:cubicBezTo>
                  <a:cubicBezTo>
                    <a:pt x="37" y="217"/>
                    <a:pt x="40" y="220"/>
                    <a:pt x="44" y="220"/>
                  </a:cubicBezTo>
                  <a:cubicBezTo>
                    <a:pt x="155" y="220"/>
                    <a:pt x="155" y="220"/>
                    <a:pt x="155" y="220"/>
                  </a:cubicBezTo>
                  <a:cubicBezTo>
                    <a:pt x="158" y="220"/>
                    <a:pt x="161" y="217"/>
                    <a:pt x="161" y="214"/>
                  </a:cubicBezTo>
                  <a:cubicBezTo>
                    <a:pt x="161" y="201"/>
                    <a:pt x="161" y="201"/>
                    <a:pt x="161" y="201"/>
                  </a:cubicBezTo>
                  <a:cubicBezTo>
                    <a:pt x="161" y="198"/>
                    <a:pt x="158" y="195"/>
                    <a:pt x="155" y="195"/>
                  </a:cubicBezTo>
                  <a:cubicBezTo>
                    <a:pt x="151" y="195"/>
                    <a:pt x="149" y="192"/>
                    <a:pt x="149" y="189"/>
                  </a:cubicBezTo>
                  <a:cubicBezTo>
                    <a:pt x="149" y="184"/>
                    <a:pt x="149" y="184"/>
                    <a:pt x="149" y="184"/>
                  </a:cubicBezTo>
                  <a:cubicBezTo>
                    <a:pt x="149" y="182"/>
                    <a:pt x="147" y="179"/>
                    <a:pt x="145" y="178"/>
                  </a:cubicBezTo>
                  <a:cubicBezTo>
                    <a:pt x="130" y="171"/>
                    <a:pt x="110" y="169"/>
                    <a:pt x="110" y="169"/>
                  </a:cubicBezTo>
                  <a:cubicBezTo>
                    <a:pt x="110" y="124"/>
                    <a:pt x="110" y="124"/>
                    <a:pt x="110" y="124"/>
                  </a:cubicBezTo>
                  <a:cubicBezTo>
                    <a:pt x="135" y="113"/>
                    <a:pt x="198" y="80"/>
                    <a:pt x="198" y="41"/>
                  </a:cubicBezTo>
                  <a:cubicBezTo>
                    <a:pt x="198" y="14"/>
                    <a:pt x="198" y="14"/>
                    <a:pt x="198" y="14"/>
                  </a:cubicBezTo>
                  <a:cubicBezTo>
                    <a:pt x="198" y="10"/>
                    <a:pt x="195" y="7"/>
                    <a:pt x="191" y="7"/>
                  </a:cubicBezTo>
                  <a:close/>
                  <a:moveTo>
                    <a:pt x="14" y="38"/>
                  </a:moveTo>
                  <a:cubicBezTo>
                    <a:pt x="14" y="29"/>
                    <a:pt x="14" y="29"/>
                    <a:pt x="14" y="29"/>
                  </a:cubicBezTo>
                  <a:cubicBezTo>
                    <a:pt x="14" y="25"/>
                    <a:pt x="17" y="22"/>
                    <a:pt x="21" y="22"/>
                  </a:cubicBezTo>
                  <a:cubicBezTo>
                    <a:pt x="38" y="22"/>
                    <a:pt x="38" y="22"/>
                    <a:pt x="38" y="22"/>
                  </a:cubicBezTo>
                  <a:cubicBezTo>
                    <a:pt x="38" y="22"/>
                    <a:pt x="38" y="63"/>
                    <a:pt x="50" y="82"/>
                  </a:cubicBezTo>
                  <a:cubicBezTo>
                    <a:pt x="50" y="82"/>
                    <a:pt x="14" y="66"/>
                    <a:pt x="14" y="38"/>
                  </a:cubicBezTo>
                  <a:close/>
                  <a:moveTo>
                    <a:pt x="185" y="38"/>
                  </a:moveTo>
                  <a:cubicBezTo>
                    <a:pt x="185" y="66"/>
                    <a:pt x="149" y="82"/>
                    <a:pt x="149" y="82"/>
                  </a:cubicBezTo>
                  <a:cubicBezTo>
                    <a:pt x="160" y="63"/>
                    <a:pt x="160" y="22"/>
                    <a:pt x="160" y="22"/>
                  </a:cubicBezTo>
                  <a:cubicBezTo>
                    <a:pt x="177" y="22"/>
                    <a:pt x="177" y="22"/>
                    <a:pt x="177" y="22"/>
                  </a:cubicBezTo>
                  <a:cubicBezTo>
                    <a:pt x="181" y="22"/>
                    <a:pt x="185" y="25"/>
                    <a:pt x="185" y="29"/>
                  </a:cubicBezTo>
                  <a:lnTo>
                    <a:pt x="185" y="38"/>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239403943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left)">
                                      <p:cBhvr>
                                        <p:cTn id="7" dur="1000"/>
                                        <p:tgtEl>
                                          <p:spTgt spid="84"/>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85"/>
                                        </p:tgtEl>
                                        <p:attrNameLst>
                                          <p:attrName>style.visibility</p:attrName>
                                        </p:attrNameLst>
                                      </p:cBhvr>
                                      <p:to>
                                        <p:strVal val="visible"/>
                                      </p:to>
                                    </p:set>
                                    <p:animEffect transition="in" filter="wipe(down)">
                                      <p:cBhvr>
                                        <p:cTn id="11" dur="500"/>
                                        <p:tgtEl>
                                          <p:spTgt spid="85"/>
                                        </p:tgtEl>
                                      </p:cBhvr>
                                    </p:animEffect>
                                  </p:childTnLst>
                                </p:cTn>
                              </p:par>
                              <p:par>
                                <p:cTn id="12" presetID="17" presetClass="entr" presetSubtype="10" fill="hold" nodeType="withEffect">
                                  <p:stCondLst>
                                    <p:cond delay="0"/>
                                  </p:stCondLst>
                                  <p:childTnLst>
                                    <p:set>
                                      <p:cBhvr>
                                        <p:cTn id="13" dur="1" fill="hold">
                                          <p:stCondLst>
                                            <p:cond delay="0"/>
                                          </p:stCondLst>
                                        </p:cTn>
                                        <p:tgtEl>
                                          <p:spTgt spid="109"/>
                                        </p:tgtEl>
                                        <p:attrNameLst>
                                          <p:attrName>style.visibility</p:attrName>
                                        </p:attrNameLst>
                                      </p:cBhvr>
                                      <p:to>
                                        <p:strVal val="visible"/>
                                      </p:to>
                                    </p:set>
                                    <p:anim calcmode="lin" valueType="num">
                                      <p:cBhvr>
                                        <p:cTn id="14" dur="500" fill="hold"/>
                                        <p:tgtEl>
                                          <p:spTgt spid="109"/>
                                        </p:tgtEl>
                                        <p:attrNameLst>
                                          <p:attrName>ppt_w</p:attrName>
                                        </p:attrNameLst>
                                      </p:cBhvr>
                                      <p:tavLst>
                                        <p:tav tm="0">
                                          <p:val>
                                            <p:fltVal val="0"/>
                                          </p:val>
                                        </p:tav>
                                        <p:tav tm="100000">
                                          <p:val>
                                            <p:strVal val="#ppt_w"/>
                                          </p:val>
                                        </p:tav>
                                      </p:tavLst>
                                    </p:anim>
                                    <p:anim calcmode="lin" valueType="num">
                                      <p:cBhvr>
                                        <p:cTn id="15" dur="500" fill="hold"/>
                                        <p:tgtEl>
                                          <p:spTgt spid="109"/>
                                        </p:tgtEl>
                                        <p:attrNameLst>
                                          <p:attrName>ppt_h</p:attrName>
                                        </p:attrNameLst>
                                      </p:cBhvr>
                                      <p:tavLst>
                                        <p:tav tm="0">
                                          <p:val>
                                            <p:strVal val="#ppt_h"/>
                                          </p:val>
                                        </p:tav>
                                        <p:tav tm="100000">
                                          <p:val>
                                            <p:strVal val="#ppt_h"/>
                                          </p:val>
                                        </p:tav>
                                      </p:tavLst>
                                    </p:anim>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86"/>
                                        </p:tgtEl>
                                        <p:attrNameLst>
                                          <p:attrName>style.visibility</p:attrName>
                                        </p:attrNameLst>
                                      </p:cBhvr>
                                      <p:to>
                                        <p:strVal val="visible"/>
                                      </p:to>
                                    </p:set>
                                    <p:animEffect transition="in" filter="wipe(right)">
                                      <p:cBhvr>
                                        <p:cTn id="19" dur="500"/>
                                        <p:tgtEl>
                                          <p:spTgt spid="86"/>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87"/>
                                        </p:tgtEl>
                                        <p:attrNameLst>
                                          <p:attrName>style.visibility</p:attrName>
                                        </p:attrNameLst>
                                      </p:cBhvr>
                                      <p:to>
                                        <p:strVal val="visible"/>
                                      </p:to>
                                    </p:set>
                                    <p:animEffect transition="in" filter="wipe(down)">
                                      <p:cBhvr>
                                        <p:cTn id="23" dur="500"/>
                                        <p:tgtEl>
                                          <p:spTgt spid="87"/>
                                        </p:tgtEl>
                                      </p:cBhvr>
                                    </p:animEffect>
                                  </p:childTnLst>
                                </p:cTn>
                              </p:par>
                              <p:par>
                                <p:cTn id="24" presetID="17" presetClass="entr" presetSubtype="10" fill="hold" nodeType="withEffect">
                                  <p:stCondLst>
                                    <p:cond delay="0"/>
                                  </p:stCondLst>
                                  <p:childTnLst>
                                    <p:set>
                                      <p:cBhvr>
                                        <p:cTn id="25" dur="1" fill="hold">
                                          <p:stCondLst>
                                            <p:cond delay="0"/>
                                          </p:stCondLst>
                                        </p:cTn>
                                        <p:tgtEl>
                                          <p:spTgt spid="107"/>
                                        </p:tgtEl>
                                        <p:attrNameLst>
                                          <p:attrName>style.visibility</p:attrName>
                                        </p:attrNameLst>
                                      </p:cBhvr>
                                      <p:to>
                                        <p:strVal val="visible"/>
                                      </p:to>
                                    </p:set>
                                    <p:anim calcmode="lin" valueType="num">
                                      <p:cBhvr>
                                        <p:cTn id="26" dur="500" fill="hold"/>
                                        <p:tgtEl>
                                          <p:spTgt spid="107"/>
                                        </p:tgtEl>
                                        <p:attrNameLst>
                                          <p:attrName>ppt_w</p:attrName>
                                        </p:attrNameLst>
                                      </p:cBhvr>
                                      <p:tavLst>
                                        <p:tav tm="0">
                                          <p:val>
                                            <p:fltVal val="0"/>
                                          </p:val>
                                        </p:tav>
                                        <p:tav tm="100000">
                                          <p:val>
                                            <p:strVal val="#ppt_w"/>
                                          </p:val>
                                        </p:tav>
                                      </p:tavLst>
                                    </p:anim>
                                    <p:anim calcmode="lin" valueType="num">
                                      <p:cBhvr>
                                        <p:cTn id="27" dur="500" fill="hold"/>
                                        <p:tgtEl>
                                          <p:spTgt spid="107"/>
                                        </p:tgtEl>
                                        <p:attrNameLst>
                                          <p:attrName>ppt_h</p:attrName>
                                        </p:attrNameLst>
                                      </p:cBhvr>
                                      <p:tavLst>
                                        <p:tav tm="0">
                                          <p:val>
                                            <p:strVal val="#ppt_h"/>
                                          </p:val>
                                        </p:tav>
                                        <p:tav tm="100000">
                                          <p:val>
                                            <p:strVal val="#ppt_h"/>
                                          </p:val>
                                        </p:tav>
                                      </p:tavLst>
                                    </p:anim>
                                  </p:childTnLst>
                                </p:cTn>
                              </p:par>
                            </p:childTnLst>
                          </p:cTn>
                        </p:par>
                        <p:par>
                          <p:cTn id="28" fill="hold">
                            <p:stCondLst>
                              <p:cond delay="2500"/>
                            </p:stCondLst>
                            <p:childTnLst>
                              <p:par>
                                <p:cTn id="29" presetID="22" presetClass="entr" presetSubtype="8" fill="hold" nodeType="afterEffect">
                                  <p:stCondLst>
                                    <p:cond delay="0"/>
                                  </p:stCondLst>
                                  <p:childTnLst>
                                    <p:set>
                                      <p:cBhvr>
                                        <p:cTn id="30" dur="1" fill="hold">
                                          <p:stCondLst>
                                            <p:cond delay="0"/>
                                          </p:stCondLst>
                                        </p:cTn>
                                        <p:tgtEl>
                                          <p:spTgt spid="88"/>
                                        </p:tgtEl>
                                        <p:attrNameLst>
                                          <p:attrName>style.visibility</p:attrName>
                                        </p:attrNameLst>
                                      </p:cBhvr>
                                      <p:to>
                                        <p:strVal val="visible"/>
                                      </p:to>
                                    </p:set>
                                    <p:animEffect transition="in" filter="wipe(left)">
                                      <p:cBhvr>
                                        <p:cTn id="31" dur="500"/>
                                        <p:tgtEl>
                                          <p:spTgt spid="88"/>
                                        </p:tgtEl>
                                      </p:cBhvr>
                                    </p:animEffect>
                                  </p:childTnLst>
                                </p:cTn>
                              </p:par>
                            </p:childTnLst>
                          </p:cTn>
                        </p:par>
                        <p:par>
                          <p:cTn id="32" fill="hold">
                            <p:stCondLst>
                              <p:cond delay="3000"/>
                            </p:stCondLst>
                            <p:childTnLst>
                              <p:par>
                                <p:cTn id="33" presetID="22" presetClass="entr" presetSubtype="4" fill="hold" nodeType="afterEffect">
                                  <p:stCondLst>
                                    <p:cond delay="0"/>
                                  </p:stCondLst>
                                  <p:childTnLst>
                                    <p:set>
                                      <p:cBhvr>
                                        <p:cTn id="34" dur="1" fill="hold">
                                          <p:stCondLst>
                                            <p:cond delay="0"/>
                                          </p:stCondLst>
                                        </p:cTn>
                                        <p:tgtEl>
                                          <p:spTgt spid="89"/>
                                        </p:tgtEl>
                                        <p:attrNameLst>
                                          <p:attrName>style.visibility</p:attrName>
                                        </p:attrNameLst>
                                      </p:cBhvr>
                                      <p:to>
                                        <p:strVal val="visible"/>
                                      </p:to>
                                    </p:set>
                                    <p:animEffect transition="in" filter="wipe(down)">
                                      <p:cBhvr>
                                        <p:cTn id="35" dur="500"/>
                                        <p:tgtEl>
                                          <p:spTgt spid="89"/>
                                        </p:tgtEl>
                                      </p:cBhvr>
                                    </p:animEffect>
                                  </p:childTnLst>
                                </p:cTn>
                              </p:par>
                              <p:par>
                                <p:cTn id="36" presetID="17" presetClass="entr" presetSubtype="10" fill="hold" nodeType="withEffect">
                                  <p:stCondLst>
                                    <p:cond delay="0"/>
                                  </p:stCondLst>
                                  <p:childTnLst>
                                    <p:set>
                                      <p:cBhvr>
                                        <p:cTn id="37" dur="1" fill="hold">
                                          <p:stCondLst>
                                            <p:cond delay="0"/>
                                          </p:stCondLst>
                                        </p:cTn>
                                        <p:tgtEl>
                                          <p:spTgt spid="104"/>
                                        </p:tgtEl>
                                        <p:attrNameLst>
                                          <p:attrName>style.visibility</p:attrName>
                                        </p:attrNameLst>
                                      </p:cBhvr>
                                      <p:to>
                                        <p:strVal val="visible"/>
                                      </p:to>
                                    </p:set>
                                    <p:anim calcmode="lin" valueType="num">
                                      <p:cBhvr>
                                        <p:cTn id="38" dur="500" fill="hold"/>
                                        <p:tgtEl>
                                          <p:spTgt spid="104"/>
                                        </p:tgtEl>
                                        <p:attrNameLst>
                                          <p:attrName>ppt_w</p:attrName>
                                        </p:attrNameLst>
                                      </p:cBhvr>
                                      <p:tavLst>
                                        <p:tav tm="0">
                                          <p:val>
                                            <p:fltVal val="0"/>
                                          </p:val>
                                        </p:tav>
                                        <p:tav tm="100000">
                                          <p:val>
                                            <p:strVal val="#ppt_w"/>
                                          </p:val>
                                        </p:tav>
                                      </p:tavLst>
                                    </p:anim>
                                    <p:anim calcmode="lin" valueType="num">
                                      <p:cBhvr>
                                        <p:cTn id="39" dur="500" fill="hold"/>
                                        <p:tgtEl>
                                          <p:spTgt spid="104"/>
                                        </p:tgtEl>
                                        <p:attrNameLst>
                                          <p:attrName>ppt_h</p:attrName>
                                        </p:attrNameLst>
                                      </p:cBhvr>
                                      <p:tavLst>
                                        <p:tav tm="0">
                                          <p:val>
                                            <p:strVal val="#ppt_h"/>
                                          </p:val>
                                        </p:tav>
                                        <p:tav tm="100000">
                                          <p:val>
                                            <p:strVal val="#ppt_h"/>
                                          </p:val>
                                        </p:tav>
                                      </p:tavLst>
                                    </p:anim>
                                  </p:childTnLst>
                                </p:cTn>
                              </p:par>
                            </p:childTnLst>
                          </p:cTn>
                        </p:par>
                        <p:par>
                          <p:cTn id="40" fill="hold">
                            <p:stCondLst>
                              <p:cond delay="3500"/>
                            </p:stCondLst>
                            <p:childTnLst>
                              <p:par>
                                <p:cTn id="41" presetID="22" presetClass="entr" presetSubtype="2" fill="hold" nodeType="afterEffect">
                                  <p:stCondLst>
                                    <p:cond delay="0"/>
                                  </p:stCondLst>
                                  <p:childTnLst>
                                    <p:set>
                                      <p:cBhvr>
                                        <p:cTn id="42" dur="1" fill="hold">
                                          <p:stCondLst>
                                            <p:cond delay="0"/>
                                          </p:stCondLst>
                                        </p:cTn>
                                        <p:tgtEl>
                                          <p:spTgt spid="90"/>
                                        </p:tgtEl>
                                        <p:attrNameLst>
                                          <p:attrName>style.visibility</p:attrName>
                                        </p:attrNameLst>
                                      </p:cBhvr>
                                      <p:to>
                                        <p:strVal val="visible"/>
                                      </p:to>
                                    </p:set>
                                    <p:animEffect transition="in" filter="wipe(right)">
                                      <p:cBhvr>
                                        <p:cTn id="43" dur="500"/>
                                        <p:tgtEl>
                                          <p:spTgt spid="90"/>
                                        </p:tgtEl>
                                      </p:cBhvr>
                                    </p:animEffect>
                                  </p:childTnLst>
                                </p:cTn>
                              </p:par>
                            </p:childTnLst>
                          </p:cTn>
                        </p:par>
                        <p:par>
                          <p:cTn id="44" fill="hold">
                            <p:stCondLst>
                              <p:cond delay="4000"/>
                            </p:stCondLst>
                            <p:childTnLst>
                              <p:par>
                                <p:cTn id="45" presetID="22" presetClass="entr" presetSubtype="4" fill="hold" nodeType="afterEffect">
                                  <p:stCondLst>
                                    <p:cond delay="0"/>
                                  </p:stCondLst>
                                  <p:childTnLst>
                                    <p:set>
                                      <p:cBhvr>
                                        <p:cTn id="46" dur="1" fill="hold">
                                          <p:stCondLst>
                                            <p:cond delay="0"/>
                                          </p:stCondLst>
                                        </p:cTn>
                                        <p:tgtEl>
                                          <p:spTgt spid="93"/>
                                        </p:tgtEl>
                                        <p:attrNameLst>
                                          <p:attrName>style.visibility</p:attrName>
                                        </p:attrNameLst>
                                      </p:cBhvr>
                                      <p:to>
                                        <p:strVal val="visible"/>
                                      </p:to>
                                    </p:set>
                                    <p:animEffect transition="in" filter="wipe(down)">
                                      <p:cBhvr>
                                        <p:cTn id="47" dur="500"/>
                                        <p:tgtEl>
                                          <p:spTgt spid="93"/>
                                        </p:tgtEl>
                                      </p:cBhvr>
                                    </p:animEffect>
                                  </p:childTnLst>
                                </p:cTn>
                              </p:par>
                              <p:par>
                                <p:cTn id="48" presetID="17" presetClass="entr" presetSubtype="10" fill="hold" nodeType="withEffect">
                                  <p:stCondLst>
                                    <p:cond delay="0"/>
                                  </p:stCondLst>
                                  <p:childTnLst>
                                    <p:set>
                                      <p:cBhvr>
                                        <p:cTn id="49" dur="1" fill="hold">
                                          <p:stCondLst>
                                            <p:cond delay="0"/>
                                          </p:stCondLst>
                                        </p:cTn>
                                        <p:tgtEl>
                                          <p:spTgt spid="97"/>
                                        </p:tgtEl>
                                        <p:attrNameLst>
                                          <p:attrName>style.visibility</p:attrName>
                                        </p:attrNameLst>
                                      </p:cBhvr>
                                      <p:to>
                                        <p:strVal val="visible"/>
                                      </p:to>
                                    </p:set>
                                    <p:anim calcmode="lin" valueType="num">
                                      <p:cBhvr>
                                        <p:cTn id="50" dur="500" fill="hold"/>
                                        <p:tgtEl>
                                          <p:spTgt spid="97"/>
                                        </p:tgtEl>
                                        <p:attrNameLst>
                                          <p:attrName>ppt_w</p:attrName>
                                        </p:attrNameLst>
                                      </p:cBhvr>
                                      <p:tavLst>
                                        <p:tav tm="0">
                                          <p:val>
                                            <p:fltVal val="0"/>
                                          </p:val>
                                        </p:tav>
                                        <p:tav tm="100000">
                                          <p:val>
                                            <p:strVal val="#ppt_w"/>
                                          </p:val>
                                        </p:tav>
                                      </p:tavLst>
                                    </p:anim>
                                    <p:anim calcmode="lin" valueType="num">
                                      <p:cBhvr>
                                        <p:cTn id="51" dur="500" fill="hold"/>
                                        <p:tgtEl>
                                          <p:spTgt spid="97"/>
                                        </p:tgtEl>
                                        <p:attrNameLst>
                                          <p:attrName>ppt_h</p:attrName>
                                        </p:attrNameLst>
                                      </p:cBhvr>
                                      <p:tavLst>
                                        <p:tav tm="0">
                                          <p:val>
                                            <p:strVal val="#ppt_h"/>
                                          </p:val>
                                        </p:tav>
                                        <p:tav tm="100000">
                                          <p:val>
                                            <p:strVal val="#ppt_h"/>
                                          </p:val>
                                        </p:tav>
                                      </p:tavLst>
                                    </p:anim>
                                  </p:childTnLst>
                                </p:cTn>
                              </p:par>
                            </p:childTnLst>
                          </p:cTn>
                        </p:par>
                        <p:par>
                          <p:cTn id="52" fill="hold">
                            <p:stCondLst>
                              <p:cond delay="4500"/>
                            </p:stCondLst>
                            <p:childTnLst>
                              <p:par>
                                <p:cTn id="53" presetID="22" presetClass="entr" presetSubtype="8" fill="hold" nodeType="afterEffect">
                                  <p:stCondLst>
                                    <p:cond delay="0"/>
                                  </p:stCondLst>
                                  <p:childTnLst>
                                    <p:set>
                                      <p:cBhvr>
                                        <p:cTn id="54" dur="1" fill="hold">
                                          <p:stCondLst>
                                            <p:cond delay="0"/>
                                          </p:stCondLst>
                                        </p:cTn>
                                        <p:tgtEl>
                                          <p:spTgt spid="92"/>
                                        </p:tgtEl>
                                        <p:attrNameLst>
                                          <p:attrName>style.visibility</p:attrName>
                                        </p:attrNameLst>
                                      </p:cBhvr>
                                      <p:to>
                                        <p:strVal val="visible"/>
                                      </p:to>
                                    </p:set>
                                    <p:animEffect transition="in" filter="wipe(left)">
                                      <p:cBhvr>
                                        <p:cTn id="55" dur="500"/>
                                        <p:tgtEl>
                                          <p:spTgt spid="92"/>
                                        </p:tgtEl>
                                      </p:cBhvr>
                                    </p:animEffect>
                                  </p:childTnLst>
                                </p:cTn>
                              </p:par>
                            </p:childTnLst>
                          </p:cTn>
                        </p:par>
                        <p:par>
                          <p:cTn id="56" fill="hold">
                            <p:stCondLst>
                              <p:cond delay="5000"/>
                            </p:stCondLst>
                            <p:childTnLst>
                              <p:par>
                                <p:cTn id="57" presetID="12" presetClass="entr" presetSubtype="8" fill="hold" nodeType="afterEffect">
                                  <p:stCondLst>
                                    <p:cond delay="0"/>
                                  </p:stCondLst>
                                  <p:childTnLst>
                                    <p:set>
                                      <p:cBhvr>
                                        <p:cTn id="58" dur="1" fill="hold">
                                          <p:stCondLst>
                                            <p:cond delay="0"/>
                                          </p:stCondLst>
                                        </p:cTn>
                                        <p:tgtEl>
                                          <p:spTgt spid="106"/>
                                        </p:tgtEl>
                                        <p:attrNameLst>
                                          <p:attrName>style.visibility</p:attrName>
                                        </p:attrNameLst>
                                      </p:cBhvr>
                                      <p:to>
                                        <p:strVal val="visible"/>
                                      </p:to>
                                    </p:set>
                                    <p:animEffect transition="in" filter="slide(fromLeft)">
                                      <p:cBhvr>
                                        <p:cTn id="59" dur="500"/>
                                        <p:tgtEl>
                                          <p:spTgt spid="106"/>
                                        </p:tgtEl>
                                      </p:cBhvr>
                                    </p:animEffect>
                                  </p:childTnLst>
                                </p:cTn>
                              </p:par>
                              <p:par>
                                <p:cTn id="60" presetID="10" presetClass="entr" presetSubtype="0" fill="hold" nodeType="withEffect">
                                  <p:stCondLst>
                                    <p:cond delay="0"/>
                                  </p:stCondLst>
                                  <p:childTnLst>
                                    <p:set>
                                      <p:cBhvr>
                                        <p:cTn id="61" dur="1" fill="hold">
                                          <p:stCondLst>
                                            <p:cond delay="0"/>
                                          </p:stCondLst>
                                        </p:cTn>
                                        <p:tgtEl>
                                          <p:spTgt spid="103"/>
                                        </p:tgtEl>
                                        <p:attrNameLst>
                                          <p:attrName>style.visibility</p:attrName>
                                        </p:attrNameLst>
                                      </p:cBhvr>
                                      <p:to>
                                        <p:strVal val="visible"/>
                                      </p:to>
                                    </p:set>
                                    <p:animEffect transition="in" filter="fade">
                                      <p:cBhvr>
                                        <p:cTn id="62"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p:cNvSpPr>
            <a:spLocks noGrp="1"/>
          </p:cNvSpPr>
          <p:nvPr>
            <p:ph type="body" sz="quarter" idx="10"/>
          </p:nvPr>
        </p:nvSpPr>
        <p:spPr/>
        <p:txBody>
          <a:bodyPr/>
          <a:lstStyle/>
          <a:p>
            <a:r>
              <a:rPr lang="en-US" altLang="ko-KR" b="1" dirty="0">
                <a:gradFill>
                  <a:gsLst>
                    <a:gs pos="0">
                      <a:schemeClr val="tx1">
                        <a:alpha val="85000"/>
                      </a:schemeClr>
                    </a:gs>
                    <a:gs pos="100000">
                      <a:schemeClr val="tx1">
                        <a:alpha val="85000"/>
                      </a:schemeClr>
                    </a:gs>
                  </a:gsLst>
                  <a:lin ang="5400000" scaled="0"/>
                </a:gradFill>
              </a:rPr>
              <a:t>First Section : </a:t>
            </a:r>
            <a:r>
              <a:rPr lang="en-US" altLang="ko-KR" dirty="0"/>
              <a:t>dolor sit amen, consectetur adipiscing elit. Integer nec odio. Praesent lib ero. Sed cursus ante dapibus diam. Sed nisi. Nulla quis sem at nibh elementum imperdiet. Duis sagittis ipsum. Praesent mauris. Fusce nec tellus sed augue semper porta. Mauris massa. Vestibulum lacinia arcu eget nulla. </a:t>
            </a:r>
          </a:p>
          <a:p>
            <a:br>
              <a:rPr lang="en-US" altLang="ko-KR" dirty="0"/>
            </a:br>
            <a:r>
              <a:rPr lang="en-US" altLang="ko-KR" b="1" dirty="0"/>
              <a:t>Second Section : </a:t>
            </a:r>
            <a:r>
              <a:rPr lang="en-US" altLang="ko-KR" dirty="0"/>
              <a:t>Nulla quis sem at nibh elem entum imperdiet. Duis sagittis ipsum. Praes ent mauris. Fusce nec tellus sed augue sem per porta. Mauris massa. Vestibulum lacinia arcu eget nulla. </a:t>
            </a:r>
          </a:p>
          <a:p>
            <a:endParaRPr lang="en-US" altLang="ko-KR" dirty="0"/>
          </a:p>
          <a:p>
            <a:endParaRPr lang="ko-KR" altLang="en-US" dirty="0"/>
          </a:p>
        </p:txBody>
      </p:sp>
      <p:sp>
        <p:nvSpPr>
          <p:cNvPr id="11" name="Title 10"/>
          <p:cNvSpPr>
            <a:spLocks noGrp="1"/>
          </p:cNvSpPr>
          <p:nvPr>
            <p:ph type="title"/>
          </p:nvPr>
        </p:nvSpPr>
        <p:spPr/>
        <p:txBody>
          <a:bodyPr/>
          <a:lstStyle/>
          <a:p>
            <a:r>
              <a:rPr lang="en-US" altLang="ko-KR" dirty="0"/>
              <a:t>Process diagram</a:t>
            </a:r>
            <a:endParaRPr lang="en-US" dirty="0"/>
          </a:p>
        </p:txBody>
      </p:sp>
      <p:grpSp>
        <p:nvGrpSpPr>
          <p:cNvPr id="3" name="그룹 2"/>
          <p:cNvGrpSpPr/>
          <p:nvPr/>
        </p:nvGrpSpPr>
        <p:grpSpPr>
          <a:xfrm>
            <a:off x="5837043" y="2892031"/>
            <a:ext cx="687584" cy="501650"/>
            <a:chOff x="6592690" y="2892031"/>
            <a:chExt cx="687584" cy="501650"/>
          </a:xfrm>
        </p:grpSpPr>
        <p:sp>
          <p:nvSpPr>
            <p:cNvPr id="545" name="TextBox 544"/>
            <p:cNvSpPr txBox="1"/>
            <p:nvPr/>
          </p:nvSpPr>
          <p:spPr>
            <a:xfrm>
              <a:off x="6592690" y="2972884"/>
              <a:ext cx="687583" cy="339945"/>
            </a:xfrm>
            <a:prstGeom prst="rect">
              <a:avLst/>
            </a:prstGeom>
            <a:noFill/>
          </p:spPr>
          <p:txBody>
            <a:bodyPr wrap="square" lIns="0" tIns="0" rIns="0" bIns="0" rtlCol="0" anchor="ctr">
              <a:noAutofit/>
            </a:bodyPr>
            <a:lstStyle/>
            <a:p>
              <a:pPr lvl="0" algn="ctr"/>
              <a:r>
                <a:rPr lang="en-US" altLang="ko-KR" sz="1200" dirty="0">
                  <a:gradFill>
                    <a:gsLst>
                      <a:gs pos="0">
                        <a:schemeClr val="tx2"/>
                      </a:gs>
                      <a:gs pos="100000">
                        <a:schemeClr val="tx2"/>
                      </a:gs>
                    </a:gsLst>
                    <a:lin ang="0" scaled="1"/>
                  </a:gradFill>
                  <a:latin typeface="Bebas Neue"/>
                  <a:ea typeface="Roboto Condensed Regular"/>
                  <a:cs typeface="+mj-cs"/>
                </a:rPr>
                <a:t>We are </a:t>
              </a:r>
            </a:p>
            <a:p>
              <a:pPr lvl="0" algn="ctr"/>
              <a:r>
                <a:rPr lang="en-US" altLang="ko-KR" sz="1200" dirty="0">
                  <a:gradFill>
                    <a:gsLst>
                      <a:gs pos="0">
                        <a:schemeClr val="tx2"/>
                      </a:gs>
                      <a:gs pos="100000">
                        <a:schemeClr val="tx2"/>
                      </a:gs>
                    </a:gsLst>
                    <a:lin ang="0" scaled="1"/>
                  </a:gradFill>
                  <a:latin typeface="Bebas Neue"/>
                  <a:ea typeface="Roboto Condensed Regular"/>
                  <a:cs typeface="+mj-cs"/>
                </a:rPr>
                <a:t>The Best</a:t>
              </a:r>
              <a:endParaRPr lang="nb-NO" altLang="ko-KR" sz="1200" b="1" dirty="0">
                <a:gradFill>
                  <a:gsLst>
                    <a:gs pos="0">
                      <a:schemeClr val="tx2"/>
                    </a:gs>
                    <a:gs pos="100000">
                      <a:schemeClr val="tx2"/>
                    </a:gs>
                  </a:gsLst>
                  <a:lin ang="0" scaled="1"/>
                </a:gradFill>
                <a:latin typeface="Bebas Neue" pitchFamily="34" charset="0"/>
                <a:ea typeface="Roboto Light" pitchFamily="2" charset="0"/>
                <a:cs typeface="Roboto Condensed Regular"/>
              </a:endParaRPr>
            </a:p>
          </p:txBody>
        </p:sp>
        <p:sp>
          <p:nvSpPr>
            <p:cNvPr id="546" name="양쪽 대괄호 545"/>
            <p:cNvSpPr>
              <a:spLocks/>
            </p:cNvSpPr>
            <p:nvPr/>
          </p:nvSpPr>
          <p:spPr>
            <a:xfrm>
              <a:off x="6592691" y="2892031"/>
              <a:ext cx="687583" cy="501650"/>
            </a:xfrm>
            <a:prstGeom prst="bracketPair">
              <a:avLst>
                <a:gd name="adj" fmla="val 15190"/>
              </a:avLst>
            </a:prstGeom>
            <a:ln>
              <a:solidFill>
                <a:schemeClr val="accent1"/>
              </a:solidFill>
            </a:ln>
            <a:effectLst>
              <a:outerShdw dir="5400000" sx="95000" sy="95000" algn="ctr" rotWithShape="0">
                <a:prstClr val="black">
                  <a:alpha val="5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514" dirty="0"/>
            </a:p>
          </p:txBody>
        </p:sp>
      </p:grpSp>
      <p:sp>
        <p:nvSpPr>
          <p:cNvPr id="22" name="오른쪽 화살표 21"/>
          <p:cNvSpPr/>
          <p:nvPr/>
        </p:nvSpPr>
        <p:spPr>
          <a:xfrm>
            <a:off x="1022493" y="3031616"/>
            <a:ext cx="308913" cy="221271"/>
          </a:xfrm>
          <a:prstGeom prst="rightArrow">
            <a:avLst>
              <a:gd name="adj1" fmla="val 50000"/>
              <a:gd name="adj2" fmla="val 60784"/>
            </a:avLst>
          </a:prstGeom>
          <a:solidFill>
            <a:schemeClr val="accent4">
              <a:alpha val="25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18" name="오른쪽 화살표 617"/>
          <p:cNvSpPr/>
          <p:nvPr/>
        </p:nvSpPr>
        <p:spPr>
          <a:xfrm>
            <a:off x="2136131" y="3031616"/>
            <a:ext cx="308913" cy="221271"/>
          </a:xfrm>
          <a:prstGeom prst="rightArrow">
            <a:avLst>
              <a:gd name="adj1" fmla="val 50000"/>
              <a:gd name="adj2" fmla="val 60784"/>
            </a:avLst>
          </a:prstGeom>
          <a:solidFill>
            <a:schemeClr val="accent4">
              <a:alpha val="25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33" name="오른쪽 화살표 632"/>
          <p:cNvSpPr/>
          <p:nvPr/>
        </p:nvSpPr>
        <p:spPr>
          <a:xfrm>
            <a:off x="3249769" y="3031616"/>
            <a:ext cx="308913" cy="221271"/>
          </a:xfrm>
          <a:prstGeom prst="rightArrow">
            <a:avLst>
              <a:gd name="adj1" fmla="val 50000"/>
              <a:gd name="adj2" fmla="val 60784"/>
            </a:avLst>
          </a:prstGeom>
          <a:solidFill>
            <a:schemeClr val="accent4">
              <a:alpha val="25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48" name="오른쪽 화살표 647"/>
          <p:cNvSpPr/>
          <p:nvPr/>
        </p:nvSpPr>
        <p:spPr>
          <a:xfrm>
            <a:off x="4363407" y="3031616"/>
            <a:ext cx="308913" cy="221271"/>
          </a:xfrm>
          <a:prstGeom prst="rightArrow">
            <a:avLst>
              <a:gd name="adj1" fmla="val 50000"/>
              <a:gd name="adj2" fmla="val 60784"/>
            </a:avLst>
          </a:prstGeom>
          <a:solidFill>
            <a:schemeClr val="accent4">
              <a:alpha val="25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63" name="오른쪽 화살표 662"/>
          <p:cNvSpPr/>
          <p:nvPr/>
        </p:nvSpPr>
        <p:spPr>
          <a:xfrm>
            <a:off x="5477045" y="3031616"/>
            <a:ext cx="308913" cy="221271"/>
          </a:xfrm>
          <a:prstGeom prst="rightArrow">
            <a:avLst>
              <a:gd name="adj1" fmla="val 50000"/>
              <a:gd name="adj2" fmla="val 60784"/>
            </a:avLst>
          </a:prstGeom>
          <a:solidFill>
            <a:schemeClr val="accent4">
              <a:alpha val="25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nvGrpSpPr>
          <p:cNvPr id="89" name="그룹 88"/>
          <p:cNvGrpSpPr/>
          <p:nvPr/>
        </p:nvGrpSpPr>
        <p:grpSpPr>
          <a:xfrm>
            <a:off x="198618" y="2966556"/>
            <a:ext cx="1014795" cy="1002330"/>
            <a:chOff x="198618" y="2966556"/>
            <a:chExt cx="1014795" cy="1002330"/>
          </a:xfrm>
        </p:grpSpPr>
        <p:grpSp>
          <p:nvGrpSpPr>
            <p:cNvPr id="15" name="그룹 14"/>
            <p:cNvGrpSpPr/>
            <p:nvPr/>
          </p:nvGrpSpPr>
          <p:grpSpPr>
            <a:xfrm>
              <a:off x="345345" y="2966556"/>
              <a:ext cx="720000" cy="325281"/>
              <a:chOff x="2971799" y="3869534"/>
              <a:chExt cx="1079501" cy="346255"/>
            </a:xfrm>
            <a:effectLst>
              <a:outerShdw dist="25400" dir="5400000" algn="ctr" rotWithShape="0">
                <a:prstClr val="black">
                  <a:alpha val="10000"/>
                </a:prstClr>
              </a:outerShdw>
            </a:effectLst>
          </p:grpSpPr>
          <p:sp>
            <p:nvSpPr>
              <p:cNvPr id="8" name="Rectangle 5"/>
              <p:cNvSpPr>
                <a:spLocks noChangeArrowheads="1"/>
              </p:cNvSpPr>
              <p:nvPr/>
            </p:nvSpPr>
            <p:spPr bwMode="auto">
              <a:xfrm>
                <a:off x="2971799" y="4056919"/>
                <a:ext cx="863600" cy="158870"/>
              </a:xfrm>
              <a:prstGeom prst="rect">
                <a:avLst/>
              </a:prstGeom>
              <a:pattFill prst="ltUpDiag">
                <a:fgClr>
                  <a:schemeClr val="accent3">
                    <a:lumMod val="65000"/>
                  </a:schemeClr>
                </a:fgClr>
                <a:bgClr>
                  <a:schemeClr val="accent3">
                    <a:lumMod val="50000"/>
                  </a:schemeClr>
                </a:bgClr>
              </a:pattFill>
              <a:ln w="3175" cap="rnd">
                <a:gradFill>
                  <a:gsLst>
                    <a:gs pos="0">
                      <a:schemeClr val="accent4">
                        <a:alpha val="30000"/>
                      </a:schemeClr>
                    </a:gs>
                    <a:gs pos="100000">
                      <a:schemeClr val="accent4">
                        <a:alpha val="30000"/>
                      </a:schemeClr>
                    </a:gs>
                  </a:gsLst>
                  <a:lin ang="5400000" scaled="1"/>
                </a:gra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9" name="Freeform 6"/>
              <p:cNvSpPr>
                <a:spLocks/>
              </p:cNvSpPr>
              <p:nvPr/>
            </p:nvSpPr>
            <p:spPr bwMode="auto">
              <a:xfrm>
                <a:off x="3835399" y="3963226"/>
                <a:ext cx="215901" cy="252562"/>
              </a:xfrm>
              <a:custGeom>
                <a:avLst/>
                <a:gdLst>
                  <a:gd name="T0" fmla="*/ 0 w 159"/>
                  <a:gd name="T1" fmla="*/ 69 h 186"/>
                  <a:gd name="T2" fmla="*/ 0 w 159"/>
                  <a:gd name="T3" fmla="*/ 186 h 186"/>
                  <a:gd name="T4" fmla="*/ 159 w 159"/>
                  <a:gd name="T5" fmla="*/ 117 h 186"/>
                  <a:gd name="T6" fmla="*/ 159 w 159"/>
                  <a:gd name="T7" fmla="*/ 0 h 186"/>
                  <a:gd name="T8" fmla="*/ 0 w 159"/>
                  <a:gd name="T9" fmla="*/ 69 h 186"/>
                </a:gdLst>
                <a:ahLst/>
                <a:cxnLst>
                  <a:cxn ang="0">
                    <a:pos x="T0" y="T1"/>
                  </a:cxn>
                  <a:cxn ang="0">
                    <a:pos x="T2" y="T3"/>
                  </a:cxn>
                  <a:cxn ang="0">
                    <a:pos x="T4" y="T5"/>
                  </a:cxn>
                  <a:cxn ang="0">
                    <a:pos x="T6" y="T7"/>
                  </a:cxn>
                  <a:cxn ang="0">
                    <a:pos x="T8" y="T9"/>
                  </a:cxn>
                </a:cxnLst>
                <a:rect l="0" t="0" r="r" b="b"/>
                <a:pathLst>
                  <a:path w="159" h="186">
                    <a:moveTo>
                      <a:pt x="0" y="69"/>
                    </a:moveTo>
                    <a:lnTo>
                      <a:pt x="0" y="186"/>
                    </a:lnTo>
                    <a:lnTo>
                      <a:pt x="159" y="117"/>
                    </a:lnTo>
                    <a:lnTo>
                      <a:pt x="159" y="0"/>
                    </a:lnTo>
                    <a:lnTo>
                      <a:pt x="0" y="69"/>
                    </a:lnTo>
                    <a:close/>
                  </a:path>
                </a:pathLst>
              </a:custGeom>
              <a:pattFill prst="dkDnDiag">
                <a:fgClr>
                  <a:schemeClr val="accent3">
                    <a:lumMod val="65000"/>
                  </a:schemeClr>
                </a:fgClr>
                <a:bgClr>
                  <a:schemeClr val="accent3">
                    <a:lumMod val="50000"/>
                  </a:schemeClr>
                </a:bgClr>
              </a:pattFill>
              <a:ln w="3175" cap="rnd">
                <a:gradFill>
                  <a:gsLst>
                    <a:gs pos="0">
                      <a:schemeClr val="accent4">
                        <a:alpha val="30000"/>
                      </a:schemeClr>
                    </a:gs>
                    <a:gs pos="100000">
                      <a:schemeClr val="accent4">
                        <a:alpha val="30000"/>
                      </a:schemeClr>
                    </a:gs>
                  </a:gsLst>
                  <a:lin ang="5400000" scaled="1"/>
                </a:gra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0" name="Freeform 7"/>
              <p:cNvSpPr>
                <a:spLocks/>
              </p:cNvSpPr>
              <p:nvPr/>
            </p:nvSpPr>
            <p:spPr bwMode="auto">
              <a:xfrm>
                <a:off x="2971799" y="3869534"/>
                <a:ext cx="1079501" cy="187385"/>
              </a:xfrm>
              <a:custGeom>
                <a:avLst/>
                <a:gdLst>
                  <a:gd name="T0" fmla="*/ 81 w 795"/>
                  <a:gd name="T1" fmla="*/ 0 h 138"/>
                  <a:gd name="T2" fmla="*/ 162 w 795"/>
                  <a:gd name="T3" fmla="*/ 69 h 138"/>
                  <a:gd name="T4" fmla="*/ 0 w 795"/>
                  <a:gd name="T5" fmla="*/ 138 h 138"/>
                  <a:gd name="T6" fmla="*/ 636 w 795"/>
                  <a:gd name="T7" fmla="*/ 138 h 138"/>
                  <a:gd name="T8" fmla="*/ 795 w 795"/>
                  <a:gd name="T9" fmla="*/ 69 h 138"/>
                  <a:gd name="T10" fmla="*/ 714 w 795"/>
                  <a:gd name="T11" fmla="*/ 0 h 138"/>
                  <a:gd name="T12" fmla="*/ 81 w 795"/>
                  <a:gd name="T13" fmla="*/ 0 h 138"/>
                </a:gdLst>
                <a:ahLst/>
                <a:cxnLst>
                  <a:cxn ang="0">
                    <a:pos x="T0" y="T1"/>
                  </a:cxn>
                  <a:cxn ang="0">
                    <a:pos x="T2" y="T3"/>
                  </a:cxn>
                  <a:cxn ang="0">
                    <a:pos x="T4" y="T5"/>
                  </a:cxn>
                  <a:cxn ang="0">
                    <a:pos x="T6" y="T7"/>
                  </a:cxn>
                  <a:cxn ang="0">
                    <a:pos x="T8" y="T9"/>
                  </a:cxn>
                  <a:cxn ang="0">
                    <a:pos x="T10" y="T11"/>
                  </a:cxn>
                  <a:cxn ang="0">
                    <a:pos x="T12" y="T13"/>
                  </a:cxn>
                </a:cxnLst>
                <a:rect l="0" t="0" r="r" b="b"/>
                <a:pathLst>
                  <a:path w="795" h="138">
                    <a:moveTo>
                      <a:pt x="81" y="0"/>
                    </a:moveTo>
                    <a:lnTo>
                      <a:pt x="162" y="69"/>
                    </a:lnTo>
                    <a:lnTo>
                      <a:pt x="0" y="138"/>
                    </a:lnTo>
                    <a:lnTo>
                      <a:pt x="636" y="138"/>
                    </a:lnTo>
                    <a:lnTo>
                      <a:pt x="795" y="69"/>
                    </a:lnTo>
                    <a:lnTo>
                      <a:pt x="714" y="0"/>
                    </a:lnTo>
                    <a:lnTo>
                      <a:pt x="81" y="0"/>
                    </a:lnTo>
                    <a:close/>
                  </a:path>
                </a:pathLst>
              </a:custGeom>
              <a:solidFill>
                <a:schemeClr val="accent3">
                  <a:lumMod val="65000"/>
                </a:schemeClr>
              </a:solidFill>
              <a:ln w="3175" cap="flat" cmpd="sng" algn="ctr">
                <a:gradFill>
                  <a:gsLst>
                    <a:gs pos="0">
                      <a:schemeClr val="accent4">
                        <a:alpha val="30000"/>
                      </a:schemeClr>
                    </a:gs>
                    <a:gs pos="100000">
                      <a:schemeClr val="accent4">
                        <a:alpha val="30000"/>
                      </a:schemeClr>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2" name="Freeform 8"/>
              <p:cNvSpPr>
                <a:spLocks/>
              </p:cNvSpPr>
              <p:nvPr/>
            </p:nvSpPr>
            <p:spPr bwMode="auto">
              <a:xfrm>
                <a:off x="3081786" y="3869534"/>
                <a:ext cx="109987" cy="138502"/>
              </a:xfrm>
              <a:custGeom>
                <a:avLst/>
                <a:gdLst>
                  <a:gd name="T0" fmla="*/ 0 w 81"/>
                  <a:gd name="T1" fmla="*/ 0 h 102"/>
                  <a:gd name="T2" fmla="*/ 81 w 81"/>
                  <a:gd name="T3" fmla="*/ 69 h 102"/>
                  <a:gd name="T4" fmla="*/ 0 w 81"/>
                  <a:gd name="T5" fmla="*/ 102 h 102"/>
                  <a:gd name="T6" fmla="*/ 0 w 81"/>
                  <a:gd name="T7" fmla="*/ 0 h 102"/>
                </a:gdLst>
                <a:ahLst/>
                <a:cxnLst>
                  <a:cxn ang="0">
                    <a:pos x="T0" y="T1"/>
                  </a:cxn>
                  <a:cxn ang="0">
                    <a:pos x="T2" y="T3"/>
                  </a:cxn>
                  <a:cxn ang="0">
                    <a:pos x="T4" y="T5"/>
                  </a:cxn>
                  <a:cxn ang="0">
                    <a:pos x="T6" y="T7"/>
                  </a:cxn>
                </a:cxnLst>
                <a:rect l="0" t="0" r="r" b="b"/>
                <a:pathLst>
                  <a:path w="81" h="102">
                    <a:moveTo>
                      <a:pt x="0" y="0"/>
                    </a:moveTo>
                    <a:lnTo>
                      <a:pt x="81" y="69"/>
                    </a:lnTo>
                    <a:lnTo>
                      <a:pt x="0" y="102"/>
                    </a:lnTo>
                    <a:lnTo>
                      <a:pt x="0" y="0"/>
                    </a:lnTo>
                    <a:close/>
                  </a:path>
                </a:pathLst>
              </a:custGeom>
              <a:pattFill prst="dkDnDiag">
                <a:fgClr>
                  <a:schemeClr val="accent3">
                    <a:lumMod val="65000"/>
                  </a:schemeClr>
                </a:fgClr>
                <a:bgClr>
                  <a:schemeClr val="accent3">
                    <a:lumMod val="50000"/>
                  </a:schemeClr>
                </a:bgClr>
              </a:pattFill>
              <a:ln w="3175" cap="rnd">
                <a:gradFill>
                  <a:gsLst>
                    <a:gs pos="0">
                      <a:schemeClr val="accent4">
                        <a:alpha val="30000"/>
                      </a:schemeClr>
                    </a:gs>
                    <a:gs pos="100000">
                      <a:schemeClr val="accent4">
                        <a:alpha val="30000"/>
                      </a:schemeClr>
                    </a:gs>
                  </a:gsLst>
                  <a:lin ang="5400000" scaled="1"/>
                </a:gra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282" name="TextBox 281"/>
            <p:cNvSpPr txBox="1"/>
            <p:nvPr/>
          </p:nvSpPr>
          <p:spPr>
            <a:xfrm>
              <a:off x="198618" y="3375118"/>
              <a:ext cx="1014795" cy="367415"/>
            </a:xfrm>
            <a:prstGeom prst="rect">
              <a:avLst/>
            </a:prstGeom>
            <a:noFill/>
          </p:spPr>
          <p:txBody>
            <a:bodyPr wrap="square" lIns="72000" tIns="0" rIns="72000" bIns="0" rtlCol="0">
              <a:noAutofit/>
            </a:bodyPr>
            <a:lstStyle/>
            <a:p>
              <a:pPr lvl="0" algn="ctr"/>
              <a:r>
                <a:rPr lang="en-US" altLang="ko-KR" sz="1200" b="1" dirty="0">
                  <a:gradFill>
                    <a:gsLst>
                      <a:gs pos="0">
                        <a:schemeClr val="tx2"/>
                      </a:gs>
                      <a:gs pos="100000">
                        <a:schemeClr val="tx2"/>
                      </a:gs>
                    </a:gsLst>
                    <a:lin ang="5400000" scaled="0"/>
                  </a:gradFill>
                  <a:latin typeface="Roboto Condensed Regular"/>
                </a:rPr>
                <a:t>Lorem Ipsum </a:t>
              </a:r>
            </a:p>
          </p:txBody>
        </p:sp>
        <p:sp>
          <p:nvSpPr>
            <p:cNvPr id="555" name="TextBox 554"/>
            <p:cNvSpPr txBox="1"/>
            <p:nvPr/>
          </p:nvSpPr>
          <p:spPr>
            <a:xfrm>
              <a:off x="198618" y="3601471"/>
              <a:ext cx="1014795" cy="367415"/>
            </a:xfrm>
            <a:prstGeom prst="rect">
              <a:avLst/>
            </a:prstGeom>
            <a:noFill/>
          </p:spPr>
          <p:txBody>
            <a:bodyPr wrap="square" lIns="72000" tIns="0" rIns="72000" bIns="0" rtlCol="0">
              <a:noAutofit/>
            </a:bodyPr>
            <a:lstStyle/>
            <a:p>
              <a:pPr algn="ctr">
                <a:buClr>
                  <a:schemeClr val="bg2"/>
                </a:buClr>
              </a:pPr>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usto eu magna luctus suscipit. metus vitae pharetra auctor.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94" name="그룹 93"/>
          <p:cNvGrpSpPr/>
          <p:nvPr/>
        </p:nvGrpSpPr>
        <p:grpSpPr>
          <a:xfrm>
            <a:off x="342203" y="1963161"/>
            <a:ext cx="726283" cy="1074976"/>
            <a:chOff x="342203" y="1963161"/>
            <a:chExt cx="726283" cy="1074976"/>
          </a:xfrm>
        </p:grpSpPr>
        <p:grpSp>
          <p:nvGrpSpPr>
            <p:cNvPr id="20" name="그룹 19"/>
            <p:cNvGrpSpPr/>
            <p:nvPr/>
          </p:nvGrpSpPr>
          <p:grpSpPr>
            <a:xfrm>
              <a:off x="342203" y="1963161"/>
              <a:ext cx="726283" cy="818746"/>
              <a:chOff x="2865318" y="1573903"/>
              <a:chExt cx="773113" cy="871538"/>
            </a:xfrm>
          </p:grpSpPr>
          <p:grpSp>
            <p:nvGrpSpPr>
              <p:cNvPr id="19" name="그룹 18"/>
              <p:cNvGrpSpPr/>
              <p:nvPr/>
            </p:nvGrpSpPr>
            <p:grpSpPr>
              <a:xfrm>
                <a:off x="2865318" y="1573903"/>
                <a:ext cx="773113" cy="871538"/>
                <a:chOff x="2865318" y="1820082"/>
                <a:chExt cx="773113" cy="871538"/>
              </a:xfrm>
            </p:grpSpPr>
            <p:sp>
              <p:nvSpPr>
                <p:cNvPr id="13" name="Freeform 9"/>
                <p:cNvSpPr>
                  <a:spLocks/>
                </p:cNvSpPr>
                <p:nvPr/>
              </p:nvSpPr>
              <p:spPr bwMode="auto">
                <a:xfrm>
                  <a:off x="2865318" y="1820082"/>
                  <a:ext cx="773113" cy="871538"/>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solidFill>
                  <a:schemeClr val="bg2">
                    <a:lumMod val="75000"/>
                  </a:schemeClr>
                </a:solid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 name="타원 16"/>
                <p:cNvSpPr/>
                <p:nvPr/>
              </p:nvSpPr>
              <p:spPr>
                <a:xfrm>
                  <a:off x="2955148" y="1887674"/>
                  <a:ext cx="593452" cy="593452"/>
                </a:xfrm>
                <a:prstGeom prst="ellipse">
                  <a:avLst/>
                </a:prstGeom>
                <a:solidFill>
                  <a:schemeClr val="bg2"/>
                </a:solidFill>
                <a:ln w="31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277" name="TextBox 276"/>
              <p:cNvSpPr txBox="1"/>
              <p:nvPr/>
            </p:nvSpPr>
            <p:spPr>
              <a:xfrm>
                <a:off x="2955149" y="1709218"/>
                <a:ext cx="593452" cy="526389"/>
              </a:xfrm>
              <a:prstGeom prst="rect">
                <a:avLst/>
              </a:prstGeom>
              <a:noFill/>
            </p:spPr>
            <p:txBody>
              <a:bodyPr wrap="square" lIns="72000" tIns="0" rIns="72000" bIns="0" rtlCol="0" anchor="ctr">
                <a:noAutofit/>
              </a:bodyPr>
              <a:lstStyle/>
              <a:p>
                <a:pPr algn="ctr">
                  <a:lnSpc>
                    <a:spcPts val="1000"/>
                  </a:lnSpc>
                </a:pPr>
                <a:r>
                  <a:rPr lang="en-US" altLang="ko-KR" sz="1000" b="1" dirty="0">
                    <a:gradFill>
                      <a:gsLst>
                        <a:gs pos="0">
                          <a:schemeClr val="tx1">
                            <a:alpha val="30000"/>
                          </a:schemeClr>
                        </a:gs>
                        <a:gs pos="100000">
                          <a:schemeClr val="tx1">
                            <a:alpha val="30000"/>
                          </a:schemeClr>
                        </a:gs>
                      </a:gsLst>
                      <a:lin ang="5400000" scaled="0"/>
                    </a:gradFill>
                    <a:latin typeface="Roboto Condensed Regular"/>
                  </a:rPr>
                  <a:t>STEP </a:t>
                </a:r>
              </a:p>
              <a:p>
                <a:pPr algn="ctr">
                  <a:lnSpc>
                    <a:spcPts val="2000"/>
                  </a:lnSpc>
                </a:pPr>
                <a:r>
                  <a:rPr lang="en-US" altLang="ko-KR" sz="2000" b="1" dirty="0">
                    <a:gradFill>
                      <a:gsLst>
                        <a:gs pos="0">
                          <a:schemeClr val="tx1">
                            <a:alpha val="50000"/>
                          </a:schemeClr>
                        </a:gs>
                        <a:gs pos="100000">
                          <a:schemeClr val="tx1">
                            <a:alpha val="50000"/>
                          </a:schemeClr>
                        </a:gs>
                      </a:gsLst>
                      <a:lin ang="5400000" scaled="0"/>
                    </a:gradFill>
                    <a:latin typeface="Roboto Condensed Regular"/>
                  </a:rPr>
                  <a:t>01</a:t>
                </a:r>
                <a:endParaRPr lang="ko-KR" altLang="en-US" sz="2000" b="1" dirty="0">
                  <a:gradFill>
                    <a:gsLst>
                      <a:gs pos="0">
                        <a:schemeClr val="tx1">
                          <a:alpha val="50000"/>
                        </a:schemeClr>
                      </a:gs>
                      <a:gs pos="100000">
                        <a:schemeClr val="tx1">
                          <a:alpha val="50000"/>
                        </a:schemeClr>
                      </a:gs>
                    </a:gsLst>
                    <a:lin ang="5400000" scaled="0"/>
                  </a:gradFill>
                  <a:latin typeface="Roboto Condensed Regular"/>
                </a:endParaRPr>
              </a:p>
            </p:txBody>
          </p:sp>
        </p:grpSp>
        <p:cxnSp>
          <p:nvCxnSpPr>
            <p:cNvPr id="279" name="직선 연결선 278"/>
            <p:cNvCxnSpPr/>
            <p:nvPr/>
          </p:nvCxnSpPr>
          <p:spPr>
            <a:xfrm>
              <a:off x="705345" y="2781907"/>
              <a:ext cx="0" cy="256230"/>
            </a:xfrm>
            <a:prstGeom prst="line">
              <a:avLst/>
            </a:prstGeom>
            <a:ln w="3175">
              <a:gradFill>
                <a:gsLst>
                  <a:gs pos="0">
                    <a:schemeClr val="accent4">
                      <a:alpha val="30000"/>
                    </a:schemeClr>
                  </a:gs>
                  <a:gs pos="100000">
                    <a:schemeClr val="accent4">
                      <a:alpha val="30000"/>
                    </a:schemeClr>
                  </a:gs>
                </a:gsLst>
                <a:lin ang="5400000" scaled="1"/>
              </a:gra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90" name="그룹 89"/>
          <p:cNvGrpSpPr/>
          <p:nvPr/>
        </p:nvGrpSpPr>
        <p:grpSpPr>
          <a:xfrm>
            <a:off x="1312256" y="2966556"/>
            <a:ext cx="1014795" cy="1002330"/>
            <a:chOff x="1312256" y="2966556"/>
            <a:chExt cx="1014795" cy="1002330"/>
          </a:xfrm>
        </p:grpSpPr>
        <p:grpSp>
          <p:nvGrpSpPr>
            <p:cNvPr id="619" name="그룹 618"/>
            <p:cNvGrpSpPr/>
            <p:nvPr/>
          </p:nvGrpSpPr>
          <p:grpSpPr>
            <a:xfrm>
              <a:off x="1458983" y="2966556"/>
              <a:ext cx="720000" cy="325281"/>
              <a:chOff x="2971799" y="3869534"/>
              <a:chExt cx="1079501" cy="346255"/>
            </a:xfrm>
            <a:effectLst>
              <a:outerShdw dist="25400" dir="5400000" algn="ctr" rotWithShape="0">
                <a:prstClr val="black">
                  <a:alpha val="10000"/>
                </a:prstClr>
              </a:outerShdw>
            </a:effectLst>
          </p:grpSpPr>
          <p:sp>
            <p:nvSpPr>
              <p:cNvPr id="628" name="Rectangle 5"/>
              <p:cNvSpPr>
                <a:spLocks noChangeArrowheads="1"/>
              </p:cNvSpPr>
              <p:nvPr/>
            </p:nvSpPr>
            <p:spPr bwMode="auto">
              <a:xfrm>
                <a:off x="2971799" y="4056919"/>
                <a:ext cx="863600" cy="158870"/>
              </a:xfrm>
              <a:prstGeom prst="rect">
                <a:avLst/>
              </a:prstGeom>
              <a:pattFill prst="ltUpDiag">
                <a:fgClr>
                  <a:schemeClr val="accent3">
                    <a:lumMod val="65000"/>
                  </a:schemeClr>
                </a:fgClr>
                <a:bgClr>
                  <a:schemeClr val="accent3">
                    <a:lumMod val="50000"/>
                  </a:schemeClr>
                </a:bgClr>
              </a:pattFill>
              <a:ln w="3175" cap="rnd">
                <a:gradFill>
                  <a:gsLst>
                    <a:gs pos="0">
                      <a:schemeClr val="accent4">
                        <a:alpha val="30000"/>
                      </a:schemeClr>
                    </a:gs>
                    <a:gs pos="100000">
                      <a:schemeClr val="accent4">
                        <a:alpha val="30000"/>
                      </a:schemeClr>
                    </a:gs>
                  </a:gsLst>
                  <a:lin ang="5400000" scaled="1"/>
                </a:gra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29" name="Freeform 6"/>
              <p:cNvSpPr>
                <a:spLocks/>
              </p:cNvSpPr>
              <p:nvPr/>
            </p:nvSpPr>
            <p:spPr bwMode="auto">
              <a:xfrm>
                <a:off x="3835399" y="3963226"/>
                <a:ext cx="215901" cy="252562"/>
              </a:xfrm>
              <a:custGeom>
                <a:avLst/>
                <a:gdLst>
                  <a:gd name="T0" fmla="*/ 0 w 159"/>
                  <a:gd name="T1" fmla="*/ 69 h 186"/>
                  <a:gd name="T2" fmla="*/ 0 w 159"/>
                  <a:gd name="T3" fmla="*/ 186 h 186"/>
                  <a:gd name="T4" fmla="*/ 159 w 159"/>
                  <a:gd name="T5" fmla="*/ 117 h 186"/>
                  <a:gd name="T6" fmla="*/ 159 w 159"/>
                  <a:gd name="T7" fmla="*/ 0 h 186"/>
                  <a:gd name="T8" fmla="*/ 0 w 159"/>
                  <a:gd name="T9" fmla="*/ 69 h 186"/>
                </a:gdLst>
                <a:ahLst/>
                <a:cxnLst>
                  <a:cxn ang="0">
                    <a:pos x="T0" y="T1"/>
                  </a:cxn>
                  <a:cxn ang="0">
                    <a:pos x="T2" y="T3"/>
                  </a:cxn>
                  <a:cxn ang="0">
                    <a:pos x="T4" y="T5"/>
                  </a:cxn>
                  <a:cxn ang="0">
                    <a:pos x="T6" y="T7"/>
                  </a:cxn>
                  <a:cxn ang="0">
                    <a:pos x="T8" y="T9"/>
                  </a:cxn>
                </a:cxnLst>
                <a:rect l="0" t="0" r="r" b="b"/>
                <a:pathLst>
                  <a:path w="159" h="186">
                    <a:moveTo>
                      <a:pt x="0" y="69"/>
                    </a:moveTo>
                    <a:lnTo>
                      <a:pt x="0" y="186"/>
                    </a:lnTo>
                    <a:lnTo>
                      <a:pt x="159" y="117"/>
                    </a:lnTo>
                    <a:lnTo>
                      <a:pt x="159" y="0"/>
                    </a:lnTo>
                    <a:lnTo>
                      <a:pt x="0" y="69"/>
                    </a:lnTo>
                    <a:close/>
                  </a:path>
                </a:pathLst>
              </a:custGeom>
              <a:pattFill prst="dkDnDiag">
                <a:fgClr>
                  <a:schemeClr val="accent3">
                    <a:lumMod val="65000"/>
                  </a:schemeClr>
                </a:fgClr>
                <a:bgClr>
                  <a:schemeClr val="accent3">
                    <a:lumMod val="50000"/>
                  </a:schemeClr>
                </a:bgClr>
              </a:pattFill>
              <a:ln w="3175" cap="rnd">
                <a:gradFill>
                  <a:gsLst>
                    <a:gs pos="0">
                      <a:schemeClr val="accent4">
                        <a:alpha val="30000"/>
                      </a:schemeClr>
                    </a:gs>
                    <a:gs pos="100000">
                      <a:schemeClr val="accent4">
                        <a:alpha val="30000"/>
                      </a:schemeClr>
                    </a:gs>
                  </a:gsLst>
                  <a:lin ang="5400000" scaled="1"/>
                </a:gra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30" name="Freeform 7"/>
              <p:cNvSpPr>
                <a:spLocks/>
              </p:cNvSpPr>
              <p:nvPr/>
            </p:nvSpPr>
            <p:spPr bwMode="auto">
              <a:xfrm>
                <a:off x="2971799" y="3869534"/>
                <a:ext cx="1079501" cy="187385"/>
              </a:xfrm>
              <a:custGeom>
                <a:avLst/>
                <a:gdLst>
                  <a:gd name="T0" fmla="*/ 81 w 795"/>
                  <a:gd name="T1" fmla="*/ 0 h 138"/>
                  <a:gd name="T2" fmla="*/ 162 w 795"/>
                  <a:gd name="T3" fmla="*/ 69 h 138"/>
                  <a:gd name="T4" fmla="*/ 0 w 795"/>
                  <a:gd name="T5" fmla="*/ 138 h 138"/>
                  <a:gd name="T6" fmla="*/ 636 w 795"/>
                  <a:gd name="T7" fmla="*/ 138 h 138"/>
                  <a:gd name="T8" fmla="*/ 795 w 795"/>
                  <a:gd name="T9" fmla="*/ 69 h 138"/>
                  <a:gd name="T10" fmla="*/ 714 w 795"/>
                  <a:gd name="T11" fmla="*/ 0 h 138"/>
                  <a:gd name="T12" fmla="*/ 81 w 795"/>
                  <a:gd name="T13" fmla="*/ 0 h 138"/>
                </a:gdLst>
                <a:ahLst/>
                <a:cxnLst>
                  <a:cxn ang="0">
                    <a:pos x="T0" y="T1"/>
                  </a:cxn>
                  <a:cxn ang="0">
                    <a:pos x="T2" y="T3"/>
                  </a:cxn>
                  <a:cxn ang="0">
                    <a:pos x="T4" y="T5"/>
                  </a:cxn>
                  <a:cxn ang="0">
                    <a:pos x="T6" y="T7"/>
                  </a:cxn>
                  <a:cxn ang="0">
                    <a:pos x="T8" y="T9"/>
                  </a:cxn>
                  <a:cxn ang="0">
                    <a:pos x="T10" y="T11"/>
                  </a:cxn>
                  <a:cxn ang="0">
                    <a:pos x="T12" y="T13"/>
                  </a:cxn>
                </a:cxnLst>
                <a:rect l="0" t="0" r="r" b="b"/>
                <a:pathLst>
                  <a:path w="795" h="138">
                    <a:moveTo>
                      <a:pt x="81" y="0"/>
                    </a:moveTo>
                    <a:lnTo>
                      <a:pt x="162" y="69"/>
                    </a:lnTo>
                    <a:lnTo>
                      <a:pt x="0" y="138"/>
                    </a:lnTo>
                    <a:lnTo>
                      <a:pt x="636" y="138"/>
                    </a:lnTo>
                    <a:lnTo>
                      <a:pt x="795" y="69"/>
                    </a:lnTo>
                    <a:lnTo>
                      <a:pt x="714" y="0"/>
                    </a:lnTo>
                    <a:lnTo>
                      <a:pt x="81" y="0"/>
                    </a:lnTo>
                    <a:close/>
                  </a:path>
                </a:pathLst>
              </a:custGeom>
              <a:solidFill>
                <a:schemeClr val="accent3">
                  <a:lumMod val="65000"/>
                </a:schemeClr>
              </a:solidFill>
              <a:ln w="3175" cap="flat" cmpd="sng" algn="ctr">
                <a:gradFill>
                  <a:gsLst>
                    <a:gs pos="0">
                      <a:schemeClr val="accent4">
                        <a:alpha val="30000"/>
                      </a:schemeClr>
                    </a:gs>
                    <a:gs pos="100000">
                      <a:schemeClr val="accent4">
                        <a:alpha val="30000"/>
                      </a:schemeClr>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31" name="Freeform 8"/>
              <p:cNvSpPr>
                <a:spLocks/>
              </p:cNvSpPr>
              <p:nvPr/>
            </p:nvSpPr>
            <p:spPr bwMode="auto">
              <a:xfrm>
                <a:off x="3081786" y="3869534"/>
                <a:ext cx="109987" cy="138502"/>
              </a:xfrm>
              <a:custGeom>
                <a:avLst/>
                <a:gdLst>
                  <a:gd name="T0" fmla="*/ 0 w 81"/>
                  <a:gd name="T1" fmla="*/ 0 h 102"/>
                  <a:gd name="T2" fmla="*/ 81 w 81"/>
                  <a:gd name="T3" fmla="*/ 69 h 102"/>
                  <a:gd name="T4" fmla="*/ 0 w 81"/>
                  <a:gd name="T5" fmla="*/ 102 h 102"/>
                  <a:gd name="T6" fmla="*/ 0 w 81"/>
                  <a:gd name="T7" fmla="*/ 0 h 102"/>
                </a:gdLst>
                <a:ahLst/>
                <a:cxnLst>
                  <a:cxn ang="0">
                    <a:pos x="T0" y="T1"/>
                  </a:cxn>
                  <a:cxn ang="0">
                    <a:pos x="T2" y="T3"/>
                  </a:cxn>
                  <a:cxn ang="0">
                    <a:pos x="T4" y="T5"/>
                  </a:cxn>
                  <a:cxn ang="0">
                    <a:pos x="T6" y="T7"/>
                  </a:cxn>
                </a:cxnLst>
                <a:rect l="0" t="0" r="r" b="b"/>
                <a:pathLst>
                  <a:path w="81" h="102">
                    <a:moveTo>
                      <a:pt x="0" y="0"/>
                    </a:moveTo>
                    <a:lnTo>
                      <a:pt x="81" y="69"/>
                    </a:lnTo>
                    <a:lnTo>
                      <a:pt x="0" y="102"/>
                    </a:lnTo>
                    <a:lnTo>
                      <a:pt x="0" y="0"/>
                    </a:lnTo>
                    <a:close/>
                  </a:path>
                </a:pathLst>
              </a:custGeom>
              <a:pattFill prst="dkDnDiag">
                <a:fgClr>
                  <a:schemeClr val="accent3">
                    <a:lumMod val="65000"/>
                  </a:schemeClr>
                </a:fgClr>
                <a:bgClr>
                  <a:schemeClr val="accent3">
                    <a:lumMod val="50000"/>
                  </a:schemeClr>
                </a:bgClr>
              </a:pattFill>
              <a:ln w="3175" cap="rnd">
                <a:gradFill>
                  <a:gsLst>
                    <a:gs pos="0">
                      <a:schemeClr val="accent4">
                        <a:alpha val="30000"/>
                      </a:schemeClr>
                    </a:gs>
                    <a:gs pos="100000">
                      <a:schemeClr val="accent4">
                        <a:alpha val="30000"/>
                      </a:schemeClr>
                    </a:gs>
                  </a:gsLst>
                  <a:lin ang="5400000" scaled="1"/>
                </a:gra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622" name="TextBox 621"/>
            <p:cNvSpPr txBox="1"/>
            <p:nvPr/>
          </p:nvSpPr>
          <p:spPr>
            <a:xfrm>
              <a:off x="1312256" y="3375118"/>
              <a:ext cx="1014795" cy="367415"/>
            </a:xfrm>
            <a:prstGeom prst="rect">
              <a:avLst/>
            </a:prstGeom>
            <a:noFill/>
          </p:spPr>
          <p:txBody>
            <a:bodyPr wrap="square" lIns="72000" tIns="0" rIns="72000" bIns="0" rtlCol="0">
              <a:noAutofit/>
            </a:bodyPr>
            <a:lstStyle/>
            <a:p>
              <a:pPr lvl="0" algn="ctr"/>
              <a:r>
                <a:rPr lang="en-US" altLang="ko-KR" sz="1200" b="1" dirty="0">
                  <a:gradFill>
                    <a:gsLst>
                      <a:gs pos="0">
                        <a:schemeClr val="tx2"/>
                      </a:gs>
                      <a:gs pos="100000">
                        <a:schemeClr val="tx2"/>
                      </a:gs>
                    </a:gsLst>
                    <a:lin ang="5400000" scaled="0"/>
                  </a:gradFill>
                  <a:latin typeface="Roboto Condensed Regular"/>
                </a:rPr>
                <a:t>Lorem Ipsum </a:t>
              </a:r>
            </a:p>
          </p:txBody>
        </p:sp>
        <p:sp>
          <p:nvSpPr>
            <p:cNvPr id="623" name="TextBox 622"/>
            <p:cNvSpPr txBox="1"/>
            <p:nvPr/>
          </p:nvSpPr>
          <p:spPr>
            <a:xfrm>
              <a:off x="1312256" y="3601471"/>
              <a:ext cx="1014795" cy="367415"/>
            </a:xfrm>
            <a:prstGeom prst="rect">
              <a:avLst/>
            </a:prstGeom>
            <a:noFill/>
          </p:spPr>
          <p:txBody>
            <a:bodyPr wrap="square" lIns="72000" tIns="0" rIns="72000" bIns="0" rtlCol="0">
              <a:noAutofit/>
            </a:bodyPr>
            <a:lstStyle/>
            <a:p>
              <a:pPr algn="ctr">
                <a:buClr>
                  <a:schemeClr val="bg2"/>
                </a:buClr>
              </a:pPr>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usto eu magna luctus suscipit. metus vitae pharetra auctor.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95" name="그룹 94"/>
          <p:cNvGrpSpPr/>
          <p:nvPr/>
        </p:nvGrpSpPr>
        <p:grpSpPr>
          <a:xfrm>
            <a:off x="1455842" y="1963161"/>
            <a:ext cx="726283" cy="1074976"/>
            <a:chOff x="1455842" y="1963161"/>
            <a:chExt cx="726283" cy="1074976"/>
          </a:xfrm>
        </p:grpSpPr>
        <p:grpSp>
          <p:nvGrpSpPr>
            <p:cNvPr id="620" name="그룹 619"/>
            <p:cNvGrpSpPr/>
            <p:nvPr/>
          </p:nvGrpSpPr>
          <p:grpSpPr>
            <a:xfrm>
              <a:off x="1455842" y="1963161"/>
              <a:ext cx="726283" cy="818746"/>
              <a:chOff x="2865318" y="1573903"/>
              <a:chExt cx="773113" cy="871538"/>
            </a:xfrm>
          </p:grpSpPr>
          <p:grpSp>
            <p:nvGrpSpPr>
              <p:cNvPr id="624" name="그룹 623"/>
              <p:cNvGrpSpPr/>
              <p:nvPr/>
            </p:nvGrpSpPr>
            <p:grpSpPr>
              <a:xfrm>
                <a:off x="2865318" y="1573903"/>
                <a:ext cx="773113" cy="871538"/>
                <a:chOff x="2865318" y="1820082"/>
                <a:chExt cx="773113" cy="871538"/>
              </a:xfrm>
            </p:grpSpPr>
            <p:sp>
              <p:nvSpPr>
                <p:cNvPr id="626" name="Freeform 9"/>
                <p:cNvSpPr>
                  <a:spLocks/>
                </p:cNvSpPr>
                <p:nvPr/>
              </p:nvSpPr>
              <p:spPr bwMode="auto">
                <a:xfrm>
                  <a:off x="2865318" y="1820082"/>
                  <a:ext cx="773113" cy="871538"/>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solidFill>
                  <a:schemeClr val="bg2">
                    <a:lumMod val="75000"/>
                  </a:schemeClr>
                </a:solid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27" name="타원 626"/>
                <p:cNvSpPr/>
                <p:nvPr/>
              </p:nvSpPr>
              <p:spPr>
                <a:xfrm>
                  <a:off x="2955148" y="1887674"/>
                  <a:ext cx="593452" cy="593452"/>
                </a:xfrm>
                <a:prstGeom prst="ellipse">
                  <a:avLst/>
                </a:prstGeom>
                <a:solidFill>
                  <a:schemeClr val="bg2"/>
                </a:solidFill>
                <a:ln w="31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625" name="TextBox 624"/>
              <p:cNvSpPr txBox="1"/>
              <p:nvPr/>
            </p:nvSpPr>
            <p:spPr>
              <a:xfrm>
                <a:off x="2955149" y="1709218"/>
                <a:ext cx="593452" cy="526389"/>
              </a:xfrm>
              <a:prstGeom prst="rect">
                <a:avLst/>
              </a:prstGeom>
              <a:noFill/>
            </p:spPr>
            <p:txBody>
              <a:bodyPr wrap="square" lIns="72000" tIns="0" rIns="72000" bIns="0" rtlCol="0" anchor="ctr">
                <a:noAutofit/>
              </a:bodyPr>
              <a:lstStyle/>
              <a:p>
                <a:pPr algn="ctr">
                  <a:lnSpc>
                    <a:spcPts val="1000"/>
                  </a:lnSpc>
                </a:pPr>
                <a:r>
                  <a:rPr lang="en-US" altLang="ko-KR" sz="1000" b="1" dirty="0">
                    <a:gradFill>
                      <a:gsLst>
                        <a:gs pos="0">
                          <a:schemeClr val="tx1">
                            <a:alpha val="30000"/>
                          </a:schemeClr>
                        </a:gs>
                        <a:gs pos="100000">
                          <a:schemeClr val="tx1">
                            <a:alpha val="30000"/>
                          </a:schemeClr>
                        </a:gs>
                      </a:gsLst>
                      <a:lin ang="5400000" scaled="0"/>
                    </a:gradFill>
                    <a:latin typeface="Roboto Condensed Regular"/>
                  </a:rPr>
                  <a:t>STEP </a:t>
                </a:r>
              </a:p>
              <a:p>
                <a:pPr algn="ctr">
                  <a:lnSpc>
                    <a:spcPts val="2000"/>
                  </a:lnSpc>
                </a:pPr>
                <a:r>
                  <a:rPr lang="en-US" altLang="ko-KR" sz="2000" b="1" dirty="0">
                    <a:gradFill>
                      <a:gsLst>
                        <a:gs pos="0">
                          <a:schemeClr val="tx1">
                            <a:alpha val="50000"/>
                          </a:schemeClr>
                        </a:gs>
                        <a:gs pos="100000">
                          <a:schemeClr val="tx1">
                            <a:alpha val="50000"/>
                          </a:schemeClr>
                        </a:gs>
                      </a:gsLst>
                      <a:lin ang="5400000" scaled="0"/>
                    </a:gradFill>
                    <a:latin typeface="Roboto Condensed Regular"/>
                  </a:rPr>
                  <a:t>02</a:t>
                </a:r>
                <a:endParaRPr lang="ko-KR" altLang="en-US" sz="2000" b="1" dirty="0">
                  <a:gradFill>
                    <a:gsLst>
                      <a:gs pos="0">
                        <a:schemeClr val="tx1">
                          <a:alpha val="50000"/>
                        </a:schemeClr>
                      </a:gs>
                      <a:gs pos="100000">
                        <a:schemeClr val="tx1">
                          <a:alpha val="50000"/>
                        </a:schemeClr>
                      </a:gs>
                    </a:gsLst>
                    <a:lin ang="5400000" scaled="0"/>
                  </a:gradFill>
                  <a:latin typeface="Roboto Condensed Regular"/>
                </a:endParaRPr>
              </a:p>
            </p:txBody>
          </p:sp>
        </p:grpSp>
        <p:cxnSp>
          <p:nvCxnSpPr>
            <p:cNvPr id="621" name="직선 연결선 620"/>
            <p:cNvCxnSpPr/>
            <p:nvPr/>
          </p:nvCxnSpPr>
          <p:spPr>
            <a:xfrm>
              <a:off x="1818984" y="2781907"/>
              <a:ext cx="0" cy="256230"/>
            </a:xfrm>
            <a:prstGeom prst="line">
              <a:avLst/>
            </a:prstGeom>
            <a:ln w="3175">
              <a:gradFill>
                <a:gsLst>
                  <a:gs pos="0">
                    <a:schemeClr val="accent4">
                      <a:alpha val="30000"/>
                    </a:schemeClr>
                  </a:gs>
                  <a:gs pos="100000">
                    <a:schemeClr val="accent4">
                      <a:alpha val="30000"/>
                    </a:schemeClr>
                  </a:gs>
                </a:gsLst>
                <a:lin ang="5400000" scaled="1"/>
              </a:gra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91" name="그룹 90"/>
          <p:cNvGrpSpPr/>
          <p:nvPr/>
        </p:nvGrpSpPr>
        <p:grpSpPr>
          <a:xfrm>
            <a:off x="2425894" y="2966556"/>
            <a:ext cx="1014795" cy="1002330"/>
            <a:chOff x="2425894" y="2966556"/>
            <a:chExt cx="1014795" cy="1002330"/>
          </a:xfrm>
        </p:grpSpPr>
        <p:grpSp>
          <p:nvGrpSpPr>
            <p:cNvPr id="634" name="그룹 633"/>
            <p:cNvGrpSpPr/>
            <p:nvPr/>
          </p:nvGrpSpPr>
          <p:grpSpPr>
            <a:xfrm>
              <a:off x="2572620" y="2966556"/>
              <a:ext cx="720000" cy="325281"/>
              <a:chOff x="2971799" y="3869534"/>
              <a:chExt cx="1079501" cy="346255"/>
            </a:xfrm>
            <a:effectLst>
              <a:outerShdw dist="25400" dir="5400000" algn="ctr" rotWithShape="0">
                <a:prstClr val="black">
                  <a:alpha val="10000"/>
                </a:prstClr>
              </a:outerShdw>
            </a:effectLst>
          </p:grpSpPr>
          <p:sp>
            <p:nvSpPr>
              <p:cNvPr id="643" name="Rectangle 5"/>
              <p:cNvSpPr>
                <a:spLocks noChangeArrowheads="1"/>
              </p:cNvSpPr>
              <p:nvPr/>
            </p:nvSpPr>
            <p:spPr bwMode="auto">
              <a:xfrm>
                <a:off x="2971799" y="4056919"/>
                <a:ext cx="863600" cy="158870"/>
              </a:xfrm>
              <a:prstGeom prst="rect">
                <a:avLst/>
              </a:prstGeom>
              <a:pattFill prst="ltUpDiag">
                <a:fgClr>
                  <a:schemeClr val="accent3">
                    <a:lumMod val="65000"/>
                  </a:schemeClr>
                </a:fgClr>
                <a:bgClr>
                  <a:schemeClr val="accent3">
                    <a:lumMod val="50000"/>
                  </a:schemeClr>
                </a:bgClr>
              </a:pattFill>
              <a:ln w="3175" cap="rnd">
                <a:gradFill>
                  <a:gsLst>
                    <a:gs pos="0">
                      <a:schemeClr val="accent4">
                        <a:alpha val="30000"/>
                      </a:schemeClr>
                    </a:gs>
                    <a:gs pos="100000">
                      <a:schemeClr val="accent4">
                        <a:alpha val="30000"/>
                      </a:schemeClr>
                    </a:gs>
                  </a:gsLst>
                  <a:lin ang="5400000" scaled="1"/>
                </a:gra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44" name="Freeform 6"/>
              <p:cNvSpPr>
                <a:spLocks/>
              </p:cNvSpPr>
              <p:nvPr/>
            </p:nvSpPr>
            <p:spPr bwMode="auto">
              <a:xfrm>
                <a:off x="3835399" y="3963226"/>
                <a:ext cx="215901" cy="252562"/>
              </a:xfrm>
              <a:custGeom>
                <a:avLst/>
                <a:gdLst>
                  <a:gd name="T0" fmla="*/ 0 w 159"/>
                  <a:gd name="T1" fmla="*/ 69 h 186"/>
                  <a:gd name="T2" fmla="*/ 0 w 159"/>
                  <a:gd name="T3" fmla="*/ 186 h 186"/>
                  <a:gd name="T4" fmla="*/ 159 w 159"/>
                  <a:gd name="T5" fmla="*/ 117 h 186"/>
                  <a:gd name="T6" fmla="*/ 159 w 159"/>
                  <a:gd name="T7" fmla="*/ 0 h 186"/>
                  <a:gd name="T8" fmla="*/ 0 w 159"/>
                  <a:gd name="T9" fmla="*/ 69 h 186"/>
                </a:gdLst>
                <a:ahLst/>
                <a:cxnLst>
                  <a:cxn ang="0">
                    <a:pos x="T0" y="T1"/>
                  </a:cxn>
                  <a:cxn ang="0">
                    <a:pos x="T2" y="T3"/>
                  </a:cxn>
                  <a:cxn ang="0">
                    <a:pos x="T4" y="T5"/>
                  </a:cxn>
                  <a:cxn ang="0">
                    <a:pos x="T6" y="T7"/>
                  </a:cxn>
                  <a:cxn ang="0">
                    <a:pos x="T8" y="T9"/>
                  </a:cxn>
                </a:cxnLst>
                <a:rect l="0" t="0" r="r" b="b"/>
                <a:pathLst>
                  <a:path w="159" h="186">
                    <a:moveTo>
                      <a:pt x="0" y="69"/>
                    </a:moveTo>
                    <a:lnTo>
                      <a:pt x="0" y="186"/>
                    </a:lnTo>
                    <a:lnTo>
                      <a:pt x="159" y="117"/>
                    </a:lnTo>
                    <a:lnTo>
                      <a:pt x="159" y="0"/>
                    </a:lnTo>
                    <a:lnTo>
                      <a:pt x="0" y="69"/>
                    </a:lnTo>
                    <a:close/>
                  </a:path>
                </a:pathLst>
              </a:custGeom>
              <a:pattFill prst="dkDnDiag">
                <a:fgClr>
                  <a:schemeClr val="accent3">
                    <a:lumMod val="65000"/>
                  </a:schemeClr>
                </a:fgClr>
                <a:bgClr>
                  <a:schemeClr val="accent3">
                    <a:lumMod val="50000"/>
                  </a:schemeClr>
                </a:bgClr>
              </a:pattFill>
              <a:ln w="3175" cap="rnd">
                <a:gradFill>
                  <a:gsLst>
                    <a:gs pos="0">
                      <a:schemeClr val="accent4">
                        <a:alpha val="30000"/>
                      </a:schemeClr>
                    </a:gs>
                    <a:gs pos="100000">
                      <a:schemeClr val="accent4">
                        <a:alpha val="30000"/>
                      </a:schemeClr>
                    </a:gs>
                  </a:gsLst>
                  <a:lin ang="5400000" scaled="1"/>
                </a:gra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45" name="Freeform 7"/>
              <p:cNvSpPr>
                <a:spLocks/>
              </p:cNvSpPr>
              <p:nvPr/>
            </p:nvSpPr>
            <p:spPr bwMode="auto">
              <a:xfrm>
                <a:off x="2971799" y="3869534"/>
                <a:ext cx="1079501" cy="187385"/>
              </a:xfrm>
              <a:custGeom>
                <a:avLst/>
                <a:gdLst>
                  <a:gd name="T0" fmla="*/ 81 w 795"/>
                  <a:gd name="T1" fmla="*/ 0 h 138"/>
                  <a:gd name="T2" fmla="*/ 162 w 795"/>
                  <a:gd name="T3" fmla="*/ 69 h 138"/>
                  <a:gd name="T4" fmla="*/ 0 w 795"/>
                  <a:gd name="T5" fmla="*/ 138 h 138"/>
                  <a:gd name="T6" fmla="*/ 636 w 795"/>
                  <a:gd name="T7" fmla="*/ 138 h 138"/>
                  <a:gd name="T8" fmla="*/ 795 w 795"/>
                  <a:gd name="T9" fmla="*/ 69 h 138"/>
                  <a:gd name="T10" fmla="*/ 714 w 795"/>
                  <a:gd name="T11" fmla="*/ 0 h 138"/>
                  <a:gd name="T12" fmla="*/ 81 w 795"/>
                  <a:gd name="T13" fmla="*/ 0 h 138"/>
                </a:gdLst>
                <a:ahLst/>
                <a:cxnLst>
                  <a:cxn ang="0">
                    <a:pos x="T0" y="T1"/>
                  </a:cxn>
                  <a:cxn ang="0">
                    <a:pos x="T2" y="T3"/>
                  </a:cxn>
                  <a:cxn ang="0">
                    <a:pos x="T4" y="T5"/>
                  </a:cxn>
                  <a:cxn ang="0">
                    <a:pos x="T6" y="T7"/>
                  </a:cxn>
                  <a:cxn ang="0">
                    <a:pos x="T8" y="T9"/>
                  </a:cxn>
                  <a:cxn ang="0">
                    <a:pos x="T10" y="T11"/>
                  </a:cxn>
                  <a:cxn ang="0">
                    <a:pos x="T12" y="T13"/>
                  </a:cxn>
                </a:cxnLst>
                <a:rect l="0" t="0" r="r" b="b"/>
                <a:pathLst>
                  <a:path w="795" h="138">
                    <a:moveTo>
                      <a:pt x="81" y="0"/>
                    </a:moveTo>
                    <a:lnTo>
                      <a:pt x="162" y="69"/>
                    </a:lnTo>
                    <a:lnTo>
                      <a:pt x="0" y="138"/>
                    </a:lnTo>
                    <a:lnTo>
                      <a:pt x="636" y="138"/>
                    </a:lnTo>
                    <a:lnTo>
                      <a:pt x="795" y="69"/>
                    </a:lnTo>
                    <a:lnTo>
                      <a:pt x="714" y="0"/>
                    </a:lnTo>
                    <a:lnTo>
                      <a:pt x="81" y="0"/>
                    </a:lnTo>
                    <a:close/>
                  </a:path>
                </a:pathLst>
              </a:custGeom>
              <a:solidFill>
                <a:schemeClr val="accent3">
                  <a:lumMod val="65000"/>
                </a:schemeClr>
              </a:solidFill>
              <a:ln w="3175" cap="flat" cmpd="sng" algn="ctr">
                <a:gradFill>
                  <a:gsLst>
                    <a:gs pos="0">
                      <a:schemeClr val="accent4">
                        <a:alpha val="30000"/>
                      </a:schemeClr>
                    </a:gs>
                    <a:gs pos="100000">
                      <a:schemeClr val="accent4">
                        <a:alpha val="30000"/>
                      </a:schemeClr>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46" name="Freeform 8"/>
              <p:cNvSpPr>
                <a:spLocks/>
              </p:cNvSpPr>
              <p:nvPr/>
            </p:nvSpPr>
            <p:spPr bwMode="auto">
              <a:xfrm>
                <a:off x="3081786" y="3869534"/>
                <a:ext cx="109987" cy="138502"/>
              </a:xfrm>
              <a:custGeom>
                <a:avLst/>
                <a:gdLst>
                  <a:gd name="T0" fmla="*/ 0 w 81"/>
                  <a:gd name="T1" fmla="*/ 0 h 102"/>
                  <a:gd name="T2" fmla="*/ 81 w 81"/>
                  <a:gd name="T3" fmla="*/ 69 h 102"/>
                  <a:gd name="T4" fmla="*/ 0 w 81"/>
                  <a:gd name="T5" fmla="*/ 102 h 102"/>
                  <a:gd name="T6" fmla="*/ 0 w 81"/>
                  <a:gd name="T7" fmla="*/ 0 h 102"/>
                </a:gdLst>
                <a:ahLst/>
                <a:cxnLst>
                  <a:cxn ang="0">
                    <a:pos x="T0" y="T1"/>
                  </a:cxn>
                  <a:cxn ang="0">
                    <a:pos x="T2" y="T3"/>
                  </a:cxn>
                  <a:cxn ang="0">
                    <a:pos x="T4" y="T5"/>
                  </a:cxn>
                  <a:cxn ang="0">
                    <a:pos x="T6" y="T7"/>
                  </a:cxn>
                </a:cxnLst>
                <a:rect l="0" t="0" r="r" b="b"/>
                <a:pathLst>
                  <a:path w="81" h="102">
                    <a:moveTo>
                      <a:pt x="0" y="0"/>
                    </a:moveTo>
                    <a:lnTo>
                      <a:pt x="81" y="69"/>
                    </a:lnTo>
                    <a:lnTo>
                      <a:pt x="0" y="102"/>
                    </a:lnTo>
                    <a:lnTo>
                      <a:pt x="0" y="0"/>
                    </a:lnTo>
                    <a:close/>
                  </a:path>
                </a:pathLst>
              </a:custGeom>
              <a:pattFill prst="dkDnDiag">
                <a:fgClr>
                  <a:schemeClr val="accent3">
                    <a:lumMod val="65000"/>
                  </a:schemeClr>
                </a:fgClr>
                <a:bgClr>
                  <a:schemeClr val="accent3">
                    <a:lumMod val="50000"/>
                  </a:schemeClr>
                </a:bgClr>
              </a:pattFill>
              <a:ln w="3175" cap="rnd">
                <a:gradFill>
                  <a:gsLst>
                    <a:gs pos="0">
                      <a:schemeClr val="accent4">
                        <a:alpha val="30000"/>
                      </a:schemeClr>
                    </a:gs>
                    <a:gs pos="100000">
                      <a:schemeClr val="accent4">
                        <a:alpha val="30000"/>
                      </a:schemeClr>
                    </a:gs>
                  </a:gsLst>
                  <a:lin ang="5400000" scaled="1"/>
                </a:gra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637" name="TextBox 636"/>
            <p:cNvSpPr txBox="1"/>
            <p:nvPr/>
          </p:nvSpPr>
          <p:spPr>
            <a:xfrm>
              <a:off x="2425894" y="3375118"/>
              <a:ext cx="1014795" cy="367415"/>
            </a:xfrm>
            <a:prstGeom prst="rect">
              <a:avLst/>
            </a:prstGeom>
            <a:noFill/>
          </p:spPr>
          <p:txBody>
            <a:bodyPr wrap="square" lIns="72000" tIns="0" rIns="72000" bIns="0" rtlCol="0">
              <a:noAutofit/>
            </a:bodyPr>
            <a:lstStyle/>
            <a:p>
              <a:pPr lvl="0" algn="ctr"/>
              <a:r>
                <a:rPr lang="en-US" altLang="ko-KR" sz="1200" b="1" dirty="0">
                  <a:gradFill>
                    <a:gsLst>
                      <a:gs pos="0">
                        <a:schemeClr val="tx2"/>
                      </a:gs>
                      <a:gs pos="100000">
                        <a:schemeClr val="tx2"/>
                      </a:gs>
                    </a:gsLst>
                    <a:lin ang="5400000" scaled="0"/>
                  </a:gradFill>
                  <a:latin typeface="Roboto Condensed Regular"/>
                </a:rPr>
                <a:t>Lorem Ipsum </a:t>
              </a:r>
            </a:p>
          </p:txBody>
        </p:sp>
        <p:sp>
          <p:nvSpPr>
            <p:cNvPr id="638" name="TextBox 637"/>
            <p:cNvSpPr txBox="1"/>
            <p:nvPr/>
          </p:nvSpPr>
          <p:spPr>
            <a:xfrm>
              <a:off x="2425894" y="3601471"/>
              <a:ext cx="1014795" cy="367415"/>
            </a:xfrm>
            <a:prstGeom prst="rect">
              <a:avLst/>
            </a:prstGeom>
            <a:noFill/>
          </p:spPr>
          <p:txBody>
            <a:bodyPr wrap="square" lIns="72000" tIns="0" rIns="72000" bIns="0" rtlCol="0">
              <a:noAutofit/>
            </a:bodyPr>
            <a:lstStyle/>
            <a:p>
              <a:pPr algn="ctr">
                <a:buClr>
                  <a:schemeClr val="bg2"/>
                </a:buClr>
              </a:pPr>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usto eu magna luctus suscipit. metus vitae pharetra auctor.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96" name="그룹 95"/>
          <p:cNvGrpSpPr/>
          <p:nvPr/>
        </p:nvGrpSpPr>
        <p:grpSpPr>
          <a:xfrm>
            <a:off x="2569479" y="1963161"/>
            <a:ext cx="726283" cy="1074976"/>
            <a:chOff x="2569479" y="1963161"/>
            <a:chExt cx="726283" cy="1074976"/>
          </a:xfrm>
        </p:grpSpPr>
        <p:grpSp>
          <p:nvGrpSpPr>
            <p:cNvPr id="635" name="그룹 634"/>
            <p:cNvGrpSpPr/>
            <p:nvPr/>
          </p:nvGrpSpPr>
          <p:grpSpPr>
            <a:xfrm>
              <a:off x="2569479" y="1963161"/>
              <a:ext cx="726283" cy="818746"/>
              <a:chOff x="2865318" y="1573903"/>
              <a:chExt cx="773113" cy="871538"/>
            </a:xfrm>
          </p:grpSpPr>
          <p:grpSp>
            <p:nvGrpSpPr>
              <p:cNvPr id="639" name="그룹 638"/>
              <p:cNvGrpSpPr/>
              <p:nvPr/>
            </p:nvGrpSpPr>
            <p:grpSpPr>
              <a:xfrm>
                <a:off x="2865318" y="1573903"/>
                <a:ext cx="773113" cy="871538"/>
                <a:chOff x="2865318" y="1820082"/>
                <a:chExt cx="773113" cy="871538"/>
              </a:xfrm>
            </p:grpSpPr>
            <p:sp>
              <p:nvSpPr>
                <p:cNvPr id="641" name="Freeform 9"/>
                <p:cNvSpPr>
                  <a:spLocks/>
                </p:cNvSpPr>
                <p:nvPr/>
              </p:nvSpPr>
              <p:spPr bwMode="auto">
                <a:xfrm>
                  <a:off x="2865318" y="1820082"/>
                  <a:ext cx="773113" cy="871538"/>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solidFill>
                  <a:schemeClr val="bg2">
                    <a:lumMod val="75000"/>
                  </a:schemeClr>
                </a:solid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42" name="타원 641"/>
                <p:cNvSpPr/>
                <p:nvPr/>
              </p:nvSpPr>
              <p:spPr>
                <a:xfrm>
                  <a:off x="2955148" y="1887674"/>
                  <a:ext cx="593452" cy="593452"/>
                </a:xfrm>
                <a:prstGeom prst="ellipse">
                  <a:avLst/>
                </a:prstGeom>
                <a:solidFill>
                  <a:schemeClr val="bg2"/>
                </a:solidFill>
                <a:ln w="31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640" name="TextBox 639"/>
              <p:cNvSpPr txBox="1"/>
              <p:nvPr/>
            </p:nvSpPr>
            <p:spPr>
              <a:xfrm>
                <a:off x="2955149" y="1709218"/>
                <a:ext cx="593452" cy="526389"/>
              </a:xfrm>
              <a:prstGeom prst="rect">
                <a:avLst/>
              </a:prstGeom>
              <a:noFill/>
            </p:spPr>
            <p:txBody>
              <a:bodyPr wrap="square" lIns="72000" tIns="0" rIns="72000" bIns="0" rtlCol="0" anchor="ctr">
                <a:noAutofit/>
              </a:bodyPr>
              <a:lstStyle/>
              <a:p>
                <a:pPr algn="ctr">
                  <a:lnSpc>
                    <a:spcPts val="1000"/>
                  </a:lnSpc>
                </a:pPr>
                <a:r>
                  <a:rPr lang="en-US" altLang="ko-KR" sz="1000" b="1" dirty="0">
                    <a:gradFill>
                      <a:gsLst>
                        <a:gs pos="0">
                          <a:schemeClr val="tx1">
                            <a:alpha val="30000"/>
                          </a:schemeClr>
                        </a:gs>
                        <a:gs pos="100000">
                          <a:schemeClr val="tx1">
                            <a:alpha val="30000"/>
                          </a:schemeClr>
                        </a:gs>
                      </a:gsLst>
                      <a:lin ang="5400000" scaled="0"/>
                    </a:gradFill>
                    <a:latin typeface="Roboto Condensed Regular"/>
                  </a:rPr>
                  <a:t>STEP </a:t>
                </a:r>
              </a:p>
              <a:p>
                <a:pPr algn="ctr">
                  <a:lnSpc>
                    <a:spcPts val="2000"/>
                  </a:lnSpc>
                </a:pPr>
                <a:r>
                  <a:rPr lang="en-US" altLang="ko-KR" sz="2000" b="1" dirty="0">
                    <a:gradFill>
                      <a:gsLst>
                        <a:gs pos="0">
                          <a:schemeClr val="tx1">
                            <a:alpha val="50000"/>
                          </a:schemeClr>
                        </a:gs>
                        <a:gs pos="100000">
                          <a:schemeClr val="tx1">
                            <a:alpha val="50000"/>
                          </a:schemeClr>
                        </a:gs>
                      </a:gsLst>
                      <a:lin ang="5400000" scaled="0"/>
                    </a:gradFill>
                    <a:latin typeface="Roboto Condensed Regular"/>
                  </a:rPr>
                  <a:t>03</a:t>
                </a:r>
                <a:endParaRPr lang="ko-KR" altLang="en-US" sz="2000" b="1" dirty="0">
                  <a:gradFill>
                    <a:gsLst>
                      <a:gs pos="0">
                        <a:schemeClr val="tx1">
                          <a:alpha val="50000"/>
                        </a:schemeClr>
                      </a:gs>
                      <a:gs pos="100000">
                        <a:schemeClr val="tx1">
                          <a:alpha val="50000"/>
                        </a:schemeClr>
                      </a:gs>
                    </a:gsLst>
                    <a:lin ang="5400000" scaled="0"/>
                  </a:gradFill>
                  <a:latin typeface="Roboto Condensed Regular"/>
                </a:endParaRPr>
              </a:p>
            </p:txBody>
          </p:sp>
        </p:grpSp>
        <p:cxnSp>
          <p:nvCxnSpPr>
            <p:cNvPr id="636" name="직선 연결선 635"/>
            <p:cNvCxnSpPr/>
            <p:nvPr/>
          </p:nvCxnSpPr>
          <p:spPr>
            <a:xfrm>
              <a:off x="2932621" y="2781907"/>
              <a:ext cx="0" cy="256230"/>
            </a:xfrm>
            <a:prstGeom prst="line">
              <a:avLst/>
            </a:prstGeom>
            <a:ln w="3175">
              <a:gradFill>
                <a:gsLst>
                  <a:gs pos="0">
                    <a:schemeClr val="accent4">
                      <a:alpha val="30000"/>
                    </a:schemeClr>
                  </a:gs>
                  <a:gs pos="100000">
                    <a:schemeClr val="accent4">
                      <a:alpha val="30000"/>
                    </a:schemeClr>
                  </a:gs>
                </a:gsLst>
                <a:lin ang="5400000" scaled="1"/>
              </a:gra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92" name="그룹 91"/>
          <p:cNvGrpSpPr/>
          <p:nvPr/>
        </p:nvGrpSpPr>
        <p:grpSpPr>
          <a:xfrm>
            <a:off x="3539532" y="2966556"/>
            <a:ext cx="1014795" cy="1002330"/>
            <a:chOff x="3539532" y="2966556"/>
            <a:chExt cx="1014795" cy="1002330"/>
          </a:xfrm>
        </p:grpSpPr>
        <p:grpSp>
          <p:nvGrpSpPr>
            <p:cNvPr id="649" name="그룹 648"/>
            <p:cNvGrpSpPr/>
            <p:nvPr/>
          </p:nvGrpSpPr>
          <p:grpSpPr>
            <a:xfrm>
              <a:off x="3686259" y="2966556"/>
              <a:ext cx="720000" cy="325281"/>
              <a:chOff x="2971799" y="3869534"/>
              <a:chExt cx="1079501" cy="346255"/>
            </a:xfrm>
            <a:effectLst>
              <a:outerShdw dist="25400" dir="5400000" algn="ctr" rotWithShape="0">
                <a:prstClr val="black">
                  <a:alpha val="10000"/>
                </a:prstClr>
              </a:outerShdw>
            </a:effectLst>
          </p:grpSpPr>
          <p:sp>
            <p:nvSpPr>
              <p:cNvPr id="658" name="Rectangle 5"/>
              <p:cNvSpPr>
                <a:spLocks noChangeArrowheads="1"/>
              </p:cNvSpPr>
              <p:nvPr/>
            </p:nvSpPr>
            <p:spPr bwMode="auto">
              <a:xfrm>
                <a:off x="2971799" y="4056919"/>
                <a:ext cx="863600" cy="158870"/>
              </a:xfrm>
              <a:prstGeom prst="rect">
                <a:avLst/>
              </a:prstGeom>
              <a:pattFill prst="ltUpDiag">
                <a:fgClr>
                  <a:schemeClr val="accent3">
                    <a:lumMod val="65000"/>
                  </a:schemeClr>
                </a:fgClr>
                <a:bgClr>
                  <a:schemeClr val="accent3">
                    <a:lumMod val="50000"/>
                  </a:schemeClr>
                </a:bgClr>
              </a:pattFill>
              <a:ln w="3175" cap="rnd">
                <a:gradFill>
                  <a:gsLst>
                    <a:gs pos="0">
                      <a:schemeClr val="accent4">
                        <a:alpha val="30000"/>
                      </a:schemeClr>
                    </a:gs>
                    <a:gs pos="100000">
                      <a:schemeClr val="accent4">
                        <a:alpha val="30000"/>
                      </a:schemeClr>
                    </a:gs>
                  </a:gsLst>
                  <a:lin ang="5400000" scaled="1"/>
                </a:gra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59" name="Freeform 6"/>
              <p:cNvSpPr>
                <a:spLocks/>
              </p:cNvSpPr>
              <p:nvPr/>
            </p:nvSpPr>
            <p:spPr bwMode="auto">
              <a:xfrm>
                <a:off x="3835399" y="3963226"/>
                <a:ext cx="215901" cy="252562"/>
              </a:xfrm>
              <a:custGeom>
                <a:avLst/>
                <a:gdLst>
                  <a:gd name="T0" fmla="*/ 0 w 159"/>
                  <a:gd name="T1" fmla="*/ 69 h 186"/>
                  <a:gd name="T2" fmla="*/ 0 w 159"/>
                  <a:gd name="T3" fmla="*/ 186 h 186"/>
                  <a:gd name="T4" fmla="*/ 159 w 159"/>
                  <a:gd name="T5" fmla="*/ 117 h 186"/>
                  <a:gd name="T6" fmla="*/ 159 w 159"/>
                  <a:gd name="T7" fmla="*/ 0 h 186"/>
                  <a:gd name="T8" fmla="*/ 0 w 159"/>
                  <a:gd name="T9" fmla="*/ 69 h 186"/>
                </a:gdLst>
                <a:ahLst/>
                <a:cxnLst>
                  <a:cxn ang="0">
                    <a:pos x="T0" y="T1"/>
                  </a:cxn>
                  <a:cxn ang="0">
                    <a:pos x="T2" y="T3"/>
                  </a:cxn>
                  <a:cxn ang="0">
                    <a:pos x="T4" y="T5"/>
                  </a:cxn>
                  <a:cxn ang="0">
                    <a:pos x="T6" y="T7"/>
                  </a:cxn>
                  <a:cxn ang="0">
                    <a:pos x="T8" y="T9"/>
                  </a:cxn>
                </a:cxnLst>
                <a:rect l="0" t="0" r="r" b="b"/>
                <a:pathLst>
                  <a:path w="159" h="186">
                    <a:moveTo>
                      <a:pt x="0" y="69"/>
                    </a:moveTo>
                    <a:lnTo>
                      <a:pt x="0" y="186"/>
                    </a:lnTo>
                    <a:lnTo>
                      <a:pt x="159" y="117"/>
                    </a:lnTo>
                    <a:lnTo>
                      <a:pt x="159" y="0"/>
                    </a:lnTo>
                    <a:lnTo>
                      <a:pt x="0" y="69"/>
                    </a:lnTo>
                    <a:close/>
                  </a:path>
                </a:pathLst>
              </a:custGeom>
              <a:pattFill prst="dkDnDiag">
                <a:fgClr>
                  <a:schemeClr val="accent3">
                    <a:lumMod val="65000"/>
                  </a:schemeClr>
                </a:fgClr>
                <a:bgClr>
                  <a:schemeClr val="accent3">
                    <a:lumMod val="50000"/>
                  </a:schemeClr>
                </a:bgClr>
              </a:pattFill>
              <a:ln w="3175" cap="rnd">
                <a:gradFill>
                  <a:gsLst>
                    <a:gs pos="0">
                      <a:schemeClr val="accent4">
                        <a:alpha val="30000"/>
                      </a:schemeClr>
                    </a:gs>
                    <a:gs pos="100000">
                      <a:schemeClr val="accent4">
                        <a:alpha val="30000"/>
                      </a:schemeClr>
                    </a:gs>
                  </a:gsLst>
                  <a:lin ang="5400000" scaled="1"/>
                </a:gra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60" name="Freeform 7"/>
              <p:cNvSpPr>
                <a:spLocks/>
              </p:cNvSpPr>
              <p:nvPr/>
            </p:nvSpPr>
            <p:spPr bwMode="auto">
              <a:xfrm>
                <a:off x="2971799" y="3869534"/>
                <a:ext cx="1079501" cy="187385"/>
              </a:xfrm>
              <a:custGeom>
                <a:avLst/>
                <a:gdLst>
                  <a:gd name="T0" fmla="*/ 81 w 795"/>
                  <a:gd name="T1" fmla="*/ 0 h 138"/>
                  <a:gd name="T2" fmla="*/ 162 w 795"/>
                  <a:gd name="T3" fmla="*/ 69 h 138"/>
                  <a:gd name="T4" fmla="*/ 0 w 795"/>
                  <a:gd name="T5" fmla="*/ 138 h 138"/>
                  <a:gd name="T6" fmla="*/ 636 w 795"/>
                  <a:gd name="T7" fmla="*/ 138 h 138"/>
                  <a:gd name="T8" fmla="*/ 795 w 795"/>
                  <a:gd name="T9" fmla="*/ 69 h 138"/>
                  <a:gd name="T10" fmla="*/ 714 w 795"/>
                  <a:gd name="T11" fmla="*/ 0 h 138"/>
                  <a:gd name="T12" fmla="*/ 81 w 795"/>
                  <a:gd name="T13" fmla="*/ 0 h 138"/>
                </a:gdLst>
                <a:ahLst/>
                <a:cxnLst>
                  <a:cxn ang="0">
                    <a:pos x="T0" y="T1"/>
                  </a:cxn>
                  <a:cxn ang="0">
                    <a:pos x="T2" y="T3"/>
                  </a:cxn>
                  <a:cxn ang="0">
                    <a:pos x="T4" y="T5"/>
                  </a:cxn>
                  <a:cxn ang="0">
                    <a:pos x="T6" y="T7"/>
                  </a:cxn>
                  <a:cxn ang="0">
                    <a:pos x="T8" y="T9"/>
                  </a:cxn>
                  <a:cxn ang="0">
                    <a:pos x="T10" y="T11"/>
                  </a:cxn>
                  <a:cxn ang="0">
                    <a:pos x="T12" y="T13"/>
                  </a:cxn>
                </a:cxnLst>
                <a:rect l="0" t="0" r="r" b="b"/>
                <a:pathLst>
                  <a:path w="795" h="138">
                    <a:moveTo>
                      <a:pt x="81" y="0"/>
                    </a:moveTo>
                    <a:lnTo>
                      <a:pt x="162" y="69"/>
                    </a:lnTo>
                    <a:lnTo>
                      <a:pt x="0" y="138"/>
                    </a:lnTo>
                    <a:lnTo>
                      <a:pt x="636" y="138"/>
                    </a:lnTo>
                    <a:lnTo>
                      <a:pt x="795" y="69"/>
                    </a:lnTo>
                    <a:lnTo>
                      <a:pt x="714" y="0"/>
                    </a:lnTo>
                    <a:lnTo>
                      <a:pt x="81" y="0"/>
                    </a:lnTo>
                    <a:close/>
                  </a:path>
                </a:pathLst>
              </a:custGeom>
              <a:solidFill>
                <a:schemeClr val="accent3">
                  <a:lumMod val="65000"/>
                </a:schemeClr>
              </a:solidFill>
              <a:ln w="3175" cap="flat" cmpd="sng" algn="ctr">
                <a:gradFill>
                  <a:gsLst>
                    <a:gs pos="0">
                      <a:schemeClr val="accent4">
                        <a:alpha val="30000"/>
                      </a:schemeClr>
                    </a:gs>
                    <a:gs pos="100000">
                      <a:schemeClr val="accent4">
                        <a:alpha val="30000"/>
                      </a:schemeClr>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61" name="Freeform 8"/>
              <p:cNvSpPr>
                <a:spLocks/>
              </p:cNvSpPr>
              <p:nvPr/>
            </p:nvSpPr>
            <p:spPr bwMode="auto">
              <a:xfrm>
                <a:off x="3081786" y="3869534"/>
                <a:ext cx="109987" cy="138502"/>
              </a:xfrm>
              <a:custGeom>
                <a:avLst/>
                <a:gdLst>
                  <a:gd name="T0" fmla="*/ 0 w 81"/>
                  <a:gd name="T1" fmla="*/ 0 h 102"/>
                  <a:gd name="T2" fmla="*/ 81 w 81"/>
                  <a:gd name="T3" fmla="*/ 69 h 102"/>
                  <a:gd name="T4" fmla="*/ 0 w 81"/>
                  <a:gd name="T5" fmla="*/ 102 h 102"/>
                  <a:gd name="T6" fmla="*/ 0 w 81"/>
                  <a:gd name="T7" fmla="*/ 0 h 102"/>
                </a:gdLst>
                <a:ahLst/>
                <a:cxnLst>
                  <a:cxn ang="0">
                    <a:pos x="T0" y="T1"/>
                  </a:cxn>
                  <a:cxn ang="0">
                    <a:pos x="T2" y="T3"/>
                  </a:cxn>
                  <a:cxn ang="0">
                    <a:pos x="T4" y="T5"/>
                  </a:cxn>
                  <a:cxn ang="0">
                    <a:pos x="T6" y="T7"/>
                  </a:cxn>
                </a:cxnLst>
                <a:rect l="0" t="0" r="r" b="b"/>
                <a:pathLst>
                  <a:path w="81" h="102">
                    <a:moveTo>
                      <a:pt x="0" y="0"/>
                    </a:moveTo>
                    <a:lnTo>
                      <a:pt x="81" y="69"/>
                    </a:lnTo>
                    <a:lnTo>
                      <a:pt x="0" y="102"/>
                    </a:lnTo>
                    <a:lnTo>
                      <a:pt x="0" y="0"/>
                    </a:lnTo>
                    <a:close/>
                  </a:path>
                </a:pathLst>
              </a:custGeom>
              <a:pattFill prst="dkDnDiag">
                <a:fgClr>
                  <a:schemeClr val="accent3">
                    <a:lumMod val="65000"/>
                  </a:schemeClr>
                </a:fgClr>
                <a:bgClr>
                  <a:schemeClr val="accent3">
                    <a:lumMod val="50000"/>
                  </a:schemeClr>
                </a:bgClr>
              </a:pattFill>
              <a:ln w="3175" cap="rnd">
                <a:gradFill>
                  <a:gsLst>
                    <a:gs pos="0">
                      <a:schemeClr val="accent4">
                        <a:alpha val="30000"/>
                      </a:schemeClr>
                    </a:gs>
                    <a:gs pos="100000">
                      <a:schemeClr val="accent4">
                        <a:alpha val="30000"/>
                      </a:schemeClr>
                    </a:gs>
                  </a:gsLst>
                  <a:lin ang="5400000" scaled="1"/>
                </a:gra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652" name="TextBox 651"/>
            <p:cNvSpPr txBox="1"/>
            <p:nvPr/>
          </p:nvSpPr>
          <p:spPr>
            <a:xfrm>
              <a:off x="3539532" y="3375118"/>
              <a:ext cx="1014795" cy="367415"/>
            </a:xfrm>
            <a:prstGeom prst="rect">
              <a:avLst/>
            </a:prstGeom>
            <a:noFill/>
          </p:spPr>
          <p:txBody>
            <a:bodyPr wrap="square" lIns="72000" tIns="0" rIns="72000" bIns="0" rtlCol="0">
              <a:noAutofit/>
            </a:bodyPr>
            <a:lstStyle/>
            <a:p>
              <a:pPr lvl="0" algn="ctr"/>
              <a:r>
                <a:rPr lang="en-US" altLang="ko-KR" sz="1200" b="1" dirty="0">
                  <a:gradFill>
                    <a:gsLst>
                      <a:gs pos="0">
                        <a:schemeClr val="tx2"/>
                      </a:gs>
                      <a:gs pos="100000">
                        <a:schemeClr val="tx2"/>
                      </a:gs>
                    </a:gsLst>
                    <a:lin ang="5400000" scaled="0"/>
                  </a:gradFill>
                  <a:latin typeface="Roboto Condensed Regular"/>
                </a:rPr>
                <a:t>Lorem Ipsum </a:t>
              </a:r>
            </a:p>
          </p:txBody>
        </p:sp>
        <p:sp>
          <p:nvSpPr>
            <p:cNvPr id="653" name="TextBox 652"/>
            <p:cNvSpPr txBox="1"/>
            <p:nvPr/>
          </p:nvSpPr>
          <p:spPr>
            <a:xfrm>
              <a:off x="3539532" y="3601471"/>
              <a:ext cx="1014795" cy="367415"/>
            </a:xfrm>
            <a:prstGeom prst="rect">
              <a:avLst/>
            </a:prstGeom>
            <a:noFill/>
          </p:spPr>
          <p:txBody>
            <a:bodyPr wrap="square" lIns="72000" tIns="0" rIns="72000" bIns="0" rtlCol="0">
              <a:noAutofit/>
            </a:bodyPr>
            <a:lstStyle/>
            <a:p>
              <a:pPr algn="ctr">
                <a:buClr>
                  <a:schemeClr val="bg2"/>
                </a:buClr>
              </a:pPr>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usto eu magna luctus suscipit. metus vitae pharetra auctor.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97" name="그룹 96"/>
          <p:cNvGrpSpPr/>
          <p:nvPr/>
        </p:nvGrpSpPr>
        <p:grpSpPr>
          <a:xfrm>
            <a:off x="3683117" y="1963161"/>
            <a:ext cx="726283" cy="1074976"/>
            <a:chOff x="3683117" y="1963161"/>
            <a:chExt cx="726283" cy="1074976"/>
          </a:xfrm>
        </p:grpSpPr>
        <p:grpSp>
          <p:nvGrpSpPr>
            <p:cNvPr id="650" name="그룹 649"/>
            <p:cNvGrpSpPr/>
            <p:nvPr/>
          </p:nvGrpSpPr>
          <p:grpSpPr>
            <a:xfrm>
              <a:off x="3683117" y="1963161"/>
              <a:ext cx="726283" cy="818746"/>
              <a:chOff x="2865318" y="1573903"/>
              <a:chExt cx="773113" cy="871538"/>
            </a:xfrm>
          </p:grpSpPr>
          <p:grpSp>
            <p:nvGrpSpPr>
              <p:cNvPr id="654" name="그룹 653"/>
              <p:cNvGrpSpPr/>
              <p:nvPr/>
            </p:nvGrpSpPr>
            <p:grpSpPr>
              <a:xfrm>
                <a:off x="2865318" y="1573903"/>
                <a:ext cx="773113" cy="871538"/>
                <a:chOff x="2865318" y="1820082"/>
                <a:chExt cx="773113" cy="871538"/>
              </a:xfrm>
            </p:grpSpPr>
            <p:sp>
              <p:nvSpPr>
                <p:cNvPr id="656" name="Freeform 9"/>
                <p:cNvSpPr>
                  <a:spLocks/>
                </p:cNvSpPr>
                <p:nvPr/>
              </p:nvSpPr>
              <p:spPr bwMode="auto">
                <a:xfrm>
                  <a:off x="2865318" y="1820082"/>
                  <a:ext cx="773113" cy="871538"/>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solidFill>
                  <a:schemeClr val="bg2">
                    <a:lumMod val="75000"/>
                  </a:schemeClr>
                </a:solid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57" name="타원 656"/>
                <p:cNvSpPr/>
                <p:nvPr/>
              </p:nvSpPr>
              <p:spPr>
                <a:xfrm>
                  <a:off x="2955148" y="1887674"/>
                  <a:ext cx="593452" cy="593452"/>
                </a:xfrm>
                <a:prstGeom prst="ellipse">
                  <a:avLst/>
                </a:prstGeom>
                <a:solidFill>
                  <a:schemeClr val="bg2"/>
                </a:solidFill>
                <a:ln w="31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655" name="TextBox 654"/>
              <p:cNvSpPr txBox="1"/>
              <p:nvPr/>
            </p:nvSpPr>
            <p:spPr>
              <a:xfrm>
                <a:off x="2955149" y="1709218"/>
                <a:ext cx="593452" cy="526389"/>
              </a:xfrm>
              <a:prstGeom prst="rect">
                <a:avLst/>
              </a:prstGeom>
              <a:noFill/>
            </p:spPr>
            <p:txBody>
              <a:bodyPr wrap="square" lIns="72000" tIns="0" rIns="72000" bIns="0" rtlCol="0" anchor="ctr">
                <a:noAutofit/>
              </a:bodyPr>
              <a:lstStyle/>
              <a:p>
                <a:pPr algn="ctr">
                  <a:lnSpc>
                    <a:spcPts val="1000"/>
                  </a:lnSpc>
                </a:pPr>
                <a:r>
                  <a:rPr lang="en-US" altLang="ko-KR" sz="1000" b="1" dirty="0">
                    <a:gradFill>
                      <a:gsLst>
                        <a:gs pos="0">
                          <a:schemeClr val="tx1">
                            <a:alpha val="30000"/>
                          </a:schemeClr>
                        </a:gs>
                        <a:gs pos="100000">
                          <a:schemeClr val="tx1">
                            <a:alpha val="30000"/>
                          </a:schemeClr>
                        </a:gs>
                      </a:gsLst>
                      <a:lin ang="5400000" scaled="0"/>
                    </a:gradFill>
                    <a:latin typeface="Roboto Condensed Regular"/>
                  </a:rPr>
                  <a:t>STEP </a:t>
                </a:r>
              </a:p>
              <a:p>
                <a:pPr algn="ctr">
                  <a:lnSpc>
                    <a:spcPts val="2000"/>
                  </a:lnSpc>
                </a:pPr>
                <a:r>
                  <a:rPr lang="en-US" altLang="ko-KR" sz="2000" b="1" dirty="0">
                    <a:gradFill>
                      <a:gsLst>
                        <a:gs pos="0">
                          <a:schemeClr val="tx1">
                            <a:alpha val="50000"/>
                          </a:schemeClr>
                        </a:gs>
                        <a:gs pos="100000">
                          <a:schemeClr val="tx1">
                            <a:alpha val="50000"/>
                          </a:schemeClr>
                        </a:gs>
                      </a:gsLst>
                      <a:lin ang="5400000" scaled="0"/>
                    </a:gradFill>
                    <a:latin typeface="Roboto Condensed Regular"/>
                  </a:rPr>
                  <a:t>04</a:t>
                </a:r>
                <a:endParaRPr lang="ko-KR" altLang="en-US" sz="2000" b="1" dirty="0">
                  <a:gradFill>
                    <a:gsLst>
                      <a:gs pos="0">
                        <a:schemeClr val="tx1">
                          <a:alpha val="50000"/>
                        </a:schemeClr>
                      </a:gs>
                      <a:gs pos="100000">
                        <a:schemeClr val="tx1">
                          <a:alpha val="50000"/>
                        </a:schemeClr>
                      </a:gs>
                    </a:gsLst>
                    <a:lin ang="5400000" scaled="0"/>
                  </a:gradFill>
                  <a:latin typeface="Roboto Condensed Regular"/>
                </a:endParaRPr>
              </a:p>
            </p:txBody>
          </p:sp>
        </p:grpSp>
        <p:cxnSp>
          <p:nvCxnSpPr>
            <p:cNvPr id="651" name="직선 연결선 650"/>
            <p:cNvCxnSpPr/>
            <p:nvPr/>
          </p:nvCxnSpPr>
          <p:spPr>
            <a:xfrm>
              <a:off x="4046259" y="2781907"/>
              <a:ext cx="0" cy="256230"/>
            </a:xfrm>
            <a:prstGeom prst="line">
              <a:avLst/>
            </a:prstGeom>
            <a:ln w="3175">
              <a:gradFill>
                <a:gsLst>
                  <a:gs pos="0">
                    <a:schemeClr val="accent4">
                      <a:alpha val="30000"/>
                    </a:schemeClr>
                  </a:gs>
                  <a:gs pos="100000">
                    <a:schemeClr val="accent4">
                      <a:alpha val="30000"/>
                    </a:schemeClr>
                  </a:gs>
                </a:gsLst>
                <a:lin ang="5400000" scaled="1"/>
              </a:gra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99" name="그룹 98"/>
          <p:cNvGrpSpPr/>
          <p:nvPr/>
        </p:nvGrpSpPr>
        <p:grpSpPr>
          <a:xfrm>
            <a:off x="4653170" y="2966556"/>
            <a:ext cx="1014795" cy="1002330"/>
            <a:chOff x="4653170" y="2966556"/>
            <a:chExt cx="1014795" cy="1002330"/>
          </a:xfrm>
        </p:grpSpPr>
        <p:grpSp>
          <p:nvGrpSpPr>
            <p:cNvPr id="664" name="그룹 663"/>
            <p:cNvGrpSpPr/>
            <p:nvPr/>
          </p:nvGrpSpPr>
          <p:grpSpPr>
            <a:xfrm>
              <a:off x="4799897" y="2966556"/>
              <a:ext cx="720000" cy="325281"/>
              <a:chOff x="2971799" y="3869534"/>
              <a:chExt cx="1079501" cy="346255"/>
            </a:xfrm>
            <a:effectLst>
              <a:outerShdw dist="25400" dir="5400000" algn="ctr" rotWithShape="0">
                <a:prstClr val="black">
                  <a:alpha val="10000"/>
                </a:prstClr>
              </a:outerShdw>
            </a:effectLst>
          </p:grpSpPr>
          <p:sp>
            <p:nvSpPr>
              <p:cNvPr id="673" name="Rectangle 5"/>
              <p:cNvSpPr>
                <a:spLocks noChangeArrowheads="1"/>
              </p:cNvSpPr>
              <p:nvPr/>
            </p:nvSpPr>
            <p:spPr bwMode="auto">
              <a:xfrm>
                <a:off x="2971799" y="4056919"/>
                <a:ext cx="863600" cy="158870"/>
              </a:xfrm>
              <a:prstGeom prst="rect">
                <a:avLst/>
              </a:prstGeom>
              <a:pattFill prst="ltUpDiag">
                <a:fgClr>
                  <a:schemeClr val="accent1"/>
                </a:fgClr>
                <a:bgClr>
                  <a:schemeClr val="accent1">
                    <a:lumMod val="75000"/>
                  </a:schemeClr>
                </a:bgClr>
              </a:pattFill>
              <a:ln w="3175" cap="rnd">
                <a:solidFill>
                  <a:schemeClr val="accent1">
                    <a:lumMod val="7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74" name="Freeform 6"/>
              <p:cNvSpPr>
                <a:spLocks/>
              </p:cNvSpPr>
              <p:nvPr/>
            </p:nvSpPr>
            <p:spPr bwMode="auto">
              <a:xfrm>
                <a:off x="3835399" y="3963226"/>
                <a:ext cx="215901" cy="252562"/>
              </a:xfrm>
              <a:custGeom>
                <a:avLst/>
                <a:gdLst>
                  <a:gd name="T0" fmla="*/ 0 w 159"/>
                  <a:gd name="T1" fmla="*/ 69 h 186"/>
                  <a:gd name="T2" fmla="*/ 0 w 159"/>
                  <a:gd name="T3" fmla="*/ 186 h 186"/>
                  <a:gd name="T4" fmla="*/ 159 w 159"/>
                  <a:gd name="T5" fmla="*/ 117 h 186"/>
                  <a:gd name="T6" fmla="*/ 159 w 159"/>
                  <a:gd name="T7" fmla="*/ 0 h 186"/>
                  <a:gd name="T8" fmla="*/ 0 w 159"/>
                  <a:gd name="T9" fmla="*/ 69 h 186"/>
                </a:gdLst>
                <a:ahLst/>
                <a:cxnLst>
                  <a:cxn ang="0">
                    <a:pos x="T0" y="T1"/>
                  </a:cxn>
                  <a:cxn ang="0">
                    <a:pos x="T2" y="T3"/>
                  </a:cxn>
                  <a:cxn ang="0">
                    <a:pos x="T4" y="T5"/>
                  </a:cxn>
                  <a:cxn ang="0">
                    <a:pos x="T6" y="T7"/>
                  </a:cxn>
                  <a:cxn ang="0">
                    <a:pos x="T8" y="T9"/>
                  </a:cxn>
                </a:cxnLst>
                <a:rect l="0" t="0" r="r" b="b"/>
                <a:pathLst>
                  <a:path w="159" h="186">
                    <a:moveTo>
                      <a:pt x="0" y="69"/>
                    </a:moveTo>
                    <a:lnTo>
                      <a:pt x="0" y="186"/>
                    </a:lnTo>
                    <a:lnTo>
                      <a:pt x="159" y="117"/>
                    </a:lnTo>
                    <a:lnTo>
                      <a:pt x="159" y="0"/>
                    </a:lnTo>
                    <a:lnTo>
                      <a:pt x="0" y="69"/>
                    </a:lnTo>
                    <a:close/>
                  </a:path>
                </a:pathLst>
              </a:custGeom>
              <a:pattFill prst="dkDnDiag">
                <a:fgClr>
                  <a:schemeClr val="accent1"/>
                </a:fgClr>
                <a:bgClr>
                  <a:schemeClr val="accent1">
                    <a:lumMod val="75000"/>
                  </a:schemeClr>
                </a:bgClr>
              </a:pattFill>
              <a:ln w="3175" cap="rnd">
                <a:solidFill>
                  <a:schemeClr val="accent1">
                    <a:lumMod val="7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75" name="Freeform 7"/>
              <p:cNvSpPr>
                <a:spLocks/>
              </p:cNvSpPr>
              <p:nvPr/>
            </p:nvSpPr>
            <p:spPr bwMode="auto">
              <a:xfrm>
                <a:off x="2971799" y="3869534"/>
                <a:ext cx="1079501" cy="187385"/>
              </a:xfrm>
              <a:custGeom>
                <a:avLst/>
                <a:gdLst>
                  <a:gd name="T0" fmla="*/ 81 w 795"/>
                  <a:gd name="T1" fmla="*/ 0 h 138"/>
                  <a:gd name="T2" fmla="*/ 162 w 795"/>
                  <a:gd name="T3" fmla="*/ 69 h 138"/>
                  <a:gd name="T4" fmla="*/ 0 w 795"/>
                  <a:gd name="T5" fmla="*/ 138 h 138"/>
                  <a:gd name="T6" fmla="*/ 636 w 795"/>
                  <a:gd name="T7" fmla="*/ 138 h 138"/>
                  <a:gd name="T8" fmla="*/ 795 w 795"/>
                  <a:gd name="T9" fmla="*/ 69 h 138"/>
                  <a:gd name="T10" fmla="*/ 714 w 795"/>
                  <a:gd name="T11" fmla="*/ 0 h 138"/>
                  <a:gd name="T12" fmla="*/ 81 w 795"/>
                  <a:gd name="T13" fmla="*/ 0 h 138"/>
                </a:gdLst>
                <a:ahLst/>
                <a:cxnLst>
                  <a:cxn ang="0">
                    <a:pos x="T0" y="T1"/>
                  </a:cxn>
                  <a:cxn ang="0">
                    <a:pos x="T2" y="T3"/>
                  </a:cxn>
                  <a:cxn ang="0">
                    <a:pos x="T4" y="T5"/>
                  </a:cxn>
                  <a:cxn ang="0">
                    <a:pos x="T6" y="T7"/>
                  </a:cxn>
                  <a:cxn ang="0">
                    <a:pos x="T8" y="T9"/>
                  </a:cxn>
                  <a:cxn ang="0">
                    <a:pos x="T10" y="T11"/>
                  </a:cxn>
                  <a:cxn ang="0">
                    <a:pos x="T12" y="T13"/>
                  </a:cxn>
                </a:cxnLst>
                <a:rect l="0" t="0" r="r" b="b"/>
                <a:pathLst>
                  <a:path w="795" h="138">
                    <a:moveTo>
                      <a:pt x="81" y="0"/>
                    </a:moveTo>
                    <a:lnTo>
                      <a:pt x="162" y="69"/>
                    </a:lnTo>
                    <a:lnTo>
                      <a:pt x="0" y="138"/>
                    </a:lnTo>
                    <a:lnTo>
                      <a:pt x="636" y="138"/>
                    </a:lnTo>
                    <a:lnTo>
                      <a:pt x="795" y="69"/>
                    </a:lnTo>
                    <a:lnTo>
                      <a:pt x="714" y="0"/>
                    </a:lnTo>
                    <a:lnTo>
                      <a:pt x="81" y="0"/>
                    </a:lnTo>
                    <a:close/>
                  </a:path>
                </a:pathLst>
              </a:custGeom>
              <a:solidFill>
                <a:schemeClr val="accent1"/>
              </a:solidFill>
              <a:ln w="3175" cap="flat" cmpd="sng" algn="ctr">
                <a:gradFill>
                  <a:gsLst>
                    <a:gs pos="0">
                      <a:schemeClr val="accent1">
                        <a:lumMod val="75000"/>
                      </a:schemeClr>
                    </a:gs>
                    <a:gs pos="100000">
                      <a:schemeClr val="accent1">
                        <a:lumMod val="75000"/>
                      </a:schemeClr>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76" name="Freeform 8"/>
              <p:cNvSpPr>
                <a:spLocks/>
              </p:cNvSpPr>
              <p:nvPr/>
            </p:nvSpPr>
            <p:spPr bwMode="auto">
              <a:xfrm>
                <a:off x="3081786" y="3869534"/>
                <a:ext cx="109987" cy="138502"/>
              </a:xfrm>
              <a:custGeom>
                <a:avLst/>
                <a:gdLst>
                  <a:gd name="T0" fmla="*/ 0 w 81"/>
                  <a:gd name="T1" fmla="*/ 0 h 102"/>
                  <a:gd name="T2" fmla="*/ 81 w 81"/>
                  <a:gd name="T3" fmla="*/ 69 h 102"/>
                  <a:gd name="T4" fmla="*/ 0 w 81"/>
                  <a:gd name="T5" fmla="*/ 102 h 102"/>
                  <a:gd name="T6" fmla="*/ 0 w 81"/>
                  <a:gd name="T7" fmla="*/ 0 h 102"/>
                </a:gdLst>
                <a:ahLst/>
                <a:cxnLst>
                  <a:cxn ang="0">
                    <a:pos x="T0" y="T1"/>
                  </a:cxn>
                  <a:cxn ang="0">
                    <a:pos x="T2" y="T3"/>
                  </a:cxn>
                  <a:cxn ang="0">
                    <a:pos x="T4" y="T5"/>
                  </a:cxn>
                  <a:cxn ang="0">
                    <a:pos x="T6" y="T7"/>
                  </a:cxn>
                </a:cxnLst>
                <a:rect l="0" t="0" r="r" b="b"/>
                <a:pathLst>
                  <a:path w="81" h="102">
                    <a:moveTo>
                      <a:pt x="0" y="0"/>
                    </a:moveTo>
                    <a:lnTo>
                      <a:pt x="81" y="69"/>
                    </a:lnTo>
                    <a:lnTo>
                      <a:pt x="0" y="102"/>
                    </a:lnTo>
                    <a:lnTo>
                      <a:pt x="0" y="0"/>
                    </a:lnTo>
                    <a:close/>
                  </a:path>
                </a:pathLst>
              </a:custGeom>
              <a:pattFill prst="dkDnDiag">
                <a:fgClr>
                  <a:schemeClr val="accent1"/>
                </a:fgClr>
                <a:bgClr>
                  <a:schemeClr val="accent1">
                    <a:lumMod val="75000"/>
                  </a:schemeClr>
                </a:bgClr>
              </a:pattFill>
              <a:ln w="3175" cap="rnd">
                <a:solidFill>
                  <a:schemeClr val="accent1">
                    <a:lumMod val="7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667" name="TextBox 666"/>
            <p:cNvSpPr txBox="1"/>
            <p:nvPr/>
          </p:nvSpPr>
          <p:spPr>
            <a:xfrm>
              <a:off x="4653170" y="3375118"/>
              <a:ext cx="1014795" cy="367415"/>
            </a:xfrm>
            <a:prstGeom prst="rect">
              <a:avLst/>
            </a:prstGeom>
            <a:noFill/>
          </p:spPr>
          <p:txBody>
            <a:bodyPr wrap="square" lIns="72000" tIns="0" rIns="72000" bIns="0" rtlCol="0">
              <a:noAutofit/>
            </a:bodyPr>
            <a:lstStyle/>
            <a:p>
              <a:pPr lvl="0" algn="ctr"/>
              <a:r>
                <a:rPr lang="en-US" altLang="ko-KR" sz="1200" b="1" dirty="0">
                  <a:gradFill>
                    <a:gsLst>
                      <a:gs pos="0">
                        <a:schemeClr val="accent1"/>
                      </a:gs>
                      <a:gs pos="100000">
                        <a:schemeClr val="accent1"/>
                      </a:gs>
                    </a:gsLst>
                    <a:lin ang="5400000" scaled="0"/>
                  </a:gradFill>
                  <a:latin typeface="Roboto Condensed Regular"/>
                </a:rPr>
                <a:t>Lorem Ipsum </a:t>
              </a:r>
            </a:p>
          </p:txBody>
        </p:sp>
        <p:sp>
          <p:nvSpPr>
            <p:cNvPr id="668" name="TextBox 667"/>
            <p:cNvSpPr txBox="1"/>
            <p:nvPr/>
          </p:nvSpPr>
          <p:spPr>
            <a:xfrm>
              <a:off x="4653170" y="3601471"/>
              <a:ext cx="1014795" cy="367415"/>
            </a:xfrm>
            <a:prstGeom prst="rect">
              <a:avLst/>
            </a:prstGeom>
            <a:noFill/>
          </p:spPr>
          <p:txBody>
            <a:bodyPr wrap="square" lIns="72000" tIns="0" rIns="72000" bIns="0" rtlCol="0">
              <a:noAutofit/>
            </a:bodyPr>
            <a:lstStyle/>
            <a:p>
              <a:pPr algn="ctr">
                <a:buClr>
                  <a:schemeClr val="bg2"/>
                </a:buClr>
              </a:pPr>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usto eu magna luctus suscipit. metus vitae pharetra auctor.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98" name="그룹 97"/>
          <p:cNvGrpSpPr/>
          <p:nvPr/>
        </p:nvGrpSpPr>
        <p:grpSpPr>
          <a:xfrm>
            <a:off x="4796754" y="1963160"/>
            <a:ext cx="726283" cy="1074977"/>
            <a:chOff x="4796754" y="1963160"/>
            <a:chExt cx="726283" cy="1074977"/>
          </a:xfrm>
        </p:grpSpPr>
        <p:grpSp>
          <p:nvGrpSpPr>
            <p:cNvPr id="665" name="그룹 664"/>
            <p:cNvGrpSpPr/>
            <p:nvPr/>
          </p:nvGrpSpPr>
          <p:grpSpPr>
            <a:xfrm>
              <a:off x="4796754" y="1963160"/>
              <a:ext cx="726283" cy="818746"/>
              <a:chOff x="2865317" y="1573902"/>
              <a:chExt cx="773113" cy="871538"/>
            </a:xfrm>
          </p:grpSpPr>
          <p:grpSp>
            <p:nvGrpSpPr>
              <p:cNvPr id="669" name="그룹 668"/>
              <p:cNvGrpSpPr/>
              <p:nvPr/>
            </p:nvGrpSpPr>
            <p:grpSpPr>
              <a:xfrm>
                <a:off x="2865317" y="1573902"/>
                <a:ext cx="773113" cy="871538"/>
                <a:chOff x="2865318" y="1820082"/>
                <a:chExt cx="773113" cy="871538"/>
              </a:xfrm>
            </p:grpSpPr>
            <p:sp>
              <p:nvSpPr>
                <p:cNvPr id="671" name="Freeform 9"/>
                <p:cNvSpPr>
                  <a:spLocks/>
                </p:cNvSpPr>
                <p:nvPr/>
              </p:nvSpPr>
              <p:spPr bwMode="auto">
                <a:xfrm>
                  <a:off x="2865318" y="1820082"/>
                  <a:ext cx="773113" cy="871538"/>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solidFill>
                  <a:schemeClr val="accent1"/>
                </a:solid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72" name="타원 671"/>
                <p:cNvSpPr/>
                <p:nvPr/>
              </p:nvSpPr>
              <p:spPr>
                <a:xfrm>
                  <a:off x="2955148" y="1887674"/>
                  <a:ext cx="593452" cy="593452"/>
                </a:xfrm>
                <a:prstGeom prst="ellipse">
                  <a:avLst/>
                </a:prstGeom>
                <a:solidFill>
                  <a:schemeClr val="bg2"/>
                </a:solidFill>
                <a:ln w="31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670" name="TextBox 669"/>
              <p:cNvSpPr txBox="1"/>
              <p:nvPr/>
            </p:nvSpPr>
            <p:spPr>
              <a:xfrm>
                <a:off x="2955149" y="1709219"/>
                <a:ext cx="593452" cy="526389"/>
              </a:xfrm>
              <a:prstGeom prst="rect">
                <a:avLst/>
              </a:prstGeom>
              <a:noFill/>
            </p:spPr>
            <p:txBody>
              <a:bodyPr wrap="square" lIns="72000" tIns="0" rIns="72000" bIns="0" rtlCol="0" anchor="ctr">
                <a:noAutofit/>
              </a:bodyPr>
              <a:lstStyle/>
              <a:p>
                <a:pPr algn="ctr">
                  <a:lnSpc>
                    <a:spcPts val="1000"/>
                  </a:lnSpc>
                </a:pPr>
                <a:r>
                  <a:rPr lang="en-US" altLang="ko-KR" sz="1000" b="1" dirty="0">
                    <a:gradFill>
                      <a:gsLst>
                        <a:gs pos="0">
                          <a:schemeClr val="tx2"/>
                        </a:gs>
                        <a:gs pos="100000">
                          <a:schemeClr val="tx2"/>
                        </a:gs>
                      </a:gsLst>
                      <a:lin ang="5400000" scaled="0"/>
                    </a:gradFill>
                    <a:latin typeface="Roboto Condensed Regular"/>
                  </a:rPr>
                  <a:t>STEP </a:t>
                </a:r>
              </a:p>
              <a:p>
                <a:pPr algn="ctr">
                  <a:lnSpc>
                    <a:spcPts val="2000"/>
                  </a:lnSpc>
                </a:pPr>
                <a:r>
                  <a:rPr lang="en-US" altLang="ko-KR" sz="2000" b="1" dirty="0">
                    <a:gradFill>
                      <a:gsLst>
                        <a:gs pos="0">
                          <a:schemeClr val="accent1"/>
                        </a:gs>
                        <a:gs pos="100000">
                          <a:schemeClr val="accent1"/>
                        </a:gs>
                      </a:gsLst>
                      <a:lin ang="5400000" scaled="0"/>
                    </a:gradFill>
                    <a:latin typeface="Roboto Condensed Regular"/>
                  </a:rPr>
                  <a:t>05</a:t>
                </a:r>
                <a:endParaRPr lang="ko-KR" altLang="en-US" sz="2000" b="1" dirty="0">
                  <a:gradFill>
                    <a:gsLst>
                      <a:gs pos="0">
                        <a:schemeClr val="accent1"/>
                      </a:gs>
                      <a:gs pos="100000">
                        <a:schemeClr val="accent1"/>
                      </a:gs>
                    </a:gsLst>
                    <a:lin ang="5400000" scaled="0"/>
                  </a:gradFill>
                  <a:latin typeface="Roboto Condensed Regular"/>
                </a:endParaRPr>
              </a:p>
            </p:txBody>
          </p:sp>
        </p:grpSp>
        <p:cxnSp>
          <p:nvCxnSpPr>
            <p:cNvPr id="666" name="직선 연결선 665"/>
            <p:cNvCxnSpPr/>
            <p:nvPr/>
          </p:nvCxnSpPr>
          <p:spPr>
            <a:xfrm>
              <a:off x="5159897" y="2781907"/>
              <a:ext cx="0" cy="256230"/>
            </a:xfrm>
            <a:prstGeom prst="line">
              <a:avLst/>
            </a:prstGeom>
            <a:ln w="3175">
              <a:solidFill>
                <a:schemeClr val="accent1">
                  <a:lumMod val="75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431259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500"/>
                                        <p:tgtEl>
                                          <p:spTgt spid="94"/>
                                        </p:tgtEl>
                                      </p:cBhvr>
                                    </p:animEffect>
                                    <p:anim calcmode="lin" valueType="num">
                                      <p:cBhvr>
                                        <p:cTn id="8" dur="500" fill="hold"/>
                                        <p:tgtEl>
                                          <p:spTgt spid="94"/>
                                        </p:tgtEl>
                                        <p:attrNameLst>
                                          <p:attrName>ppt_x</p:attrName>
                                        </p:attrNameLst>
                                      </p:cBhvr>
                                      <p:tavLst>
                                        <p:tav tm="0">
                                          <p:val>
                                            <p:strVal val="#ppt_x"/>
                                          </p:val>
                                        </p:tav>
                                        <p:tav tm="100000">
                                          <p:val>
                                            <p:strVal val="#ppt_x"/>
                                          </p:val>
                                        </p:tav>
                                      </p:tavLst>
                                    </p:anim>
                                    <p:anim calcmode="lin" valueType="num">
                                      <p:cBhvr>
                                        <p:cTn id="9" dur="500" fill="hold"/>
                                        <p:tgtEl>
                                          <p:spTgt spid="9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fade">
                                      <p:cBhvr>
                                        <p:cTn id="12" dur="500"/>
                                        <p:tgtEl>
                                          <p:spTgt spid="89"/>
                                        </p:tgtEl>
                                      </p:cBhvr>
                                    </p:animEffect>
                                    <p:anim calcmode="lin" valueType="num">
                                      <p:cBhvr>
                                        <p:cTn id="13" dur="500" fill="hold"/>
                                        <p:tgtEl>
                                          <p:spTgt spid="89"/>
                                        </p:tgtEl>
                                        <p:attrNameLst>
                                          <p:attrName>ppt_x</p:attrName>
                                        </p:attrNameLst>
                                      </p:cBhvr>
                                      <p:tavLst>
                                        <p:tav tm="0">
                                          <p:val>
                                            <p:strVal val="#ppt_x"/>
                                          </p:val>
                                        </p:tav>
                                        <p:tav tm="100000">
                                          <p:val>
                                            <p:strVal val="#ppt_x"/>
                                          </p:val>
                                        </p:tav>
                                      </p:tavLst>
                                    </p:anim>
                                    <p:anim calcmode="lin" valueType="num">
                                      <p:cBhvr>
                                        <p:cTn id="14" dur="500" fill="hold"/>
                                        <p:tgtEl>
                                          <p:spTgt spid="89"/>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2" presetClass="entr" presetSubtype="8" fill="hold" grpId="0" nodeType="after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slide(fromLeft)">
                                      <p:cBhvr>
                                        <p:cTn id="18" dur="500"/>
                                        <p:tgtEl>
                                          <p:spTgt spid="22"/>
                                        </p:tgtEl>
                                      </p:cBhvr>
                                    </p:animEffect>
                                  </p:childTnLst>
                                </p:cTn>
                              </p:par>
                            </p:childTnLst>
                          </p:cTn>
                        </p:par>
                        <p:par>
                          <p:cTn id="19" fill="hold">
                            <p:stCondLst>
                              <p:cond delay="1000"/>
                            </p:stCondLst>
                            <p:childTnLst>
                              <p:par>
                                <p:cTn id="20" presetID="47" presetClass="entr" presetSubtype="0" fill="hold" nodeType="afterEffect">
                                  <p:stCondLst>
                                    <p:cond delay="0"/>
                                  </p:stCondLst>
                                  <p:childTnLst>
                                    <p:set>
                                      <p:cBhvr>
                                        <p:cTn id="21" dur="1" fill="hold">
                                          <p:stCondLst>
                                            <p:cond delay="0"/>
                                          </p:stCondLst>
                                        </p:cTn>
                                        <p:tgtEl>
                                          <p:spTgt spid="95"/>
                                        </p:tgtEl>
                                        <p:attrNameLst>
                                          <p:attrName>style.visibility</p:attrName>
                                        </p:attrNameLst>
                                      </p:cBhvr>
                                      <p:to>
                                        <p:strVal val="visible"/>
                                      </p:to>
                                    </p:set>
                                    <p:animEffect transition="in" filter="fade">
                                      <p:cBhvr>
                                        <p:cTn id="22" dur="500"/>
                                        <p:tgtEl>
                                          <p:spTgt spid="95"/>
                                        </p:tgtEl>
                                      </p:cBhvr>
                                    </p:animEffect>
                                    <p:anim calcmode="lin" valueType="num">
                                      <p:cBhvr>
                                        <p:cTn id="23" dur="500" fill="hold"/>
                                        <p:tgtEl>
                                          <p:spTgt spid="95"/>
                                        </p:tgtEl>
                                        <p:attrNameLst>
                                          <p:attrName>ppt_x</p:attrName>
                                        </p:attrNameLst>
                                      </p:cBhvr>
                                      <p:tavLst>
                                        <p:tav tm="0">
                                          <p:val>
                                            <p:strVal val="#ppt_x"/>
                                          </p:val>
                                        </p:tav>
                                        <p:tav tm="100000">
                                          <p:val>
                                            <p:strVal val="#ppt_x"/>
                                          </p:val>
                                        </p:tav>
                                      </p:tavLst>
                                    </p:anim>
                                    <p:anim calcmode="lin" valueType="num">
                                      <p:cBhvr>
                                        <p:cTn id="24" dur="500" fill="hold"/>
                                        <p:tgtEl>
                                          <p:spTgt spid="9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fade">
                                      <p:cBhvr>
                                        <p:cTn id="27" dur="500"/>
                                        <p:tgtEl>
                                          <p:spTgt spid="90"/>
                                        </p:tgtEl>
                                      </p:cBhvr>
                                    </p:animEffect>
                                    <p:anim calcmode="lin" valueType="num">
                                      <p:cBhvr>
                                        <p:cTn id="28" dur="500" fill="hold"/>
                                        <p:tgtEl>
                                          <p:spTgt spid="90"/>
                                        </p:tgtEl>
                                        <p:attrNameLst>
                                          <p:attrName>ppt_x</p:attrName>
                                        </p:attrNameLst>
                                      </p:cBhvr>
                                      <p:tavLst>
                                        <p:tav tm="0">
                                          <p:val>
                                            <p:strVal val="#ppt_x"/>
                                          </p:val>
                                        </p:tav>
                                        <p:tav tm="100000">
                                          <p:val>
                                            <p:strVal val="#ppt_x"/>
                                          </p:val>
                                        </p:tav>
                                      </p:tavLst>
                                    </p:anim>
                                    <p:anim calcmode="lin" valueType="num">
                                      <p:cBhvr>
                                        <p:cTn id="29" dur="500" fill="hold"/>
                                        <p:tgtEl>
                                          <p:spTgt spid="90"/>
                                        </p:tgtEl>
                                        <p:attrNameLst>
                                          <p:attrName>ppt_y</p:attrName>
                                        </p:attrNameLst>
                                      </p:cBhvr>
                                      <p:tavLst>
                                        <p:tav tm="0">
                                          <p:val>
                                            <p:strVal val="#ppt_y+.1"/>
                                          </p:val>
                                        </p:tav>
                                        <p:tav tm="100000">
                                          <p:val>
                                            <p:strVal val="#ppt_y"/>
                                          </p:val>
                                        </p:tav>
                                      </p:tavLst>
                                    </p:anim>
                                  </p:childTnLst>
                                </p:cTn>
                              </p:par>
                            </p:childTnLst>
                          </p:cTn>
                        </p:par>
                        <p:par>
                          <p:cTn id="30" fill="hold">
                            <p:stCondLst>
                              <p:cond delay="1500"/>
                            </p:stCondLst>
                            <p:childTnLst>
                              <p:par>
                                <p:cTn id="31" presetID="12" presetClass="entr" presetSubtype="8" fill="hold" grpId="0" nodeType="afterEffect">
                                  <p:stCondLst>
                                    <p:cond delay="0"/>
                                  </p:stCondLst>
                                  <p:childTnLst>
                                    <p:set>
                                      <p:cBhvr>
                                        <p:cTn id="32" dur="1" fill="hold">
                                          <p:stCondLst>
                                            <p:cond delay="0"/>
                                          </p:stCondLst>
                                        </p:cTn>
                                        <p:tgtEl>
                                          <p:spTgt spid="618"/>
                                        </p:tgtEl>
                                        <p:attrNameLst>
                                          <p:attrName>style.visibility</p:attrName>
                                        </p:attrNameLst>
                                      </p:cBhvr>
                                      <p:to>
                                        <p:strVal val="visible"/>
                                      </p:to>
                                    </p:set>
                                    <p:animEffect transition="in" filter="slide(fromLeft)">
                                      <p:cBhvr>
                                        <p:cTn id="33" dur="500"/>
                                        <p:tgtEl>
                                          <p:spTgt spid="618"/>
                                        </p:tgtEl>
                                      </p:cBhvr>
                                    </p:animEffect>
                                  </p:childTnLst>
                                </p:cTn>
                              </p:par>
                            </p:childTnLst>
                          </p:cTn>
                        </p:par>
                        <p:par>
                          <p:cTn id="34" fill="hold">
                            <p:stCondLst>
                              <p:cond delay="2000"/>
                            </p:stCondLst>
                            <p:childTnLst>
                              <p:par>
                                <p:cTn id="35" presetID="47" presetClass="entr" presetSubtype="0" fill="hold" nodeType="afterEffect">
                                  <p:stCondLst>
                                    <p:cond delay="0"/>
                                  </p:stCondLst>
                                  <p:childTnLst>
                                    <p:set>
                                      <p:cBhvr>
                                        <p:cTn id="36" dur="1" fill="hold">
                                          <p:stCondLst>
                                            <p:cond delay="0"/>
                                          </p:stCondLst>
                                        </p:cTn>
                                        <p:tgtEl>
                                          <p:spTgt spid="96"/>
                                        </p:tgtEl>
                                        <p:attrNameLst>
                                          <p:attrName>style.visibility</p:attrName>
                                        </p:attrNameLst>
                                      </p:cBhvr>
                                      <p:to>
                                        <p:strVal val="visible"/>
                                      </p:to>
                                    </p:set>
                                    <p:animEffect transition="in" filter="fade">
                                      <p:cBhvr>
                                        <p:cTn id="37" dur="500"/>
                                        <p:tgtEl>
                                          <p:spTgt spid="96"/>
                                        </p:tgtEl>
                                      </p:cBhvr>
                                    </p:animEffect>
                                    <p:anim calcmode="lin" valueType="num">
                                      <p:cBhvr>
                                        <p:cTn id="38" dur="500" fill="hold"/>
                                        <p:tgtEl>
                                          <p:spTgt spid="96"/>
                                        </p:tgtEl>
                                        <p:attrNameLst>
                                          <p:attrName>ppt_x</p:attrName>
                                        </p:attrNameLst>
                                      </p:cBhvr>
                                      <p:tavLst>
                                        <p:tav tm="0">
                                          <p:val>
                                            <p:strVal val="#ppt_x"/>
                                          </p:val>
                                        </p:tav>
                                        <p:tav tm="100000">
                                          <p:val>
                                            <p:strVal val="#ppt_x"/>
                                          </p:val>
                                        </p:tav>
                                      </p:tavLst>
                                    </p:anim>
                                    <p:anim calcmode="lin" valueType="num">
                                      <p:cBhvr>
                                        <p:cTn id="39" dur="500" fill="hold"/>
                                        <p:tgtEl>
                                          <p:spTgt spid="96"/>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91"/>
                                        </p:tgtEl>
                                        <p:attrNameLst>
                                          <p:attrName>style.visibility</p:attrName>
                                        </p:attrNameLst>
                                      </p:cBhvr>
                                      <p:to>
                                        <p:strVal val="visible"/>
                                      </p:to>
                                    </p:set>
                                    <p:animEffect transition="in" filter="fade">
                                      <p:cBhvr>
                                        <p:cTn id="42" dur="500"/>
                                        <p:tgtEl>
                                          <p:spTgt spid="91"/>
                                        </p:tgtEl>
                                      </p:cBhvr>
                                    </p:animEffect>
                                    <p:anim calcmode="lin" valueType="num">
                                      <p:cBhvr>
                                        <p:cTn id="43" dur="500" fill="hold"/>
                                        <p:tgtEl>
                                          <p:spTgt spid="91"/>
                                        </p:tgtEl>
                                        <p:attrNameLst>
                                          <p:attrName>ppt_x</p:attrName>
                                        </p:attrNameLst>
                                      </p:cBhvr>
                                      <p:tavLst>
                                        <p:tav tm="0">
                                          <p:val>
                                            <p:strVal val="#ppt_x"/>
                                          </p:val>
                                        </p:tav>
                                        <p:tav tm="100000">
                                          <p:val>
                                            <p:strVal val="#ppt_x"/>
                                          </p:val>
                                        </p:tav>
                                      </p:tavLst>
                                    </p:anim>
                                    <p:anim calcmode="lin" valueType="num">
                                      <p:cBhvr>
                                        <p:cTn id="44" dur="500" fill="hold"/>
                                        <p:tgtEl>
                                          <p:spTgt spid="91"/>
                                        </p:tgtEl>
                                        <p:attrNameLst>
                                          <p:attrName>ppt_y</p:attrName>
                                        </p:attrNameLst>
                                      </p:cBhvr>
                                      <p:tavLst>
                                        <p:tav tm="0">
                                          <p:val>
                                            <p:strVal val="#ppt_y+.1"/>
                                          </p:val>
                                        </p:tav>
                                        <p:tav tm="100000">
                                          <p:val>
                                            <p:strVal val="#ppt_y"/>
                                          </p:val>
                                        </p:tav>
                                      </p:tavLst>
                                    </p:anim>
                                  </p:childTnLst>
                                </p:cTn>
                              </p:par>
                            </p:childTnLst>
                          </p:cTn>
                        </p:par>
                        <p:par>
                          <p:cTn id="45" fill="hold">
                            <p:stCondLst>
                              <p:cond delay="2500"/>
                            </p:stCondLst>
                            <p:childTnLst>
                              <p:par>
                                <p:cTn id="46" presetID="12" presetClass="entr" presetSubtype="8" fill="hold" grpId="0" nodeType="afterEffect">
                                  <p:stCondLst>
                                    <p:cond delay="0"/>
                                  </p:stCondLst>
                                  <p:childTnLst>
                                    <p:set>
                                      <p:cBhvr>
                                        <p:cTn id="47" dur="1" fill="hold">
                                          <p:stCondLst>
                                            <p:cond delay="0"/>
                                          </p:stCondLst>
                                        </p:cTn>
                                        <p:tgtEl>
                                          <p:spTgt spid="633"/>
                                        </p:tgtEl>
                                        <p:attrNameLst>
                                          <p:attrName>style.visibility</p:attrName>
                                        </p:attrNameLst>
                                      </p:cBhvr>
                                      <p:to>
                                        <p:strVal val="visible"/>
                                      </p:to>
                                    </p:set>
                                    <p:animEffect transition="in" filter="slide(fromLeft)">
                                      <p:cBhvr>
                                        <p:cTn id="48" dur="500"/>
                                        <p:tgtEl>
                                          <p:spTgt spid="633"/>
                                        </p:tgtEl>
                                      </p:cBhvr>
                                    </p:animEffect>
                                  </p:childTnLst>
                                </p:cTn>
                              </p:par>
                            </p:childTnLst>
                          </p:cTn>
                        </p:par>
                        <p:par>
                          <p:cTn id="49" fill="hold">
                            <p:stCondLst>
                              <p:cond delay="3000"/>
                            </p:stCondLst>
                            <p:childTnLst>
                              <p:par>
                                <p:cTn id="50" presetID="47" presetClass="entr" presetSubtype="0" fill="hold" nodeType="afterEffect">
                                  <p:stCondLst>
                                    <p:cond delay="0"/>
                                  </p:stCondLst>
                                  <p:childTnLst>
                                    <p:set>
                                      <p:cBhvr>
                                        <p:cTn id="51" dur="1" fill="hold">
                                          <p:stCondLst>
                                            <p:cond delay="0"/>
                                          </p:stCondLst>
                                        </p:cTn>
                                        <p:tgtEl>
                                          <p:spTgt spid="97"/>
                                        </p:tgtEl>
                                        <p:attrNameLst>
                                          <p:attrName>style.visibility</p:attrName>
                                        </p:attrNameLst>
                                      </p:cBhvr>
                                      <p:to>
                                        <p:strVal val="visible"/>
                                      </p:to>
                                    </p:set>
                                    <p:animEffect transition="in" filter="fade">
                                      <p:cBhvr>
                                        <p:cTn id="52" dur="500"/>
                                        <p:tgtEl>
                                          <p:spTgt spid="97"/>
                                        </p:tgtEl>
                                      </p:cBhvr>
                                    </p:animEffect>
                                    <p:anim calcmode="lin" valueType="num">
                                      <p:cBhvr>
                                        <p:cTn id="53" dur="500" fill="hold"/>
                                        <p:tgtEl>
                                          <p:spTgt spid="97"/>
                                        </p:tgtEl>
                                        <p:attrNameLst>
                                          <p:attrName>ppt_x</p:attrName>
                                        </p:attrNameLst>
                                      </p:cBhvr>
                                      <p:tavLst>
                                        <p:tav tm="0">
                                          <p:val>
                                            <p:strVal val="#ppt_x"/>
                                          </p:val>
                                        </p:tav>
                                        <p:tav tm="100000">
                                          <p:val>
                                            <p:strVal val="#ppt_x"/>
                                          </p:val>
                                        </p:tav>
                                      </p:tavLst>
                                    </p:anim>
                                    <p:anim calcmode="lin" valueType="num">
                                      <p:cBhvr>
                                        <p:cTn id="54" dur="500" fill="hold"/>
                                        <p:tgtEl>
                                          <p:spTgt spid="97"/>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92"/>
                                        </p:tgtEl>
                                        <p:attrNameLst>
                                          <p:attrName>style.visibility</p:attrName>
                                        </p:attrNameLst>
                                      </p:cBhvr>
                                      <p:to>
                                        <p:strVal val="visible"/>
                                      </p:to>
                                    </p:set>
                                    <p:animEffect transition="in" filter="fade">
                                      <p:cBhvr>
                                        <p:cTn id="57" dur="500"/>
                                        <p:tgtEl>
                                          <p:spTgt spid="92"/>
                                        </p:tgtEl>
                                      </p:cBhvr>
                                    </p:animEffect>
                                    <p:anim calcmode="lin" valueType="num">
                                      <p:cBhvr>
                                        <p:cTn id="58" dur="500" fill="hold"/>
                                        <p:tgtEl>
                                          <p:spTgt spid="92"/>
                                        </p:tgtEl>
                                        <p:attrNameLst>
                                          <p:attrName>ppt_x</p:attrName>
                                        </p:attrNameLst>
                                      </p:cBhvr>
                                      <p:tavLst>
                                        <p:tav tm="0">
                                          <p:val>
                                            <p:strVal val="#ppt_x"/>
                                          </p:val>
                                        </p:tav>
                                        <p:tav tm="100000">
                                          <p:val>
                                            <p:strVal val="#ppt_x"/>
                                          </p:val>
                                        </p:tav>
                                      </p:tavLst>
                                    </p:anim>
                                    <p:anim calcmode="lin" valueType="num">
                                      <p:cBhvr>
                                        <p:cTn id="59" dur="500" fill="hold"/>
                                        <p:tgtEl>
                                          <p:spTgt spid="92"/>
                                        </p:tgtEl>
                                        <p:attrNameLst>
                                          <p:attrName>ppt_y</p:attrName>
                                        </p:attrNameLst>
                                      </p:cBhvr>
                                      <p:tavLst>
                                        <p:tav tm="0">
                                          <p:val>
                                            <p:strVal val="#ppt_y+.1"/>
                                          </p:val>
                                        </p:tav>
                                        <p:tav tm="100000">
                                          <p:val>
                                            <p:strVal val="#ppt_y"/>
                                          </p:val>
                                        </p:tav>
                                      </p:tavLst>
                                    </p:anim>
                                  </p:childTnLst>
                                </p:cTn>
                              </p:par>
                            </p:childTnLst>
                          </p:cTn>
                        </p:par>
                        <p:par>
                          <p:cTn id="60" fill="hold">
                            <p:stCondLst>
                              <p:cond delay="3500"/>
                            </p:stCondLst>
                            <p:childTnLst>
                              <p:par>
                                <p:cTn id="61" presetID="12" presetClass="entr" presetSubtype="8" fill="hold" grpId="0" nodeType="afterEffect">
                                  <p:stCondLst>
                                    <p:cond delay="0"/>
                                  </p:stCondLst>
                                  <p:childTnLst>
                                    <p:set>
                                      <p:cBhvr>
                                        <p:cTn id="62" dur="1" fill="hold">
                                          <p:stCondLst>
                                            <p:cond delay="0"/>
                                          </p:stCondLst>
                                        </p:cTn>
                                        <p:tgtEl>
                                          <p:spTgt spid="648"/>
                                        </p:tgtEl>
                                        <p:attrNameLst>
                                          <p:attrName>style.visibility</p:attrName>
                                        </p:attrNameLst>
                                      </p:cBhvr>
                                      <p:to>
                                        <p:strVal val="visible"/>
                                      </p:to>
                                    </p:set>
                                    <p:animEffect transition="in" filter="slide(fromLeft)">
                                      <p:cBhvr>
                                        <p:cTn id="63" dur="500"/>
                                        <p:tgtEl>
                                          <p:spTgt spid="648"/>
                                        </p:tgtEl>
                                      </p:cBhvr>
                                    </p:animEffect>
                                  </p:childTnLst>
                                </p:cTn>
                              </p:par>
                            </p:childTnLst>
                          </p:cTn>
                        </p:par>
                        <p:par>
                          <p:cTn id="64" fill="hold">
                            <p:stCondLst>
                              <p:cond delay="4000"/>
                            </p:stCondLst>
                            <p:childTnLst>
                              <p:par>
                                <p:cTn id="65" presetID="47" presetClass="entr" presetSubtype="0" fill="hold" nodeType="afterEffect">
                                  <p:stCondLst>
                                    <p:cond delay="0"/>
                                  </p:stCondLst>
                                  <p:childTnLst>
                                    <p:set>
                                      <p:cBhvr>
                                        <p:cTn id="66" dur="1" fill="hold">
                                          <p:stCondLst>
                                            <p:cond delay="0"/>
                                          </p:stCondLst>
                                        </p:cTn>
                                        <p:tgtEl>
                                          <p:spTgt spid="98"/>
                                        </p:tgtEl>
                                        <p:attrNameLst>
                                          <p:attrName>style.visibility</p:attrName>
                                        </p:attrNameLst>
                                      </p:cBhvr>
                                      <p:to>
                                        <p:strVal val="visible"/>
                                      </p:to>
                                    </p:set>
                                    <p:animEffect transition="in" filter="fade">
                                      <p:cBhvr>
                                        <p:cTn id="67" dur="500"/>
                                        <p:tgtEl>
                                          <p:spTgt spid="98"/>
                                        </p:tgtEl>
                                      </p:cBhvr>
                                    </p:animEffect>
                                    <p:anim calcmode="lin" valueType="num">
                                      <p:cBhvr>
                                        <p:cTn id="68" dur="500" fill="hold"/>
                                        <p:tgtEl>
                                          <p:spTgt spid="98"/>
                                        </p:tgtEl>
                                        <p:attrNameLst>
                                          <p:attrName>ppt_x</p:attrName>
                                        </p:attrNameLst>
                                      </p:cBhvr>
                                      <p:tavLst>
                                        <p:tav tm="0">
                                          <p:val>
                                            <p:strVal val="#ppt_x"/>
                                          </p:val>
                                        </p:tav>
                                        <p:tav tm="100000">
                                          <p:val>
                                            <p:strVal val="#ppt_x"/>
                                          </p:val>
                                        </p:tav>
                                      </p:tavLst>
                                    </p:anim>
                                    <p:anim calcmode="lin" valueType="num">
                                      <p:cBhvr>
                                        <p:cTn id="69" dur="500" fill="hold"/>
                                        <p:tgtEl>
                                          <p:spTgt spid="98"/>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99"/>
                                        </p:tgtEl>
                                        <p:attrNameLst>
                                          <p:attrName>style.visibility</p:attrName>
                                        </p:attrNameLst>
                                      </p:cBhvr>
                                      <p:to>
                                        <p:strVal val="visible"/>
                                      </p:to>
                                    </p:set>
                                    <p:animEffect transition="in" filter="fade">
                                      <p:cBhvr>
                                        <p:cTn id="72" dur="500"/>
                                        <p:tgtEl>
                                          <p:spTgt spid="99"/>
                                        </p:tgtEl>
                                      </p:cBhvr>
                                    </p:animEffect>
                                    <p:anim calcmode="lin" valueType="num">
                                      <p:cBhvr>
                                        <p:cTn id="73" dur="500" fill="hold"/>
                                        <p:tgtEl>
                                          <p:spTgt spid="99"/>
                                        </p:tgtEl>
                                        <p:attrNameLst>
                                          <p:attrName>ppt_x</p:attrName>
                                        </p:attrNameLst>
                                      </p:cBhvr>
                                      <p:tavLst>
                                        <p:tav tm="0">
                                          <p:val>
                                            <p:strVal val="#ppt_x"/>
                                          </p:val>
                                        </p:tav>
                                        <p:tav tm="100000">
                                          <p:val>
                                            <p:strVal val="#ppt_x"/>
                                          </p:val>
                                        </p:tav>
                                      </p:tavLst>
                                    </p:anim>
                                    <p:anim calcmode="lin" valueType="num">
                                      <p:cBhvr>
                                        <p:cTn id="74" dur="500" fill="hold"/>
                                        <p:tgtEl>
                                          <p:spTgt spid="99"/>
                                        </p:tgtEl>
                                        <p:attrNameLst>
                                          <p:attrName>ppt_y</p:attrName>
                                        </p:attrNameLst>
                                      </p:cBhvr>
                                      <p:tavLst>
                                        <p:tav tm="0">
                                          <p:val>
                                            <p:strVal val="#ppt_y+.1"/>
                                          </p:val>
                                        </p:tav>
                                        <p:tav tm="100000">
                                          <p:val>
                                            <p:strVal val="#ppt_y"/>
                                          </p:val>
                                        </p:tav>
                                      </p:tavLst>
                                    </p:anim>
                                  </p:childTnLst>
                                </p:cTn>
                              </p:par>
                            </p:childTnLst>
                          </p:cTn>
                        </p:par>
                        <p:par>
                          <p:cTn id="75" fill="hold">
                            <p:stCondLst>
                              <p:cond delay="4500"/>
                            </p:stCondLst>
                            <p:childTnLst>
                              <p:par>
                                <p:cTn id="76" presetID="12" presetClass="entr" presetSubtype="8" fill="hold" grpId="0" nodeType="afterEffect">
                                  <p:stCondLst>
                                    <p:cond delay="0"/>
                                  </p:stCondLst>
                                  <p:childTnLst>
                                    <p:set>
                                      <p:cBhvr>
                                        <p:cTn id="77" dur="1" fill="hold">
                                          <p:stCondLst>
                                            <p:cond delay="0"/>
                                          </p:stCondLst>
                                        </p:cTn>
                                        <p:tgtEl>
                                          <p:spTgt spid="663"/>
                                        </p:tgtEl>
                                        <p:attrNameLst>
                                          <p:attrName>style.visibility</p:attrName>
                                        </p:attrNameLst>
                                      </p:cBhvr>
                                      <p:to>
                                        <p:strVal val="visible"/>
                                      </p:to>
                                    </p:set>
                                    <p:animEffect transition="in" filter="slide(fromLeft)">
                                      <p:cBhvr>
                                        <p:cTn id="78" dur="500"/>
                                        <p:tgtEl>
                                          <p:spTgt spid="663"/>
                                        </p:tgtEl>
                                      </p:cBhvr>
                                    </p:animEffect>
                                  </p:childTnLst>
                                </p:cTn>
                              </p:par>
                            </p:childTnLst>
                          </p:cTn>
                        </p:par>
                        <p:par>
                          <p:cTn id="79" fill="hold">
                            <p:stCondLst>
                              <p:cond delay="5000"/>
                            </p:stCondLst>
                            <p:childTnLst>
                              <p:par>
                                <p:cTn id="80" presetID="53" presetClass="entr" presetSubtype="0" fill="hold" nodeType="afterEffect">
                                  <p:stCondLst>
                                    <p:cond delay="0"/>
                                  </p:stCondLst>
                                  <p:childTnLst>
                                    <p:set>
                                      <p:cBhvr>
                                        <p:cTn id="81" dur="1" fill="hold">
                                          <p:stCondLst>
                                            <p:cond delay="0"/>
                                          </p:stCondLst>
                                        </p:cTn>
                                        <p:tgtEl>
                                          <p:spTgt spid="3"/>
                                        </p:tgtEl>
                                        <p:attrNameLst>
                                          <p:attrName>style.visibility</p:attrName>
                                        </p:attrNameLst>
                                      </p:cBhvr>
                                      <p:to>
                                        <p:strVal val="visible"/>
                                      </p:to>
                                    </p:set>
                                    <p:anim calcmode="lin" valueType="num">
                                      <p:cBhvr>
                                        <p:cTn id="82" dur="500" fill="hold"/>
                                        <p:tgtEl>
                                          <p:spTgt spid="3"/>
                                        </p:tgtEl>
                                        <p:attrNameLst>
                                          <p:attrName>ppt_w</p:attrName>
                                        </p:attrNameLst>
                                      </p:cBhvr>
                                      <p:tavLst>
                                        <p:tav tm="0">
                                          <p:val>
                                            <p:fltVal val="0"/>
                                          </p:val>
                                        </p:tav>
                                        <p:tav tm="100000">
                                          <p:val>
                                            <p:strVal val="#ppt_w"/>
                                          </p:val>
                                        </p:tav>
                                      </p:tavLst>
                                    </p:anim>
                                    <p:anim calcmode="lin" valueType="num">
                                      <p:cBhvr>
                                        <p:cTn id="83" dur="500" fill="hold"/>
                                        <p:tgtEl>
                                          <p:spTgt spid="3"/>
                                        </p:tgtEl>
                                        <p:attrNameLst>
                                          <p:attrName>ppt_h</p:attrName>
                                        </p:attrNameLst>
                                      </p:cBhvr>
                                      <p:tavLst>
                                        <p:tav tm="0">
                                          <p:val>
                                            <p:fltVal val="0"/>
                                          </p:val>
                                        </p:tav>
                                        <p:tav tm="100000">
                                          <p:val>
                                            <p:strVal val="#ppt_h"/>
                                          </p:val>
                                        </p:tav>
                                      </p:tavLst>
                                    </p:anim>
                                    <p:animEffect transition="in" filter="fade">
                                      <p:cBhvr>
                                        <p:cTn id="8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618" grpId="0" animBg="1"/>
      <p:bldP spid="633" grpId="0" animBg="1"/>
      <p:bldP spid="648" grpId="0" animBg="1"/>
      <p:bldP spid="66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Process diagram</a:t>
            </a:r>
          </a:p>
        </p:txBody>
      </p:sp>
      <p:grpSp>
        <p:nvGrpSpPr>
          <p:cNvPr id="105" name="그룹 104"/>
          <p:cNvGrpSpPr/>
          <p:nvPr/>
        </p:nvGrpSpPr>
        <p:grpSpPr>
          <a:xfrm>
            <a:off x="2780910" y="1020920"/>
            <a:ext cx="3743519" cy="3289739"/>
            <a:chOff x="3460099" y="1020915"/>
            <a:chExt cx="3743519" cy="3289739"/>
          </a:xfrm>
        </p:grpSpPr>
        <p:grpSp>
          <p:nvGrpSpPr>
            <p:cNvPr id="104" name="그룹 103"/>
            <p:cNvGrpSpPr/>
            <p:nvPr/>
          </p:nvGrpSpPr>
          <p:grpSpPr>
            <a:xfrm>
              <a:off x="3460099" y="1020915"/>
              <a:ext cx="3743519" cy="3289739"/>
              <a:chOff x="3460099" y="1020915"/>
              <a:chExt cx="3743519" cy="3289739"/>
            </a:xfrm>
          </p:grpSpPr>
          <p:grpSp>
            <p:nvGrpSpPr>
              <p:cNvPr id="15" name="그룹 14"/>
              <p:cNvGrpSpPr/>
              <p:nvPr/>
            </p:nvGrpSpPr>
            <p:grpSpPr>
              <a:xfrm>
                <a:off x="3460099" y="1158834"/>
                <a:ext cx="750433" cy="3151820"/>
                <a:chOff x="3429439" y="1069943"/>
                <a:chExt cx="720000" cy="3024000"/>
              </a:xfrm>
              <a:pattFill prst="ltUpDiag">
                <a:fgClr>
                  <a:schemeClr val="bg1">
                    <a:lumMod val="50000"/>
                  </a:schemeClr>
                </a:fgClr>
                <a:bgClr>
                  <a:schemeClr val="bg1"/>
                </a:bgClr>
              </a:pattFill>
            </p:grpSpPr>
            <p:grpSp>
              <p:nvGrpSpPr>
                <p:cNvPr id="12" name="그룹 11"/>
                <p:cNvGrpSpPr/>
                <p:nvPr/>
              </p:nvGrpSpPr>
              <p:grpSpPr>
                <a:xfrm>
                  <a:off x="3429439" y="1069943"/>
                  <a:ext cx="360000" cy="720000"/>
                  <a:chOff x="2755789" y="984671"/>
                  <a:chExt cx="360000" cy="720000"/>
                </a:xfrm>
                <a:grpFill/>
              </p:grpSpPr>
              <p:sp>
                <p:nvSpPr>
                  <p:cNvPr id="9" name="직사각형 8"/>
                  <p:cNvSpPr/>
                  <p:nvPr/>
                </p:nvSpPr>
                <p:spPr>
                  <a:xfrm>
                    <a:off x="2755789" y="984671"/>
                    <a:ext cx="360000"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35" name="직사각형 8"/>
                  <p:cNvSpPr/>
                  <p:nvPr/>
                </p:nvSpPr>
                <p:spPr>
                  <a:xfrm flipV="1">
                    <a:off x="2755789" y="1344671"/>
                    <a:ext cx="360000"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36" name="그룹 135"/>
                <p:cNvGrpSpPr/>
                <p:nvPr/>
              </p:nvGrpSpPr>
              <p:grpSpPr>
                <a:xfrm flipH="1">
                  <a:off x="3789439" y="1645943"/>
                  <a:ext cx="360000" cy="720000"/>
                  <a:chOff x="2755789" y="984671"/>
                  <a:chExt cx="360000" cy="720000"/>
                </a:xfrm>
                <a:grpFill/>
              </p:grpSpPr>
              <p:sp>
                <p:nvSpPr>
                  <p:cNvPr id="137" name="직사각형 8"/>
                  <p:cNvSpPr/>
                  <p:nvPr/>
                </p:nvSpPr>
                <p:spPr>
                  <a:xfrm>
                    <a:off x="2755789" y="984671"/>
                    <a:ext cx="360000"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38" name="직사각형 8"/>
                  <p:cNvSpPr/>
                  <p:nvPr/>
                </p:nvSpPr>
                <p:spPr>
                  <a:xfrm flipV="1">
                    <a:off x="2755789" y="1344671"/>
                    <a:ext cx="360000"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41" name="그룹 140"/>
                <p:cNvGrpSpPr/>
                <p:nvPr/>
              </p:nvGrpSpPr>
              <p:grpSpPr>
                <a:xfrm>
                  <a:off x="3429439" y="2221943"/>
                  <a:ext cx="360000" cy="720000"/>
                  <a:chOff x="2755789" y="984671"/>
                  <a:chExt cx="360000" cy="720000"/>
                </a:xfrm>
                <a:grpFill/>
              </p:grpSpPr>
              <p:sp>
                <p:nvSpPr>
                  <p:cNvPr id="142" name="직사각형 8"/>
                  <p:cNvSpPr/>
                  <p:nvPr/>
                </p:nvSpPr>
                <p:spPr>
                  <a:xfrm>
                    <a:off x="2755789" y="984671"/>
                    <a:ext cx="360000"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3" name="직사각형 8"/>
                  <p:cNvSpPr/>
                  <p:nvPr/>
                </p:nvSpPr>
                <p:spPr>
                  <a:xfrm flipV="1">
                    <a:off x="2755789" y="1344671"/>
                    <a:ext cx="360000"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44" name="그룹 143"/>
                <p:cNvGrpSpPr/>
                <p:nvPr/>
              </p:nvGrpSpPr>
              <p:grpSpPr>
                <a:xfrm flipH="1">
                  <a:off x="3789439" y="2797943"/>
                  <a:ext cx="360000" cy="720000"/>
                  <a:chOff x="2755789" y="984671"/>
                  <a:chExt cx="360000" cy="720000"/>
                </a:xfrm>
                <a:grpFill/>
              </p:grpSpPr>
              <p:sp>
                <p:nvSpPr>
                  <p:cNvPr id="145" name="직사각형 8"/>
                  <p:cNvSpPr/>
                  <p:nvPr/>
                </p:nvSpPr>
                <p:spPr>
                  <a:xfrm>
                    <a:off x="2755789" y="984671"/>
                    <a:ext cx="360000"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6" name="직사각형 8"/>
                  <p:cNvSpPr/>
                  <p:nvPr/>
                </p:nvSpPr>
                <p:spPr>
                  <a:xfrm flipV="1">
                    <a:off x="2755789" y="1344671"/>
                    <a:ext cx="360000"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47" name="그룹 146"/>
                <p:cNvGrpSpPr/>
                <p:nvPr/>
              </p:nvGrpSpPr>
              <p:grpSpPr>
                <a:xfrm>
                  <a:off x="3429439" y="3373943"/>
                  <a:ext cx="360000" cy="720000"/>
                  <a:chOff x="2755789" y="984671"/>
                  <a:chExt cx="360000" cy="720000"/>
                </a:xfrm>
                <a:grpFill/>
              </p:grpSpPr>
              <p:sp>
                <p:nvSpPr>
                  <p:cNvPr id="148" name="직사각형 8"/>
                  <p:cNvSpPr/>
                  <p:nvPr/>
                </p:nvSpPr>
                <p:spPr>
                  <a:xfrm>
                    <a:off x="2755789" y="984671"/>
                    <a:ext cx="360000"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9" name="직사각형 8"/>
                  <p:cNvSpPr/>
                  <p:nvPr/>
                </p:nvSpPr>
                <p:spPr>
                  <a:xfrm flipV="1">
                    <a:off x="2755789" y="1344671"/>
                    <a:ext cx="360000"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grpSp>
            <p:nvGrpSpPr>
              <p:cNvPr id="2" name="그룹 1"/>
              <p:cNvGrpSpPr/>
              <p:nvPr/>
            </p:nvGrpSpPr>
            <p:grpSpPr>
              <a:xfrm>
                <a:off x="3835316" y="1158834"/>
                <a:ext cx="2949495" cy="3151820"/>
                <a:chOff x="3835316" y="1158834"/>
                <a:chExt cx="2949495" cy="3151820"/>
              </a:xfrm>
            </p:grpSpPr>
            <p:sp>
              <p:nvSpPr>
                <p:cNvPr id="10" name="직사각형 9"/>
                <p:cNvSpPr/>
                <p:nvPr/>
              </p:nvSpPr>
              <p:spPr>
                <a:xfrm>
                  <a:off x="3835316" y="1158834"/>
                  <a:ext cx="2949495" cy="150087"/>
                </a:xfrm>
                <a:prstGeom prst="rect">
                  <a:avLst/>
                </a:pr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51" name="직사각형 150"/>
                <p:cNvSpPr/>
                <p:nvPr/>
              </p:nvSpPr>
              <p:spPr>
                <a:xfrm>
                  <a:off x="3835317" y="4160567"/>
                  <a:ext cx="2173858" cy="150087"/>
                </a:xfrm>
                <a:prstGeom prst="rect">
                  <a:avLst/>
                </a:pr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12" name="이등변 삼각형 111"/>
              <p:cNvSpPr/>
              <p:nvPr/>
            </p:nvSpPr>
            <p:spPr>
              <a:xfrm rot="5400000" flipH="1">
                <a:off x="6781254" y="1024474"/>
                <a:ext cx="425924" cy="418805"/>
              </a:xfrm>
              <a:prstGeom prst="triangle">
                <a:avLst/>
              </a:pr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33" name="그룹 32"/>
              <p:cNvGrpSpPr/>
              <p:nvPr/>
            </p:nvGrpSpPr>
            <p:grpSpPr>
              <a:xfrm>
                <a:off x="5620399" y="1755688"/>
                <a:ext cx="750435" cy="2554961"/>
                <a:chOff x="5502129" y="1642595"/>
                <a:chExt cx="720002" cy="2451348"/>
              </a:xfrm>
            </p:grpSpPr>
            <p:grpSp>
              <p:nvGrpSpPr>
                <p:cNvPr id="8" name="그룹 7"/>
                <p:cNvGrpSpPr/>
                <p:nvPr/>
              </p:nvGrpSpPr>
              <p:grpSpPr>
                <a:xfrm>
                  <a:off x="5502129" y="1642595"/>
                  <a:ext cx="432001" cy="720000"/>
                  <a:chOff x="5502129" y="1642595"/>
                  <a:chExt cx="432001" cy="720000"/>
                </a:xfrm>
              </p:grpSpPr>
              <p:sp>
                <p:nvSpPr>
                  <p:cNvPr id="17" name="타원 16"/>
                  <p:cNvSpPr/>
                  <p:nvPr/>
                </p:nvSpPr>
                <p:spPr>
                  <a:xfrm>
                    <a:off x="5790130" y="1642595"/>
                    <a:ext cx="144000" cy="144000"/>
                  </a:xfrm>
                  <a:prstGeom prst="ellipse">
                    <a:avLst/>
                  </a:pr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7" name="그룹 6"/>
                  <p:cNvGrpSpPr/>
                  <p:nvPr/>
                </p:nvGrpSpPr>
                <p:grpSpPr>
                  <a:xfrm>
                    <a:off x="5502129" y="1642595"/>
                    <a:ext cx="360001" cy="720000"/>
                    <a:chOff x="5502129" y="2234995"/>
                    <a:chExt cx="360001" cy="720000"/>
                  </a:xfrm>
                </p:grpSpPr>
                <p:sp>
                  <p:nvSpPr>
                    <p:cNvPr id="117" name="직사각형 8"/>
                    <p:cNvSpPr/>
                    <p:nvPr/>
                  </p:nvSpPr>
                  <p:spPr>
                    <a:xfrm>
                      <a:off x="5502130" y="2234995"/>
                      <a:ext cx="360000"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18" name="직사각형 8"/>
                    <p:cNvSpPr/>
                    <p:nvPr/>
                  </p:nvSpPr>
                  <p:spPr>
                    <a:xfrm flipV="1">
                      <a:off x="5502129" y="2594995"/>
                      <a:ext cx="359999"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grpSp>
              <p:nvGrpSpPr>
                <p:cNvPr id="156" name="그룹 155"/>
                <p:cNvGrpSpPr/>
                <p:nvPr/>
              </p:nvGrpSpPr>
              <p:grpSpPr>
                <a:xfrm flipH="1">
                  <a:off x="5862129" y="2221943"/>
                  <a:ext cx="360002" cy="720000"/>
                  <a:chOff x="3795700" y="984671"/>
                  <a:chExt cx="360002" cy="720000"/>
                </a:xfrm>
                <a:pattFill prst="ltUpDiag">
                  <a:fgClr>
                    <a:schemeClr val="bg1">
                      <a:lumMod val="50000"/>
                    </a:schemeClr>
                  </a:fgClr>
                  <a:bgClr>
                    <a:schemeClr val="bg1"/>
                  </a:bgClr>
                </a:pattFill>
              </p:grpSpPr>
              <p:sp>
                <p:nvSpPr>
                  <p:cNvPr id="163" name="직사각형 8"/>
                  <p:cNvSpPr/>
                  <p:nvPr/>
                </p:nvSpPr>
                <p:spPr>
                  <a:xfrm>
                    <a:off x="3795700" y="984671"/>
                    <a:ext cx="360001"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4" name="직사각형 8"/>
                  <p:cNvSpPr/>
                  <p:nvPr/>
                </p:nvSpPr>
                <p:spPr>
                  <a:xfrm flipV="1">
                    <a:off x="3795703" y="1344671"/>
                    <a:ext cx="359999"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61" name="직사각형 8"/>
                <p:cNvSpPr/>
                <p:nvPr/>
              </p:nvSpPr>
              <p:spPr>
                <a:xfrm>
                  <a:off x="5502130" y="2797943"/>
                  <a:ext cx="360000"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2" name="직사각형 8"/>
                <p:cNvSpPr/>
                <p:nvPr/>
              </p:nvSpPr>
              <p:spPr>
                <a:xfrm flipV="1">
                  <a:off x="5502130" y="3157943"/>
                  <a:ext cx="360000"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158" name="그룹 157"/>
                <p:cNvGrpSpPr/>
                <p:nvPr/>
              </p:nvGrpSpPr>
              <p:grpSpPr>
                <a:xfrm flipH="1">
                  <a:off x="5862130" y="3373943"/>
                  <a:ext cx="360001" cy="720000"/>
                  <a:chOff x="3795700" y="984671"/>
                  <a:chExt cx="360001" cy="720000"/>
                </a:xfrm>
                <a:pattFill prst="ltUpDiag">
                  <a:fgClr>
                    <a:schemeClr val="bg1">
                      <a:lumMod val="50000"/>
                    </a:schemeClr>
                  </a:fgClr>
                  <a:bgClr>
                    <a:schemeClr val="bg1"/>
                  </a:bgClr>
                </a:pattFill>
              </p:grpSpPr>
              <p:sp>
                <p:nvSpPr>
                  <p:cNvPr id="159" name="직사각형 8"/>
                  <p:cNvSpPr/>
                  <p:nvPr/>
                </p:nvSpPr>
                <p:spPr>
                  <a:xfrm>
                    <a:off x="3795700" y="984671"/>
                    <a:ext cx="360001"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0" name="직사각형 8"/>
                  <p:cNvSpPr/>
                  <p:nvPr/>
                </p:nvSpPr>
                <p:spPr>
                  <a:xfrm flipV="1">
                    <a:off x="3795701" y="1344671"/>
                    <a:ext cx="359999" cy="360000"/>
                  </a:xfrm>
                  <a:custGeom>
                    <a:avLst/>
                    <a:gdLst/>
                    <a:ahLst/>
                    <a:cxnLst/>
                    <a:rect l="l" t="t" r="r" b="b"/>
                    <a:pathLst>
                      <a:path w="360000" h="360000">
                        <a:moveTo>
                          <a:pt x="360000" y="0"/>
                        </a:moveTo>
                        <a:lnTo>
                          <a:pt x="360000" y="144000"/>
                        </a:lnTo>
                        <a:cubicBezTo>
                          <a:pt x="240706" y="144000"/>
                          <a:pt x="144000" y="240706"/>
                          <a:pt x="144000" y="360000"/>
                        </a:cubicBezTo>
                        <a:lnTo>
                          <a:pt x="0" y="360000"/>
                        </a:lnTo>
                        <a:cubicBezTo>
                          <a:pt x="0" y="161177"/>
                          <a:pt x="161177" y="0"/>
                          <a:pt x="360000" y="0"/>
                        </a:cubicBezTo>
                        <a:close/>
                      </a:path>
                    </a:pathLst>
                  </a:custGeom>
                  <a:pattFill prst="ltUpDiag">
                    <a:fgClr>
                      <a:schemeClr val="bg2">
                        <a:lumMod val="50000"/>
                      </a:schemeClr>
                    </a:fgClr>
                    <a:bgClr>
                      <a:schemeClr val="bg2">
                        <a:lumMod val="8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grpSp>
        <p:sp>
          <p:nvSpPr>
            <p:cNvPr id="113" name="직각 삼각형 112"/>
            <p:cNvSpPr>
              <a:spLocks/>
            </p:cNvSpPr>
            <p:nvPr/>
          </p:nvSpPr>
          <p:spPr>
            <a:xfrm flipH="1" flipV="1">
              <a:off x="6634725" y="1158834"/>
              <a:ext cx="150087" cy="150087"/>
            </a:xfrm>
            <a:prstGeom prst="rtTriangle">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32" name="그룹 31"/>
          <p:cNvGrpSpPr/>
          <p:nvPr/>
        </p:nvGrpSpPr>
        <p:grpSpPr>
          <a:xfrm>
            <a:off x="5019383" y="1946791"/>
            <a:ext cx="1436387" cy="375217"/>
            <a:chOff x="6624801" y="1825943"/>
            <a:chExt cx="1378138" cy="360000"/>
          </a:xfrm>
        </p:grpSpPr>
        <p:grpSp>
          <p:nvGrpSpPr>
            <p:cNvPr id="31" name="그룹 30"/>
            <p:cNvGrpSpPr/>
            <p:nvPr/>
          </p:nvGrpSpPr>
          <p:grpSpPr>
            <a:xfrm>
              <a:off x="6902042" y="1825943"/>
              <a:ext cx="1100897" cy="360000"/>
              <a:chOff x="6902042" y="1825943"/>
              <a:chExt cx="1100897" cy="360000"/>
            </a:xfrm>
          </p:grpSpPr>
          <p:sp>
            <p:nvSpPr>
              <p:cNvPr id="111" name="타원 110"/>
              <p:cNvSpPr/>
              <p:nvPr/>
            </p:nvSpPr>
            <p:spPr>
              <a:xfrm>
                <a:off x="7623888" y="1825943"/>
                <a:ext cx="360000" cy="36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14" name="직사각형 113"/>
              <p:cNvSpPr/>
              <p:nvPr/>
            </p:nvSpPr>
            <p:spPr>
              <a:xfrm>
                <a:off x="6902042" y="1825943"/>
                <a:ext cx="910800" cy="36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16" name="TextBox 115"/>
              <p:cNvSpPr txBox="1"/>
              <p:nvPr/>
            </p:nvSpPr>
            <p:spPr>
              <a:xfrm>
                <a:off x="7089159" y="1878155"/>
                <a:ext cx="913780" cy="255576"/>
              </a:xfrm>
              <a:prstGeom prst="rect">
                <a:avLst/>
              </a:prstGeom>
              <a:noFill/>
            </p:spPr>
            <p:txBody>
              <a:bodyPr wrap="square" lIns="0" tIns="0" rIns="0" bIns="0" rtlCol="0" anchor="ctr">
                <a:noAutofit/>
              </a:bodyPr>
              <a:lstStyle/>
              <a:p>
                <a:pPr>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Sed dignissim lacinia </a:t>
                </a:r>
              </a:p>
              <a:p>
                <a:pPr>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nunc. Curabitur tortor.</a:t>
                </a:r>
                <a:endParaRPr lang="en-US" altLang="ko-KR" sz="700" dirty="0">
                  <a:gradFill>
                    <a:gsLst>
                      <a:gs pos="0">
                        <a:schemeClr val="accent3"/>
                      </a:gs>
                      <a:gs pos="100000">
                        <a:schemeClr val="accent3"/>
                      </a:gs>
                    </a:gsLst>
                    <a:lin ang="5400000" scaled="0"/>
                  </a:gradFill>
                  <a:latin typeface="+mj-lt"/>
                  <a:ea typeface="Roboto Light" pitchFamily="2" charset="0"/>
                  <a:cs typeface="Roboto Condensed Regular"/>
                </a:endParaRPr>
              </a:p>
            </p:txBody>
          </p:sp>
        </p:grpSp>
        <p:cxnSp>
          <p:nvCxnSpPr>
            <p:cNvPr id="108" name="직선 연결선 107"/>
            <p:cNvCxnSpPr/>
            <p:nvPr/>
          </p:nvCxnSpPr>
          <p:spPr>
            <a:xfrm flipH="1">
              <a:off x="6624801" y="2009245"/>
              <a:ext cx="453701" cy="0"/>
            </a:xfrm>
            <a:prstGeom prst="line">
              <a:avLst/>
            </a:prstGeom>
            <a:ln w="3175">
              <a:solidFill>
                <a:schemeClr val="accent3"/>
              </a:solidFill>
              <a:prstDash val="solid"/>
              <a:tailEnd type="oval" w="sm" len="sm"/>
            </a:ln>
          </p:spPr>
          <p:style>
            <a:lnRef idx="1">
              <a:schemeClr val="accent1"/>
            </a:lnRef>
            <a:fillRef idx="0">
              <a:schemeClr val="accent1"/>
            </a:fillRef>
            <a:effectRef idx="0">
              <a:schemeClr val="accent1"/>
            </a:effectRef>
            <a:fontRef idx="minor">
              <a:schemeClr val="tx1"/>
            </a:fontRef>
          </p:style>
        </p:cxnSp>
        <p:sp>
          <p:nvSpPr>
            <p:cNvPr id="110" name="타원 109"/>
            <p:cNvSpPr/>
            <p:nvPr/>
          </p:nvSpPr>
          <p:spPr>
            <a:xfrm>
              <a:off x="6722042" y="1825943"/>
              <a:ext cx="360000" cy="36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15" name="타원 114"/>
            <p:cNvSpPr/>
            <p:nvPr/>
          </p:nvSpPr>
          <p:spPr>
            <a:xfrm>
              <a:off x="6767553" y="1871454"/>
              <a:ext cx="268978" cy="268978"/>
            </a:xfrm>
            <a:prstGeom prst="ellips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gradFill>
                    <a:gsLst>
                      <a:gs pos="0">
                        <a:schemeClr val="tx2"/>
                      </a:gs>
                      <a:gs pos="100000">
                        <a:schemeClr val="tx2"/>
                      </a:gs>
                    </a:gsLst>
                    <a:lin ang="5400000" scaled="0"/>
                  </a:gradFill>
                  <a:latin typeface="Roboto Condensed Regular"/>
                </a:rPr>
                <a:t>01</a:t>
              </a:r>
              <a:endParaRPr lang="ko-KR" altLang="en-US" sz="1200" b="1" dirty="0">
                <a:gradFill>
                  <a:gsLst>
                    <a:gs pos="0">
                      <a:schemeClr val="tx2"/>
                    </a:gs>
                    <a:gs pos="100000">
                      <a:schemeClr val="tx2"/>
                    </a:gs>
                  </a:gsLst>
                  <a:lin ang="5400000" scaled="0"/>
                </a:gradFill>
                <a:latin typeface="Roboto Condensed Regular"/>
              </a:endParaRPr>
            </a:p>
          </p:txBody>
        </p:sp>
      </p:grpSp>
      <p:grpSp>
        <p:nvGrpSpPr>
          <p:cNvPr id="36" name="그룹 35"/>
          <p:cNvGrpSpPr/>
          <p:nvPr/>
        </p:nvGrpSpPr>
        <p:grpSpPr>
          <a:xfrm>
            <a:off x="4402296" y="2547140"/>
            <a:ext cx="1108773" cy="375217"/>
            <a:chOff x="5816974" y="2401943"/>
            <a:chExt cx="1063808" cy="360000"/>
          </a:xfrm>
        </p:grpSpPr>
        <p:grpSp>
          <p:nvGrpSpPr>
            <p:cNvPr id="13" name="그룹 12"/>
            <p:cNvGrpSpPr/>
            <p:nvPr/>
          </p:nvGrpSpPr>
          <p:grpSpPr>
            <a:xfrm>
              <a:off x="5816974" y="2401943"/>
              <a:ext cx="1063808" cy="360000"/>
              <a:chOff x="5816974" y="2401943"/>
              <a:chExt cx="1063808" cy="360000"/>
            </a:xfrm>
            <a:solidFill>
              <a:schemeClr val="bg1">
                <a:lumMod val="65000"/>
              </a:schemeClr>
            </a:solidFill>
          </p:grpSpPr>
          <p:sp>
            <p:nvSpPr>
              <p:cNvPr id="130" name="타원 129"/>
              <p:cNvSpPr/>
              <p:nvPr/>
            </p:nvSpPr>
            <p:spPr>
              <a:xfrm>
                <a:off x="5816974" y="2401943"/>
                <a:ext cx="360000" cy="360000"/>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31" name="타원 130"/>
              <p:cNvSpPr/>
              <p:nvPr/>
            </p:nvSpPr>
            <p:spPr>
              <a:xfrm>
                <a:off x="6520782" y="2401943"/>
                <a:ext cx="360000" cy="360000"/>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32" name="직사각형 131"/>
              <p:cNvSpPr/>
              <p:nvPr/>
            </p:nvSpPr>
            <p:spPr>
              <a:xfrm>
                <a:off x="5996974" y="2401943"/>
                <a:ext cx="690801" cy="36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grpSp>
        <p:sp>
          <p:nvSpPr>
            <p:cNvPr id="134" name="TextBox 133"/>
            <p:cNvSpPr txBox="1"/>
            <p:nvPr/>
          </p:nvSpPr>
          <p:spPr>
            <a:xfrm>
              <a:off x="5875142" y="2467207"/>
              <a:ext cx="939697" cy="255576"/>
            </a:xfrm>
            <a:prstGeom prst="rect">
              <a:avLst/>
            </a:prstGeom>
            <a:noFill/>
          </p:spPr>
          <p:txBody>
            <a:bodyPr wrap="square" lIns="0" tIns="0" rIns="0" bIns="0" rtlCol="0">
              <a:noAutofit/>
            </a:bodyPr>
            <a:lstStyle/>
            <a:p>
              <a:pPr algn="r">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Sed dignissim lacinia nunc. Curabitur tortor.</a:t>
              </a:r>
              <a:endParaRPr lang="en-US" altLang="ko-KR" sz="700" dirty="0">
                <a:gradFill>
                  <a:gsLst>
                    <a:gs pos="0">
                      <a:schemeClr val="accent3"/>
                    </a:gs>
                    <a:gs pos="100000">
                      <a:schemeClr val="accent3"/>
                    </a:gs>
                  </a:gsLst>
                  <a:lin ang="5400000" scaled="0"/>
                </a:gradFill>
                <a:latin typeface="+mj-lt"/>
                <a:ea typeface="Roboto Light" pitchFamily="2" charset="0"/>
                <a:cs typeface="Roboto Condensed Regular"/>
              </a:endParaRPr>
            </a:p>
          </p:txBody>
        </p:sp>
      </p:grpSp>
      <p:grpSp>
        <p:nvGrpSpPr>
          <p:cNvPr id="195" name="그룹 194"/>
          <p:cNvGrpSpPr/>
          <p:nvPr/>
        </p:nvGrpSpPr>
        <p:grpSpPr>
          <a:xfrm>
            <a:off x="5019378" y="3147487"/>
            <a:ext cx="1436388" cy="375217"/>
            <a:chOff x="6624801" y="1825943"/>
            <a:chExt cx="1378138" cy="360000"/>
          </a:xfrm>
        </p:grpSpPr>
        <p:grpSp>
          <p:nvGrpSpPr>
            <p:cNvPr id="199" name="그룹 198"/>
            <p:cNvGrpSpPr/>
            <p:nvPr/>
          </p:nvGrpSpPr>
          <p:grpSpPr>
            <a:xfrm>
              <a:off x="6902042" y="1825943"/>
              <a:ext cx="1100897" cy="360000"/>
              <a:chOff x="6902042" y="1825943"/>
              <a:chExt cx="1100897" cy="360000"/>
            </a:xfrm>
          </p:grpSpPr>
          <p:sp>
            <p:nvSpPr>
              <p:cNvPr id="218" name="타원 217"/>
              <p:cNvSpPr/>
              <p:nvPr/>
            </p:nvSpPr>
            <p:spPr>
              <a:xfrm>
                <a:off x="7623888" y="1825943"/>
                <a:ext cx="360000" cy="36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19" name="직사각형 218"/>
              <p:cNvSpPr/>
              <p:nvPr/>
            </p:nvSpPr>
            <p:spPr>
              <a:xfrm>
                <a:off x="6902042" y="1825943"/>
                <a:ext cx="910800" cy="36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20" name="TextBox 219"/>
              <p:cNvSpPr txBox="1"/>
              <p:nvPr/>
            </p:nvSpPr>
            <p:spPr>
              <a:xfrm>
                <a:off x="7089159" y="1878155"/>
                <a:ext cx="913780" cy="255576"/>
              </a:xfrm>
              <a:prstGeom prst="rect">
                <a:avLst/>
              </a:prstGeom>
              <a:noFill/>
            </p:spPr>
            <p:txBody>
              <a:bodyPr wrap="square" lIns="0" tIns="0" rIns="0" bIns="0" rtlCol="0" anchor="ctr">
                <a:noAutofit/>
              </a:bodyPr>
              <a:lstStyle/>
              <a:p>
                <a:pPr>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Sed dignissim lacinia </a:t>
                </a:r>
              </a:p>
              <a:p>
                <a:pPr>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nunc. Curabitur tortor.</a:t>
                </a:r>
                <a:endParaRPr lang="en-US" altLang="ko-KR" sz="700" dirty="0">
                  <a:gradFill>
                    <a:gsLst>
                      <a:gs pos="0">
                        <a:schemeClr val="accent3"/>
                      </a:gs>
                      <a:gs pos="100000">
                        <a:schemeClr val="accent3"/>
                      </a:gs>
                    </a:gsLst>
                    <a:lin ang="5400000" scaled="0"/>
                  </a:gradFill>
                  <a:latin typeface="+mj-lt"/>
                  <a:ea typeface="Roboto Light" pitchFamily="2" charset="0"/>
                  <a:cs typeface="Roboto Condensed Regular"/>
                </a:endParaRPr>
              </a:p>
            </p:txBody>
          </p:sp>
        </p:grpSp>
        <p:cxnSp>
          <p:nvCxnSpPr>
            <p:cNvPr id="202" name="직선 연결선 201"/>
            <p:cNvCxnSpPr/>
            <p:nvPr/>
          </p:nvCxnSpPr>
          <p:spPr>
            <a:xfrm flipH="1">
              <a:off x="6624801" y="2009245"/>
              <a:ext cx="453701" cy="0"/>
            </a:xfrm>
            <a:prstGeom prst="line">
              <a:avLst/>
            </a:prstGeom>
            <a:ln w="3175">
              <a:solidFill>
                <a:schemeClr val="accent3"/>
              </a:solidFill>
              <a:prstDash val="solid"/>
              <a:tailEnd type="oval" w="sm" len="sm"/>
            </a:ln>
          </p:spPr>
          <p:style>
            <a:lnRef idx="1">
              <a:schemeClr val="accent1"/>
            </a:lnRef>
            <a:fillRef idx="0">
              <a:schemeClr val="accent1"/>
            </a:fillRef>
            <a:effectRef idx="0">
              <a:schemeClr val="accent1"/>
            </a:effectRef>
            <a:fontRef idx="minor">
              <a:schemeClr val="tx1"/>
            </a:fontRef>
          </p:style>
        </p:cxnSp>
        <p:sp>
          <p:nvSpPr>
            <p:cNvPr id="216" name="타원 215"/>
            <p:cNvSpPr/>
            <p:nvPr/>
          </p:nvSpPr>
          <p:spPr>
            <a:xfrm>
              <a:off x="6722042" y="1825943"/>
              <a:ext cx="360000" cy="36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17" name="타원 216"/>
            <p:cNvSpPr/>
            <p:nvPr/>
          </p:nvSpPr>
          <p:spPr>
            <a:xfrm>
              <a:off x="6767553" y="1871454"/>
              <a:ext cx="268978" cy="268978"/>
            </a:xfrm>
            <a:prstGeom prst="ellips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gradFill>
                    <a:gsLst>
                      <a:gs pos="0">
                        <a:schemeClr val="tx2"/>
                      </a:gs>
                      <a:gs pos="100000">
                        <a:schemeClr val="tx2"/>
                      </a:gs>
                    </a:gsLst>
                    <a:lin ang="5400000" scaled="0"/>
                  </a:gradFill>
                  <a:latin typeface="Roboto Condensed Regular"/>
                </a:rPr>
                <a:t>02</a:t>
              </a:r>
              <a:endParaRPr lang="ko-KR" altLang="en-US" sz="1200" b="1" dirty="0">
                <a:gradFill>
                  <a:gsLst>
                    <a:gs pos="0">
                      <a:schemeClr val="tx2"/>
                    </a:gs>
                    <a:gs pos="100000">
                      <a:schemeClr val="tx2"/>
                    </a:gs>
                  </a:gsLst>
                  <a:lin ang="5400000" scaled="0"/>
                </a:gradFill>
                <a:latin typeface="Roboto Condensed Regular"/>
              </a:endParaRPr>
            </a:p>
          </p:txBody>
        </p:sp>
      </p:grpSp>
      <p:grpSp>
        <p:nvGrpSpPr>
          <p:cNvPr id="221" name="그룹 220"/>
          <p:cNvGrpSpPr/>
          <p:nvPr/>
        </p:nvGrpSpPr>
        <p:grpSpPr>
          <a:xfrm>
            <a:off x="2867165" y="3747834"/>
            <a:ext cx="1436388" cy="375217"/>
            <a:chOff x="6624801" y="1825943"/>
            <a:chExt cx="1378138" cy="360000"/>
          </a:xfrm>
        </p:grpSpPr>
        <p:grpSp>
          <p:nvGrpSpPr>
            <p:cNvPr id="222" name="그룹 221"/>
            <p:cNvGrpSpPr/>
            <p:nvPr/>
          </p:nvGrpSpPr>
          <p:grpSpPr>
            <a:xfrm>
              <a:off x="6902042" y="1825943"/>
              <a:ext cx="1100897" cy="360000"/>
              <a:chOff x="6902042" y="1825943"/>
              <a:chExt cx="1100897" cy="360000"/>
            </a:xfrm>
          </p:grpSpPr>
          <p:sp>
            <p:nvSpPr>
              <p:cNvPr id="226" name="타원 225"/>
              <p:cNvSpPr/>
              <p:nvPr/>
            </p:nvSpPr>
            <p:spPr>
              <a:xfrm>
                <a:off x="7623888" y="1825943"/>
                <a:ext cx="360000" cy="36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27" name="직사각형 226"/>
              <p:cNvSpPr/>
              <p:nvPr/>
            </p:nvSpPr>
            <p:spPr>
              <a:xfrm>
                <a:off x="6902042" y="1825943"/>
                <a:ext cx="910800" cy="36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28" name="TextBox 227"/>
              <p:cNvSpPr txBox="1"/>
              <p:nvPr/>
            </p:nvSpPr>
            <p:spPr>
              <a:xfrm>
                <a:off x="7089159" y="1878155"/>
                <a:ext cx="913780" cy="255576"/>
              </a:xfrm>
              <a:prstGeom prst="rect">
                <a:avLst/>
              </a:prstGeom>
              <a:noFill/>
            </p:spPr>
            <p:txBody>
              <a:bodyPr wrap="square" lIns="0" tIns="0" rIns="0" bIns="0" rtlCol="0" anchor="ctr">
                <a:noAutofit/>
              </a:bodyPr>
              <a:lstStyle/>
              <a:p>
                <a:pPr>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Sed dignissim lacinia </a:t>
                </a:r>
              </a:p>
              <a:p>
                <a:pPr>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nunc. Curabitur tortor.</a:t>
                </a:r>
                <a:endParaRPr lang="en-US" altLang="ko-KR" sz="700" dirty="0">
                  <a:gradFill>
                    <a:gsLst>
                      <a:gs pos="0">
                        <a:schemeClr val="accent3"/>
                      </a:gs>
                      <a:gs pos="100000">
                        <a:schemeClr val="accent3"/>
                      </a:gs>
                    </a:gsLst>
                    <a:lin ang="5400000" scaled="0"/>
                  </a:gradFill>
                  <a:latin typeface="+mj-lt"/>
                  <a:ea typeface="Roboto Light" pitchFamily="2" charset="0"/>
                  <a:cs typeface="Roboto Condensed Regular"/>
                </a:endParaRPr>
              </a:p>
            </p:txBody>
          </p:sp>
        </p:grpSp>
        <p:cxnSp>
          <p:nvCxnSpPr>
            <p:cNvPr id="223" name="직선 연결선 222"/>
            <p:cNvCxnSpPr/>
            <p:nvPr/>
          </p:nvCxnSpPr>
          <p:spPr>
            <a:xfrm flipH="1">
              <a:off x="6624801" y="2009245"/>
              <a:ext cx="453701" cy="0"/>
            </a:xfrm>
            <a:prstGeom prst="line">
              <a:avLst/>
            </a:prstGeom>
            <a:ln w="3175">
              <a:solidFill>
                <a:schemeClr val="accent3"/>
              </a:solidFill>
              <a:prstDash val="solid"/>
              <a:tailEnd type="oval" w="sm" len="sm"/>
            </a:ln>
          </p:spPr>
          <p:style>
            <a:lnRef idx="1">
              <a:schemeClr val="accent1"/>
            </a:lnRef>
            <a:fillRef idx="0">
              <a:schemeClr val="accent1"/>
            </a:fillRef>
            <a:effectRef idx="0">
              <a:schemeClr val="accent1"/>
            </a:effectRef>
            <a:fontRef idx="minor">
              <a:schemeClr val="tx1"/>
            </a:fontRef>
          </p:style>
        </p:cxnSp>
        <p:sp>
          <p:nvSpPr>
            <p:cNvPr id="224" name="타원 223"/>
            <p:cNvSpPr/>
            <p:nvPr/>
          </p:nvSpPr>
          <p:spPr>
            <a:xfrm>
              <a:off x="6722042" y="1825943"/>
              <a:ext cx="360000" cy="36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25" name="타원 224"/>
            <p:cNvSpPr/>
            <p:nvPr/>
          </p:nvSpPr>
          <p:spPr>
            <a:xfrm>
              <a:off x="6767553" y="1871454"/>
              <a:ext cx="268978" cy="268978"/>
            </a:xfrm>
            <a:prstGeom prst="ellips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gradFill>
                    <a:gsLst>
                      <a:gs pos="0">
                        <a:schemeClr val="tx2"/>
                      </a:gs>
                      <a:gs pos="100000">
                        <a:schemeClr val="tx2"/>
                      </a:gs>
                    </a:gsLst>
                    <a:lin ang="5400000" scaled="0"/>
                  </a:gradFill>
                  <a:latin typeface="Roboto Condensed Regular"/>
                </a:rPr>
                <a:t>03</a:t>
              </a:r>
              <a:endParaRPr lang="ko-KR" altLang="en-US" sz="1200" b="1" dirty="0">
                <a:gradFill>
                  <a:gsLst>
                    <a:gs pos="0">
                      <a:schemeClr val="tx2"/>
                    </a:gs>
                    <a:gs pos="100000">
                      <a:schemeClr val="tx2"/>
                    </a:gs>
                  </a:gsLst>
                  <a:lin ang="5400000" scaled="0"/>
                </a:gradFill>
                <a:latin typeface="Roboto Condensed Regular"/>
              </a:endParaRPr>
            </a:p>
          </p:txBody>
        </p:sp>
      </p:grpSp>
      <p:grpSp>
        <p:nvGrpSpPr>
          <p:cNvPr id="229" name="그룹 228"/>
          <p:cNvGrpSpPr/>
          <p:nvPr/>
        </p:nvGrpSpPr>
        <p:grpSpPr>
          <a:xfrm>
            <a:off x="2867165" y="1343422"/>
            <a:ext cx="1436388" cy="375218"/>
            <a:chOff x="6624801" y="1825943"/>
            <a:chExt cx="1378138" cy="360000"/>
          </a:xfrm>
        </p:grpSpPr>
        <p:grpSp>
          <p:nvGrpSpPr>
            <p:cNvPr id="230" name="그룹 229"/>
            <p:cNvGrpSpPr/>
            <p:nvPr/>
          </p:nvGrpSpPr>
          <p:grpSpPr>
            <a:xfrm>
              <a:off x="6902042" y="1825943"/>
              <a:ext cx="1100897" cy="360000"/>
              <a:chOff x="6902042" y="1825943"/>
              <a:chExt cx="1100897" cy="360000"/>
            </a:xfrm>
          </p:grpSpPr>
          <p:sp>
            <p:nvSpPr>
              <p:cNvPr id="234" name="타원 233"/>
              <p:cNvSpPr/>
              <p:nvPr/>
            </p:nvSpPr>
            <p:spPr>
              <a:xfrm>
                <a:off x="7623888" y="1825943"/>
                <a:ext cx="360000" cy="36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35" name="직사각형 234"/>
              <p:cNvSpPr/>
              <p:nvPr/>
            </p:nvSpPr>
            <p:spPr>
              <a:xfrm>
                <a:off x="6902042" y="1825943"/>
                <a:ext cx="910800" cy="36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36" name="TextBox 235"/>
              <p:cNvSpPr txBox="1"/>
              <p:nvPr/>
            </p:nvSpPr>
            <p:spPr>
              <a:xfrm>
                <a:off x="7089159" y="1878155"/>
                <a:ext cx="913780" cy="255576"/>
              </a:xfrm>
              <a:prstGeom prst="rect">
                <a:avLst/>
              </a:prstGeom>
              <a:noFill/>
            </p:spPr>
            <p:txBody>
              <a:bodyPr wrap="square" lIns="0" tIns="0" rIns="0" bIns="0" rtlCol="0" anchor="ctr">
                <a:noAutofit/>
              </a:bodyPr>
              <a:lstStyle/>
              <a:p>
                <a:pPr lvl="0">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Sed dignissim lacinia </a:t>
                </a:r>
              </a:p>
              <a:p>
                <a:pPr lvl="0">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nunc. Curabitur tortor.</a:t>
                </a:r>
                <a:endParaRPr lang="en-US" altLang="ko-KR" sz="700" dirty="0">
                  <a:gradFill>
                    <a:gsLst>
                      <a:gs pos="0">
                        <a:schemeClr val="accent3"/>
                      </a:gs>
                      <a:gs pos="100000">
                        <a:schemeClr val="accent3"/>
                      </a:gs>
                    </a:gsLst>
                    <a:lin ang="5400000" scaled="0"/>
                  </a:gradFill>
                  <a:latin typeface="+mj-lt"/>
                  <a:ea typeface="Roboto Light" pitchFamily="2" charset="0"/>
                  <a:cs typeface="Roboto Condensed Regular"/>
                </a:endParaRPr>
              </a:p>
            </p:txBody>
          </p:sp>
        </p:grpSp>
        <p:cxnSp>
          <p:nvCxnSpPr>
            <p:cNvPr id="231" name="직선 연결선 230"/>
            <p:cNvCxnSpPr/>
            <p:nvPr/>
          </p:nvCxnSpPr>
          <p:spPr>
            <a:xfrm flipH="1">
              <a:off x="6624801" y="2009245"/>
              <a:ext cx="453701" cy="0"/>
            </a:xfrm>
            <a:prstGeom prst="line">
              <a:avLst/>
            </a:prstGeom>
            <a:ln w="3175">
              <a:solidFill>
                <a:schemeClr val="accent3"/>
              </a:solidFill>
              <a:prstDash val="solid"/>
              <a:tailEnd type="oval" w="sm" len="sm"/>
            </a:ln>
          </p:spPr>
          <p:style>
            <a:lnRef idx="1">
              <a:schemeClr val="accent1"/>
            </a:lnRef>
            <a:fillRef idx="0">
              <a:schemeClr val="accent1"/>
            </a:fillRef>
            <a:effectRef idx="0">
              <a:schemeClr val="accent1"/>
            </a:effectRef>
            <a:fontRef idx="minor">
              <a:schemeClr val="tx1"/>
            </a:fontRef>
          </p:style>
        </p:cxnSp>
        <p:sp>
          <p:nvSpPr>
            <p:cNvPr id="232" name="타원 231"/>
            <p:cNvSpPr/>
            <p:nvPr/>
          </p:nvSpPr>
          <p:spPr>
            <a:xfrm>
              <a:off x="6722042" y="1825943"/>
              <a:ext cx="360000" cy="36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33" name="타원 232"/>
            <p:cNvSpPr/>
            <p:nvPr/>
          </p:nvSpPr>
          <p:spPr>
            <a:xfrm>
              <a:off x="6767553" y="1871456"/>
              <a:ext cx="268978" cy="268978"/>
            </a:xfrm>
            <a:prstGeom prst="ellips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gradFill>
                    <a:gsLst>
                      <a:gs pos="0">
                        <a:schemeClr val="tx2"/>
                      </a:gs>
                      <a:gs pos="100000">
                        <a:schemeClr val="tx2"/>
                      </a:gs>
                    </a:gsLst>
                    <a:lin ang="5400000" scaled="0"/>
                  </a:gradFill>
                  <a:latin typeface="Roboto Condensed Regular"/>
                </a:rPr>
                <a:t>05</a:t>
              </a:r>
              <a:endParaRPr lang="ko-KR" altLang="en-US" sz="2514" dirty="0">
                <a:gradFill>
                  <a:gsLst>
                    <a:gs pos="0">
                      <a:schemeClr val="tx2"/>
                    </a:gs>
                    <a:gs pos="100000">
                      <a:schemeClr val="tx2"/>
                    </a:gs>
                  </a:gsLst>
                  <a:lin ang="5400000" scaled="0"/>
                </a:gradFill>
              </a:endParaRPr>
            </a:p>
          </p:txBody>
        </p:sp>
      </p:grpSp>
      <p:grpSp>
        <p:nvGrpSpPr>
          <p:cNvPr id="237" name="그룹 236"/>
          <p:cNvGrpSpPr/>
          <p:nvPr/>
        </p:nvGrpSpPr>
        <p:grpSpPr>
          <a:xfrm>
            <a:off x="2867165" y="2547141"/>
            <a:ext cx="1436388" cy="375217"/>
            <a:chOff x="6624801" y="1825943"/>
            <a:chExt cx="1378138" cy="360000"/>
          </a:xfrm>
        </p:grpSpPr>
        <p:grpSp>
          <p:nvGrpSpPr>
            <p:cNvPr id="238" name="그룹 237"/>
            <p:cNvGrpSpPr/>
            <p:nvPr/>
          </p:nvGrpSpPr>
          <p:grpSpPr>
            <a:xfrm>
              <a:off x="6902042" y="1825943"/>
              <a:ext cx="1100897" cy="360000"/>
              <a:chOff x="6902042" y="1825943"/>
              <a:chExt cx="1100897" cy="360000"/>
            </a:xfrm>
          </p:grpSpPr>
          <p:sp>
            <p:nvSpPr>
              <p:cNvPr id="242" name="타원 241"/>
              <p:cNvSpPr/>
              <p:nvPr/>
            </p:nvSpPr>
            <p:spPr>
              <a:xfrm>
                <a:off x="7623888" y="1825943"/>
                <a:ext cx="360000" cy="36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43" name="직사각형 242"/>
              <p:cNvSpPr/>
              <p:nvPr/>
            </p:nvSpPr>
            <p:spPr>
              <a:xfrm>
                <a:off x="6902042" y="1825943"/>
                <a:ext cx="910800" cy="36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44" name="TextBox 243"/>
              <p:cNvSpPr txBox="1"/>
              <p:nvPr/>
            </p:nvSpPr>
            <p:spPr>
              <a:xfrm>
                <a:off x="7089159" y="1878155"/>
                <a:ext cx="913780" cy="255576"/>
              </a:xfrm>
              <a:prstGeom prst="rect">
                <a:avLst/>
              </a:prstGeom>
              <a:noFill/>
            </p:spPr>
            <p:txBody>
              <a:bodyPr wrap="square" lIns="0" tIns="0" rIns="0" bIns="0" rtlCol="0" anchor="ctr">
                <a:noAutofit/>
              </a:bodyPr>
              <a:lstStyle/>
              <a:p>
                <a:pPr lvl="0">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Sed dignissim lacinia </a:t>
                </a:r>
              </a:p>
              <a:p>
                <a:pPr lvl="0">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nunc. Curabitur tortor.</a:t>
                </a:r>
                <a:endParaRPr lang="en-US" altLang="ko-KR" sz="700" dirty="0">
                  <a:gradFill>
                    <a:gsLst>
                      <a:gs pos="0">
                        <a:schemeClr val="accent3"/>
                      </a:gs>
                      <a:gs pos="100000">
                        <a:schemeClr val="accent3"/>
                      </a:gs>
                    </a:gsLst>
                    <a:lin ang="5400000" scaled="0"/>
                  </a:gradFill>
                  <a:latin typeface="+mj-lt"/>
                  <a:ea typeface="Roboto Light" pitchFamily="2" charset="0"/>
                  <a:cs typeface="Roboto Condensed Regular"/>
                </a:endParaRPr>
              </a:p>
            </p:txBody>
          </p:sp>
        </p:grpSp>
        <p:cxnSp>
          <p:nvCxnSpPr>
            <p:cNvPr id="239" name="직선 연결선 238"/>
            <p:cNvCxnSpPr/>
            <p:nvPr/>
          </p:nvCxnSpPr>
          <p:spPr>
            <a:xfrm flipH="1">
              <a:off x="6624801" y="2009245"/>
              <a:ext cx="453701" cy="0"/>
            </a:xfrm>
            <a:prstGeom prst="line">
              <a:avLst/>
            </a:prstGeom>
            <a:ln w="3175">
              <a:solidFill>
                <a:schemeClr val="accent3"/>
              </a:solidFill>
              <a:prstDash val="solid"/>
              <a:tailEnd type="oval" w="sm" len="sm"/>
            </a:ln>
          </p:spPr>
          <p:style>
            <a:lnRef idx="1">
              <a:schemeClr val="accent1"/>
            </a:lnRef>
            <a:fillRef idx="0">
              <a:schemeClr val="accent1"/>
            </a:fillRef>
            <a:effectRef idx="0">
              <a:schemeClr val="accent1"/>
            </a:effectRef>
            <a:fontRef idx="minor">
              <a:schemeClr val="tx1"/>
            </a:fontRef>
          </p:style>
        </p:cxnSp>
        <p:sp>
          <p:nvSpPr>
            <p:cNvPr id="240" name="타원 239"/>
            <p:cNvSpPr/>
            <p:nvPr/>
          </p:nvSpPr>
          <p:spPr>
            <a:xfrm>
              <a:off x="6722042" y="1825943"/>
              <a:ext cx="360000" cy="36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41" name="타원 240"/>
            <p:cNvSpPr/>
            <p:nvPr/>
          </p:nvSpPr>
          <p:spPr>
            <a:xfrm>
              <a:off x="6767553" y="1871454"/>
              <a:ext cx="268978" cy="268978"/>
            </a:xfrm>
            <a:prstGeom prst="ellips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gradFill>
                    <a:gsLst>
                      <a:gs pos="0">
                        <a:schemeClr val="tx2"/>
                      </a:gs>
                      <a:gs pos="100000">
                        <a:schemeClr val="tx2"/>
                      </a:gs>
                    </a:gsLst>
                    <a:lin ang="5400000" scaled="0"/>
                  </a:gradFill>
                  <a:latin typeface="Roboto Condensed Regular"/>
                </a:rPr>
                <a:t>04</a:t>
              </a:r>
              <a:endParaRPr lang="ko-KR" altLang="en-US" sz="1200" b="1" dirty="0">
                <a:gradFill>
                  <a:gsLst>
                    <a:gs pos="0">
                      <a:schemeClr val="tx2"/>
                    </a:gs>
                    <a:gs pos="100000">
                      <a:schemeClr val="tx2"/>
                    </a:gs>
                  </a:gsLst>
                  <a:lin ang="5400000" scaled="0"/>
                </a:gradFill>
                <a:latin typeface="Roboto Condensed Regular"/>
              </a:endParaRPr>
            </a:p>
          </p:txBody>
        </p:sp>
      </p:grpSp>
      <p:sp>
        <p:nvSpPr>
          <p:cNvPr id="109" name="TextBox 108"/>
          <p:cNvSpPr txBox="1"/>
          <p:nvPr/>
        </p:nvSpPr>
        <p:spPr>
          <a:xfrm>
            <a:off x="5128818" y="942924"/>
            <a:ext cx="993037" cy="202138"/>
          </a:xfrm>
          <a:prstGeom prst="rect">
            <a:avLst/>
          </a:prstGeom>
          <a:noFill/>
        </p:spPr>
        <p:txBody>
          <a:bodyPr wrap="square" lIns="72000" tIns="0" rIns="72000" bIns="0" rtlCol="0">
            <a:noAutofit/>
          </a:bodyPr>
          <a:lstStyle/>
          <a:p>
            <a:pPr lvl="0" algn="r"/>
            <a:r>
              <a:rPr lang="en-US" altLang="ko-KR" sz="1200" b="1" dirty="0">
                <a:gradFill>
                  <a:gsLst>
                    <a:gs pos="0">
                      <a:schemeClr val="accent1"/>
                    </a:gs>
                    <a:gs pos="100000">
                      <a:schemeClr val="accent1"/>
                    </a:gs>
                  </a:gsLst>
                  <a:lin ang="5400000" scaled="0"/>
                </a:gradFill>
                <a:latin typeface="Roboto Condensed Regular"/>
              </a:rPr>
              <a:t>Final</a:t>
            </a:r>
            <a:endParaRPr lang="ko-KR" altLang="en-US" sz="1200" b="1" dirty="0">
              <a:gradFill>
                <a:gsLst>
                  <a:gs pos="0">
                    <a:schemeClr val="accent1"/>
                  </a:gs>
                  <a:gs pos="100000">
                    <a:schemeClr val="accent1"/>
                  </a:gs>
                </a:gsLst>
                <a:lin ang="5400000" scaled="0"/>
              </a:gradFill>
              <a:latin typeface="Roboto Condensed Regular"/>
            </a:endParaRPr>
          </a:p>
        </p:txBody>
      </p:sp>
      <p:grpSp>
        <p:nvGrpSpPr>
          <p:cNvPr id="119" name="그룹 118"/>
          <p:cNvGrpSpPr/>
          <p:nvPr/>
        </p:nvGrpSpPr>
        <p:grpSpPr>
          <a:xfrm>
            <a:off x="4402296" y="3747837"/>
            <a:ext cx="1108773" cy="375217"/>
            <a:chOff x="5816974" y="2401943"/>
            <a:chExt cx="1063808" cy="360000"/>
          </a:xfrm>
        </p:grpSpPr>
        <p:grpSp>
          <p:nvGrpSpPr>
            <p:cNvPr id="120" name="그룹 119"/>
            <p:cNvGrpSpPr/>
            <p:nvPr/>
          </p:nvGrpSpPr>
          <p:grpSpPr>
            <a:xfrm>
              <a:off x="5816974" y="2401943"/>
              <a:ext cx="1063808" cy="360000"/>
              <a:chOff x="5816974" y="2401943"/>
              <a:chExt cx="1063808" cy="360000"/>
            </a:xfrm>
            <a:solidFill>
              <a:schemeClr val="bg1">
                <a:lumMod val="65000"/>
              </a:schemeClr>
            </a:solidFill>
          </p:grpSpPr>
          <p:sp>
            <p:nvSpPr>
              <p:cNvPr id="122" name="타원 121"/>
              <p:cNvSpPr/>
              <p:nvPr/>
            </p:nvSpPr>
            <p:spPr>
              <a:xfrm>
                <a:off x="5816974" y="2401943"/>
                <a:ext cx="360000" cy="360000"/>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23" name="타원 122"/>
              <p:cNvSpPr/>
              <p:nvPr/>
            </p:nvSpPr>
            <p:spPr>
              <a:xfrm>
                <a:off x="6520782" y="2401943"/>
                <a:ext cx="360000" cy="360000"/>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24" name="직사각형 123"/>
              <p:cNvSpPr/>
              <p:nvPr/>
            </p:nvSpPr>
            <p:spPr>
              <a:xfrm>
                <a:off x="5996974" y="2401943"/>
                <a:ext cx="690801" cy="36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grpSp>
        <p:sp>
          <p:nvSpPr>
            <p:cNvPr id="121" name="TextBox 120"/>
            <p:cNvSpPr txBox="1"/>
            <p:nvPr/>
          </p:nvSpPr>
          <p:spPr>
            <a:xfrm>
              <a:off x="5875142" y="2467207"/>
              <a:ext cx="939697" cy="255576"/>
            </a:xfrm>
            <a:prstGeom prst="rect">
              <a:avLst/>
            </a:prstGeom>
            <a:noFill/>
          </p:spPr>
          <p:txBody>
            <a:bodyPr wrap="square" lIns="0" tIns="0" rIns="0" bIns="0" rtlCol="0">
              <a:noAutofit/>
            </a:bodyPr>
            <a:lstStyle/>
            <a:p>
              <a:pPr algn="r">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Sed dignissim lacinia nunc. Curabitur tortor.</a:t>
              </a:r>
              <a:endParaRPr lang="en-US" altLang="ko-KR" sz="700" dirty="0">
                <a:gradFill>
                  <a:gsLst>
                    <a:gs pos="0">
                      <a:schemeClr val="accent3"/>
                    </a:gs>
                    <a:gs pos="100000">
                      <a:schemeClr val="accent3"/>
                    </a:gs>
                  </a:gsLst>
                  <a:lin ang="5400000" scaled="0"/>
                </a:gradFill>
                <a:latin typeface="+mj-lt"/>
                <a:ea typeface="Roboto Light" pitchFamily="2" charset="0"/>
                <a:cs typeface="Roboto Condensed Regular"/>
              </a:endParaRPr>
            </a:p>
          </p:txBody>
        </p:sp>
      </p:grpSp>
      <p:grpSp>
        <p:nvGrpSpPr>
          <p:cNvPr id="125" name="그룹 124"/>
          <p:cNvGrpSpPr/>
          <p:nvPr/>
        </p:nvGrpSpPr>
        <p:grpSpPr>
          <a:xfrm>
            <a:off x="2231269" y="1946794"/>
            <a:ext cx="1108773" cy="375217"/>
            <a:chOff x="5816974" y="2401943"/>
            <a:chExt cx="1063808" cy="360000"/>
          </a:xfrm>
        </p:grpSpPr>
        <p:grpSp>
          <p:nvGrpSpPr>
            <p:cNvPr id="126" name="그룹 125"/>
            <p:cNvGrpSpPr/>
            <p:nvPr/>
          </p:nvGrpSpPr>
          <p:grpSpPr>
            <a:xfrm>
              <a:off x="5816974" y="2401943"/>
              <a:ext cx="1063808" cy="360000"/>
              <a:chOff x="5816974" y="2401943"/>
              <a:chExt cx="1063808" cy="360000"/>
            </a:xfrm>
            <a:solidFill>
              <a:schemeClr val="bg1">
                <a:lumMod val="65000"/>
              </a:schemeClr>
            </a:solidFill>
          </p:grpSpPr>
          <p:sp>
            <p:nvSpPr>
              <p:cNvPr id="128" name="타원 127"/>
              <p:cNvSpPr/>
              <p:nvPr/>
            </p:nvSpPr>
            <p:spPr>
              <a:xfrm>
                <a:off x="5816974" y="2401943"/>
                <a:ext cx="360000" cy="360000"/>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29" name="타원 128"/>
              <p:cNvSpPr/>
              <p:nvPr/>
            </p:nvSpPr>
            <p:spPr>
              <a:xfrm>
                <a:off x="6520782" y="2401943"/>
                <a:ext cx="360000" cy="360000"/>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33" name="직사각형 132"/>
              <p:cNvSpPr/>
              <p:nvPr/>
            </p:nvSpPr>
            <p:spPr>
              <a:xfrm>
                <a:off x="5996974" y="2401943"/>
                <a:ext cx="690801" cy="36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grpSp>
        <p:sp>
          <p:nvSpPr>
            <p:cNvPr id="127" name="TextBox 126"/>
            <p:cNvSpPr txBox="1"/>
            <p:nvPr/>
          </p:nvSpPr>
          <p:spPr>
            <a:xfrm>
              <a:off x="5875142" y="2467207"/>
              <a:ext cx="939697" cy="255576"/>
            </a:xfrm>
            <a:prstGeom prst="rect">
              <a:avLst/>
            </a:prstGeom>
            <a:noFill/>
          </p:spPr>
          <p:txBody>
            <a:bodyPr wrap="square" lIns="0" tIns="0" rIns="0" bIns="0" rtlCol="0">
              <a:noAutofit/>
            </a:bodyPr>
            <a:lstStyle/>
            <a:p>
              <a:pPr algn="r">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Sed dignissim lacinia nunc. Curabitur tortor.</a:t>
              </a:r>
              <a:endParaRPr lang="en-US" altLang="ko-KR" sz="700" dirty="0">
                <a:gradFill>
                  <a:gsLst>
                    <a:gs pos="0">
                      <a:schemeClr val="accent3"/>
                    </a:gs>
                    <a:gs pos="100000">
                      <a:schemeClr val="accent3"/>
                    </a:gs>
                  </a:gsLst>
                  <a:lin ang="5400000" scaled="0"/>
                </a:gradFill>
                <a:latin typeface="+mj-lt"/>
                <a:ea typeface="Roboto Light" pitchFamily="2" charset="0"/>
                <a:cs typeface="Roboto Condensed Regular"/>
              </a:endParaRPr>
            </a:p>
          </p:txBody>
        </p:sp>
      </p:grpSp>
      <p:grpSp>
        <p:nvGrpSpPr>
          <p:cNvPr id="139" name="그룹 138"/>
          <p:cNvGrpSpPr/>
          <p:nvPr/>
        </p:nvGrpSpPr>
        <p:grpSpPr>
          <a:xfrm>
            <a:off x="2231271" y="3147485"/>
            <a:ext cx="1108773" cy="375217"/>
            <a:chOff x="5816974" y="2401943"/>
            <a:chExt cx="1063808" cy="360000"/>
          </a:xfrm>
        </p:grpSpPr>
        <p:grpSp>
          <p:nvGrpSpPr>
            <p:cNvPr id="140" name="그룹 139"/>
            <p:cNvGrpSpPr/>
            <p:nvPr/>
          </p:nvGrpSpPr>
          <p:grpSpPr>
            <a:xfrm>
              <a:off x="5816974" y="2401943"/>
              <a:ext cx="1063808" cy="360000"/>
              <a:chOff x="5816974" y="2401943"/>
              <a:chExt cx="1063808" cy="360000"/>
            </a:xfrm>
            <a:solidFill>
              <a:schemeClr val="bg1">
                <a:lumMod val="65000"/>
              </a:schemeClr>
            </a:solidFill>
          </p:grpSpPr>
          <p:sp>
            <p:nvSpPr>
              <p:cNvPr id="152" name="타원 151"/>
              <p:cNvSpPr/>
              <p:nvPr/>
            </p:nvSpPr>
            <p:spPr>
              <a:xfrm>
                <a:off x="5816974" y="2401943"/>
                <a:ext cx="360000" cy="360000"/>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53" name="타원 152"/>
              <p:cNvSpPr/>
              <p:nvPr/>
            </p:nvSpPr>
            <p:spPr>
              <a:xfrm>
                <a:off x="6520782" y="2401943"/>
                <a:ext cx="360000" cy="360000"/>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54" name="직사각형 153"/>
              <p:cNvSpPr/>
              <p:nvPr/>
            </p:nvSpPr>
            <p:spPr>
              <a:xfrm>
                <a:off x="5996974" y="2401943"/>
                <a:ext cx="690801" cy="360000"/>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grpSp>
        <p:sp>
          <p:nvSpPr>
            <p:cNvPr id="150" name="TextBox 149"/>
            <p:cNvSpPr txBox="1"/>
            <p:nvPr/>
          </p:nvSpPr>
          <p:spPr>
            <a:xfrm>
              <a:off x="5875142" y="2467207"/>
              <a:ext cx="939697" cy="255576"/>
            </a:xfrm>
            <a:prstGeom prst="rect">
              <a:avLst/>
            </a:prstGeom>
            <a:noFill/>
          </p:spPr>
          <p:txBody>
            <a:bodyPr wrap="square" lIns="0" tIns="0" rIns="0" bIns="0" rtlCol="0">
              <a:noAutofit/>
            </a:bodyPr>
            <a:lstStyle/>
            <a:p>
              <a:pPr algn="r">
                <a:buClr>
                  <a:schemeClr val="bg2"/>
                </a:buClr>
              </a:pPr>
              <a:r>
                <a:rPr lang="pt-BR" altLang="ko-KR" sz="700" dirty="0">
                  <a:gradFill>
                    <a:gsLst>
                      <a:gs pos="0">
                        <a:schemeClr val="accent3"/>
                      </a:gs>
                      <a:gs pos="100000">
                        <a:schemeClr val="accent3"/>
                      </a:gs>
                    </a:gsLst>
                    <a:lin ang="5400000" scaled="0"/>
                  </a:gradFill>
                  <a:latin typeface="+mj-lt"/>
                  <a:ea typeface="Roboto Light" pitchFamily="2" charset="0"/>
                  <a:cs typeface="Roboto Condensed Regular"/>
                </a:rPr>
                <a:t>Sed dignissim lacinia nunc. Curabitur tortor.</a:t>
              </a:r>
              <a:endParaRPr lang="en-US" altLang="ko-KR" sz="700" dirty="0">
                <a:gradFill>
                  <a:gsLst>
                    <a:gs pos="0">
                      <a:schemeClr val="accent3"/>
                    </a:gs>
                    <a:gs pos="100000">
                      <a:schemeClr val="accent3"/>
                    </a:gs>
                  </a:gsLst>
                  <a:lin ang="5400000" scaled="0"/>
                </a:gradFill>
                <a:latin typeface="+mj-lt"/>
                <a:ea typeface="Roboto Light" pitchFamily="2" charset="0"/>
                <a:cs typeface="Roboto Condensed Regular"/>
              </a:endParaRPr>
            </a:p>
          </p:txBody>
        </p:sp>
      </p:grpSp>
      <p:sp>
        <p:nvSpPr>
          <p:cNvPr id="3" name="텍스트 개체 틀 2"/>
          <p:cNvSpPr>
            <a:spLocks noGrp="1"/>
          </p:cNvSpPr>
          <p:nvPr>
            <p:ph type="body" sz="quarter" idx="10"/>
          </p:nvPr>
        </p:nvSpPr>
        <p:spPr/>
        <p:txBody>
          <a:bodyPr/>
          <a:lstStyle/>
          <a:p>
            <a:pPr lvl="0" defTabSz="914400"/>
            <a:r>
              <a:rPr lang="en-US" altLang="ko-KR" b="1" dirty="0">
                <a:latin typeface="Roboto Condensed Regular"/>
              </a:rPr>
              <a:t>First Section :</a:t>
            </a:r>
            <a:r>
              <a:rPr lang="en-US" altLang="ko-KR" dirty="0"/>
              <a:t> dolor sit amen, </a:t>
            </a:r>
            <a:r>
              <a:rPr lang="en-US" altLang="ko-KR" dirty="0" err="1"/>
              <a:t>consectetur</a:t>
            </a:r>
            <a:r>
              <a:rPr lang="en-US" altLang="ko-KR" dirty="0"/>
              <a:t> </a:t>
            </a:r>
            <a:r>
              <a:rPr lang="en-US" altLang="ko-KR" dirty="0" err="1"/>
              <a:t>adipiscing</a:t>
            </a:r>
            <a:r>
              <a:rPr lang="en-US" altLang="ko-KR" dirty="0"/>
              <a:t> </a:t>
            </a:r>
            <a:r>
              <a:rPr lang="en-US" altLang="ko-KR" dirty="0" err="1"/>
              <a:t>elit</a:t>
            </a:r>
            <a:r>
              <a:rPr lang="en-US" altLang="ko-KR" dirty="0"/>
              <a:t>. Integer </a:t>
            </a:r>
            <a:r>
              <a:rPr lang="en-US" altLang="ko-KR" dirty="0" err="1"/>
              <a:t>nec</a:t>
            </a:r>
            <a:r>
              <a:rPr lang="en-US" altLang="ko-KR" dirty="0"/>
              <a:t> </a:t>
            </a:r>
            <a:r>
              <a:rPr lang="en-US" altLang="ko-KR" dirty="0" err="1"/>
              <a:t>odio</a:t>
            </a:r>
            <a:r>
              <a:rPr lang="en-US" altLang="ko-KR" dirty="0"/>
              <a:t>. </a:t>
            </a:r>
            <a:r>
              <a:rPr lang="en-US" altLang="ko-KR" dirty="0" err="1"/>
              <a:t>Praesent</a:t>
            </a:r>
            <a:r>
              <a:rPr lang="en-US" altLang="ko-KR" dirty="0"/>
              <a:t> lib </a:t>
            </a:r>
            <a:r>
              <a:rPr lang="en-US" altLang="ko-KR" dirty="0" err="1"/>
              <a:t>ero</a:t>
            </a:r>
            <a:r>
              <a:rPr lang="en-US" altLang="ko-KR" dirty="0"/>
              <a:t>. </a:t>
            </a:r>
            <a:r>
              <a:rPr lang="en-US" altLang="ko-KR" dirty="0" err="1"/>
              <a:t>Sed</a:t>
            </a:r>
            <a:r>
              <a:rPr lang="en-US" altLang="ko-KR" dirty="0"/>
              <a:t> </a:t>
            </a:r>
            <a:r>
              <a:rPr lang="en-US" altLang="ko-KR" dirty="0" err="1"/>
              <a:t>cursus</a:t>
            </a:r>
            <a:r>
              <a:rPr lang="en-US" altLang="ko-KR" dirty="0"/>
              <a:t> ante </a:t>
            </a:r>
            <a:r>
              <a:rPr lang="en-US" altLang="ko-KR" dirty="0" err="1"/>
              <a:t>dapibus</a:t>
            </a:r>
            <a:r>
              <a:rPr lang="en-US" altLang="ko-KR" dirty="0"/>
              <a:t> diam. </a:t>
            </a:r>
            <a:r>
              <a:rPr lang="en-US" altLang="ko-KR" dirty="0" err="1"/>
              <a:t>Sed</a:t>
            </a:r>
            <a:r>
              <a:rPr lang="en-US" altLang="ko-KR" dirty="0"/>
              <a:t> nisi. </a:t>
            </a:r>
            <a:r>
              <a:rPr lang="en-US" altLang="ko-KR" dirty="0" err="1"/>
              <a:t>Nulla</a:t>
            </a:r>
            <a:r>
              <a:rPr lang="en-US" altLang="ko-KR" dirty="0"/>
              <a:t> </a:t>
            </a:r>
            <a:r>
              <a:rPr lang="en-US" altLang="ko-KR" dirty="0" err="1"/>
              <a:t>quis</a:t>
            </a:r>
            <a:r>
              <a:rPr lang="en-US" altLang="ko-KR" dirty="0"/>
              <a:t> </a:t>
            </a:r>
            <a:r>
              <a:rPr lang="en-US" altLang="ko-KR" dirty="0" err="1"/>
              <a:t>sem</a:t>
            </a:r>
            <a:r>
              <a:rPr lang="en-US" altLang="ko-KR" dirty="0"/>
              <a:t> at </a:t>
            </a:r>
            <a:r>
              <a:rPr lang="en-US" altLang="ko-KR" dirty="0" err="1"/>
              <a:t>nibh</a:t>
            </a:r>
            <a:r>
              <a:rPr lang="en-US" altLang="ko-KR" dirty="0"/>
              <a:t> </a:t>
            </a:r>
            <a:r>
              <a:rPr lang="en-US" altLang="ko-KR" dirty="0" err="1"/>
              <a:t>elementum</a:t>
            </a:r>
            <a:r>
              <a:rPr lang="en-US" altLang="ko-KR" dirty="0"/>
              <a:t> </a:t>
            </a:r>
            <a:r>
              <a:rPr lang="en-US" altLang="ko-KR" dirty="0" err="1"/>
              <a:t>imperdiet</a:t>
            </a:r>
            <a:r>
              <a:rPr lang="en-US" altLang="ko-KR" dirty="0"/>
              <a:t>. </a:t>
            </a:r>
            <a:r>
              <a:rPr lang="en-US" altLang="ko-KR" dirty="0" err="1"/>
              <a:t>Duis</a:t>
            </a:r>
            <a:r>
              <a:rPr lang="en-US" altLang="ko-KR" dirty="0"/>
              <a:t> </a:t>
            </a:r>
            <a:r>
              <a:rPr lang="en-US" altLang="ko-KR" dirty="0" err="1"/>
              <a:t>sagittis</a:t>
            </a:r>
            <a:r>
              <a:rPr lang="en-US" altLang="ko-KR" dirty="0"/>
              <a:t> </a:t>
            </a:r>
            <a:r>
              <a:rPr lang="en-US" altLang="ko-KR" dirty="0" err="1"/>
              <a:t>ipsum</a:t>
            </a:r>
            <a:r>
              <a:rPr lang="en-US" altLang="ko-KR" dirty="0"/>
              <a:t>. </a:t>
            </a:r>
            <a:r>
              <a:rPr lang="en-US" altLang="ko-KR" dirty="0" err="1"/>
              <a:t>Praesent</a:t>
            </a:r>
            <a:r>
              <a:rPr lang="en-US" altLang="ko-KR" dirty="0"/>
              <a:t> </a:t>
            </a:r>
            <a:r>
              <a:rPr lang="en-US" altLang="ko-KR" dirty="0" err="1"/>
              <a:t>mauris</a:t>
            </a:r>
            <a:r>
              <a:rPr lang="en-US" altLang="ko-KR" dirty="0"/>
              <a:t>. </a:t>
            </a:r>
            <a:r>
              <a:rPr lang="en-US" altLang="ko-KR" dirty="0" err="1"/>
              <a:t>Fusce</a:t>
            </a:r>
            <a:r>
              <a:rPr lang="en-US" altLang="ko-KR" dirty="0"/>
              <a:t> </a:t>
            </a:r>
            <a:r>
              <a:rPr lang="en-US" altLang="ko-KR" dirty="0" err="1"/>
              <a:t>nec</a:t>
            </a:r>
            <a:r>
              <a:rPr lang="en-US" altLang="ko-KR" dirty="0"/>
              <a:t> </a:t>
            </a:r>
            <a:r>
              <a:rPr lang="en-US" altLang="ko-KR" dirty="0" err="1"/>
              <a:t>tellus</a:t>
            </a:r>
            <a:r>
              <a:rPr lang="en-US" altLang="ko-KR" dirty="0"/>
              <a:t> </a:t>
            </a:r>
            <a:r>
              <a:rPr lang="en-US" altLang="ko-KR" dirty="0" err="1"/>
              <a:t>sed</a:t>
            </a:r>
            <a:r>
              <a:rPr lang="en-US" altLang="ko-KR" dirty="0"/>
              <a:t> </a:t>
            </a:r>
            <a:r>
              <a:rPr lang="en-US" altLang="ko-KR" dirty="0" err="1"/>
              <a:t>augue</a:t>
            </a:r>
            <a:r>
              <a:rPr lang="en-US" altLang="ko-KR" dirty="0"/>
              <a:t> semper </a:t>
            </a:r>
            <a:r>
              <a:rPr lang="en-US" altLang="ko-KR" dirty="0" err="1"/>
              <a:t>porta</a:t>
            </a:r>
            <a:r>
              <a:rPr lang="en-US" altLang="ko-KR" dirty="0"/>
              <a:t>. </a:t>
            </a:r>
            <a:r>
              <a:rPr lang="en-US" altLang="ko-KR" dirty="0" err="1"/>
              <a:t>Mauris</a:t>
            </a:r>
            <a:r>
              <a:rPr lang="en-US" altLang="ko-KR" dirty="0"/>
              <a:t> </a:t>
            </a:r>
            <a:r>
              <a:rPr lang="en-US" altLang="ko-KR" dirty="0" err="1"/>
              <a:t>massa</a:t>
            </a:r>
            <a:r>
              <a:rPr lang="en-US" altLang="ko-KR" dirty="0"/>
              <a:t>. </a:t>
            </a:r>
            <a:r>
              <a:rPr lang="en-US" altLang="ko-KR" dirty="0" err="1"/>
              <a:t>Vestibulum</a:t>
            </a:r>
            <a:r>
              <a:rPr lang="en-US" altLang="ko-KR" dirty="0"/>
              <a:t> </a:t>
            </a:r>
            <a:r>
              <a:rPr lang="en-US" altLang="ko-KR" dirty="0" err="1"/>
              <a:t>lacinia</a:t>
            </a:r>
            <a:r>
              <a:rPr lang="en-US" altLang="ko-KR" dirty="0"/>
              <a:t> </a:t>
            </a:r>
            <a:r>
              <a:rPr lang="en-US" altLang="ko-KR" dirty="0" err="1"/>
              <a:t>arcu</a:t>
            </a:r>
            <a:r>
              <a:rPr lang="en-US" altLang="ko-KR" dirty="0"/>
              <a:t> </a:t>
            </a:r>
            <a:r>
              <a:rPr lang="en-US" altLang="ko-KR" dirty="0" err="1"/>
              <a:t>eget</a:t>
            </a:r>
            <a:r>
              <a:rPr lang="en-US" altLang="ko-KR" dirty="0"/>
              <a:t> </a:t>
            </a:r>
            <a:r>
              <a:rPr lang="en-US" altLang="ko-KR" dirty="0" err="1"/>
              <a:t>nulla</a:t>
            </a:r>
            <a:r>
              <a:rPr lang="en-US" altLang="ko-KR" dirty="0"/>
              <a:t>. </a:t>
            </a:r>
          </a:p>
          <a:p>
            <a:pPr lvl="0" defTabSz="914400"/>
            <a:br>
              <a:rPr lang="en-US" altLang="ko-KR" dirty="0"/>
            </a:br>
            <a:r>
              <a:rPr lang="en-US" altLang="ko-KR" b="1" dirty="0">
                <a:latin typeface="Roboto Condensed Regular"/>
              </a:rPr>
              <a:t>Second Section :</a:t>
            </a:r>
            <a:r>
              <a:rPr lang="en-US" altLang="ko-KR" dirty="0"/>
              <a:t> </a:t>
            </a:r>
            <a:r>
              <a:rPr lang="en-US" altLang="ko-KR" dirty="0" err="1"/>
              <a:t>Nulla</a:t>
            </a:r>
            <a:r>
              <a:rPr lang="en-US" altLang="ko-KR" dirty="0"/>
              <a:t> </a:t>
            </a:r>
            <a:r>
              <a:rPr lang="en-US" altLang="ko-KR" dirty="0" err="1"/>
              <a:t>quis</a:t>
            </a:r>
            <a:r>
              <a:rPr lang="en-US" altLang="ko-KR" dirty="0"/>
              <a:t> </a:t>
            </a:r>
            <a:r>
              <a:rPr lang="en-US" altLang="ko-KR" dirty="0" err="1"/>
              <a:t>sem</a:t>
            </a:r>
            <a:r>
              <a:rPr lang="en-US" altLang="ko-KR" dirty="0"/>
              <a:t> at </a:t>
            </a:r>
            <a:r>
              <a:rPr lang="en-US" altLang="ko-KR" dirty="0" err="1"/>
              <a:t>nibh</a:t>
            </a:r>
            <a:r>
              <a:rPr lang="en-US" altLang="ko-KR" dirty="0"/>
              <a:t> </a:t>
            </a:r>
            <a:r>
              <a:rPr lang="en-US" altLang="ko-KR" dirty="0" err="1"/>
              <a:t>elem</a:t>
            </a:r>
            <a:r>
              <a:rPr lang="en-US" altLang="ko-KR" dirty="0"/>
              <a:t> </a:t>
            </a:r>
            <a:r>
              <a:rPr lang="en-US" altLang="ko-KR" dirty="0" err="1"/>
              <a:t>entum</a:t>
            </a:r>
            <a:r>
              <a:rPr lang="en-US" altLang="ko-KR" dirty="0"/>
              <a:t> </a:t>
            </a:r>
            <a:r>
              <a:rPr lang="en-US" altLang="ko-KR" dirty="0" err="1"/>
              <a:t>imperdiet</a:t>
            </a:r>
            <a:r>
              <a:rPr lang="en-US" altLang="ko-KR" dirty="0"/>
              <a:t>. </a:t>
            </a:r>
            <a:r>
              <a:rPr lang="en-US" altLang="ko-KR" dirty="0" err="1"/>
              <a:t>Duis</a:t>
            </a:r>
            <a:r>
              <a:rPr lang="en-US" altLang="ko-KR" dirty="0"/>
              <a:t> </a:t>
            </a:r>
            <a:r>
              <a:rPr lang="en-US" altLang="ko-KR" dirty="0" err="1"/>
              <a:t>sagittis</a:t>
            </a:r>
            <a:r>
              <a:rPr lang="en-US" altLang="ko-KR" dirty="0"/>
              <a:t> </a:t>
            </a:r>
            <a:r>
              <a:rPr lang="en-US" altLang="ko-KR" dirty="0" err="1"/>
              <a:t>ipsum</a:t>
            </a:r>
            <a:r>
              <a:rPr lang="en-US" altLang="ko-KR" dirty="0"/>
              <a:t>. </a:t>
            </a:r>
            <a:r>
              <a:rPr lang="en-US" altLang="ko-KR" dirty="0" err="1"/>
              <a:t>Praes</a:t>
            </a:r>
            <a:r>
              <a:rPr lang="en-US" altLang="ko-KR" dirty="0"/>
              <a:t> </a:t>
            </a:r>
            <a:r>
              <a:rPr lang="en-US" altLang="ko-KR" dirty="0" err="1"/>
              <a:t>ent</a:t>
            </a:r>
            <a:r>
              <a:rPr lang="en-US" altLang="ko-KR" dirty="0"/>
              <a:t> </a:t>
            </a:r>
            <a:r>
              <a:rPr lang="en-US" altLang="ko-KR" dirty="0" err="1"/>
              <a:t>mauris</a:t>
            </a:r>
            <a:r>
              <a:rPr lang="en-US" altLang="ko-KR" dirty="0"/>
              <a:t>. </a:t>
            </a:r>
            <a:r>
              <a:rPr lang="en-US" altLang="ko-KR" dirty="0" err="1"/>
              <a:t>Fusce</a:t>
            </a:r>
            <a:r>
              <a:rPr lang="en-US" altLang="ko-KR" dirty="0"/>
              <a:t> </a:t>
            </a:r>
            <a:r>
              <a:rPr lang="en-US" altLang="ko-KR" dirty="0" err="1"/>
              <a:t>nec</a:t>
            </a:r>
            <a:r>
              <a:rPr lang="en-US" altLang="ko-KR" dirty="0"/>
              <a:t> </a:t>
            </a:r>
            <a:r>
              <a:rPr lang="en-US" altLang="ko-KR" dirty="0" err="1"/>
              <a:t>tellus</a:t>
            </a:r>
            <a:r>
              <a:rPr lang="en-US" altLang="ko-KR" dirty="0"/>
              <a:t> </a:t>
            </a:r>
            <a:r>
              <a:rPr lang="en-US" altLang="ko-KR" dirty="0" err="1"/>
              <a:t>sed</a:t>
            </a:r>
            <a:r>
              <a:rPr lang="en-US" altLang="ko-KR" dirty="0"/>
              <a:t> </a:t>
            </a:r>
            <a:r>
              <a:rPr lang="en-US" altLang="ko-KR" dirty="0" err="1"/>
              <a:t>augue</a:t>
            </a:r>
            <a:r>
              <a:rPr lang="en-US" altLang="ko-KR" dirty="0"/>
              <a:t> </a:t>
            </a:r>
            <a:r>
              <a:rPr lang="en-US" altLang="ko-KR" dirty="0" err="1"/>
              <a:t>sem</a:t>
            </a:r>
            <a:r>
              <a:rPr lang="en-US" altLang="ko-KR" dirty="0"/>
              <a:t> per </a:t>
            </a:r>
            <a:r>
              <a:rPr lang="en-US" altLang="ko-KR" dirty="0" err="1"/>
              <a:t>porta</a:t>
            </a:r>
            <a:r>
              <a:rPr lang="en-US" altLang="ko-KR" dirty="0"/>
              <a:t>. </a:t>
            </a:r>
            <a:r>
              <a:rPr lang="en-US" altLang="ko-KR" dirty="0" err="1"/>
              <a:t>Mauris</a:t>
            </a:r>
            <a:r>
              <a:rPr lang="en-US" altLang="ko-KR" dirty="0"/>
              <a:t> </a:t>
            </a:r>
            <a:r>
              <a:rPr lang="en-US" altLang="ko-KR" dirty="0" err="1"/>
              <a:t>massa</a:t>
            </a:r>
            <a:r>
              <a:rPr lang="en-US" altLang="ko-KR" dirty="0"/>
              <a:t>. </a:t>
            </a:r>
            <a:r>
              <a:rPr lang="en-US" altLang="ko-KR" dirty="0" err="1"/>
              <a:t>Vestibulum</a:t>
            </a:r>
            <a:r>
              <a:rPr lang="en-US" altLang="ko-KR" dirty="0"/>
              <a:t> </a:t>
            </a:r>
            <a:r>
              <a:rPr lang="en-US" altLang="ko-KR" dirty="0" err="1"/>
              <a:t>lacinia</a:t>
            </a:r>
            <a:r>
              <a:rPr lang="en-US" altLang="ko-KR" dirty="0"/>
              <a:t> </a:t>
            </a:r>
            <a:r>
              <a:rPr lang="en-US" altLang="ko-KR" dirty="0" err="1"/>
              <a:t>arcu</a:t>
            </a:r>
            <a:r>
              <a:rPr lang="en-US" altLang="ko-KR" dirty="0"/>
              <a:t> </a:t>
            </a:r>
            <a:r>
              <a:rPr lang="en-US" altLang="ko-KR" dirty="0" err="1"/>
              <a:t>eget</a:t>
            </a:r>
            <a:r>
              <a:rPr lang="en-US" altLang="ko-KR" dirty="0"/>
              <a:t> </a:t>
            </a:r>
            <a:r>
              <a:rPr lang="en-US" altLang="ko-KR" dirty="0" err="1"/>
              <a:t>nulla</a:t>
            </a:r>
            <a:r>
              <a:rPr lang="en-US" altLang="ko-KR" dirty="0"/>
              <a:t>. </a:t>
            </a:r>
          </a:p>
          <a:p>
            <a:pPr lvl="0"/>
            <a:endParaRPr lang="ko-KR" altLang="en-US" dirty="0"/>
          </a:p>
          <a:p>
            <a:pPr lvl="0"/>
            <a:endParaRPr lang="ko-KR" altLang="en-US" dirty="0"/>
          </a:p>
          <a:p>
            <a:endParaRPr lang="ko-KR" altLang="en-US" dirty="0"/>
          </a:p>
        </p:txBody>
      </p:sp>
    </p:spTree>
    <p:extLst>
      <p:ext uri="{BB962C8B-B14F-4D97-AF65-F5344CB8AC3E}">
        <p14:creationId xmlns:p14="http://schemas.microsoft.com/office/powerpoint/2010/main" val="364172534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5"/>
                                        </p:tgtEl>
                                        <p:attrNameLst>
                                          <p:attrName>style.visibility</p:attrName>
                                        </p:attrNameLst>
                                      </p:cBhvr>
                                      <p:to>
                                        <p:strVal val="visible"/>
                                      </p:to>
                                    </p:set>
                                    <p:anim calcmode="lin" valueType="num">
                                      <p:cBhvr>
                                        <p:cTn id="7" dur="700" fill="hold"/>
                                        <p:tgtEl>
                                          <p:spTgt spid="105"/>
                                        </p:tgtEl>
                                        <p:attrNameLst>
                                          <p:attrName>ppt_w</p:attrName>
                                        </p:attrNameLst>
                                      </p:cBhvr>
                                      <p:tavLst>
                                        <p:tav tm="0">
                                          <p:val>
                                            <p:fltVal val="0"/>
                                          </p:val>
                                        </p:tav>
                                        <p:tav tm="100000">
                                          <p:val>
                                            <p:strVal val="#ppt_w"/>
                                          </p:val>
                                        </p:tav>
                                      </p:tavLst>
                                    </p:anim>
                                    <p:anim calcmode="lin" valueType="num">
                                      <p:cBhvr>
                                        <p:cTn id="8" dur="700" fill="hold"/>
                                        <p:tgtEl>
                                          <p:spTgt spid="105"/>
                                        </p:tgtEl>
                                        <p:attrNameLst>
                                          <p:attrName>ppt_h</p:attrName>
                                        </p:attrNameLst>
                                      </p:cBhvr>
                                      <p:tavLst>
                                        <p:tav tm="0">
                                          <p:val>
                                            <p:strVal val="#ppt_h"/>
                                          </p:val>
                                        </p:tav>
                                        <p:tav tm="100000">
                                          <p:val>
                                            <p:strVal val="#ppt_h"/>
                                          </p:val>
                                        </p:tav>
                                      </p:tavLst>
                                    </p:anim>
                                  </p:childTnLst>
                                </p:cTn>
                              </p:par>
                            </p:childTnLst>
                          </p:cTn>
                        </p:par>
                        <p:par>
                          <p:cTn id="9" fill="hold">
                            <p:stCondLst>
                              <p:cond delay="1200"/>
                            </p:stCondLst>
                            <p:childTnLst>
                              <p:par>
                                <p:cTn id="10" presetID="17" presetClass="entr" presetSubtype="10" fill="hold" nodeType="after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p:cTn id="12" dur="500" fill="hold"/>
                                        <p:tgtEl>
                                          <p:spTgt spid="32"/>
                                        </p:tgtEl>
                                        <p:attrNameLst>
                                          <p:attrName>ppt_w</p:attrName>
                                        </p:attrNameLst>
                                      </p:cBhvr>
                                      <p:tavLst>
                                        <p:tav tm="0">
                                          <p:val>
                                            <p:fltVal val="0"/>
                                          </p:val>
                                        </p:tav>
                                        <p:tav tm="100000">
                                          <p:val>
                                            <p:strVal val="#ppt_w"/>
                                          </p:val>
                                        </p:tav>
                                      </p:tavLst>
                                    </p:anim>
                                    <p:anim calcmode="lin" valueType="num">
                                      <p:cBhvr>
                                        <p:cTn id="13" dur="500" fill="hold"/>
                                        <p:tgtEl>
                                          <p:spTgt spid="32"/>
                                        </p:tgtEl>
                                        <p:attrNameLst>
                                          <p:attrName>ppt_h</p:attrName>
                                        </p:attrNameLst>
                                      </p:cBhvr>
                                      <p:tavLst>
                                        <p:tav tm="0">
                                          <p:val>
                                            <p:strVal val="#ppt_h"/>
                                          </p:val>
                                        </p:tav>
                                        <p:tav tm="100000">
                                          <p:val>
                                            <p:strVal val="#ppt_h"/>
                                          </p:val>
                                        </p:tav>
                                      </p:tavLst>
                                    </p:anim>
                                  </p:childTnLst>
                                </p:cTn>
                              </p:par>
                            </p:childTnLst>
                          </p:cTn>
                        </p:par>
                        <p:par>
                          <p:cTn id="14" fill="hold">
                            <p:stCondLst>
                              <p:cond delay="1700"/>
                            </p:stCondLst>
                            <p:childTnLst>
                              <p:par>
                                <p:cTn id="15" presetID="17" presetClass="entr" presetSubtype="10" fill="hold" nodeType="afterEffect">
                                  <p:stCondLst>
                                    <p:cond delay="0"/>
                                  </p:stCondLst>
                                  <p:childTnLst>
                                    <p:set>
                                      <p:cBhvr>
                                        <p:cTn id="16" dur="1" fill="hold">
                                          <p:stCondLst>
                                            <p:cond delay="0"/>
                                          </p:stCondLst>
                                        </p:cTn>
                                        <p:tgtEl>
                                          <p:spTgt spid="36"/>
                                        </p:tgtEl>
                                        <p:attrNameLst>
                                          <p:attrName>style.visibility</p:attrName>
                                        </p:attrNameLst>
                                      </p:cBhvr>
                                      <p:to>
                                        <p:strVal val="visible"/>
                                      </p:to>
                                    </p:set>
                                    <p:anim calcmode="lin" valueType="num">
                                      <p:cBhvr>
                                        <p:cTn id="17" dur="500" fill="hold"/>
                                        <p:tgtEl>
                                          <p:spTgt spid="36"/>
                                        </p:tgtEl>
                                        <p:attrNameLst>
                                          <p:attrName>ppt_w</p:attrName>
                                        </p:attrNameLst>
                                      </p:cBhvr>
                                      <p:tavLst>
                                        <p:tav tm="0">
                                          <p:val>
                                            <p:fltVal val="0"/>
                                          </p:val>
                                        </p:tav>
                                        <p:tav tm="100000">
                                          <p:val>
                                            <p:strVal val="#ppt_w"/>
                                          </p:val>
                                        </p:tav>
                                      </p:tavLst>
                                    </p:anim>
                                    <p:anim calcmode="lin" valueType="num">
                                      <p:cBhvr>
                                        <p:cTn id="18" dur="500" fill="hold"/>
                                        <p:tgtEl>
                                          <p:spTgt spid="36"/>
                                        </p:tgtEl>
                                        <p:attrNameLst>
                                          <p:attrName>ppt_h</p:attrName>
                                        </p:attrNameLst>
                                      </p:cBhvr>
                                      <p:tavLst>
                                        <p:tav tm="0">
                                          <p:val>
                                            <p:strVal val="#ppt_h"/>
                                          </p:val>
                                        </p:tav>
                                        <p:tav tm="100000">
                                          <p:val>
                                            <p:strVal val="#ppt_h"/>
                                          </p:val>
                                        </p:tav>
                                      </p:tavLst>
                                    </p:anim>
                                  </p:childTnLst>
                                </p:cTn>
                              </p:par>
                            </p:childTnLst>
                          </p:cTn>
                        </p:par>
                        <p:par>
                          <p:cTn id="19" fill="hold">
                            <p:stCondLst>
                              <p:cond delay="2200"/>
                            </p:stCondLst>
                            <p:childTnLst>
                              <p:par>
                                <p:cTn id="20" presetID="17" presetClass="entr" presetSubtype="10" fill="hold" nodeType="afterEffect">
                                  <p:stCondLst>
                                    <p:cond delay="0"/>
                                  </p:stCondLst>
                                  <p:childTnLst>
                                    <p:set>
                                      <p:cBhvr>
                                        <p:cTn id="21" dur="1" fill="hold">
                                          <p:stCondLst>
                                            <p:cond delay="0"/>
                                          </p:stCondLst>
                                        </p:cTn>
                                        <p:tgtEl>
                                          <p:spTgt spid="195"/>
                                        </p:tgtEl>
                                        <p:attrNameLst>
                                          <p:attrName>style.visibility</p:attrName>
                                        </p:attrNameLst>
                                      </p:cBhvr>
                                      <p:to>
                                        <p:strVal val="visible"/>
                                      </p:to>
                                    </p:set>
                                    <p:anim calcmode="lin" valueType="num">
                                      <p:cBhvr>
                                        <p:cTn id="22" dur="500" fill="hold"/>
                                        <p:tgtEl>
                                          <p:spTgt spid="195"/>
                                        </p:tgtEl>
                                        <p:attrNameLst>
                                          <p:attrName>ppt_w</p:attrName>
                                        </p:attrNameLst>
                                      </p:cBhvr>
                                      <p:tavLst>
                                        <p:tav tm="0">
                                          <p:val>
                                            <p:fltVal val="0"/>
                                          </p:val>
                                        </p:tav>
                                        <p:tav tm="100000">
                                          <p:val>
                                            <p:strVal val="#ppt_w"/>
                                          </p:val>
                                        </p:tav>
                                      </p:tavLst>
                                    </p:anim>
                                    <p:anim calcmode="lin" valueType="num">
                                      <p:cBhvr>
                                        <p:cTn id="23" dur="500" fill="hold"/>
                                        <p:tgtEl>
                                          <p:spTgt spid="195"/>
                                        </p:tgtEl>
                                        <p:attrNameLst>
                                          <p:attrName>ppt_h</p:attrName>
                                        </p:attrNameLst>
                                      </p:cBhvr>
                                      <p:tavLst>
                                        <p:tav tm="0">
                                          <p:val>
                                            <p:strVal val="#ppt_h"/>
                                          </p:val>
                                        </p:tav>
                                        <p:tav tm="100000">
                                          <p:val>
                                            <p:strVal val="#ppt_h"/>
                                          </p:val>
                                        </p:tav>
                                      </p:tavLst>
                                    </p:anim>
                                  </p:childTnLst>
                                </p:cTn>
                              </p:par>
                            </p:childTnLst>
                          </p:cTn>
                        </p:par>
                        <p:par>
                          <p:cTn id="24" fill="hold">
                            <p:stCondLst>
                              <p:cond delay="2700"/>
                            </p:stCondLst>
                            <p:childTnLst>
                              <p:par>
                                <p:cTn id="25" presetID="17" presetClass="entr" presetSubtype="10" fill="hold" nodeType="afterEffect">
                                  <p:stCondLst>
                                    <p:cond delay="0"/>
                                  </p:stCondLst>
                                  <p:childTnLst>
                                    <p:set>
                                      <p:cBhvr>
                                        <p:cTn id="26" dur="1" fill="hold">
                                          <p:stCondLst>
                                            <p:cond delay="0"/>
                                          </p:stCondLst>
                                        </p:cTn>
                                        <p:tgtEl>
                                          <p:spTgt spid="119"/>
                                        </p:tgtEl>
                                        <p:attrNameLst>
                                          <p:attrName>style.visibility</p:attrName>
                                        </p:attrNameLst>
                                      </p:cBhvr>
                                      <p:to>
                                        <p:strVal val="visible"/>
                                      </p:to>
                                    </p:set>
                                    <p:anim calcmode="lin" valueType="num">
                                      <p:cBhvr>
                                        <p:cTn id="27" dur="500" fill="hold"/>
                                        <p:tgtEl>
                                          <p:spTgt spid="119"/>
                                        </p:tgtEl>
                                        <p:attrNameLst>
                                          <p:attrName>ppt_w</p:attrName>
                                        </p:attrNameLst>
                                      </p:cBhvr>
                                      <p:tavLst>
                                        <p:tav tm="0">
                                          <p:val>
                                            <p:fltVal val="0"/>
                                          </p:val>
                                        </p:tav>
                                        <p:tav tm="100000">
                                          <p:val>
                                            <p:strVal val="#ppt_w"/>
                                          </p:val>
                                        </p:tav>
                                      </p:tavLst>
                                    </p:anim>
                                    <p:anim calcmode="lin" valueType="num">
                                      <p:cBhvr>
                                        <p:cTn id="28" dur="500" fill="hold"/>
                                        <p:tgtEl>
                                          <p:spTgt spid="119"/>
                                        </p:tgtEl>
                                        <p:attrNameLst>
                                          <p:attrName>ppt_h</p:attrName>
                                        </p:attrNameLst>
                                      </p:cBhvr>
                                      <p:tavLst>
                                        <p:tav tm="0">
                                          <p:val>
                                            <p:strVal val="#ppt_h"/>
                                          </p:val>
                                        </p:tav>
                                        <p:tav tm="100000">
                                          <p:val>
                                            <p:strVal val="#ppt_h"/>
                                          </p:val>
                                        </p:tav>
                                      </p:tavLst>
                                    </p:anim>
                                  </p:childTnLst>
                                </p:cTn>
                              </p:par>
                            </p:childTnLst>
                          </p:cTn>
                        </p:par>
                        <p:par>
                          <p:cTn id="29" fill="hold">
                            <p:stCondLst>
                              <p:cond delay="3200"/>
                            </p:stCondLst>
                            <p:childTnLst>
                              <p:par>
                                <p:cTn id="30" presetID="17" presetClass="entr" presetSubtype="10" fill="hold" nodeType="afterEffect">
                                  <p:stCondLst>
                                    <p:cond delay="0"/>
                                  </p:stCondLst>
                                  <p:childTnLst>
                                    <p:set>
                                      <p:cBhvr>
                                        <p:cTn id="31" dur="1" fill="hold">
                                          <p:stCondLst>
                                            <p:cond delay="0"/>
                                          </p:stCondLst>
                                        </p:cTn>
                                        <p:tgtEl>
                                          <p:spTgt spid="221"/>
                                        </p:tgtEl>
                                        <p:attrNameLst>
                                          <p:attrName>style.visibility</p:attrName>
                                        </p:attrNameLst>
                                      </p:cBhvr>
                                      <p:to>
                                        <p:strVal val="visible"/>
                                      </p:to>
                                    </p:set>
                                    <p:anim calcmode="lin" valueType="num">
                                      <p:cBhvr>
                                        <p:cTn id="32" dur="500" fill="hold"/>
                                        <p:tgtEl>
                                          <p:spTgt spid="221"/>
                                        </p:tgtEl>
                                        <p:attrNameLst>
                                          <p:attrName>ppt_w</p:attrName>
                                        </p:attrNameLst>
                                      </p:cBhvr>
                                      <p:tavLst>
                                        <p:tav tm="0">
                                          <p:val>
                                            <p:fltVal val="0"/>
                                          </p:val>
                                        </p:tav>
                                        <p:tav tm="100000">
                                          <p:val>
                                            <p:strVal val="#ppt_w"/>
                                          </p:val>
                                        </p:tav>
                                      </p:tavLst>
                                    </p:anim>
                                    <p:anim calcmode="lin" valueType="num">
                                      <p:cBhvr>
                                        <p:cTn id="33" dur="500" fill="hold"/>
                                        <p:tgtEl>
                                          <p:spTgt spid="221"/>
                                        </p:tgtEl>
                                        <p:attrNameLst>
                                          <p:attrName>ppt_h</p:attrName>
                                        </p:attrNameLst>
                                      </p:cBhvr>
                                      <p:tavLst>
                                        <p:tav tm="0">
                                          <p:val>
                                            <p:strVal val="#ppt_h"/>
                                          </p:val>
                                        </p:tav>
                                        <p:tav tm="100000">
                                          <p:val>
                                            <p:strVal val="#ppt_h"/>
                                          </p:val>
                                        </p:tav>
                                      </p:tavLst>
                                    </p:anim>
                                  </p:childTnLst>
                                </p:cTn>
                              </p:par>
                            </p:childTnLst>
                          </p:cTn>
                        </p:par>
                        <p:par>
                          <p:cTn id="34" fill="hold">
                            <p:stCondLst>
                              <p:cond delay="3700"/>
                            </p:stCondLst>
                            <p:childTnLst>
                              <p:par>
                                <p:cTn id="35" presetID="17" presetClass="entr" presetSubtype="10" fill="hold" nodeType="afterEffect">
                                  <p:stCondLst>
                                    <p:cond delay="0"/>
                                  </p:stCondLst>
                                  <p:childTnLst>
                                    <p:set>
                                      <p:cBhvr>
                                        <p:cTn id="36" dur="1" fill="hold">
                                          <p:stCondLst>
                                            <p:cond delay="0"/>
                                          </p:stCondLst>
                                        </p:cTn>
                                        <p:tgtEl>
                                          <p:spTgt spid="139"/>
                                        </p:tgtEl>
                                        <p:attrNameLst>
                                          <p:attrName>style.visibility</p:attrName>
                                        </p:attrNameLst>
                                      </p:cBhvr>
                                      <p:to>
                                        <p:strVal val="visible"/>
                                      </p:to>
                                    </p:set>
                                    <p:anim calcmode="lin" valueType="num">
                                      <p:cBhvr>
                                        <p:cTn id="37" dur="500" fill="hold"/>
                                        <p:tgtEl>
                                          <p:spTgt spid="139"/>
                                        </p:tgtEl>
                                        <p:attrNameLst>
                                          <p:attrName>ppt_w</p:attrName>
                                        </p:attrNameLst>
                                      </p:cBhvr>
                                      <p:tavLst>
                                        <p:tav tm="0">
                                          <p:val>
                                            <p:fltVal val="0"/>
                                          </p:val>
                                        </p:tav>
                                        <p:tav tm="100000">
                                          <p:val>
                                            <p:strVal val="#ppt_w"/>
                                          </p:val>
                                        </p:tav>
                                      </p:tavLst>
                                    </p:anim>
                                    <p:anim calcmode="lin" valueType="num">
                                      <p:cBhvr>
                                        <p:cTn id="38" dur="500" fill="hold"/>
                                        <p:tgtEl>
                                          <p:spTgt spid="139"/>
                                        </p:tgtEl>
                                        <p:attrNameLst>
                                          <p:attrName>ppt_h</p:attrName>
                                        </p:attrNameLst>
                                      </p:cBhvr>
                                      <p:tavLst>
                                        <p:tav tm="0">
                                          <p:val>
                                            <p:strVal val="#ppt_h"/>
                                          </p:val>
                                        </p:tav>
                                        <p:tav tm="100000">
                                          <p:val>
                                            <p:strVal val="#ppt_h"/>
                                          </p:val>
                                        </p:tav>
                                      </p:tavLst>
                                    </p:anim>
                                  </p:childTnLst>
                                </p:cTn>
                              </p:par>
                            </p:childTnLst>
                          </p:cTn>
                        </p:par>
                        <p:par>
                          <p:cTn id="39" fill="hold">
                            <p:stCondLst>
                              <p:cond delay="4200"/>
                            </p:stCondLst>
                            <p:childTnLst>
                              <p:par>
                                <p:cTn id="40" presetID="17" presetClass="entr" presetSubtype="10" fill="hold" nodeType="afterEffect">
                                  <p:stCondLst>
                                    <p:cond delay="0"/>
                                  </p:stCondLst>
                                  <p:childTnLst>
                                    <p:set>
                                      <p:cBhvr>
                                        <p:cTn id="41" dur="1" fill="hold">
                                          <p:stCondLst>
                                            <p:cond delay="0"/>
                                          </p:stCondLst>
                                        </p:cTn>
                                        <p:tgtEl>
                                          <p:spTgt spid="237"/>
                                        </p:tgtEl>
                                        <p:attrNameLst>
                                          <p:attrName>style.visibility</p:attrName>
                                        </p:attrNameLst>
                                      </p:cBhvr>
                                      <p:to>
                                        <p:strVal val="visible"/>
                                      </p:to>
                                    </p:set>
                                    <p:anim calcmode="lin" valueType="num">
                                      <p:cBhvr>
                                        <p:cTn id="42" dur="500" fill="hold"/>
                                        <p:tgtEl>
                                          <p:spTgt spid="237"/>
                                        </p:tgtEl>
                                        <p:attrNameLst>
                                          <p:attrName>ppt_w</p:attrName>
                                        </p:attrNameLst>
                                      </p:cBhvr>
                                      <p:tavLst>
                                        <p:tav tm="0">
                                          <p:val>
                                            <p:fltVal val="0"/>
                                          </p:val>
                                        </p:tav>
                                        <p:tav tm="100000">
                                          <p:val>
                                            <p:strVal val="#ppt_w"/>
                                          </p:val>
                                        </p:tav>
                                      </p:tavLst>
                                    </p:anim>
                                    <p:anim calcmode="lin" valueType="num">
                                      <p:cBhvr>
                                        <p:cTn id="43" dur="500" fill="hold"/>
                                        <p:tgtEl>
                                          <p:spTgt spid="237"/>
                                        </p:tgtEl>
                                        <p:attrNameLst>
                                          <p:attrName>ppt_h</p:attrName>
                                        </p:attrNameLst>
                                      </p:cBhvr>
                                      <p:tavLst>
                                        <p:tav tm="0">
                                          <p:val>
                                            <p:strVal val="#ppt_h"/>
                                          </p:val>
                                        </p:tav>
                                        <p:tav tm="100000">
                                          <p:val>
                                            <p:strVal val="#ppt_h"/>
                                          </p:val>
                                        </p:tav>
                                      </p:tavLst>
                                    </p:anim>
                                  </p:childTnLst>
                                </p:cTn>
                              </p:par>
                            </p:childTnLst>
                          </p:cTn>
                        </p:par>
                        <p:par>
                          <p:cTn id="44" fill="hold">
                            <p:stCondLst>
                              <p:cond delay="4700"/>
                            </p:stCondLst>
                            <p:childTnLst>
                              <p:par>
                                <p:cTn id="45" presetID="17" presetClass="entr" presetSubtype="10" fill="hold" nodeType="afterEffect">
                                  <p:stCondLst>
                                    <p:cond delay="0"/>
                                  </p:stCondLst>
                                  <p:childTnLst>
                                    <p:set>
                                      <p:cBhvr>
                                        <p:cTn id="46" dur="1" fill="hold">
                                          <p:stCondLst>
                                            <p:cond delay="0"/>
                                          </p:stCondLst>
                                        </p:cTn>
                                        <p:tgtEl>
                                          <p:spTgt spid="125"/>
                                        </p:tgtEl>
                                        <p:attrNameLst>
                                          <p:attrName>style.visibility</p:attrName>
                                        </p:attrNameLst>
                                      </p:cBhvr>
                                      <p:to>
                                        <p:strVal val="visible"/>
                                      </p:to>
                                    </p:set>
                                    <p:anim calcmode="lin" valueType="num">
                                      <p:cBhvr>
                                        <p:cTn id="47" dur="500" fill="hold"/>
                                        <p:tgtEl>
                                          <p:spTgt spid="125"/>
                                        </p:tgtEl>
                                        <p:attrNameLst>
                                          <p:attrName>ppt_w</p:attrName>
                                        </p:attrNameLst>
                                      </p:cBhvr>
                                      <p:tavLst>
                                        <p:tav tm="0">
                                          <p:val>
                                            <p:fltVal val="0"/>
                                          </p:val>
                                        </p:tav>
                                        <p:tav tm="100000">
                                          <p:val>
                                            <p:strVal val="#ppt_w"/>
                                          </p:val>
                                        </p:tav>
                                      </p:tavLst>
                                    </p:anim>
                                    <p:anim calcmode="lin" valueType="num">
                                      <p:cBhvr>
                                        <p:cTn id="48" dur="500" fill="hold"/>
                                        <p:tgtEl>
                                          <p:spTgt spid="125"/>
                                        </p:tgtEl>
                                        <p:attrNameLst>
                                          <p:attrName>ppt_h</p:attrName>
                                        </p:attrNameLst>
                                      </p:cBhvr>
                                      <p:tavLst>
                                        <p:tav tm="0">
                                          <p:val>
                                            <p:strVal val="#ppt_h"/>
                                          </p:val>
                                        </p:tav>
                                        <p:tav tm="100000">
                                          <p:val>
                                            <p:strVal val="#ppt_h"/>
                                          </p:val>
                                        </p:tav>
                                      </p:tavLst>
                                    </p:anim>
                                  </p:childTnLst>
                                </p:cTn>
                              </p:par>
                            </p:childTnLst>
                          </p:cTn>
                        </p:par>
                        <p:par>
                          <p:cTn id="49" fill="hold">
                            <p:stCondLst>
                              <p:cond delay="5200"/>
                            </p:stCondLst>
                            <p:childTnLst>
                              <p:par>
                                <p:cTn id="50" presetID="17" presetClass="entr" presetSubtype="10" fill="hold" nodeType="afterEffect">
                                  <p:stCondLst>
                                    <p:cond delay="0"/>
                                  </p:stCondLst>
                                  <p:childTnLst>
                                    <p:set>
                                      <p:cBhvr>
                                        <p:cTn id="51" dur="1" fill="hold">
                                          <p:stCondLst>
                                            <p:cond delay="0"/>
                                          </p:stCondLst>
                                        </p:cTn>
                                        <p:tgtEl>
                                          <p:spTgt spid="229"/>
                                        </p:tgtEl>
                                        <p:attrNameLst>
                                          <p:attrName>style.visibility</p:attrName>
                                        </p:attrNameLst>
                                      </p:cBhvr>
                                      <p:to>
                                        <p:strVal val="visible"/>
                                      </p:to>
                                    </p:set>
                                    <p:anim calcmode="lin" valueType="num">
                                      <p:cBhvr>
                                        <p:cTn id="52" dur="500" fill="hold"/>
                                        <p:tgtEl>
                                          <p:spTgt spid="229"/>
                                        </p:tgtEl>
                                        <p:attrNameLst>
                                          <p:attrName>ppt_w</p:attrName>
                                        </p:attrNameLst>
                                      </p:cBhvr>
                                      <p:tavLst>
                                        <p:tav tm="0">
                                          <p:val>
                                            <p:fltVal val="0"/>
                                          </p:val>
                                        </p:tav>
                                        <p:tav tm="100000">
                                          <p:val>
                                            <p:strVal val="#ppt_w"/>
                                          </p:val>
                                        </p:tav>
                                      </p:tavLst>
                                    </p:anim>
                                    <p:anim calcmode="lin" valueType="num">
                                      <p:cBhvr>
                                        <p:cTn id="53" dur="500" fill="hold"/>
                                        <p:tgtEl>
                                          <p:spTgt spid="229"/>
                                        </p:tgtEl>
                                        <p:attrNameLst>
                                          <p:attrName>ppt_h</p:attrName>
                                        </p:attrNameLst>
                                      </p:cBhvr>
                                      <p:tavLst>
                                        <p:tav tm="0">
                                          <p:val>
                                            <p:strVal val="#ppt_h"/>
                                          </p:val>
                                        </p:tav>
                                        <p:tav tm="100000">
                                          <p:val>
                                            <p:strVal val="#ppt_h"/>
                                          </p:val>
                                        </p:tav>
                                      </p:tavLst>
                                    </p:anim>
                                  </p:childTnLst>
                                </p:cTn>
                              </p:par>
                            </p:childTnLst>
                          </p:cTn>
                        </p:par>
                        <p:par>
                          <p:cTn id="54" fill="hold">
                            <p:stCondLst>
                              <p:cond delay="5700"/>
                            </p:stCondLst>
                            <p:childTnLst>
                              <p:par>
                                <p:cTn id="55" presetID="12" presetClass="entr" presetSubtype="4" fill="hold" grpId="0" nodeType="afterEffect">
                                  <p:stCondLst>
                                    <p:cond delay="0"/>
                                  </p:stCondLst>
                                  <p:childTnLst>
                                    <p:set>
                                      <p:cBhvr>
                                        <p:cTn id="56" dur="1" fill="hold">
                                          <p:stCondLst>
                                            <p:cond delay="0"/>
                                          </p:stCondLst>
                                        </p:cTn>
                                        <p:tgtEl>
                                          <p:spTgt spid="109"/>
                                        </p:tgtEl>
                                        <p:attrNameLst>
                                          <p:attrName>style.visibility</p:attrName>
                                        </p:attrNameLst>
                                      </p:cBhvr>
                                      <p:to>
                                        <p:strVal val="visible"/>
                                      </p:to>
                                    </p:set>
                                    <p:animEffect transition="in" filter="slide(fromBottom)">
                                      <p:cBhvr>
                                        <p:cTn id="57"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 name="그룹 107"/>
          <p:cNvGrpSpPr/>
          <p:nvPr/>
        </p:nvGrpSpPr>
        <p:grpSpPr>
          <a:xfrm>
            <a:off x="575085" y="2356368"/>
            <a:ext cx="1219844" cy="625701"/>
            <a:chOff x="1763611" y="3188091"/>
            <a:chExt cx="936000" cy="625701"/>
          </a:xfrm>
        </p:grpSpPr>
        <p:sp>
          <p:nvSpPr>
            <p:cNvPr id="109" name="TextBox 108"/>
            <p:cNvSpPr txBox="1"/>
            <p:nvPr/>
          </p:nvSpPr>
          <p:spPr>
            <a:xfrm>
              <a:off x="1763611" y="3387539"/>
              <a:ext cx="936000" cy="426253"/>
            </a:xfrm>
            <a:prstGeom prst="rect">
              <a:avLst/>
            </a:prstGeom>
            <a:noFill/>
          </p:spPr>
          <p:txBody>
            <a:bodyPr wrap="square" lIns="72000" tIns="0" rIns="72000" bIns="0" rtlCol="0">
              <a:noAutofit/>
            </a:bodyPr>
            <a:lstStyle/>
            <a:p>
              <a:pPr algn="r">
                <a:buClr>
                  <a:schemeClr val="bg2"/>
                </a:buClr>
              </a:pPr>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usto eu magna luctus suscipit. Sed lectus. Integer euismod lacus luctuss magna. </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110" name="TextBox 109"/>
            <p:cNvSpPr txBox="1"/>
            <p:nvPr/>
          </p:nvSpPr>
          <p:spPr>
            <a:xfrm>
              <a:off x="1763611" y="3188091"/>
              <a:ext cx="936000" cy="179999"/>
            </a:xfrm>
            <a:prstGeom prst="rect">
              <a:avLst/>
            </a:prstGeom>
            <a:noFill/>
          </p:spPr>
          <p:txBody>
            <a:bodyPr wrap="square" lIns="72000" tIns="0" rIns="72000" bIns="0" rtlCol="0" anchor="ctr">
              <a:noAutofit/>
            </a:bodyPr>
            <a:lstStyle/>
            <a:p>
              <a:pPr lvl="0" algn="r"/>
              <a:r>
                <a:rPr lang="en-US" altLang="ko-KR" sz="1200" b="1" dirty="0">
                  <a:gradFill>
                    <a:gsLst>
                      <a:gs pos="0">
                        <a:schemeClr val="accent1"/>
                      </a:gs>
                      <a:gs pos="100000">
                        <a:schemeClr val="accent1"/>
                      </a:gs>
                    </a:gsLst>
                    <a:lin ang="5400000" scaled="0"/>
                  </a:gradFill>
                  <a:latin typeface="Roboto Condensed Regular"/>
                </a:rPr>
                <a:t>Lorem Ipsum </a:t>
              </a:r>
            </a:p>
          </p:txBody>
        </p:sp>
      </p:grpSp>
      <p:grpSp>
        <p:nvGrpSpPr>
          <p:cNvPr id="120" name="그룹 119"/>
          <p:cNvGrpSpPr/>
          <p:nvPr/>
        </p:nvGrpSpPr>
        <p:grpSpPr>
          <a:xfrm>
            <a:off x="3241341" y="949617"/>
            <a:ext cx="1219844" cy="625701"/>
            <a:chOff x="1763611" y="3188091"/>
            <a:chExt cx="936000" cy="625701"/>
          </a:xfrm>
        </p:grpSpPr>
        <p:sp>
          <p:nvSpPr>
            <p:cNvPr id="121" name="TextBox 120"/>
            <p:cNvSpPr txBox="1"/>
            <p:nvPr/>
          </p:nvSpPr>
          <p:spPr>
            <a:xfrm>
              <a:off x="1763611" y="3387539"/>
              <a:ext cx="936000" cy="426253"/>
            </a:xfrm>
            <a:prstGeom prst="rect">
              <a:avLst/>
            </a:prstGeom>
            <a:noFill/>
          </p:spPr>
          <p:txBody>
            <a:bodyPr wrap="square" lIns="72000" tIns="0" rIns="72000" bIns="0" rtlCol="0">
              <a:noAutofit/>
            </a:bodyPr>
            <a:lstStyle/>
            <a:p>
              <a:pPr>
                <a:buClr>
                  <a:schemeClr val="bg2"/>
                </a:buClr>
              </a:pPr>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usto eu magna luctus suscipit. Sed lectus. Integer euismod lacus luctuss magna. </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122" name="TextBox 121"/>
            <p:cNvSpPr txBox="1"/>
            <p:nvPr/>
          </p:nvSpPr>
          <p:spPr>
            <a:xfrm>
              <a:off x="1763611" y="3188091"/>
              <a:ext cx="936000" cy="179999"/>
            </a:xfrm>
            <a:prstGeom prst="rect">
              <a:avLst/>
            </a:prstGeom>
            <a:noFill/>
          </p:spPr>
          <p:txBody>
            <a:bodyPr wrap="square" lIns="72000" tIns="0" rIns="72000" bIns="0" rtlCol="0" anchor="ctr">
              <a:noAutofit/>
            </a:bodyPr>
            <a:lstStyle/>
            <a:p>
              <a:r>
                <a:rPr lang="en-US" altLang="ko-KR" sz="1200" b="1" dirty="0">
                  <a:gradFill>
                    <a:gsLst>
                      <a:gs pos="0">
                        <a:schemeClr val="accent1"/>
                      </a:gs>
                      <a:gs pos="100000">
                        <a:schemeClr val="accent1"/>
                      </a:gs>
                    </a:gsLst>
                    <a:lin ang="5400000" scaled="0"/>
                  </a:gradFill>
                  <a:latin typeface="Roboto Condensed Regular"/>
                </a:rPr>
                <a:t>Lorem Ipsum </a:t>
              </a:r>
            </a:p>
          </p:txBody>
        </p:sp>
      </p:grpSp>
      <p:grpSp>
        <p:nvGrpSpPr>
          <p:cNvPr id="172" name="그룹 171"/>
          <p:cNvGrpSpPr/>
          <p:nvPr/>
        </p:nvGrpSpPr>
        <p:grpSpPr>
          <a:xfrm>
            <a:off x="3039552" y="4078068"/>
            <a:ext cx="1219844" cy="625701"/>
            <a:chOff x="1763611" y="3188091"/>
            <a:chExt cx="936000" cy="625701"/>
          </a:xfrm>
        </p:grpSpPr>
        <p:sp>
          <p:nvSpPr>
            <p:cNvPr id="173" name="TextBox 172"/>
            <p:cNvSpPr txBox="1"/>
            <p:nvPr/>
          </p:nvSpPr>
          <p:spPr>
            <a:xfrm>
              <a:off x="1763611" y="3387539"/>
              <a:ext cx="936000" cy="426253"/>
            </a:xfrm>
            <a:prstGeom prst="rect">
              <a:avLst/>
            </a:prstGeom>
            <a:noFill/>
          </p:spPr>
          <p:txBody>
            <a:bodyPr wrap="square" lIns="72000" tIns="0" rIns="72000" bIns="0" rtlCol="0">
              <a:noAutofit/>
            </a:bodyPr>
            <a:lstStyle/>
            <a:p>
              <a:pPr>
                <a:buClr>
                  <a:schemeClr val="bg2"/>
                </a:buClr>
              </a:pPr>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usto eu magna luctus suscipit. Sed lectus. Integer euismod lacus luctuss magna. </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174" name="TextBox 173"/>
            <p:cNvSpPr txBox="1"/>
            <p:nvPr/>
          </p:nvSpPr>
          <p:spPr>
            <a:xfrm>
              <a:off x="1763611" y="3188091"/>
              <a:ext cx="936000" cy="179999"/>
            </a:xfrm>
            <a:prstGeom prst="rect">
              <a:avLst/>
            </a:prstGeom>
            <a:noFill/>
          </p:spPr>
          <p:txBody>
            <a:bodyPr wrap="square" lIns="72000" tIns="0" rIns="72000" bIns="0" rtlCol="0" anchor="ctr">
              <a:noAutofit/>
            </a:bodyPr>
            <a:lstStyle/>
            <a:p>
              <a:pPr lvl="0"/>
              <a:r>
                <a:rPr lang="en-US" altLang="ko-KR" sz="1200" b="1" dirty="0">
                  <a:gradFill>
                    <a:gsLst>
                      <a:gs pos="0">
                        <a:schemeClr val="accent1"/>
                      </a:gs>
                      <a:gs pos="100000">
                        <a:schemeClr val="accent1"/>
                      </a:gs>
                    </a:gsLst>
                    <a:lin ang="5400000" scaled="0"/>
                  </a:gradFill>
                  <a:latin typeface="Roboto Condensed Regular"/>
                </a:rPr>
                <a:t>Lorem Ipsum </a:t>
              </a:r>
            </a:p>
          </p:txBody>
        </p:sp>
      </p:grpSp>
      <p:grpSp>
        <p:nvGrpSpPr>
          <p:cNvPr id="186" name="그룹 185"/>
          <p:cNvGrpSpPr/>
          <p:nvPr/>
        </p:nvGrpSpPr>
        <p:grpSpPr>
          <a:xfrm>
            <a:off x="5138025" y="2617137"/>
            <a:ext cx="1219844" cy="625701"/>
            <a:chOff x="1763611" y="3188091"/>
            <a:chExt cx="936000" cy="625701"/>
          </a:xfrm>
        </p:grpSpPr>
        <p:sp>
          <p:nvSpPr>
            <p:cNvPr id="187" name="TextBox 186"/>
            <p:cNvSpPr txBox="1"/>
            <p:nvPr/>
          </p:nvSpPr>
          <p:spPr>
            <a:xfrm>
              <a:off x="1763611" y="3387539"/>
              <a:ext cx="936000" cy="426253"/>
            </a:xfrm>
            <a:prstGeom prst="rect">
              <a:avLst/>
            </a:prstGeom>
            <a:noFill/>
          </p:spPr>
          <p:txBody>
            <a:bodyPr wrap="square" lIns="72000" tIns="0" rIns="72000" bIns="0" rtlCol="0">
              <a:noAutofit/>
            </a:bodyPr>
            <a:lstStyle/>
            <a:p>
              <a:pPr>
                <a:buClr>
                  <a:schemeClr val="bg2"/>
                </a:buClr>
              </a:pPr>
              <a:r>
                <a:rPr lang="fr-F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usto eu magna luctus suscipit. Sed lectus. Integer euismod lacus luctuss magna. </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188" name="TextBox 187"/>
            <p:cNvSpPr txBox="1"/>
            <p:nvPr/>
          </p:nvSpPr>
          <p:spPr>
            <a:xfrm>
              <a:off x="1763611" y="3188091"/>
              <a:ext cx="936000" cy="179999"/>
            </a:xfrm>
            <a:prstGeom prst="rect">
              <a:avLst/>
            </a:prstGeom>
            <a:noFill/>
          </p:spPr>
          <p:txBody>
            <a:bodyPr wrap="square" lIns="72000" tIns="0" rIns="72000" bIns="0" rtlCol="0" anchor="ctr">
              <a:noAutofit/>
            </a:bodyPr>
            <a:lstStyle/>
            <a:p>
              <a:r>
                <a:rPr lang="en-US" altLang="ko-KR" sz="1200" b="1" dirty="0">
                  <a:gradFill>
                    <a:gsLst>
                      <a:gs pos="0">
                        <a:schemeClr val="accent1"/>
                      </a:gs>
                      <a:gs pos="100000">
                        <a:schemeClr val="accent1"/>
                      </a:gs>
                    </a:gsLst>
                    <a:lin ang="5400000" scaled="0"/>
                  </a:gradFill>
                  <a:latin typeface="Roboto Condensed Regular"/>
                </a:rPr>
                <a:t>Lorem Ipsum </a:t>
              </a:r>
            </a:p>
          </p:txBody>
        </p:sp>
      </p:grpSp>
      <p:sp>
        <p:nvSpPr>
          <p:cNvPr id="11" name="Title 10"/>
          <p:cNvSpPr>
            <a:spLocks noGrp="1"/>
          </p:cNvSpPr>
          <p:nvPr>
            <p:ph type="title"/>
          </p:nvPr>
        </p:nvSpPr>
        <p:spPr/>
        <p:txBody>
          <a:bodyPr/>
          <a:lstStyle/>
          <a:p>
            <a:r>
              <a:rPr lang="en-US" altLang="ko-KR" dirty="0"/>
              <a:t>Circulation diagram</a:t>
            </a:r>
            <a:endParaRPr lang="en-US" dirty="0"/>
          </a:p>
        </p:txBody>
      </p:sp>
      <p:sp>
        <p:nvSpPr>
          <p:cNvPr id="160" name="굽은 화살표 159"/>
          <p:cNvSpPr/>
          <p:nvPr/>
        </p:nvSpPr>
        <p:spPr>
          <a:xfrm rot="5400000">
            <a:off x="3987657" y="1500511"/>
            <a:ext cx="698696" cy="1227899"/>
          </a:xfrm>
          <a:prstGeom prst="bentArrow">
            <a:avLst>
              <a:gd name="adj1" fmla="val 15000"/>
              <a:gd name="adj2" fmla="val 15000"/>
              <a:gd name="adj3" fmla="val 20000"/>
              <a:gd name="adj4" fmla="val 30000"/>
            </a:avLst>
          </a:prstGeom>
          <a:pattFill prst="dkUpDiag">
            <a:fgClr>
              <a:schemeClr val="accent1"/>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03" name="TextBox 102"/>
          <p:cNvSpPr txBox="1"/>
          <p:nvPr/>
        </p:nvSpPr>
        <p:spPr>
          <a:xfrm>
            <a:off x="2267681" y="2375180"/>
            <a:ext cx="2386012" cy="769412"/>
          </a:xfrm>
          <a:prstGeom prst="rect">
            <a:avLst/>
          </a:prstGeom>
          <a:noFill/>
        </p:spPr>
        <p:txBody>
          <a:bodyPr wrap="square" lIns="0" tIns="0" rIns="0" bIns="0" rtlCol="0" anchor="ctr">
            <a:noAutofit/>
          </a:bodyPr>
          <a:lstStyle/>
          <a:p>
            <a:pPr lvl="0" algn="ctr"/>
            <a:r>
              <a:rPr lang="en-US" altLang="ko-KR" sz="2400" dirty="0">
                <a:gradFill>
                  <a:gsLst>
                    <a:gs pos="0">
                      <a:schemeClr val="tx2"/>
                    </a:gs>
                    <a:gs pos="100000">
                      <a:schemeClr val="tx2"/>
                    </a:gs>
                  </a:gsLst>
                  <a:lin ang="0" scaled="1"/>
                </a:gradFill>
                <a:latin typeface="Bebas Neue"/>
                <a:ea typeface="Roboto Condensed Regular"/>
                <a:cs typeface="+mj-cs"/>
              </a:rPr>
              <a:t>Main Keyword</a:t>
            </a:r>
            <a:endParaRPr lang="nb-NO" altLang="ko-KR" sz="2400" b="1" dirty="0">
              <a:gradFill>
                <a:gsLst>
                  <a:gs pos="0">
                    <a:schemeClr val="tx2"/>
                  </a:gs>
                  <a:gs pos="100000">
                    <a:schemeClr val="tx2"/>
                  </a:gs>
                </a:gsLst>
                <a:lin ang="0" scaled="1"/>
              </a:gradFill>
              <a:latin typeface="Bebas Neue" pitchFamily="34" charset="0"/>
              <a:ea typeface="Roboto Light" pitchFamily="2" charset="0"/>
              <a:cs typeface="Roboto Condensed Regular"/>
            </a:endParaRPr>
          </a:p>
        </p:txBody>
      </p:sp>
      <p:sp>
        <p:nvSpPr>
          <p:cNvPr id="106" name="굽은 화살표 105"/>
          <p:cNvSpPr/>
          <p:nvPr/>
        </p:nvSpPr>
        <p:spPr>
          <a:xfrm>
            <a:off x="2042100" y="1711195"/>
            <a:ext cx="1080000" cy="720000"/>
          </a:xfrm>
          <a:prstGeom prst="bentArrow">
            <a:avLst>
              <a:gd name="adj1" fmla="val 15000"/>
              <a:gd name="adj2" fmla="val 15000"/>
              <a:gd name="adj3" fmla="val 20000"/>
              <a:gd name="adj4" fmla="val 30000"/>
            </a:avLst>
          </a:prstGeom>
          <a:pattFill prst="dkUpDiag">
            <a:fgClr>
              <a:schemeClr val="accent1"/>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61" name="굽은 화살표 160"/>
          <p:cNvSpPr/>
          <p:nvPr/>
        </p:nvSpPr>
        <p:spPr>
          <a:xfrm rot="10800000">
            <a:off x="3821842" y="3121832"/>
            <a:ext cx="1080000" cy="720000"/>
          </a:xfrm>
          <a:prstGeom prst="bentArrow">
            <a:avLst>
              <a:gd name="adj1" fmla="val 15000"/>
              <a:gd name="adj2" fmla="val 15000"/>
              <a:gd name="adj3" fmla="val 20000"/>
              <a:gd name="adj4" fmla="val 30000"/>
            </a:avLst>
          </a:prstGeom>
          <a:pattFill prst="dkUpDiag">
            <a:fgClr>
              <a:schemeClr val="accent1"/>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62" name="굽은 화살표 161"/>
          <p:cNvSpPr/>
          <p:nvPr/>
        </p:nvSpPr>
        <p:spPr>
          <a:xfrm rot="16200000">
            <a:off x="2254320" y="2825339"/>
            <a:ext cx="698696" cy="1227899"/>
          </a:xfrm>
          <a:prstGeom prst="bentArrow">
            <a:avLst>
              <a:gd name="adj1" fmla="val 15000"/>
              <a:gd name="adj2" fmla="val 15000"/>
              <a:gd name="adj3" fmla="val 20000"/>
              <a:gd name="adj4" fmla="val 30000"/>
            </a:avLst>
          </a:prstGeom>
          <a:pattFill prst="dkUpDiag">
            <a:fgClr>
              <a:schemeClr val="accent1"/>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grpSp>
        <p:nvGrpSpPr>
          <p:cNvPr id="33" name="그룹 32"/>
          <p:cNvGrpSpPr/>
          <p:nvPr/>
        </p:nvGrpSpPr>
        <p:grpSpPr>
          <a:xfrm>
            <a:off x="1815887" y="2362717"/>
            <a:ext cx="559888" cy="559888"/>
            <a:chOff x="1815887" y="2362717"/>
            <a:chExt cx="559888" cy="559888"/>
          </a:xfrm>
        </p:grpSpPr>
        <p:grpSp>
          <p:nvGrpSpPr>
            <p:cNvPr id="96" name="그룹 95"/>
            <p:cNvGrpSpPr/>
            <p:nvPr/>
          </p:nvGrpSpPr>
          <p:grpSpPr>
            <a:xfrm>
              <a:off x="1815887" y="2362717"/>
              <a:ext cx="559888" cy="559888"/>
              <a:chOff x="1385191" y="2138097"/>
              <a:chExt cx="805348" cy="805347"/>
            </a:xfrm>
          </p:grpSpPr>
          <p:sp>
            <p:nvSpPr>
              <p:cNvPr id="101" name="타원 100"/>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2700"/>
                  </a:lnSpc>
                </a:pPr>
                <a:endParaRPr lang="en-US" altLang="ko-KR" sz="3000" dirty="0">
                  <a:solidFill>
                    <a:schemeClr val="bg2"/>
                  </a:solidFill>
                  <a:latin typeface="Heydings Icons" panose="02000509000000000000" pitchFamily="49" charset="0"/>
                  <a:ea typeface="Roboto Light" pitchFamily="2" charset="0"/>
                  <a:cs typeface="Roboto Condensed Regular"/>
                </a:endParaRPr>
              </a:p>
            </p:txBody>
          </p:sp>
          <p:sp>
            <p:nvSpPr>
              <p:cNvPr id="102"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32" name="Freeform 55"/>
            <p:cNvSpPr>
              <a:spLocks noEditPoints="1"/>
            </p:cNvSpPr>
            <p:nvPr/>
          </p:nvSpPr>
          <p:spPr bwMode="auto">
            <a:xfrm>
              <a:off x="1970357" y="2449251"/>
              <a:ext cx="250947" cy="385677"/>
            </a:xfrm>
            <a:custGeom>
              <a:avLst/>
              <a:gdLst/>
              <a:ahLst/>
              <a:cxnLst>
                <a:cxn ang="0">
                  <a:pos x="148" y="0"/>
                </a:cxn>
                <a:cxn ang="0">
                  <a:pos x="13" y="0"/>
                </a:cxn>
                <a:cxn ang="0">
                  <a:pos x="0" y="12"/>
                </a:cxn>
                <a:cxn ang="0">
                  <a:pos x="0" y="232"/>
                </a:cxn>
                <a:cxn ang="0">
                  <a:pos x="13" y="245"/>
                </a:cxn>
                <a:cxn ang="0">
                  <a:pos x="148" y="245"/>
                </a:cxn>
                <a:cxn ang="0">
                  <a:pos x="160" y="232"/>
                </a:cxn>
                <a:cxn ang="0">
                  <a:pos x="160" y="12"/>
                </a:cxn>
                <a:cxn ang="0">
                  <a:pos x="148" y="0"/>
                </a:cxn>
                <a:cxn ang="0">
                  <a:pos x="80" y="235"/>
                </a:cxn>
                <a:cxn ang="0">
                  <a:pos x="68" y="222"/>
                </a:cxn>
                <a:cxn ang="0">
                  <a:pos x="80" y="210"/>
                </a:cxn>
                <a:cxn ang="0">
                  <a:pos x="93" y="222"/>
                </a:cxn>
                <a:cxn ang="0">
                  <a:pos x="80" y="235"/>
                </a:cxn>
                <a:cxn ang="0">
                  <a:pos x="145" y="188"/>
                </a:cxn>
                <a:cxn ang="0">
                  <a:pos x="133" y="200"/>
                </a:cxn>
                <a:cxn ang="0">
                  <a:pos x="28" y="200"/>
                </a:cxn>
                <a:cxn ang="0">
                  <a:pos x="15" y="188"/>
                </a:cxn>
                <a:cxn ang="0">
                  <a:pos x="15" y="29"/>
                </a:cxn>
                <a:cxn ang="0">
                  <a:pos x="28" y="16"/>
                </a:cxn>
                <a:cxn ang="0">
                  <a:pos x="133" y="16"/>
                </a:cxn>
                <a:cxn ang="0">
                  <a:pos x="145" y="29"/>
                </a:cxn>
                <a:cxn ang="0">
                  <a:pos x="145" y="188"/>
                </a:cxn>
              </a:cxnLst>
              <a:rect l="0" t="0" r="r" b="b"/>
              <a:pathLst>
                <a:path w="160" h="245">
                  <a:moveTo>
                    <a:pt x="148" y="0"/>
                  </a:moveTo>
                  <a:cubicBezTo>
                    <a:pt x="13" y="0"/>
                    <a:pt x="13" y="0"/>
                    <a:pt x="13" y="0"/>
                  </a:cubicBezTo>
                  <a:cubicBezTo>
                    <a:pt x="6" y="0"/>
                    <a:pt x="0" y="5"/>
                    <a:pt x="0" y="12"/>
                  </a:cubicBezTo>
                  <a:cubicBezTo>
                    <a:pt x="0" y="232"/>
                    <a:pt x="0" y="232"/>
                    <a:pt x="0" y="232"/>
                  </a:cubicBezTo>
                  <a:cubicBezTo>
                    <a:pt x="0" y="239"/>
                    <a:pt x="6" y="245"/>
                    <a:pt x="13" y="245"/>
                  </a:cubicBezTo>
                  <a:cubicBezTo>
                    <a:pt x="148" y="245"/>
                    <a:pt x="148" y="245"/>
                    <a:pt x="148" y="245"/>
                  </a:cubicBezTo>
                  <a:cubicBezTo>
                    <a:pt x="155" y="245"/>
                    <a:pt x="160" y="239"/>
                    <a:pt x="160" y="232"/>
                  </a:cubicBezTo>
                  <a:cubicBezTo>
                    <a:pt x="160" y="12"/>
                    <a:pt x="160" y="12"/>
                    <a:pt x="160" y="12"/>
                  </a:cubicBezTo>
                  <a:cubicBezTo>
                    <a:pt x="160" y="5"/>
                    <a:pt x="155" y="0"/>
                    <a:pt x="148" y="0"/>
                  </a:cubicBezTo>
                  <a:close/>
                  <a:moveTo>
                    <a:pt x="80" y="235"/>
                  </a:moveTo>
                  <a:cubicBezTo>
                    <a:pt x="73" y="235"/>
                    <a:pt x="68" y="229"/>
                    <a:pt x="68" y="222"/>
                  </a:cubicBezTo>
                  <a:cubicBezTo>
                    <a:pt x="68" y="216"/>
                    <a:pt x="73" y="210"/>
                    <a:pt x="80" y="210"/>
                  </a:cubicBezTo>
                  <a:cubicBezTo>
                    <a:pt x="87" y="210"/>
                    <a:pt x="93" y="216"/>
                    <a:pt x="93" y="222"/>
                  </a:cubicBezTo>
                  <a:cubicBezTo>
                    <a:pt x="93" y="229"/>
                    <a:pt x="87" y="235"/>
                    <a:pt x="80" y="235"/>
                  </a:cubicBezTo>
                  <a:close/>
                  <a:moveTo>
                    <a:pt x="145" y="188"/>
                  </a:moveTo>
                  <a:cubicBezTo>
                    <a:pt x="145" y="195"/>
                    <a:pt x="140" y="200"/>
                    <a:pt x="133" y="200"/>
                  </a:cubicBezTo>
                  <a:cubicBezTo>
                    <a:pt x="28" y="200"/>
                    <a:pt x="28" y="200"/>
                    <a:pt x="28" y="200"/>
                  </a:cubicBezTo>
                  <a:cubicBezTo>
                    <a:pt x="21" y="200"/>
                    <a:pt x="15" y="195"/>
                    <a:pt x="15" y="188"/>
                  </a:cubicBezTo>
                  <a:cubicBezTo>
                    <a:pt x="15" y="29"/>
                    <a:pt x="15" y="29"/>
                    <a:pt x="15" y="29"/>
                  </a:cubicBezTo>
                  <a:cubicBezTo>
                    <a:pt x="15" y="22"/>
                    <a:pt x="21" y="16"/>
                    <a:pt x="28" y="16"/>
                  </a:cubicBezTo>
                  <a:cubicBezTo>
                    <a:pt x="133" y="16"/>
                    <a:pt x="133" y="16"/>
                    <a:pt x="133" y="16"/>
                  </a:cubicBezTo>
                  <a:cubicBezTo>
                    <a:pt x="140" y="16"/>
                    <a:pt x="145" y="22"/>
                    <a:pt x="145" y="29"/>
                  </a:cubicBezTo>
                  <a:lnTo>
                    <a:pt x="145" y="188"/>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35" name="그룹 34"/>
          <p:cNvGrpSpPr/>
          <p:nvPr/>
        </p:nvGrpSpPr>
        <p:grpSpPr>
          <a:xfrm>
            <a:off x="3291374" y="1537216"/>
            <a:ext cx="559888" cy="559888"/>
            <a:chOff x="3291374" y="1537216"/>
            <a:chExt cx="559888" cy="559888"/>
          </a:xfrm>
        </p:grpSpPr>
        <p:grpSp>
          <p:nvGrpSpPr>
            <p:cNvPr id="113" name="그룹 112"/>
            <p:cNvGrpSpPr/>
            <p:nvPr/>
          </p:nvGrpSpPr>
          <p:grpSpPr>
            <a:xfrm>
              <a:off x="3291374" y="1537216"/>
              <a:ext cx="559888" cy="559888"/>
              <a:chOff x="1385191" y="2138097"/>
              <a:chExt cx="805348" cy="805347"/>
            </a:xfrm>
          </p:grpSpPr>
          <p:sp>
            <p:nvSpPr>
              <p:cNvPr id="118" name="타원 117"/>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2700"/>
                  </a:lnSpc>
                </a:pPr>
                <a:endParaRPr lang="en-US" altLang="ko-KR" sz="3000" dirty="0">
                  <a:solidFill>
                    <a:schemeClr val="bg2"/>
                  </a:solidFill>
                  <a:latin typeface="Heydings Icons" panose="02000509000000000000" pitchFamily="49" charset="0"/>
                  <a:ea typeface="Roboto Light" pitchFamily="2" charset="0"/>
                  <a:cs typeface="Roboto Condensed Regular"/>
                </a:endParaRPr>
              </a:p>
            </p:txBody>
          </p:sp>
          <p:sp>
            <p:nvSpPr>
              <p:cNvPr id="119"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34" name="Freeform 48"/>
            <p:cNvSpPr>
              <a:spLocks noEditPoints="1"/>
            </p:cNvSpPr>
            <p:nvPr/>
          </p:nvSpPr>
          <p:spPr bwMode="auto">
            <a:xfrm>
              <a:off x="3442635" y="1616134"/>
              <a:ext cx="257364" cy="376576"/>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37" name="그룹 36"/>
          <p:cNvGrpSpPr/>
          <p:nvPr/>
        </p:nvGrpSpPr>
        <p:grpSpPr>
          <a:xfrm>
            <a:off x="4565438" y="2631640"/>
            <a:ext cx="559888" cy="559888"/>
            <a:chOff x="4565438" y="2631640"/>
            <a:chExt cx="559888" cy="559888"/>
          </a:xfrm>
        </p:grpSpPr>
        <p:grpSp>
          <p:nvGrpSpPr>
            <p:cNvPr id="176" name="그룹 175"/>
            <p:cNvGrpSpPr/>
            <p:nvPr/>
          </p:nvGrpSpPr>
          <p:grpSpPr>
            <a:xfrm>
              <a:off x="4565438" y="2631640"/>
              <a:ext cx="559888" cy="559888"/>
              <a:chOff x="1385191" y="2138097"/>
              <a:chExt cx="805348" cy="805347"/>
            </a:xfrm>
          </p:grpSpPr>
          <p:sp>
            <p:nvSpPr>
              <p:cNvPr id="181" name="타원 180"/>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2700"/>
                  </a:lnSpc>
                </a:pPr>
                <a:endParaRPr lang="en-US" altLang="ko-KR" sz="3000" dirty="0">
                  <a:solidFill>
                    <a:schemeClr val="bg2"/>
                  </a:solidFill>
                  <a:latin typeface="Heydings Icons" panose="02000509000000000000" pitchFamily="49" charset="0"/>
                  <a:ea typeface="Roboto Light" pitchFamily="2" charset="0"/>
                  <a:cs typeface="Roboto Condensed Regular"/>
                </a:endParaRPr>
              </a:p>
            </p:txBody>
          </p:sp>
          <p:sp>
            <p:nvSpPr>
              <p:cNvPr id="182"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36" name="Freeform 53"/>
            <p:cNvSpPr>
              <a:spLocks noEditPoints="1"/>
            </p:cNvSpPr>
            <p:nvPr/>
          </p:nvSpPr>
          <p:spPr bwMode="auto">
            <a:xfrm>
              <a:off x="4687320" y="2734429"/>
              <a:ext cx="316124" cy="352449"/>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39" name="그룹 38"/>
          <p:cNvGrpSpPr/>
          <p:nvPr/>
        </p:nvGrpSpPr>
        <p:grpSpPr>
          <a:xfrm>
            <a:off x="3112214" y="3458713"/>
            <a:ext cx="559888" cy="559888"/>
            <a:chOff x="3112214" y="3458713"/>
            <a:chExt cx="559888" cy="559888"/>
          </a:xfrm>
        </p:grpSpPr>
        <p:grpSp>
          <p:nvGrpSpPr>
            <p:cNvPr id="165" name="그룹 164"/>
            <p:cNvGrpSpPr/>
            <p:nvPr/>
          </p:nvGrpSpPr>
          <p:grpSpPr>
            <a:xfrm>
              <a:off x="3112214" y="3458713"/>
              <a:ext cx="559888" cy="559888"/>
              <a:chOff x="1385191" y="2138097"/>
              <a:chExt cx="805348" cy="805347"/>
            </a:xfrm>
          </p:grpSpPr>
          <p:sp>
            <p:nvSpPr>
              <p:cNvPr id="170" name="타원 169"/>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2700"/>
                  </a:lnSpc>
                </a:pPr>
                <a:endParaRPr lang="en-US" altLang="ko-KR" sz="3000" dirty="0">
                  <a:solidFill>
                    <a:schemeClr val="bg2"/>
                  </a:solidFill>
                  <a:latin typeface="Heydings Icons" panose="02000509000000000000" pitchFamily="49" charset="0"/>
                  <a:ea typeface="Roboto Light" pitchFamily="2" charset="0"/>
                  <a:cs typeface="Roboto Condensed Regular"/>
                </a:endParaRPr>
              </a:p>
            </p:txBody>
          </p:sp>
          <p:sp>
            <p:nvSpPr>
              <p:cNvPr id="171"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38" name="Freeform 39"/>
            <p:cNvSpPr>
              <a:spLocks noEditPoints="1"/>
            </p:cNvSpPr>
            <p:nvPr/>
          </p:nvSpPr>
          <p:spPr bwMode="auto">
            <a:xfrm>
              <a:off x="3214652" y="3534508"/>
              <a:ext cx="364753" cy="363683"/>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20179265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120"/>
                                        </p:tgtEl>
                                        <p:attrNameLst>
                                          <p:attrName>style.visibility</p:attrName>
                                        </p:attrNameLst>
                                      </p:cBhvr>
                                      <p:to>
                                        <p:strVal val="visible"/>
                                      </p:to>
                                    </p:set>
                                    <p:animEffect transition="in" filter="fade">
                                      <p:cBhvr>
                                        <p:cTn id="12" dur="500"/>
                                        <p:tgtEl>
                                          <p:spTgt spid="120"/>
                                        </p:tgtEl>
                                      </p:cBhvr>
                                    </p:animEffect>
                                  </p:childTnLst>
                                </p:cTn>
                              </p:par>
                              <p:par>
                                <p:cTn id="13" presetID="17" presetClass="entr" presetSubtype="8" fill="hold" grpId="0" nodeType="withEffect">
                                  <p:stCondLst>
                                    <p:cond delay="0"/>
                                  </p:stCondLst>
                                  <p:childTnLst>
                                    <p:set>
                                      <p:cBhvr>
                                        <p:cTn id="14" dur="1" fill="hold">
                                          <p:stCondLst>
                                            <p:cond delay="0"/>
                                          </p:stCondLst>
                                        </p:cTn>
                                        <p:tgtEl>
                                          <p:spTgt spid="160"/>
                                        </p:tgtEl>
                                        <p:attrNameLst>
                                          <p:attrName>style.visibility</p:attrName>
                                        </p:attrNameLst>
                                      </p:cBhvr>
                                      <p:to>
                                        <p:strVal val="visible"/>
                                      </p:to>
                                    </p:set>
                                    <p:anim calcmode="lin" valueType="num">
                                      <p:cBhvr>
                                        <p:cTn id="15" dur="500" fill="hold"/>
                                        <p:tgtEl>
                                          <p:spTgt spid="160"/>
                                        </p:tgtEl>
                                        <p:attrNameLst>
                                          <p:attrName>ppt_x</p:attrName>
                                        </p:attrNameLst>
                                      </p:cBhvr>
                                      <p:tavLst>
                                        <p:tav tm="0">
                                          <p:val>
                                            <p:strVal val="#ppt_x-#ppt_w/2"/>
                                          </p:val>
                                        </p:tav>
                                        <p:tav tm="100000">
                                          <p:val>
                                            <p:strVal val="#ppt_x"/>
                                          </p:val>
                                        </p:tav>
                                      </p:tavLst>
                                    </p:anim>
                                    <p:anim calcmode="lin" valueType="num">
                                      <p:cBhvr>
                                        <p:cTn id="16" dur="500" fill="hold"/>
                                        <p:tgtEl>
                                          <p:spTgt spid="160"/>
                                        </p:tgtEl>
                                        <p:attrNameLst>
                                          <p:attrName>ppt_y</p:attrName>
                                        </p:attrNameLst>
                                      </p:cBhvr>
                                      <p:tavLst>
                                        <p:tav tm="0">
                                          <p:val>
                                            <p:strVal val="#ppt_y"/>
                                          </p:val>
                                        </p:tav>
                                        <p:tav tm="100000">
                                          <p:val>
                                            <p:strVal val="#ppt_y"/>
                                          </p:val>
                                        </p:tav>
                                      </p:tavLst>
                                    </p:anim>
                                    <p:anim calcmode="lin" valueType="num">
                                      <p:cBhvr>
                                        <p:cTn id="17" dur="500" fill="hold"/>
                                        <p:tgtEl>
                                          <p:spTgt spid="160"/>
                                        </p:tgtEl>
                                        <p:attrNameLst>
                                          <p:attrName>ppt_w</p:attrName>
                                        </p:attrNameLst>
                                      </p:cBhvr>
                                      <p:tavLst>
                                        <p:tav tm="0">
                                          <p:val>
                                            <p:fltVal val="0"/>
                                          </p:val>
                                        </p:tav>
                                        <p:tav tm="100000">
                                          <p:val>
                                            <p:strVal val="#ppt_w"/>
                                          </p:val>
                                        </p:tav>
                                      </p:tavLst>
                                    </p:anim>
                                    <p:anim calcmode="lin" valueType="num">
                                      <p:cBhvr>
                                        <p:cTn id="18" dur="500" fill="hold"/>
                                        <p:tgtEl>
                                          <p:spTgt spid="160"/>
                                        </p:tgtEl>
                                        <p:attrNameLst>
                                          <p:attrName>ppt_h</p:attrName>
                                        </p:attrNameLst>
                                      </p:cBhvr>
                                      <p:tavLst>
                                        <p:tav tm="0">
                                          <p:val>
                                            <p:strVal val="#ppt_h"/>
                                          </p:val>
                                        </p:tav>
                                        <p:tav tm="100000">
                                          <p:val>
                                            <p:strVal val="#ppt_h"/>
                                          </p:val>
                                        </p:tav>
                                      </p:tavLst>
                                    </p:anim>
                                  </p:childTnLst>
                                </p:cTn>
                              </p:par>
                            </p:childTnLst>
                          </p:cTn>
                        </p:par>
                        <p:par>
                          <p:cTn id="19" fill="hold">
                            <p:stCondLst>
                              <p:cond delay="1000"/>
                            </p:stCondLst>
                            <p:childTnLst>
                              <p:par>
                                <p:cTn id="20" presetID="17" presetClass="entr" presetSubtype="10" fill="hold" nodeType="afterEffect">
                                  <p:stCondLst>
                                    <p:cond delay="0"/>
                                  </p:stCondLst>
                                  <p:childTnLst>
                                    <p:set>
                                      <p:cBhvr>
                                        <p:cTn id="21" dur="1" fill="hold">
                                          <p:stCondLst>
                                            <p:cond delay="0"/>
                                          </p:stCondLst>
                                        </p:cTn>
                                        <p:tgtEl>
                                          <p:spTgt spid="37"/>
                                        </p:tgtEl>
                                        <p:attrNameLst>
                                          <p:attrName>style.visibility</p:attrName>
                                        </p:attrNameLst>
                                      </p:cBhvr>
                                      <p:to>
                                        <p:strVal val="visible"/>
                                      </p:to>
                                    </p:set>
                                    <p:anim calcmode="lin" valueType="num">
                                      <p:cBhvr>
                                        <p:cTn id="22" dur="500" fill="hold"/>
                                        <p:tgtEl>
                                          <p:spTgt spid="37"/>
                                        </p:tgtEl>
                                        <p:attrNameLst>
                                          <p:attrName>ppt_w</p:attrName>
                                        </p:attrNameLst>
                                      </p:cBhvr>
                                      <p:tavLst>
                                        <p:tav tm="0">
                                          <p:val>
                                            <p:fltVal val="0"/>
                                          </p:val>
                                        </p:tav>
                                        <p:tav tm="100000">
                                          <p:val>
                                            <p:strVal val="#ppt_w"/>
                                          </p:val>
                                        </p:tav>
                                      </p:tavLst>
                                    </p:anim>
                                    <p:anim calcmode="lin" valueType="num">
                                      <p:cBhvr>
                                        <p:cTn id="23" dur="500" fill="hold"/>
                                        <p:tgtEl>
                                          <p:spTgt spid="37"/>
                                        </p:tgtEl>
                                        <p:attrNameLst>
                                          <p:attrName>ppt_h</p:attrName>
                                        </p:attrNameLst>
                                      </p:cBhvr>
                                      <p:tavLst>
                                        <p:tav tm="0">
                                          <p:val>
                                            <p:strVal val="#ppt_h"/>
                                          </p:val>
                                        </p:tav>
                                        <p:tav tm="100000">
                                          <p:val>
                                            <p:strVal val="#ppt_h"/>
                                          </p:val>
                                        </p:tav>
                                      </p:tavLst>
                                    </p:anim>
                                  </p:childTnLst>
                                </p:cTn>
                              </p:par>
                            </p:childTnLst>
                          </p:cTn>
                        </p:par>
                        <p:par>
                          <p:cTn id="24" fill="hold">
                            <p:stCondLst>
                              <p:cond delay="1500"/>
                            </p:stCondLst>
                            <p:childTnLst>
                              <p:par>
                                <p:cTn id="25" presetID="10" presetClass="entr" presetSubtype="0" fill="hold" nodeType="afterEffect">
                                  <p:stCondLst>
                                    <p:cond delay="0"/>
                                  </p:stCondLst>
                                  <p:childTnLst>
                                    <p:set>
                                      <p:cBhvr>
                                        <p:cTn id="26" dur="1" fill="hold">
                                          <p:stCondLst>
                                            <p:cond delay="0"/>
                                          </p:stCondLst>
                                        </p:cTn>
                                        <p:tgtEl>
                                          <p:spTgt spid="186"/>
                                        </p:tgtEl>
                                        <p:attrNameLst>
                                          <p:attrName>style.visibility</p:attrName>
                                        </p:attrNameLst>
                                      </p:cBhvr>
                                      <p:to>
                                        <p:strVal val="visible"/>
                                      </p:to>
                                    </p:set>
                                    <p:animEffect transition="in" filter="fade">
                                      <p:cBhvr>
                                        <p:cTn id="27" dur="500"/>
                                        <p:tgtEl>
                                          <p:spTgt spid="186"/>
                                        </p:tgtEl>
                                      </p:cBhvr>
                                    </p:animEffect>
                                  </p:childTnLst>
                                </p:cTn>
                              </p:par>
                              <p:par>
                                <p:cTn id="28" presetID="17" presetClass="entr" presetSubtype="2" fill="hold" grpId="0" nodeType="withEffect">
                                  <p:stCondLst>
                                    <p:cond delay="0"/>
                                  </p:stCondLst>
                                  <p:childTnLst>
                                    <p:set>
                                      <p:cBhvr>
                                        <p:cTn id="29" dur="1" fill="hold">
                                          <p:stCondLst>
                                            <p:cond delay="0"/>
                                          </p:stCondLst>
                                        </p:cTn>
                                        <p:tgtEl>
                                          <p:spTgt spid="161"/>
                                        </p:tgtEl>
                                        <p:attrNameLst>
                                          <p:attrName>style.visibility</p:attrName>
                                        </p:attrNameLst>
                                      </p:cBhvr>
                                      <p:to>
                                        <p:strVal val="visible"/>
                                      </p:to>
                                    </p:set>
                                    <p:anim calcmode="lin" valueType="num">
                                      <p:cBhvr>
                                        <p:cTn id="30" dur="500" fill="hold"/>
                                        <p:tgtEl>
                                          <p:spTgt spid="161"/>
                                        </p:tgtEl>
                                        <p:attrNameLst>
                                          <p:attrName>ppt_x</p:attrName>
                                        </p:attrNameLst>
                                      </p:cBhvr>
                                      <p:tavLst>
                                        <p:tav tm="0">
                                          <p:val>
                                            <p:strVal val="#ppt_x+#ppt_w/2"/>
                                          </p:val>
                                        </p:tav>
                                        <p:tav tm="100000">
                                          <p:val>
                                            <p:strVal val="#ppt_x"/>
                                          </p:val>
                                        </p:tav>
                                      </p:tavLst>
                                    </p:anim>
                                    <p:anim calcmode="lin" valueType="num">
                                      <p:cBhvr>
                                        <p:cTn id="31" dur="500" fill="hold"/>
                                        <p:tgtEl>
                                          <p:spTgt spid="161"/>
                                        </p:tgtEl>
                                        <p:attrNameLst>
                                          <p:attrName>ppt_y</p:attrName>
                                        </p:attrNameLst>
                                      </p:cBhvr>
                                      <p:tavLst>
                                        <p:tav tm="0">
                                          <p:val>
                                            <p:strVal val="#ppt_y"/>
                                          </p:val>
                                        </p:tav>
                                        <p:tav tm="100000">
                                          <p:val>
                                            <p:strVal val="#ppt_y"/>
                                          </p:val>
                                        </p:tav>
                                      </p:tavLst>
                                    </p:anim>
                                    <p:anim calcmode="lin" valueType="num">
                                      <p:cBhvr>
                                        <p:cTn id="32" dur="500" fill="hold"/>
                                        <p:tgtEl>
                                          <p:spTgt spid="161"/>
                                        </p:tgtEl>
                                        <p:attrNameLst>
                                          <p:attrName>ppt_w</p:attrName>
                                        </p:attrNameLst>
                                      </p:cBhvr>
                                      <p:tavLst>
                                        <p:tav tm="0">
                                          <p:val>
                                            <p:fltVal val="0"/>
                                          </p:val>
                                        </p:tav>
                                        <p:tav tm="100000">
                                          <p:val>
                                            <p:strVal val="#ppt_w"/>
                                          </p:val>
                                        </p:tav>
                                      </p:tavLst>
                                    </p:anim>
                                    <p:anim calcmode="lin" valueType="num">
                                      <p:cBhvr>
                                        <p:cTn id="33" dur="500" fill="hold"/>
                                        <p:tgtEl>
                                          <p:spTgt spid="161"/>
                                        </p:tgtEl>
                                        <p:attrNameLst>
                                          <p:attrName>ppt_h</p:attrName>
                                        </p:attrNameLst>
                                      </p:cBhvr>
                                      <p:tavLst>
                                        <p:tav tm="0">
                                          <p:val>
                                            <p:strVal val="#ppt_h"/>
                                          </p:val>
                                        </p:tav>
                                        <p:tav tm="100000">
                                          <p:val>
                                            <p:strVal val="#ppt_h"/>
                                          </p:val>
                                        </p:tav>
                                      </p:tavLst>
                                    </p:anim>
                                  </p:childTnLst>
                                </p:cTn>
                              </p:par>
                            </p:childTnLst>
                          </p:cTn>
                        </p:par>
                        <p:par>
                          <p:cTn id="34" fill="hold">
                            <p:stCondLst>
                              <p:cond delay="2000"/>
                            </p:stCondLst>
                            <p:childTnLst>
                              <p:par>
                                <p:cTn id="35" presetID="17" presetClass="entr" presetSubtype="10" fill="hold" nodeType="after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p:cTn id="37" dur="500" fill="hold"/>
                                        <p:tgtEl>
                                          <p:spTgt spid="39"/>
                                        </p:tgtEl>
                                        <p:attrNameLst>
                                          <p:attrName>ppt_w</p:attrName>
                                        </p:attrNameLst>
                                      </p:cBhvr>
                                      <p:tavLst>
                                        <p:tav tm="0">
                                          <p:val>
                                            <p:fltVal val="0"/>
                                          </p:val>
                                        </p:tav>
                                        <p:tav tm="100000">
                                          <p:val>
                                            <p:strVal val="#ppt_w"/>
                                          </p:val>
                                        </p:tav>
                                      </p:tavLst>
                                    </p:anim>
                                    <p:anim calcmode="lin" valueType="num">
                                      <p:cBhvr>
                                        <p:cTn id="38" dur="500" fill="hold"/>
                                        <p:tgtEl>
                                          <p:spTgt spid="39"/>
                                        </p:tgtEl>
                                        <p:attrNameLst>
                                          <p:attrName>ppt_h</p:attrName>
                                        </p:attrNameLst>
                                      </p:cBhvr>
                                      <p:tavLst>
                                        <p:tav tm="0">
                                          <p:val>
                                            <p:strVal val="#ppt_h"/>
                                          </p:val>
                                        </p:tav>
                                        <p:tav tm="100000">
                                          <p:val>
                                            <p:strVal val="#ppt_h"/>
                                          </p:val>
                                        </p:tav>
                                      </p:tavLst>
                                    </p:anim>
                                  </p:childTnLst>
                                </p:cTn>
                              </p:par>
                            </p:childTnLst>
                          </p:cTn>
                        </p:par>
                        <p:par>
                          <p:cTn id="39" fill="hold">
                            <p:stCondLst>
                              <p:cond delay="2500"/>
                            </p:stCondLst>
                            <p:childTnLst>
                              <p:par>
                                <p:cTn id="40" presetID="10" presetClass="entr" presetSubtype="0" fill="hold" nodeType="afterEffect">
                                  <p:stCondLst>
                                    <p:cond delay="0"/>
                                  </p:stCondLst>
                                  <p:childTnLst>
                                    <p:set>
                                      <p:cBhvr>
                                        <p:cTn id="41" dur="1" fill="hold">
                                          <p:stCondLst>
                                            <p:cond delay="0"/>
                                          </p:stCondLst>
                                        </p:cTn>
                                        <p:tgtEl>
                                          <p:spTgt spid="172"/>
                                        </p:tgtEl>
                                        <p:attrNameLst>
                                          <p:attrName>style.visibility</p:attrName>
                                        </p:attrNameLst>
                                      </p:cBhvr>
                                      <p:to>
                                        <p:strVal val="visible"/>
                                      </p:to>
                                    </p:set>
                                    <p:animEffect transition="in" filter="fade">
                                      <p:cBhvr>
                                        <p:cTn id="42" dur="500"/>
                                        <p:tgtEl>
                                          <p:spTgt spid="172"/>
                                        </p:tgtEl>
                                      </p:cBhvr>
                                    </p:animEffect>
                                  </p:childTnLst>
                                </p:cTn>
                              </p:par>
                              <p:par>
                                <p:cTn id="43" presetID="17" presetClass="entr" presetSubtype="2" fill="hold" grpId="0" nodeType="withEffect">
                                  <p:stCondLst>
                                    <p:cond delay="0"/>
                                  </p:stCondLst>
                                  <p:childTnLst>
                                    <p:set>
                                      <p:cBhvr>
                                        <p:cTn id="44" dur="1" fill="hold">
                                          <p:stCondLst>
                                            <p:cond delay="0"/>
                                          </p:stCondLst>
                                        </p:cTn>
                                        <p:tgtEl>
                                          <p:spTgt spid="162"/>
                                        </p:tgtEl>
                                        <p:attrNameLst>
                                          <p:attrName>style.visibility</p:attrName>
                                        </p:attrNameLst>
                                      </p:cBhvr>
                                      <p:to>
                                        <p:strVal val="visible"/>
                                      </p:to>
                                    </p:set>
                                    <p:anim calcmode="lin" valueType="num">
                                      <p:cBhvr>
                                        <p:cTn id="45" dur="500" fill="hold"/>
                                        <p:tgtEl>
                                          <p:spTgt spid="162"/>
                                        </p:tgtEl>
                                        <p:attrNameLst>
                                          <p:attrName>ppt_x</p:attrName>
                                        </p:attrNameLst>
                                      </p:cBhvr>
                                      <p:tavLst>
                                        <p:tav tm="0">
                                          <p:val>
                                            <p:strVal val="#ppt_x+#ppt_w/2"/>
                                          </p:val>
                                        </p:tav>
                                        <p:tav tm="100000">
                                          <p:val>
                                            <p:strVal val="#ppt_x"/>
                                          </p:val>
                                        </p:tav>
                                      </p:tavLst>
                                    </p:anim>
                                    <p:anim calcmode="lin" valueType="num">
                                      <p:cBhvr>
                                        <p:cTn id="46" dur="500" fill="hold"/>
                                        <p:tgtEl>
                                          <p:spTgt spid="162"/>
                                        </p:tgtEl>
                                        <p:attrNameLst>
                                          <p:attrName>ppt_y</p:attrName>
                                        </p:attrNameLst>
                                      </p:cBhvr>
                                      <p:tavLst>
                                        <p:tav tm="0">
                                          <p:val>
                                            <p:strVal val="#ppt_y"/>
                                          </p:val>
                                        </p:tav>
                                        <p:tav tm="100000">
                                          <p:val>
                                            <p:strVal val="#ppt_y"/>
                                          </p:val>
                                        </p:tav>
                                      </p:tavLst>
                                    </p:anim>
                                    <p:anim calcmode="lin" valueType="num">
                                      <p:cBhvr>
                                        <p:cTn id="47" dur="500" fill="hold"/>
                                        <p:tgtEl>
                                          <p:spTgt spid="162"/>
                                        </p:tgtEl>
                                        <p:attrNameLst>
                                          <p:attrName>ppt_w</p:attrName>
                                        </p:attrNameLst>
                                      </p:cBhvr>
                                      <p:tavLst>
                                        <p:tav tm="0">
                                          <p:val>
                                            <p:fltVal val="0"/>
                                          </p:val>
                                        </p:tav>
                                        <p:tav tm="100000">
                                          <p:val>
                                            <p:strVal val="#ppt_w"/>
                                          </p:val>
                                        </p:tav>
                                      </p:tavLst>
                                    </p:anim>
                                    <p:anim calcmode="lin" valueType="num">
                                      <p:cBhvr>
                                        <p:cTn id="48" dur="500" fill="hold"/>
                                        <p:tgtEl>
                                          <p:spTgt spid="162"/>
                                        </p:tgtEl>
                                        <p:attrNameLst>
                                          <p:attrName>ppt_h</p:attrName>
                                        </p:attrNameLst>
                                      </p:cBhvr>
                                      <p:tavLst>
                                        <p:tav tm="0">
                                          <p:val>
                                            <p:strVal val="#ppt_h"/>
                                          </p:val>
                                        </p:tav>
                                        <p:tav tm="100000">
                                          <p:val>
                                            <p:strVal val="#ppt_h"/>
                                          </p:val>
                                        </p:tav>
                                      </p:tavLst>
                                    </p:anim>
                                  </p:childTnLst>
                                </p:cTn>
                              </p:par>
                            </p:childTnLst>
                          </p:cTn>
                        </p:par>
                        <p:par>
                          <p:cTn id="49" fill="hold">
                            <p:stCondLst>
                              <p:cond delay="3000"/>
                            </p:stCondLst>
                            <p:childTnLst>
                              <p:par>
                                <p:cTn id="50" presetID="17" presetClass="entr" presetSubtype="10" fill="hold" nodeType="afterEffect">
                                  <p:stCondLst>
                                    <p:cond delay="0"/>
                                  </p:stCondLst>
                                  <p:childTnLst>
                                    <p:set>
                                      <p:cBhvr>
                                        <p:cTn id="51" dur="1" fill="hold">
                                          <p:stCondLst>
                                            <p:cond delay="0"/>
                                          </p:stCondLst>
                                        </p:cTn>
                                        <p:tgtEl>
                                          <p:spTgt spid="33"/>
                                        </p:tgtEl>
                                        <p:attrNameLst>
                                          <p:attrName>style.visibility</p:attrName>
                                        </p:attrNameLst>
                                      </p:cBhvr>
                                      <p:to>
                                        <p:strVal val="visible"/>
                                      </p:to>
                                    </p:set>
                                    <p:anim calcmode="lin" valueType="num">
                                      <p:cBhvr>
                                        <p:cTn id="52" dur="500" fill="hold"/>
                                        <p:tgtEl>
                                          <p:spTgt spid="33"/>
                                        </p:tgtEl>
                                        <p:attrNameLst>
                                          <p:attrName>ppt_w</p:attrName>
                                        </p:attrNameLst>
                                      </p:cBhvr>
                                      <p:tavLst>
                                        <p:tav tm="0">
                                          <p:val>
                                            <p:fltVal val="0"/>
                                          </p:val>
                                        </p:tav>
                                        <p:tav tm="100000">
                                          <p:val>
                                            <p:strVal val="#ppt_w"/>
                                          </p:val>
                                        </p:tav>
                                      </p:tavLst>
                                    </p:anim>
                                    <p:anim calcmode="lin" valueType="num">
                                      <p:cBhvr>
                                        <p:cTn id="53" dur="500" fill="hold"/>
                                        <p:tgtEl>
                                          <p:spTgt spid="33"/>
                                        </p:tgtEl>
                                        <p:attrNameLst>
                                          <p:attrName>ppt_h</p:attrName>
                                        </p:attrNameLst>
                                      </p:cBhvr>
                                      <p:tavLst>
                                        <p:tav tm="0">
                                          <p:val>
                                            <p:strVal val="#ppt_h"/>
                                          </p:val>
                                        </p:tav>
                                        <p:tav tm="100000">
                                          <p:val>
                                            <p:strVal val="#ppt_h"/>
                                          </p:val>
                                        </p:tav>
                                      </p:tavLst>
                                    </p:anim>
                                  </p:childTnLst>
                                </p:cTn>
                              </p:par>
                            </p:childTnLst>
                          </p:cTn>
                        </p:par>
                        <p:par>
                          <p:cTn id="54" fill="hold">
                            <p:stCondLst>
                              <p:cond delay="3500"/>
                            </p:stCondLst>
                            <p:childTnLst>
                              <p:par>
                                <p:cTn id="55" presetID="10" presetClass="entr" presetSubtype="0" fill="hold" nodeType="afterEffect">
                                  <p:stCondLst>
                                    <p:cond delay="0"/>
                                  </p:stCondLst>
                                  <p:childTnLst>
                                    <p:set>
                                      <p:cBhvr>
                                        <p:cTn id="56" dur="1" fill="hold">
                                          <p:stCondLst>
                                            <p:cond delay="0"/>
                                          </p:stCondLst>
                                        </p:cTn>
                                        <p:tgtEl>
                                          <p:spTgt spid="108"/>
                                        </p:tgtEl>
                                        <p:attrNameLst>
                                          <p:attrName>style.visibility</p:attrName>
                                        </p:attrNameLst>
                                      </p:cBhvr>
                                      <p:to>
                                        <p:strVal val="visible"/>
                                      </p:to>
                                    </p:set>
                                    <p:animEffect transition="in" filter="fade">
                                      <p:cBhvr>
                                        <p:cTn id="57" dur="500"/>
                                        <p:tgtEl>
                                          <p:spTgt spid="108"/>
                                        </p:tgtEl>
                                      </p:cBhvr>
                                    </p:animEffect>
                                  </p:childTnLst>
                                </p:cTn>
                              </p:par>
                              <p:par>
                                <p:cTn id="58" presetID="17" presetClass="entr" presetSubtype="8" fill="hold" grpId="0" nodeType="withEffect">
                                  <p:stCondLst>
                                    <p:cond delay="0"/>
                                  </p:stCondLst>
                                  <p:childTnLst>
                                    <p:set>
                                      <p:cBhvr>
                                        <p:cTn id="59" dur="1" fill="hold">
                                          <p:stCondLst>
                                            <p:cond delay="0"/>
                                          </p:stCondLst>
                                        </p:cTn>
                                        <p:tgtEl>
                                          <p:spTgt spid="106"/>
                                        </p:tgtEl>
                                        <p:attrNameLst>
                                          <p:attrName>style.visibility</p:attrName>
                                        </p:attrNameLst>
                                      </p:cBhvr>
                                      <p:to>
                                        <p:strVal val="visible"/>
                                      </p:to>
                                    </p:set>
                                    <p:anim calcmode="lin" valueType="num">
                                      <p:cBhvr>
                                        <p:cTn id="60" dur="500" fill="hold"/>
                                        <p:tgtEl>
                                          <p:spTgt spid="106"/>
                                        </p:tgtEl>
                                        <p:attrNameLst>
                                          <p:attrName>ppt_x</p:attrName>
                                        </p:attrNameLst>
                                      </p:cBhvr>
                                      <p:tavLst>
                                        <p:tav tm="0">
                                          <p:val>
                                            <p:strVal val="#ppt_x-#ppt_w/2"/>
                                          </p:val>
                                        </p:tav>
                                        <p:tav tm="100000">
                                          <p:val>
                                            <p:strVal val="#ppt_x"/>
                                          </p:val>
                                        </p:tav>
                                      </p:tavLst>
                                    </p:anim>
                                    <p:anim calcmode="lin" valueType="num">
                                      <p:cBhvr>
                                        <p:cTn id="61" dur="500" fill="hold"/>
                                        <p:tgtEl>
                                          <p:spTgt spid="106"/>
                                        </p:tgtEl>
                                        <p:attrNameLst>
                                          <p:attrName>ppt_y</p:attrName>
                                        </p:attrNameLst>
                                      </p:cBhvr>
                                      <p:tavLst>
                                        <p:tav tm="0">
                                          <p:val>
                                            <p:strVal val="#ppt_y"/>
                                          </p:val>
                                        </p:tav>
                                        <p:tav tm="100000">
                                          <p:val>
                                            <p:strVal val="#ppt_y"/>
                                          </p:val>
                                        </p:tav>
                                      </p:tavLst>
                                    </p:anim>
                                    <p:anim calcmode="lin" valueType="num">
                                      <p:cBhvr>
                                        <p:cTn id="62" dur="500" fill="hold"/>
                                        <p:tgtEl>
                                          <p:spTgt spid="106"/>
                                        </p:tgtEl>
                                        <p:attrNameLst>
                                          <p:attrName>ppt_w</p:attrName>
                                        </p:attrNameLst>
                                      </p:cBhvr>
                                      <p:tavLst>
                                        <p:tav tm="0">
                                          <p:val>
                                            <p:fltVal val="0"/>
                                          </p:val>
                                        </p:tav>
                                        <p:tav tm="100000">
                                          <p:val>
                                            <p:strVal val="#ppt_w"/>
                                          </p:val>
                                        </p:tav>
                                      </p:tavLst>
                                    </p:anim>
                                    <p:anim calcmode="lin" valueType="num">
                                      <p:cBhvr>
                                        <p:cTn id="63" dur="500" fill="hold"/>
                                        <p:tgtEl>
                                          <p:spTgt spid="106"/>
                                        </p:tgtEl>
                                        <p:attrNameLst>
                                          <p:attrName>ppt_h</p:attrName>
                                        </p:attrNameLst>
                                      </p:cBhvr>
                                      <p:tavLst>
                                        <p:tav tm="0">
                                          <p:val>
                                            <p:strVal val="#ppt_h"/>
                                          </p:val>
                                        </p:tav>
                                        <p:tav tm="100000">
                                          <p:val>
                                            <p:strVal val="#ppt_h"/>
                                          </p:val>
                                        </p:tav>
                                      </p:tavLst>
                                    </p:anim>
                                  </p:childTnLst>
                                </p:cTn>
                              </p:par>
                            </p:childTnLst>
                          </p:cTn>
                        </p:par>
                        <p:par>
                          <p:cTn id="64" fill="hold">
                            <p:stCondLst>
                              <p:cond delay="4000"/>
                            </p:stCondLst>
                            <p:childTnLst>
                              <p:par>
                                <p:cTn id="65" presetID="53" presetClass="entr" presetSubtype="0" fill="hold" grpId="0" nodeType="afterEffect">
                                  <p:stCondLst>
                                    <p:cond delay="0"/>
                                  </p:stCondLst>
                                  <p:childTnLst>
                                    <p:set>
                                      <p:cBhvr>
                                        <p:cTn id="66" dur="1" fill="hold">
                                          <p:stCondLst>
                                            <p:cond delay="0"/>
                                          </p:stCondLst>
                                        </p:cTn>
                                        <p:tgtEl>
                                          <p:spTgt spid="103"/>
                                        </p:tgtEl>
                                        <p:attrNameLst>
                                          <p:attrName>style.visibility</p:attrName>
                                        </p:attrNameLst>
                                      </p:cBhvr>
                                      <p:to>
                                        <p:strVal val="visible"/>
                                      </p:to>
                                    </p:set>
                                    <p:anim calcmode="lin" valueType="num">
                                      <p:cBhvr>
                                        <p:cTn id="67" dur="500" fill="hold"/>
                                        <p:tgtEl>
                                          <p:spTgt spid="103"/>
                                        </p:tgtEl>
                                        <p:attrNameLst>
                                          <p:attrName>ppt_w</p:attrName>
                                        </p:attrNameLst>
                                      </p:cBhvr>
                                      <p:tavLst>
                                        <p:tav tm="0">
                                          <p:val>
                                            <p:fltVal val="0"/>
                                          </p:val>
                                        </p:tav>
                                        <p:tav tm="100000">
                                          <p:val>
                                            <p:strVal val="#ppt_w"/>
                                          </p:val>
                                        </p:tav>
                                      </p:tavLst>
                                    </p:anim>
                                    <p:anim calcmode="lin" valueType="num">
                                      <p:cBhvr>
                                        <p:cTn id="68" dur="500" fill="hold"/>
                                        <p:tgtEl>
                                          <p:spTgt spid="103"/>
                                        </p:tgtEl>
                                        <p:attrNameLst>
                                          <p:attrName>ppt_h</p:attrName>
                                        </p:attrNameLst>
                                      </p:cBhvr>
                                      <p:tavLst>
                                        <p:tav tm="0">
                                          <p:val>
                                            <p:fltVal val="0"/>
                                          </p:val>
                                        </p:tav>
                                        <p:tav tm="100000">
                                          <p:val>
                                            <p:strVal val="#ppt_h"/>
                                          </p:val>
                                        </p:tav>
                                      </p:tavLst>
                                    </p:anim>
                                    <p:animEffect transition="in" filter="fade">
                                      <p:cBhvr>
                                        <p:cTn id="69"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 grpId="0" animBg="1"/>
      <p:bldP spid="103" grpId="0"/>
      <p:bldP spid="106" grpId="0" animBg="1"/>
      <p:bldP spid="161" grpId="0" animBg="1"/>
      <p:bldP spid="16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5" name="직선 연결선 134"/>
          <p:cNvCxnSpPr/>
          <p:nvPr/>
        </p:nvCxnSpPr>
        <p:spPr>
          <a:xfrm flipH="1">
            <a:off x="1717385" y="1622117"/>
            <a:ext cx="2941503" cy="0"/>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52" name="그룹 51"/>
          <p:cNvGrpSpPr/>
          <p:nvPr/>
        </p:nvGrpSpPr>
        <p:grpSpPr>
          <a:xfrm>
            <a:off x="746702" y="1527498"/>
            <a:ext cx="952765" cy="603295"/>
            <a:chOff x="2874435" y="1527493"/>
            <a:chExt cx="952765" cy="603295"/>
          </a:xfrm>
        </p:grpSpPr>
        <p:sp>
          <p:nvSpPr>
            <p:cNvPr id="145" name="TextBox 144"/>
            <p:cNvSpPr txBox="1"/>
            <p:nvPr/>
          </p:nvSpPr>
          <p:spPr>
            <a:xfrm>
              <a:off x="2874435" y="1527493"/>
              <a:ext cx="952765" cy="193940"/>
            </a:xfrm>
            <a:prstGeom prst="rect">
              <a:avLst/>
            </a:prstGeom>
            <a:noFill/>
          </p:spPr>
          <p:txBody>
            <a:bodyPr wrap="square" lIns="72000" tIns="0" rIns="7200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Lorem Ipsum</a:t>
              </a:r>
              <a:endParaRPr lang="ko-KR" altLang="en-US" sz="1200" b="1" dirty="0">
                <a:gradFill>
                  <a:gsLst>
                    <a:gs pos="0">
                      <a:schemeClr val="accent1"/>
                    </a:gs>
                    <a:gs pos="100000">
                      <a:schemeClr val="accent1"/>
                    </a:gs>
                  </a:gsLst>
                  <a:lin ang="5400000" scaled="0"/>
                </a:gradFill>
                <a:latin typeface="Roboto Condensed Regular"/>
              </a:endParaRPr>
            </a:p>
          </p:txBody>
        </p:sp>
        <p:sp>
          <p:nvSpPr>
            <p:cNvPr id="146" name="TextBox 145"/>
            <p:cNvSpPr txBox="1"/>
            <p:nvPr/>
          </p:nvSpPr>
          <p:spPr>
            <a:xfrm>
              <a:off x="2874435" y="1741191"/>
              <a:ext cx="95276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157" name="직선 연결선 156"/>
          <p:cNvCxnSpPr/>
          <p:nvPr/>
        </p:nvCxnSpPr>
        <p:spPr>
          <a:xfrm flipH="1">
            <a:off x="1717385" y="2209302"/>
            <a:ext cx="2941503"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51" name="그룹 50"/>
          <p:cNvGrpSpPr/>
          <p:nvPr/>
        </p:nvGrpSpPr>
        <p:grpSpPr>
          <a:xfrm>
            <a:off x="746702" y="2114683"/>
            <a:ext cx="952765" cy="603295"/>
            <a:chOff x="2874435" y="2114678"/>
            <a:chExt cx="952765" cy="603295"/>
          </a:xfrm>
        </p:grpSpPr>
        <p:sp>
          <p:nvSpPr>
            <p:cNvPr id="159" name="TextBox 158"/>
            <p:cNvSpPr txBox="1"/>
            <p:nvPr/>
          </p:nvSpPr>
          <p:spPr>
            <a:xfrm>
              <a:off x="2874435" y="2114678"/>
              <a:ext cx="952765" cy="193940"/>
            </a:xfrm>
            <a:prstGeom prst="rect">
              <a:avLst/>
            </a:prstGeom>
            <a:noFill/>
          </p:spPr>
          <p:txBody>
            <a:bodyPr wrap="square" lIns="72000" tIns="0" rIns="72000" bIns="0" rtlCol="0">
              <a:noAutofit/>
            </a:bodyPr>
            <a:lstStyle/>
            <a:p>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63" name="TextBox 162"/>
            <p:cNvSpPr txBox="1"/>
            <p:nvPr/>
          </p:nvSpPr>
          <p:spPr>
            <a:xfrm>
              <a:off x="2874435" y="2328376"/>
              <a:ext cx="95276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184" name="직선 연결선 183"/>
          <p:cNvCxnSpPr/>
          <p:nvPr/>
        </p:nvCxnSpPr>
        <p:spPr>
          <a:xfrm flipH="1">
            <a:off x="1717385" y="2796487"/>
            <a:ext cx="2941503"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50" name="그룹 49"/>
          <p:cNvGrpSpPr/>
          <p:nvPr/>
        </p:nvGrpSpPr>
        <p:grpSpPr>
          <a:xfrm>
            <a:off x="746702" y="2701868"/>
            <a:ext cx="952765" cy="603295"/>
            <a:chOff x="2874435" y="2701863"/>
            <a:chExt cx="952765" cy="603295"/>
          </a:xfrm>
        </p:grpSpPr>
        <p:sp>
          <p:nvSpPr>
            <p:cNvPr id="189" name="TextBox 188"/>
            <p:cNvSpPr txBox="1"/>
            <p:nvPr/>
          </p:nvSpPr>
          <p:spPr>
            <a:xfrm>
              <a:off x="2874435" y="2701863"/>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91" name="TextBox 190"/>
            <p:cNvSpPr txBox="1"/>
            <p:nvPr/>
          </p:nvSpPr>
          <p:spPr>
            <a:xfrm>
              <a:off x="2874435" y="2915561"/>
              <a:ext cx="95276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193" name="직선 연결선 192"/>
          <p:cNvCxnSpPr/>
          <p:nvPr/>
        </p:nvCxnSpPr>
        <p:spPr>
          <a:xfrm flipH="1">
            <a:off x="1717385" y="3383672"/>
            <a:ext cx="2941503"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49" name="그룹 48"/>
          <p:cNvGrpSpPr/>
          <p:nvPr/>
        </p:nvGrpSpPr>
        <p:grpSpPr>
          <a:xfrm>
            <a:off x="746702" y="3289053"/>
            <a:ext cx="952765" cy="603295"/>
            <a:chOff x="2874435" y="3289048"/>
            <a:chExt cx="952765" cy="603295"/>
          </a:xfrm>
        </p:grpSpPr>
        <p:sp>
          <p:nvSpPr>
            <p:cNvPr id="195" name="TextBox 194"/>
            <p:cNvSpPr txBox="1"/>
            <p:nvPr/>
          </p:nvSpPr>
          <p:spPr>
            <a:xfrm>
              <a:off x="2874435" y="3289048"/>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96" name="TextBox 195"/>
            <p:cNvSpPr txBox="1"/>
            <p:nvPr/>
          </p:nvSpPr>
          <p:spPr>
            <a:xfrm>
              <a:off x="2874435" y="3502746"/>
              <a:ext cx="95276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198" name="직선 연결선 197"/>
          <p:cNvCxnSpPr/>
          <p:nvPr/>
        </p:nvCxnSpPr>
        <p:spPr>
          <a:xfrm flipH="1">
            <a:off x="1717385" y="3970856"/>
            <a:ext cx="2941503"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47" name="그룹 46"/>
          <p:cNvGrpSpPr/>
          <p:nvPr/>
        </p:nvGrpSpPr>
        <p:grpSpPr>
          <a:xfrm>
            <a:off x="746702" y="3876237"/>
            <a:ext cx="952765" cy="603295"/>
            <a:chOff x="2874435" y="3876232"/>
            <a:chExt cx="952765" cy="603295"/>
          </a:xfrm>
        </p:grpSpPr>
        <p:sp>
          <p:nvSpPr>
            <p:cNvPr id="200" name="TextBox 199"/>
            <p:cNvSpPr txBox="1"/>
            <p:nvPr/>
          </p:nvSpPr>
          <p:spPr>
            <a:xfrm>
              <a:off x="2874435" y="3876232"/>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201" name="TextBox 200"/>
            <p:cNvSpPr txBox="1"/>
            <p:nvPr/>
          </p:nvSpPr>
          <p:spPr>
            <a:xfrm>
              <a:off x="2874435" y="4089930"/>
              <a:ext cx="95276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sp>
        <p:nvSpPr>
          <p:cNvPr id="11" name="Title 10"/>
          <p:cNvSpPr>
            <a:spLocks noGrp="1"/>
          </p:cNvSpPr>
          <p:nvPr>
            <p:ph type="title"/>
          </p:nvPr>
        </p:nvSpPr>
        <p:spPr/>
        <p:txBody>
          <a:bodyPr/>
          <a:lstStyle/>
          <a:p>
            <a:r>
              <a:rPr lang="en-US" altLang="ko-KR" dirty="0"/>
              <a:t>Structured diagram</a:t>
            </a:r>
            <a:r>
              <a:rPr lang="en-US" altLang="ko-KR" dirty="0">
                <a:gradFill>
                  <a:gsLst>
                    <a:gs pos="0">
                      <a:schemeClr val="bg2"/>
                    </a:gs>
                    <a:gs pos="100000">
                      <a:schemeClr val="bg2"/>
                    </a:gs>
                  </a:gsLst>
                  <a:lin ang="0" scaled="1"/>
                </a:gradFill>
              </a:rPr>
              <a:t> </a:t>
            </a:r>
            <a:r>
              <a:rPr lang="en-US" altLang="ko-KR" sz="3600" baseline="10000" dirty="0">
                <a:gradFill>
                  <a:gsLst>
                    <a:gs pos="0">
                      <a:schemeClr val="bg2"/>
                    </a:gs>
                    <a:gs pos="100000">
                      <a:schemeClr val="bg2"/>
                    </a:gs>
                  </a:gsLst>
                  <a:lin ang="0" scaled="1"/>
                </a:gradFill>
              </a:rPr>
              <a:t>:</a:t>
            </a:r>
            <a:r>
              <a:rPr lang="en-US" altLang="ko-KR" dirty="0">
                <a:gradFill>
                  <a:gsLst>
                    <a:gs pos="0">
                      <a:schemeClr val="bg2"/>
                    </a:gs>
                    <a:gs pos="100000">
                      <a:schemeClr val="bg2"/>
                    </a:gs>
                  </a:gsLst>
                  <a:lin ang="0" scaled="1"/>
                </a:gradFill>
              </a:rPr>
              <a:t> Pyramid</a:t>
            </a:r>
            <a:endParaRPr lang="en-US" dirty="0">
              <a:gradFill>
                <a:gsLst>
                  <a:gs pos="0">
                    <a:schemeClr val="bg2"/>
                  </a:gs>
                  <a:gs pos="100000">
                    <a:schemeClr val="bg2"/>
                  </a:gs>
                </a:gsLst>
                <a:lin ang="0" scaled="1"/>
              </a:gradFill>
            </a:endParaRPr>
          </a:p>
        </p:txBody>
      </p:sp>
      <p:sp>
        <p:nvSpPr>
          <p:cNvPr id="78" name="타원 77"/>
          <p:cNvSpPr/>
          <p:nvPr/>
        </p:nvSpPr>
        <p:spPr>
          <a:xfrm>
            <a:off x="3029149" y="4378851"/>
            <a:ext cx="2975262" cy="276372"/>
          </a:xfrm>
          <a:prstGeom prst="ellipse">
            <a:avLst/>
          </a:prstGeom>
          <a:gradFill flip="none" rotWithShape="1">
            <a:gsLst>
              <a:gs pos="0">
                <a:schemeClr val="accent4">
                  <a:alpha val="40000"/>
                </a:schemeClr>
              </a:gs>
              <a:gs pos="100000">
                <a:schemeClr val="bg2">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59" name="그룹 58"/>
          <p:cNvGrpSpPr/>
          <p:nvPr/>
        </p:nvGrpSpPr>
        <p:grpSpPr>
          <a:xfrm>
            <a:off x="3130764" y="3556678"/>
            <a:ext cx="2442186" cy="1437095"/>
            <a:chOff x="5258502" y="3556673"/>
            <a:chExt cx="2442186" cy="1437095"/>
          </a:xfrm>
        </p:grpSpPr>
        <p:grpSp>
          <p:nvGrpSpPr>
            <p:cNvPr id="82" name="그룹 81"/>
            <p:cNvGrpSpPr/>
            <p:nvPr/>
          </p:nvGrpSpPr>
          <p:grpSpPr>
            <a:xfrm>
              <a:off x="6299404" y="3556673"/>
              <a:ext cx="630341" cy="763311"/>
              <a:chOff x="5223531" y="3585776"/>
              <a:chExt cx="630341" cy="763311"/>
            </a:xfrm>
          </p:grpSpPr>
          <p:sp>
            <p:nvSpPr>
              <p:cNvPr id="131" name="Freeform 19"/>
              <p:cNvSpPr>
                <a:spLocks/>
              </p:cNvSpPr>
              <p:nvPr/>
            </p:nvSpPr>
            <p:spPr bwMode="auto">
              <a:xfrm>
                <a:off x="5223531" y="3585776"/>
                <a:ext cx="630340" cy="271016"/>
              </a:xfrm>
              <a:custGeom>
                <a:avLst/>
                <a:gdLst>
                  <a:gd name="T0" fmla="*/ 256 w 331"/>
                  <a:gd name="T1" fmla="*/ 142 h 142"/>
                  <a:gd name="T2" fmla="*/ 252 w 331"/>
                  <a:gd name="T3" fmla="*/ 139 h 142"/>
                  <a:gd name="T4" fmla="*/ 0 w 331"/>
                  <a:gd name="T5" fmla="*/ 79 h 142"/>
                  <a:gd name="T6" fmla="*/ 331 w 331"/>
                  <a:gd name="T7" fmla="*/ 122 h 142"/>
                  <a:gd name="T8" fmla="*/ 256 w 331"/>
                  <a:gd name="T9" fmla="*/ 142 h 142"/>
                </a:gdLst>
                <a:ahLst/>
                <a:cxnLst>
                  <a:cxn ang="0">
                    <a:pos x="T0" y="T1"/>
                  </a:cxn>
                  <a:cxn ang="0">
                    <a:pos x="T2" y="T3"/>
                  </a:cxn>
                  <a:cxn ang="0">
                    <a:pos x="T4" y="T5"/>
                  </a:cxn>
                  <a:cxn ang="0">
                    <a:pos x="T6" y="T7"/>
                  </a:cxn>
                  <a:cxn ang="0">
                    <a:pos x="T8" y="T9"/>
                  </a:cxn>
                </a:cxnLst>
                <a:rect l="0" t="0" r="r" b="b"/>
                <a:pathLst>
                  <a:path w="331" h="142">
                    <a:moveTo>
                      <a:pt x="256" y="142"/>
                    </a:moveTo>
                    <a:cubicBezTo>
                      <a:pt x="252" y="139"/>
                      <a:pt x="252" y="139"/>
                      <a:pt x="252" y="139"/>
                    </a:cubicBezTo>
                    <a:cubicBezTo>
                      <a:pt x="119" y="49"/>
                      <a:pt x="17" y="74"/>
                      <a:pt x="0" y="79"/>
                    </a:cubicBezTo>
                    <a:cubicBezTo>
                      <a:pt x="0" y="79"/>
                      <a:pt x="157" y="0"/>
                      <a:pt x="331" y="122"/>
                    </a:cubicBezTo>
                    <a:lnTo>
                      <a:pt x="256" y="142"/>
                    </a:lnTo>
                    <a:close/>
                  </a:path>
                </a:pathLst>
              </a:custGeom>
              <a:gradFill>
                <a:gsLst>
                  <a:gs pos="0">
                    <a:schemeClr val="accent3">
                      <a:lumMod val="70000"/>
                    </a:schemeClr>
                  </a:gs>
                  <a:gs pos="50000">
                    <a:schemeClr val="accent3">
                      <a:lumMod val="60000"/>
                    </a:schemeClr>
                  </a:gs>
                  <a:gs pos="100000">
                    <a:schemeClr val="accent3">
                      <a:lumMod val="60000"/>
                    </a:schemeClr>
                  </a:gs>
                </a:gsLst>
                <a:lin ang="2700000" scaled="0"/>
              </a:gradFill>
              <a:ln w="3175" cap="flat" cmpd="sng" algn="ctr">
                <a:solidFill>
                  <a:schemeClr val="accent3">
                    <a:lumMod val="50000"/>
                    <a:alpha val="70000"/>
                  </a:schemeClr>
                </a:soli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11" name="Freeform 10"/>
              <p:cNvSpPr>
                <a:spLocks/>
              </p:cNvSpPr>
              <p:nvPr/>
            </p:nvSpPr>
            <p:spPr bwMode="auto">
              <a:xfrm>
                <a:off x="5223531" y="3679160"/>
                <a:ext cx="487219" cy="669926"/>
              </a:xfrm>
              <a:custGeom>
                <a:avLst/>
                <a:gdLst>
                  <a:gd name="T0" fmla="*/ 252 w 256"/>
                  <a:gd name="T1" fmla="*/ 90 h 352"/>
                  <a:gd name="T2" fmla="*/ 0 w 256"/>
                  <a:gd name="T3" fmla="*/ 30 h 352"/>
                  <a:gd name="T4" fmla="*/ 181 w 256"/>
                  <a:gd name="T5" fmla="*/ 352 h 352"/>
                  <a:gd name="T6" fmla="*/ 256 w 256"/>
                  <a:gd name="T7" fmla="*/ 93 h 352"/>
                  <a:gd name="T8" fmla="*/ 252 w 256"/>
                  <a:gd name="T9" fmla="*/ 90 h 352"/>
                </a:gdLst>
                <a:ahLst/>
                <a:cxnLst>
                  <a:cxn ang="0">
                    <a:pos x="T0" y="T1"/>
                  </a:cxn>
                  <a:cxn ang="0">
                    <a:pos x="T2" y="T3"/>
                  </a:cxn>
                  <a:cxn ang="0">
                    <a:pos x="T4" y="T5"/>
                  </a:cxn>
                  <a:cxn ang="0">
                    <a:pos x="T6" y="T7"/>
                  </a:cxn>
                  <a:cxn ang="0">
                    <a:pos x="T8" y="T9"/>
                  </a:cxn>
                </a:cxnLst>
                <a:rect l="0" t="0" r="r" b="b"/>
                <a:pathLst>
                  <a:path w="256" h="352">
                    <a:moveTo>
                      <a:pt x="252" y="90"/>
                    </a:moveTo>
                    <a:cubicBezTo>
                      <a:pt x="119" y="0"/>
                      <a:pt x="17" y="25"/>
                      <a:pt x="0" y="30"/>
                    </a:cubicBezTo>
                    <a:cubicBezTo>
                      <a:pt x="181" y="352"/>
                      <a:pt x="181" y="352"/>
                      <a:pt x="181" y="352"/>
                    </a:cubicBezTo>
                    <a:cubicBezTo>
                      <a:pt x="256" y="93"/>
                      <a:pt x="256" y="93"/>
                      <a:pt x="256" y="93"/>
                    </a:cubicBezTo>
                    <a:lnTo>
                      <a:pt x="252" y="90"/>
                    </a:lnTo>
                    <a:close/>
                  </a:path>
                </a:pathLst>
              </a:custGeom>
              <a:solidFill>
                <a:schemeClr val="accent3">
                  <a:lumMod val="85000"/>
                </a:schemeClr>
              </a:solid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6" name="Freeform 14"/>
              <p:cNvSpPr>
                <a:spLocks/>
              </p:cNvSpPr>
              <p:nvPr/>
            </p:nvSpPr>
            <p:spPr bwMode="auto">
              <a:xfrm>
                <a:off x="5568645" y="3818221"/>
                <a:ext cx="285227" cy="530866"/>
              </a:xfrm>
              <a:custGeom>
                <a:avLst/>
                <a:gdLst>
                  <a:gd name="T0" fmla="*/ 140 w 281"/>
                  <a:gd name="T1" fmla="*/ 38 h 523"/>
                  <a:gd name="T2" fmla="*/ 0 w 281"/>
                  <a:gd name="T3" fmla="*/ 523 h 523"/>
                  <a:gd name="T4" fmla="*/ 281 w 281"/>
                  <a:gd name="T5" fmla="*/ 0 h 523"/>
                  <a:gd name="T6" fmla="*/ 140 w 281"/>
                  <a:gd name="T7" fmla="*/ 38 h 523"/>
                </a:gdLst>
                <a:ahLst/>
                <a:cxnLst>
                  <a:cxn ang="0">
                    <a:pos x="T0" y="T1"/>
                  </a:cxn>
                  <a:cxn ang="0">
                    <a:pos x="T2" y="T3"/>
                  </a:cxn>
                  <a:cxn ang="0">
                    <a:pos x="T4" y="T5"/>
                  </a:cxn>
                  <a:cxn ang="0">
                    <a:pos x="T6" y="T7"/>
                  </a:cxn>
                </a:cxnLst>
                <a:rect l="0" t="0" r="r" b="b"/>
                <a:pathLst>
                  <a:path w="281" h="523">
                    <a:moveTo>
                      <a:pt x="140" y="38"/>
                    </a:moveTo>
                    <a:lnTo>
                      <a:pt x="0" y="523"/>
                    </a:lnTo>
                    <a:lnTo>
                      <a:pt x="281" y="0"/>
                    </a:lnTo>
                    <a:lnTo>
                      <a:pt x="140" y="38"/>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58" name="TextBox 57"/>
            <p:cNvSpPr txBox="1"/>
            <p:nvPr/>
          </p:nvSpPr>
          <p:spPr>
            <a:xfrm rot="674607">
              <a:off x="5258502" y="3971864"/>
              <a:ext cx="2442186" cy="1021904"/>
            </a:xfrm>
            <a:prstGeom prst="rect">
              <a:avLst/>
            </a:prstGeom>
            <a:noFill/>
          </p:spPr>
          <p:txBody>
            <a:bodyPr spcFirstLastPara="1" wrap="square" lIns="72000" tIns="0" rIns="72000" bIns="0" numCol="1" rtlCol="0" anchor="ctr">
              <a:prstTxWarp prst="textArchUp">
                <a:avLst>
                  <a:gd name="adj" fmla="val 14693008"/>
                </a:avLst>
              </a:prstTxWarp>
              <a:noAutofit/>
            </a:bodyPr>
            <a:lstStyle/>
            <a:p>
              <a:pPr algn="ctr"/>
              <a:r>
                <a:rPr lang="en-US" altLang="ko-KR" sz="1000" dirty="0">
                  <a:gradFill>
                    <a:gsLst>
                      <a:gs pos="0">
                        <a:schemeClr val="accent4">
                          <a:alpha val="50000"/>
                        </a:schemeClr>
                      </a:gs>
                      <a:gs pos="100000">
                        <a:schemeClr val="accent4">
                          <a:alpha val="50000"/>
                        </a:schemeClr>
                      </a:gs>
                    </a:gsLst>
                    <a:lin ang="5400000" scaled="0"/>
                  </a:gradFill>
                  <a:latin typeface="+mj-lt"/>
                </a:rPr>
                <a:t>1</a:t>
              </a:r>
            </a:p>
          </p:txBody>
        </p:sp>
      </p:grpSp>
      <p:grpSp>
        <p:nvGrpSpPr>
          <p:cNvPr id="60" name="그룹 59"/>
          <p:cNvGrpSpPr/>
          <p:nvPr/>
        </p:nvGrpSpPr>
        <p:grpSpPr>
          <a:xfrm>
            <a:off x="3061496" y="2764942"/>
            <a:ext cx="2442186" cy="1640684"/>
            <a:chOff x="5189234" y="2764942"/>
            <a:chExt cx="2442186" cy="1640684"/>
          </a:xfrm>
        </p:grpSpPr>
        <p:grpSp>
          <p:nvGrpSpPr>
            <p:cNvPr id="85" name="그룹 84"/>
            <p:cNvGrpSpPr/>
            <p:nvPr/>
          </p:nvGrpSpPr>
          <p:grpSpPr>
            <a:xfrm>
              <a:off x="5957336" y="2764942"/>
              <a:ext cx="1285041" cy="1002860"/>
              <a:chOff x="4881463" y="2794045"/>
              <a:chExt cx="1285041" cy="1002860"/>
            </a:xfrm>
          </p:grpSpPr>
          <p:sp>
            <p:nvSpPr>
              <p:cNvPr id="130" name="Freeform 18"/>
              <p:cNvSpPr>
                <a:spLocks/>
              </p:cNvSpPr>
              <p:nvPr/>
            </p:nvSpPr>
            <p:spPr bwMode="auto">
              <a:xfrm>
                <a:off x="4881463" y="2794045"/>
                <a:ext cx="1285041" cy="525791"/>
              </a:xfrm>
              <a:custGeom>
                <a:avLst/>
                <a:gdLst>
                  <a:gd name="T0" fmla="*/ 518 w 675"/>
                  <a:gd name="T1" fmla="*/ 276 h 276"/>
                  <a:gd name="T2" fmla="*/ 513 w 675"/>
                  <a:gd name="T3" fmla="*/ 274 h 276"/>
                  <a:gd name="T4" fmla="*/ 0 w 675"/>
                  <a:gd name="T5" fmla="*/ 173 h 276"/>
                  <a:gd name="T6" fmla="*/ 675 w 675"/>
                  <a:gd name="T7" fmla="*/ 234 h 276"/>
                  <a:gd name="T8" fmla="*/ 518 w 675"/>
                  <a:gd name="T9" fmla="*/ 276 h 276"/>
                </a:gdLst>
                <a:ahLst/>
                <a:cxnLst>
                  <a:cxn ang="0">
                    <a:pos x="T0" y="T1"/>
                  </a:cxn>
                  <a:cxn ang="0">
                    <a:pos x="T2" y="T3"/>
                  </a:cxn>
                  <a:cxn ang="0">
                    <a:pos x="T4" y="T5"/>
                  </a:cxn>
                  <a:cxn ang="0">
                    <a:pos x="T6" y="T7"/>
                  </a:cxn>
                  <a:cxn ang="0">
                    <a:pos x="T8" y="T9"/>
                  </a:cxn>
                </a:cxnLst>
                <a:rect l="0" t="0" r="r" b="b"/>
                <a:pathLst>
                  <a:path w="675" h="276">
                    <a:moveTo>
                      <a:pt x="518" y="276"/>
                    </a:moveTo>
                    <a:cubicBezTo>
                      <a:pt x="513" y="274"/>
                      <a:pt x="513" y="274"/>
                      <a:pt x="513" y="274"/>
                    </a:cubicBezTo>
                    <a:cubicBezTo>
                      <a:pt x="237" y="82"/>
                      <a:pt x="18" y="166"/>
                      <a:pt x="0" y="173"/>
                    </a:cubicBezTo>
                    <a:cubicBezTo>
                      <a:pt x="0" y="173"/>
                      <a:pt x="261" y="0"/>
                      <a:pt x="675" y="234"/>
                    </a:cubicBezTo>
                    <a:lnTo>
                      <a:pt x="518" y="276"/>
                    </a:lnTo>
                    <a:close/>
                  </a:path>
                </a:pathLst>
              </a:custGeom>
              <a:gradFill>
                <a:gsLst>
                  <a:gs pos="0">
                    <a:schemeClr val="accent3">
                      <a:lumMod val="70000"/>
                    </a:schemeClr>
                  </a:gs>
                  <a:gs pos="50000">
                    <a:schemeClr val="accent3">
                      <a:lumMod val="60000"/>
                    </a:schemeClr>
                  </a:gs>
                  <a:gs pos="100000">
                    <a:schemeClr val="accent3">
                      <a:lumMod val="60000"/>
                    </a:schemeClr>
                  </a:gs>
                </a:gsLst>
                <a:lin ang="2700000" scaled="0"/>
              </a:gradFill>
              <a:ln w="3175" cap="flat" cmpd="sng" algn="ctr">
                <a:solidFill>
                  <a:schemeClr val="accent3">
                    <a:lumMod val="50000"/>
                    <a:alpha val="70000"/>
                  </a:schemeClr>
                </a:soli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07" name="Freeform 9"/>
              <p:cNvSpPr>
                <a:spLocks/>
              </p:cNvSpPr>
              <p:nvPr/>
            </p:nvSpPr>
            <p:spPr bwMode="auto">
              <a:xfrm>
                <a:off x="4881463" y="2950362"/>
                <a:ext cx="985604" cy="846543"/>
              </a:xfrm>
              <a:custGeom>
                <a:avLst/>
                <a:gdLst>
                  <a:gd name="T0" fmla="*/ 513 w 518"/>
                  <a:gd name="T1" fmla="*/ 192 h 445"/>
                  <a:gd name="T2" fmla="*/ 0 w 518"/>
                  <a:gd name="T3" fmla="*/ 91 h 445"/>
                  <a:gd name="T4" fmla="*/ 165 w 518"/>
                  <a:gd name="T5" fmla="*/ 386 h 445"/>
                  <a:gd name="T6" fmla="*/ 168 w 518"/>
                  <a:gd name="T7" fmla="*/ 385 h 445"/>
                  <a:gd name="T8" fmla="*/ 445 w 518"/>
                  <a:gd name="T9" fmla="*/ 445 h 445"/>
                  <a:gd name="T10" fmla="*/ 518 w 518"/>
                  <a:gd name="T11" fmla="*/ 194 h 445"/>
                  <a:gd name="T12" fmla="*/ 513 w 518"/>
                  <a:gd name="T13" fmla="*/ 192 h 445"/>
                </a:gdLst>
                <a:ahLst/>
                <a:cxnLst>
                  <a:cxn ang="0">
                    <a:pos x="T0" y="T1"/>
                  </a:cxn>
                  <a:cxn ang="0">
                    <a:pos x="T2" y="T3"/>
                  </a:cxn>
                  <a:cxn ang="0">
                    <a:pos x="T4" y="T5"/>
                  </a:cxn>
                  <a:cxn ang="0">
                    <a:pos x="T6" y="T7"/>
                  </a:cxn>
                  <a:cxn ang="0">
                    <a:pos x="T8" y="T9"/>
                  </a:cxn>
                  <a:cxn ang="0">
                    <a:pos x="T10" y="T11"/>
                  </a:cxn>
                  <a:cxn ang="0">
                    <a:pos x="T12" y="T13"/>
                  </a:cxn>
                </a:cxnLst>
                <a:rect l="0" t="0" r="r" b="b"/>
                <a:pathLst>
                  <a:path w="518" h="445">
                    <a:moveTo>
                      <a:pt x="513" y="192"/>
                    </a:moveTo>
                    <a:cubicBezTo>
                      <a:pt x="237" y="0"/>
                      <a:pt x="18" y="84"/>
                      <a:pt x="0" y="91"/>
                    </a:cubicBezTo>
                    <a:cubicBezTo>
                      <a:pt x="165" y="386"/>
                      <a:pt x="165" y="386"/>
                      <a:pt x="165" y="386"/>
                    </a:cubicBezTo>
                    <a:cubicBezTo>
                      <a:pt x="168" y="385"/>
                      <a:pt x="168" y="385"/>
                      <a:pt x="168" y="385"/>
                    </a:cubicBezTo>
                    <a:cubicBezTo>
                      <a:pt x="173" y="383"/>
                      <a:pt x="289" y="343"/>
                      <a:pt x="445" y="445"/>
                    </a:cubicBezTo>
                    <a:cubicBezTo>
                      <a:pt x="518" y="194"/>
                      <a:pt x="518" y="194"/>
                      <a:pt x="518" y="194"/>
                    </a:cubicBezTo>
                    <a:lnTo>
                      <a:pt x="513" y="192"/>
                    </a:lnTo>
                    <a:close/>
                  </a:path>
                </a:pathLst>
              </a:custGeom>
              <a:solidFill>
                <a:schemeClr val="accent3">
                  <a:lumMod val="85000"/>
                </a:schemeClr>
              </a:solid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4" name="Freeform 12"/>
              <p:cNvSpPr>
                <a:spLocks/>
              </p:cNvSpPr>
              <p:nvPr/>
            </p:nvSpPr>
            <p:spPr bwMode="auto">
              <a:xfrm>
                <a:off x="5728006" y="3239648"/>
                <a:ext cx="438497" cy="557257"/>
              </a:xfrm>
              <a:custGeom>
                <a:avLst/>
                <a:gdLst>
                  <a:gd name="T0" fmla="*/ 0 w 432"/>
                  <a:gd name="T1" fmla="*/ 549 h 549"/>
                  <a:gd name="T2" fmla="*/ 162 w 432"/>
                  <a:gd name="T3" fmla="*/ 501 h 549"/>
                  <a:gd name="T4" fmla="*/ 432 w 432"/>
                  <a:gd name="T5" fmla="*/ 0 h 549"/>
                  <a:gd name="T6" fmla="*/ 137 w 432"/>
                  <a:gd name="T7" fmla="*/ 79 h 549"/>
                  <a:gd name="T8" fmla="*/ 0 w 432"/>
                  <a:gd name="T9" fmla="*/ 549 h 549"/>
                </a:gdLst>
                <a:ahLst/>
                <a:cxnLst>
                  <a:cxn ang="0">
                    <a:pos x="T0" y="T1"/>
                  </a:cxn>
                  <a:cxn ang="0">
                    <a:pos x="T2" y="T3"/>
                  </a:cxn>
                  <a:cxn ang="0">
                    <a:pos x="T4" y="T5"/>
                  </a:cxn>
                  <a:cxn ang="0">
                    <a:pos x="T6" y="T7"/>
                  </a:cxn>
                  <a:cxn ang="0">
                    <a:pos x="T8" y="T9"/>
                  </a:cxn>
                </a:cxnLst>
                <a:rect l="0" t="0" r="r" b="b"/>
                <a:pathLst>
                  <a:path w="432" h="549">
                    <a:moveTo>
                      <a:pt x="0" y="549"/>
                    </a:moveTo>
                    <a:lnTo>
                      <a:pt x="162" y="501"/>
                    </a:lnTo>
                    <a:lnTo>
                      <a:pt x="432" y="0"/>
                    </a:lnTo>
                    <a:lnTo>
                      <a:pt x="137" y="79"/>
                    </a:lnTo>
                    <a:lnTo>
                      <a:pt x="0" y="549"/>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57" name="TextBox 56"/>
            <p:cNvSpPr txBox="1"/>
            <p:nvPr/>
          </p:nvSpPr>
          <p:spPr>
            <a:xfrm rot="674607">
              <a:off x="5189234" y="3383722"/>
              <a:ext cx="2442186" cy="1021904"/>
            </a:xfrm>
            <a:prstGeom prst="rect">
              <a:avLst/>
            </a:prstGeom>
            <a:noFill/>
          </p:spPr>
          <p:txBody>
            <a:bodyPr spcFirstLastPara="1" wrap="square" lIns="72000" tIns="0" rIns="72000" bIns="0" numCol="1" rtlCol="0" anchor="ctr">
              <a:prstTxWarp prst="textArchUp">
                <a:avLst>
                  <a:gd name="adj" fmla="val 13806265"/>
                </a:avLst>
              </a:prstTxWarp>
              <a:noAutofit/>
            </a:bodyPr>
            <a:lstStyle/>
            <a:p>
              <a:pPr algn="ctr"/>
              <a:r>
                <a:rPr lang="en-US" altLang="ko-KR" sz="1000" dirty="0">
                  <a:gradFill>
                    <a:gsLst>
                      <a:gs pos="0">
                        <a:schemeClr val="accent4">
                          <a:alpha val="50000"/>
                        </a:schemeClr>
                      </a:gs>
                      <a:gs pos="100000">
                        <a:schemeClr val="accent4">
                          <a:alpha val="50000"/>
                        </a:schemeClr>
                      </a:gs>
                    </a:gsLst>
                    <a:lin ang="5400000" scaled="0"/>
                  </a:gradFill>
                  <a:latin typeface="+mj-lt"/>
                </a:rPr>
                <a:t>2</a:t>
              </a:r>
            </a:p>
          </p:txBody>
        </p:sp>
      </p:grpSp>
      <p:grpSp>
        <p:nvGrpSpPr>
          <p:cNvPr id="61" name="그룹 60"/>
          <p:cNvGrpSpPr/>
          <p:nvPr/>
        </p:nvGrpSpPr>
        <p:grpSpPr>
          <a:xfrm>
            <a:off x="2982260" y="2011787"/>
            <a:ext cx="2450091" cy="1759269"/>
            <a:chOff x="5109993" y="2011783"/>
            <a:chExt cx="2450091" cy="1759269"/>
          </a:xfrm>
        </p:grpSpPr>
        <p:grpSp>
          <p:nvGrpSpPr>
            <p:cNvPr id="86" name="그룹 85"/>
            <p:cNvGrpSpPr/>
            <p:nvPr/>
          </p:nvGrpSpPr>
          <p:grpSpPr>
            <a:xfrm>
              <a:off x="5620342" y="2011783"/>
              <a:ext cx="1939742" cy="1222108"/>
              <a:chOff x="4544469" y="2040886"/>
              <a:chExt cx="1939742" cy="1222108"/>
            </a:xfrm>
          </p:grpSpPr>
          <p:sp>
            <p:nvSpPr>
              <p:cNvPr id="129" name="Freeform 17"/>
              <p:cNvSpPr>
                <a:spLocks/>
              </p:cNvSpPr>
              <p:nvPr/>
            </p:nvSpPr>
            <p:spPr bwMode="auto">
              <a:xfrm>
                <a:off x="4544469" y="2040886"/>
                <a:ext cx="1939742" cy="730829"/>
              </a:xfrm>
              <a:custGeom>
                <a:avLst/>
                <a:gdLst>
                  <a:gd name="T0" fmla="*/ 774 w 1019"/>
                  <a:gd name="T1" fmla="*/ 382 h 384"/>
                  <a:gd name="T2" fmla="*/ 221 w 1019"/>
                  <a:gd name="T3" fmla="*/ 216 h 384"/>
                  <a:gd name="T4" fmla="*/ 0 w 1019"/>
                  <a:gd name="T5" fmla="*/ 254 h 384"/>
                  <a:gd name="T6" fmla="*/ 1019 w 1019"/>
                  <a:gd name="T7" fmla="*/ 318 h 384"/>
                  <a:gd name="T8" fmla="*/ 778 w 1019"/>
                  <a:gd name="T9" fmla="*/ 384 h 384"/>
                  <a:gd name="T10" fmla="*/ 774 w 1019"/>
                  <a:gd name="T11" fmla="*/ 382 h 384"/>
                </a:gdLst>
                <a:ahLst/>
                <a:cxnLst>
                  <a:cxn ang="0">
                    <a:pos x="T0" y="T1"/>
                  </a:cxn>
                  <a:cxn ang="0">
                    <a:pos x="T2" y="T3"/>
                  </a:cxn>
                  <a:cxn ang="0">
                    <a:pos x="T4" y="T5"/>
                  </a:cxn>
                  <a:cxn ang="0">
                    <a:pos x="T6" y="T7"/>
                  </a:cxn>
                  <a:cxn ang="0">
                    <a:pos x="T8" y="T9"/>
                  </a:cxn>
                  <a:cxn ang="0">
                    <a:pos x="T10" y="T11"/>
                  </a:cxn>
                </a:cxnLst>
                <a:rect l="0" t="0" r="r" b="b"/>
                <a:pathLst>
                  <a:path w="1019" h="384">
                    <a:moveTo>
                      <a:pt x="774" y="382"/>
                    </a:moveTo>
                    <a:cubicBezTo>
                      <a:pt x="547" y="241"/>
                      <a:pt x="348" y="214"/>
                      <a:pt x="221" y="216"/>
                    </a:cubicBezTo>
                    <a:cubicBezTo>
                      <a:pt x="94" y="218"/>
                      <a:pt x="12" y="249"/>
                      <a:pt x="0" y="254"/>
                    </a:cubicBezTo>
                    <a:cubicBezTo>
                      <a:pt x="0" y="254"/>
                      <a:pt x="444" y="0"/>
                      <a:pt x="1019" y="318"/>
                    </a:cubicBezTo>
                    <a:cubicBezTo>
                      <a:pt x="778" y="384"/>
                      <a:pt x="778" y="384"/>
                      <a:pt x="778" y="384"/>
                    </a:cubicBezTo>
                    <a:lnTo>
                      <a:pt x="774" y="382"/>
                    </a:lnTo>
                    <a:close/>
                  </a:path>
                </a:pathLst>
              </a:custGeom>
              <a:gradFill>
                <a:gsLst>
                  <a:gs pos="0">
                    <a:schemeClr val="accent3">
                      <a:lumMod val="70000"/>
                    </a:schemeClr>
                  </a:gs>
                  <a:gs pos="50000">
                    <a:schemeClr val="accent3">
                      <a:lumMod val="60000"/>
                    </a:schemeClr>
                  </a:gs>
                  <a:gs pos="100000">
                    <a:schemeClr val="accent3">
                      <a:lumMod val="60000"/>
                    </a:schemeClr>
                  </a:gs>
                </a:gsLst>
                <a:lin ang="2700000" scaled="0"/>
              </a:gradFill>
              <a:ln w="3175" cap="flat" cmpd="sng" algn="ctr">
                <a:solidFill>
                  <a:schemeClr val="accent3">
                    <a:lumMod val="50000"/>
                    <a:alpha val="70000"/>
                  </a:schemeClr>
                </a:soli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04" name="Freeform 7"/>
              <p:cNvSpPr>
                <a:spLocks/>
              </p:cNvSpPr>
              <p:nvPr/>
            </p:nvSpPr>
            <p:spPr bwMode="auto">
              <a:xfrm>
                <a:off x="4544469" y="2447917"/>
                <a:ext cx="1480944" cy="815077"/>
              </a:xfrm>
              <a:custGeom>
                <a:avLst/>
                <a:gdLst>
                  <a:gd name="T0" fmla="*/ 774 w 778"/>
                  <a:gd name="T1" fmla="*/ 168 h 428"/>
                  <a:gd name="T2" fmla="*/ 221 w 778"/>
                  <a:gd name="T3" fmla="*/ 2 h 428"/>
                  <a:gd name="T4" fmla="*/ 0 w 778"/>
                  <a:gd name="T5" fmla="*/ 40 h 428"/>
                  <a:gd name="T6" fmla="*/ 162 w 778"/>
                  <a:gd name="T7" fmla="*/ 329 h 428"/>
                  <a:gd name="T8" fmla="*/ 164 w 778"/>
                  <a:gd name="T9" fmla="*/ 328 h 428"/>
                  <a:gd name="T10" fmla="*/ 703 w 778"/>
                  <a:gd name="T11" fmla="*/ 428 h 428"/>
                  <a:gd name="T12" fmla="*/ 778 w 778"/>
                  <a:gd name="T13" fmla="*/ 170 h 428"/>
                  <a:gd name="T14" fmla="*/ 774 w 778"/>
                  <a:gd name="T15" fmla="*/ 168 h 4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8" h="428">
                    <a:moveTo>
                      <a:pt x="774" y="168"/>
                    </a:moveTo>
                    <a:cubicBezTo>
                      <a:pt x="547" y="27"/>
                      <a:pt x="348" y="0"/>
                      <a:pt x="221" y="2"/>
                    </a:cubicBezTo>
                    <a:cubicBezTo>
                      <a:pt x="94" y="4"/>
                      <a:pt x="12" y="35"/>
                      <a:pt x="0" y="40"/>
                    </a:cubicBezTo>
                    <a:cubicBezTo>
                      <a:pt x="162" y="329"/>
                      <a:pt x="162" y="329"/>
                      <a:pt x="162" y="329"/>
                    </a:cubicBezTo>
                    <a:cubicBezTo>
                      <a:pt x="164" y="328"/>
                      <a:pt x="164" y="328"/>
                      <a:pt x="164" y="328"/>
                    </a:cubicBezTo>
                    <a:cubicBezTo>
                      <a:pt x="173" y="324"/>
                      <a:pt x="404" y="223"/>
                      <a:pt x="703" y="428"/>
                    </a:cubicBezTo>
                    <a:cubicBezTo>
                      <a:pt x="778" y="170"/>
                      <a:pt x="778" y="170"/>
                      <a:pt x="778" y="170"/>
                    </a:cubicBezTo>
                    <a:lnTo>
                      <a:pt x="774" y="168"/>
                    </a:lnTo>
                    <a:close/>
                  </a:path>
                </a:pathLst>
              </a:custGeom>
              <a:solidFill>
                <a:schemeClr val="accent3">
                  <a:lumMod val="85000"/>
                </a:schemeClr>
              </a:solid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3" name="Freeform 11"/>
              <p:cNvSpPr>
                <a:spLocks/>
              </p:cNvSpPr>
              <p:nvPr/>
            </p:nvSpPr>
            <p:spPr bwMode="auto">
              <a:xfrm>
                <a:off x="5882292" y="2645850"/>
                <a:ext cx="601919" cy="617144"/>
              </a:xfrm>
              <a:custGeom>
                <a:avLst/>
                <a:gdLst>
                  <a:gd name="T0" fmla="*/ 0 w 593"/>
                  <a:gd name="T1" fmla="*/ 608 h 608"/>
                  <a:gd name="T2" fmla="*/ 317 w 593"/>
                  <a:gd name="T3" fmla="*/ 516 h 608"/>
                  <a:gd name="T4" fmla="*/ 593 w 593"/>
                  <a:gd name="T5" fmla="*/ 0 h 608"/>
                  <a:gd name="T6" fmla="*/ 141 w 593"/>
                  <a:gd name="T7" fmla="*/ 124 h 608"/>
                  <a:gd name="T8" fmla="*/ 0 w 593"/>
                  <a:gd name="T9" fmla="*/ 608 h 608"/>
                </a:gdLst>
                <a:ahLst/>
                <a:cxnLst>
                  <a:cxn ang="0">
                    <a:pos x="T0" y="T1"/>
                  </a:cxn>
                  <a:cxn ang="0">
                    <a:pos x="T2" y="T3"/>
                  </a:cxn>
                  <a:cxn ang="0">
                    <a:pos x="T4" y="T5"/>
                  </a:cxn>
                  <a:cxn ang="0">
                    <a:pos x="T6" y="T7"/>
                  </a:cxn>
                  <a:cxn ang="0">
                    <a:pos x="T8" y="T9"/>
                  </a:cxn>
                </a:cxnLst>
                <a:rect l="0" t="0" r="r" b="b"/>
                <a:pathLst>
                  <a:path w="593" h="608">
                    <a:moveTo>
                      <a:pt x="0" y="608"/>
                    </a:moveTo>
                    <a:lnTo>
                      <a:pt x="317" y="516"/>
                    </a:lnTo>
                    <a:lnTo>
                      <a:pt x="593" y="0"/>
                    </a:lnTo>
                    <a:lnTo>
                      <a:pt x="141" y="124"/>
                    </a:lnTo>
                    <a:lnTo>
                      <a:pt x="0" y="608"/>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56" name="TextBox 55"/>
            <p:cNvSpPr txBox="1"/>
            <p:nvPr/>
          </p:nvSpPr>
          <p:spPr>
            <a:xfrm rot="579811">
              <a:off x="5109993" y="2749148"/>
              <a:ext cx="2442186" cy="1021904"/>
            </a:xfrm>
            <a:prstGeom prst="rect">
              <a:avLst/>
            </a:prstGeom>
            <a:noFill/>
          </p:spPr>
          <p:txBody>
            <a:bodyPr spcFirstLastPara="1" wrap="square" lIns="72000" tIns="0" rIns="72000" bIns="0" numCol="1" rtlCol="0" anchor="ctr">
              <a:prstTxWarp prst="textArchUp">
                <a:avLst>
                  <a:gd name="adj" fmla="val 12761322"/>
                </a:avLst>
              </a:prstTxWarp>
              <a:noAutofit/>
            </a:bodyPr>
            <a:lstStyle/>
            <a:p>
              <a:pPr algn="ctr"/>
              <a:r>
                <a:rPr lang="en-US" altLang="ko-KR" sz="1000" dirty="0">
                  <a:gradFill>
                    <a:gsLst>
                      <a:gs pos="0">
                        <a:schemeClr val="accent4">
                          <a:alpha val="50000"/>
                        </a:schemeClr>
                      </a:gs>
                      <a:gs pos="100000">
                        <a:schemeClr val="accent4">
                          <a:alpha val="50000"/>
                        </a:schemeClr>
                      </a:gs>
                    </a:gsLst>
                    <a:lin ang="5400000" scaled="0"/>
                  </a:gradFill>
                  <a:latin typeface="+mj-lt"/>
                </a:rPr>
                <a:t>3</a:t>
              </a:r>
            </a:p>
          </p:txBody>
        </p:sp>
      </p:grpSp>
      <p:grpSp>
        <p:nvGrpSpPr>
          <p:cNvPr id="62" name="그룹 61"/>
          <p:cNvGrpSpPr/>
          <p:nvPr/>
        </p:nvGrpSpPr>
        <p:grpSpPr>
          <a:xfrm>
            <a:off x="2893356" y="1239338"/>
            <a:ext cx="2858728" cy="1933884"/>
            <a:chOff x="5021093" y="1239338"/>
            <a:chExt cx="2858728" cy="1933884"/>
          </a:xfrm>
        </p:grpSpPr>
        <p:grpSp>
          <p:nvGrpSpPr>
            <p:cNvPr id="87" name="그룹 86"/>
            <p:cNvGrpSpPr/>
            <p:nvPr/>
          </p:nvGrpSpPr>
          <p:grpSpPr>
            <a:xfrm>
              <a:off x="5293499" y="1239338"/>
              <a:ext cx="2586322" cy="1446432"/>
              <a:chOff x="4217626" y="1268441"/>
              <a:chExt cx="2586322" cy="1446432"/>
            </a:xfrm>
          </p:grpSpPr>
          <p:sp>
            <p:nvSpPr>
              <p:cNvPr id="128" name="Freeform 16"/>
              <p:cNvSpPr>
                <a:spLocks/>
              </p:cNvSpPr>
              <p:nvPr/>
            </p:nvSpPr>
            <p:spPr bwMode="auto">
              <a:xfrm>
                <a:off x="4217626" y="1268441"/>
                <a:ext cx="2586322" cy="953123"/>
              </a:xfrm>
              <a:custGeom>
                <a:avLst/>
                <a:gdLst>
                  <a:gd name="T0" fmla="*/ 1034 w 1359"/>
                  <a:gd name="T1" fmla="*/ 501 h 501"/>
                  <a:gd name="T2" fmla="*/ 261 w 1359"/>
                  <a:gd name="T3" fmla="*/ 298 h 501"/>
                  <a:gd name="T4" fmla="*/ 0 w 1359"/>
                  <a:gd name="T5" fmla="*/ 352 h 501"/>
                  <a:gd name="T6" fmla="*/ 1359 w 1359"/>
                  <a:gd name="T7" fmla="*/ 411 h 501"/>
                  <a:gd name="T8" fmla="*/ 1034 w 1359"/>
                  <a:gd name="T9" fmla="*/ 501 h 501"/>
                </a:gdLst>
                <a:ahLst/>
                <a:cxnLst>
                  <a:cxn ang="0">
                    <a:pos x="T0" y="T1"/>
                  </a:cxn>
                  <a:cxn ang="0">
                    <a:pos x="T2" y="T3"/>
                  </a:cxn>
                  <a:cxn ang="0">
                    <a:pos x="T4" y="T5"/>
                  </a:cxn>
                  <a:cxn ang="0">
                    <a:pos x="T6" y="T7"/>
                  </a:cxn>
                  <a:cxn ang="0">
                    <a:pos x="T8" y="T9"/>
                  </a:cxn>
                </a:cxnLst>
                <a:rect l="0" t="0" r="r" b="b"/>
                <a:pathLst>
                  <a:path w="1359" h="501">
                    <a:moveTo>
                      <a:pt x="1034" y="501"/>
                    </a:moveTo>
                    <a:cubicBezTo>
                      <a:pt x="708" y="316"/>
                      <a:pt x="433" y="288"/>
                      <a:pt x="261" y="298"/>
                    </a:cubicBezTo>
                    <a:cubicBezTo>
                      <a:pt x="136" y="306"/>
                      <a:pt x="45" y="334"/>
                      <a:pt x="0" y="352"/>
                    </a:cubicBezTo>
                    <a:cubicBezTo>
                      <a:pt x="0" y="352"/>
                      <a:pt x="549" y="0"/>
                      <a:pt x="1359" y="411"/>
                    </a:cubicBezTo>
                    <a:lnTo>
                      <a:pt x="1034" y="501"/>
                    </a:lnTo>
                    <a:close/>
                  </a:path>
                </a:pathLst>
              </a:custGeom>
              <a:gradFill>
                <a:gsLst>
                  <a:gs pos="0">
                    <a:schemeClr val="accent3">
                      <a:lumMod val="70000"/>
                    </a:schemeClr>
                  </a:gs>
                  <a:gs pos="50000">
                    <a:schemeClr val="accent3">
                      <a:lumMod val="60000"/>
                    </a:schemeClr>
                  </a:gs>
                  <a:gs pos="100000">
                    <a:schemeClr val="accent3">
                      <a:lumMod val="60000"/>
                    </a:schemeClr>
                  </a:gs>
                </a:gsLst>
                <a:lin ang="2700000" scaled="0"/>
              </a:gradFill>
              <a:ln w="3175" cap="flat" cmpd="sng" algn="ctr">
                <a:solidFill>
                  <a:schemeClr val="accent3">
                    <a:lumMod val="50000"/>
                    <a:alpha val="70000"/>
                  </a:schemeClr>
                </a:soli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94" name="Freeform 6"/>
              <p:cNvSpPr>
                <a:spLocks/>
              </p:cNvSpPr>
              <p:nvPr/>
            </p:nvSpPr>
            <p:spPr bwMode="auto">
              <a:xfrm>
                <a:off x="4217626" y="1816562"/>
                <a:ext cx="1967148" cy="898311"/>
              </a:xfrm>
              <a:custGeom>
                <a:avLst/>
                <a:gdLst>
                  <a:gd name="T0" fmla="*/ 1030 w 1034"/>
                  <a:gd name="T1" fmla="*/ 211 h 472"/>
                  <a:gd name="T2" fmla="*/ 261 w 1034"/>
                  <a:gd name="T3" fmla="*/ 10 h 472"/>
                  <a:gd name="T4" fmla="*/ 0 w 1034"/>
                  <a:gd name="T5" fmla="*/ 64 h 472"/>
                  <a:gd name="T6" fmla="*/ 157 w 1034"/>
                  <a:gd name="T7" fmla="*/ 345 h 472"/>
                  <a:gd name="T8" fmla="*/ 159 w 1034"/>
                  <a:gd name="T9" fmla="*/ 345 h 472"/>
                  <a:gd name="T10" fmla="*/ 391 w 1034"/>
                  <a:gd name="T11" fmla="*/ 304 h 472"/>
                  <a:gd name="T12" fmla="*/ 959 w 1034"/>
                  <a:gd name="T13" fmla="*/ 472 h 472"/>
                  <a:gd name="T14" fmla="*/ 1034 w 1034"/>
                  <a:gd name="T15" fmla="*/ 213 h 472"/>
                  <a:gd name="T16" fmla="*/ 1030 w 1034"/>
                  <a:gd name="T17" fmla="*/ 211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4" h="472">
                    <a:moveTo>
                      <a:pt x="1030" y="211"/>
                    </a:moveTo>
                    <a:cubicBezTo>
                      <a:pt x="705" y="26"/>
                      <a:pt x="433" y="0"/>
                      <a:pt x="261" y="10"/>
                    </a:cubicBezTo>
                    <a:cubicBezTo>
                      <a:pt x="136" y="18"/>
                      <a:pt x="45" y="46"/>
                      <a:pt x="0" y="64"/>
                    </a:cubicBezTo>
                    <a:cubicBezTo>
                      <a:pt x="157" y="345"/>
                      <a:pt x="157" y="345"/>
                      <a:pt x="157" y="345"/>
                    </a:cubicBezTo>
                    <a:cubicBezTo>
                      <a:pt x="159" y="345"/>
                      <a:pt x="159" y="345"/>
                      <a:pt x="159" y="345"/>
                    </a:cubicBezTo>
                    <a:cubicBezTo>
                      <a:pt x="162" y="343"/>
                      <a:pt x="249" y="306"/>
                      <a:pt x="391" y="304"/>
                    </a:cubicBezTo>
                    <a:cubicBezTo>
                      <a:pt x="521" y="301"/>
                      <a:pt x="725" y="329"/>
                      <a:pt x="959" y="472"/>
                    </a:cubicBezTo>
                    <a:cubicBezTo>
                      <a:pt x="1034" y="213"/>
                      <a:pt x="1034" y="213"/>
                      <a:pt x="1034" y="213"/>
                    </a:cubicBezTo>
                    <a:lnTo>
                      <a:pt x="1030" y="211"/>
                    </a:lnTo>
                    <a:close/>
                  </a:path>
                </a:pathLst>
              </a:custGeom>
              <a:solidFill>
                <a:schemeClr val="accent3">
                  <a:lumMod val="85000"/>
                </a:schemeClr>
              </a:solid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7" name="Freeform 15"/>
              <p:cNvSpPr>
                <a:spLocks/>
              </p:cNvSpPr>
              <p:nvPr/>
            </p:nvSpPr>
            <p:spPr bwMode="auto">
              <a:xfrm>
                <a:off x="6042668" y="2050022"/>
                <a:ext cx="761280" cy="664851"/>
              </a:xfrm>
              <a:custGeom>
                <a:avLst/>
                <a:gdLst>
                  <a:gd name="T0" fmla="*/ 0 w 750"/>
                  <a:gd name="T1" fmla="*/ 655 h 655"/>
                  <a:gd name="T2" fmla="*/ 472 w 750"/>
                  <a:gd name="T3" fmla="*/ 518 h 655"/>
                  <a:gd name="T4" fmla="*/ 750 w 750"/>
                  <a:gd name="T5" fmla="*/ 0 h 655"/>
                  <a:gd name="T6" fmla="*/ 140 w 750"/>
                  <a:gd name="T7" fmla="*/ 169 h 655"/>
                  <a:gd name="T8" fmla="*/ 0 w 750"/>
                  <a:gd name="T9" fmla="*/ 655 h 655"/>
                </a:gdLst>
                <a:ahLst/>
                <a:cxnLst>
                  <a:cxn ang="0">
                    <a:pos x="T0" y="T1"/>
                  </a:cxn>
                  <a:cxn ang="0">
                    <a:pos x="T2" y="T3"/>
                  </a:cxn>
                  <a:cxn ang="0">
                    <a:pos x="T4" y="T5"/>
                  </a:cxn>
                  <a:cxn ang="0">
                    <a:pos x="T6" y="T7"/>
                  </a:cxn>
                  <a:cxn ang="0">
                    <a:pos x="T8" y="T9"/>
                  </a:cxn>
                </a:cxnLst>
                <a:rect l="0" t="0" r="r" b="b"/>
                <a:pathLst>
                  <a:path w="750" h="655">
                    <a:moveTo>
                      <a:pt x="0" y="655"/>
                    </a:moveTo>
                    <a:lnTo>
                      <a:pt x="472" y="518"/>
                    </a:lnTo>
                    <a:lnTo>
                      <a:pt x="750" y="0"/>
                    </a:lnTo>
                    <a:lnTo>
                      <a:pt x="140" y="169"/>
                    </a:lnTo>
                    <a:lnTo>
                      <a:pt x="0" y="655"/>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55" name="TextBox 54"/>
            <p:cNvSpPr txBox="1"/>
            <p:nvPr/>
          </p:nvSpPr>
          <p:spPr>
            <a:xfrm rot="478844">
              <a:off x="5021093" y="2151318"/>
              <a:ext cx="2442186" cy="1021904"/>
            </a:xfrm>
            <a:prstGeom prst="rect">
              <a:avLst/>
            </a:prstGeom>
            <a:noFill/>
          </p:spPr>
          <p:txBody>
            <a:bodyPr spcFirstLastPara="1" wrap="square" lIns="72000" tIns="0" rIns="72000" bIns="0" numCol="1" rtlCol="0" anchor="ctr">
              <a:prstTxWarp prst="textArchUp">
                <a:avLst>
                  <a:gd name="adj" fmla="val 12143257"/>
                </a:avLst>
              </a:prstTxWarp>
              <a:noAutofit/>
            </a:bodyPr>
            <a:lstStyle/>
            <a:p>
              <a:pPr lvl="0" algn="ctr"/>
              <a:r>
                <a:rPr lang="en-US" altLang="ko-KR" sz="1000" dirty="0">
                  <a:gradFill>
                    <a:gsLst>
                      <a:gs pos="0">
                        <a:schemeClr val="accent4">
                          <a:alpha val="50000"/>
                        </a:schemeClr>
                      </a:gs>
                      <a:gs pos="100000">
                        <a:schemeClr val="accent4">
                          <a:alpha val="50000"/>
                        </a:schemeClr>
                      </a:gs>
                    </a:gsLst>
                    <a:lin ang="5400000" scaled="0"/>
                  </a:gradFill>
                  <a:latin typeface="+mj-lt"/>
                </a:rPr>
                <a:t>4</a:t>
              </a:r>
            </a:p>
          </p:txBody>
        </p:sp>
      </p:grpSp>
      <p:grpSp>
        <p:nvGrpSpPr>
          <p:cNvPr id="63" name="그룹 62"/>
          <p:cNvGrpSpPr/>
          <p:nvPr/>
        </p:nvGrpSpPr>
        <p:grpSpPr>
          <a:xfrm>
            <a:off x="2791755" y="595805"/>
            <a:ext cx="3287172" cy="1961469"/>
            <a:chOff x="4919493" y="595802"/>
            <a:chExt cx="3287172" cy="1961469"/>
          </a:xfrm>
        </p:grpSpPr>
        <p:grpSp>
          <p:nvGrpSpPr>
            <p:cNvPr id="81" name="그룹 80"/>
            <p:cNvGrpSpPr/>
            <p:nvPr/>
          </p:nvGrpSpPr>
          <p:grpSpPr>
            <a:xfrm>
              <a:off x="4980867" y="595802"/>
              <a:ext cx="3225798" cy="1539817"/>
              <a:chOff x="3904994" y="624905"/>
              <a:chExt cx="3225798" cy="1539817"/>
            </a:xfrm>
          </p:grpSpPr>
          <p:sp>
            <p:nvSpPr>
              <p:cNvPr id="93" name="Freeform 5"/>
              <p:cNvSpPr>
                <a:spLocks/>
              </p:cNvSpPr>
              <p:nvPr/>
            </p:nvSpPr>
            <p:spPr bwMode="auto">
              <a:xfrm>
                <a:off x="3904994" y="624905"/>
                <a:ext cx="3225797" cy="1037371"/>
              </a:xfrm>
              <a:custGeom>
                <a:avLst/>
                <a:gdLst>
                  <a:gd name="T0" fmla="*/ 1283 w 1695"/>
                  <a:gd name="T1" fmla="*/ 545 h 545"/>
                  <a:gd name="T2" fmla="*/ 0 w 1695"/>
                  <a:gd name="T3" fmla="*/ 398 h 545"/>
                  <a:gd name="T4" fmla="*/ 1695 w 1695"/>
                  <a:gd name="T5" fmla="*/ 429 h 545"/>
                  <a:gd name="T6" fmla="*/ 1283 w 1695"/>
                  <a:gd name="T7" fmla="*/ 545 h 545"/>
                </a:gdLst>
                <a:ahLst/>
                <a:cxnLst>
                  <a:cxn ang="0">
                    <a:pos x="T0" y="T1"/>
                  </a:cxn>
                  <a:cxn ang="0">
                    <a:pos x="T2" y="T3"/>
                  </a:cxn>
                  <a:cxn ang="0">
                    <a:pos x="T4" y="T5"/>
                  </a:cxn>
                  <a:cxn ang="0">
                    <a:pos x="T6" y="T7"/>
                  </a:cxn>
                </a:cxnLst>
                <a:rect l="0" t="0" r="r" b="b"/>
                <a:pathLst>
                  <a:path w="1695" h="545">
                    <a:moveTo>
                      <a:pt x="1283" y="545"/>
                    </a:moveTo>
                    <a:cubicBezTo>
                      <a:pt x="1283" y="545"/>
                      <a:pt x="633" y="141"/>
                      <a:pt x="0" y="398"/>
                    </a:cubicBezTo>
                    <a:cubicBezTo>
                      <a:pt x="0" y="398"/>
                      <a:pt x="851" y="0"/>
                      <a:pt x="1695" y="429"/>
                    </a:cubicBezTo>
                    <a:lnTo>
                      <a:pt x="1283" y="545"/>
                    </a:lnTo>
                    <a:close/>
                  </a:path>
                </a:pathLst>
              </a:custGeom>
              <a:gradFill>
                <a:gsLst>
                  <a:gs pos="0">
                    <a:schemeClr val="accent1">
                      <a:lumMod val="100000"/>
                    </a:schemeClr>
                  </a:gs>
                  <a:gs pos="50000">
                    <a:schemeClr val="accent1">
                      <a:lumMod val="80000"/>
                    </a:schemeClr>
                  </a:gs>
                  <a:gs pos="100000">
                    <a:schemeClr val="accent1">
                      <a:lumMod val="80000"/>
                    </a:schemeClr>
                  </a:gs>
                </a:gsLst>
                <a:lin ang="2700000" scaled="0"/>
              </a:gradFill>
              <a:ln w="3175" cap="flat" cmpd="sng" algn="ctr">
                <a:gradFill>
                  <a:gsLst>
                    <a:gs pos="0">
                      <a:schemeClr val="accent1">
                        <a:lumMod val="75000"/>
                      </a:schemeClr>
                    </a:gs>
                    <a:gs pos="100000">
                      <a:schemeClr val="accent1">
                        <a:lumMod val="75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05" name="Freeform 8"/>
              <p:cNvSpPr>
                <a:spLocks/>
              </p:cNvSpPr>
              <p:nvPr/>
            </p:nvSpPr>
            <p:spPr bwMode="auto">
              <a:xfrm>
                <a:off x="3904994" y="892876"/>
                <a:ext cx="2442186" cy="1271845"/>
              </a:xfrm>
              <a:custGeom>
                <a:avLst/>
                <a:gdLst>
                  <a:gd name="T0" fmla="*/ 423 w 1283"/>
                  <a:gd name="T1" fmla="*/ 465 h 668"/>
                  <a:gd name="T2" fmla="*/ 1206 w 1283"/>
                  <a:gd name="T3" fmla="*/ 668 h 668"/>
                  <a:gd name="T4" fmla="*/ 1283 w 1283"/>
                  <a:gd name="T5" fmla="*/ 404 h 668"/>
                  <a:gd name="T6" fmla="*/ 0 w 1283"/>
                  <a:gd name="T7" fmla="*/ 257 h 668"/>
                  <a:gd name="T8" fmla="*/ 149 w 1283"/>
                  <a:gd name="T9" fmla="*/ 522 h 668"/>
                  <a:gd name="T10" fmla="*/ 423 w 1283"/>
                  <a:gd name="T11" fmla="*/ 465 h 668"/>
                </a:gdLst>
                <a:ahLst/>
                <a:cxnLst>
                  <a:cxn ang="0">
                    <a:pos x="T0" y="T1"/>
                  </a:cxn>
                  <a:cxn ang="0">
                    <a:pos x="T2" y="T3"/>
                  </a:cxn>
                  <a:cxn ang="0">
                    <a:pos x="T4" y="T5"/>
                  </a:cxn>
                  <a:cxn ang="0">
                    <a:pos x="T6" y="T7"/>
                  </a:cxn>
                  <a:cxn ang="0">
                    <a:pos x="T8" y="T9"/>
                  </a:cxn>
                  <a:cxn ang="0">
                    <a:pos x="T10" y="T11"/>
                  </a:cxn>
                </a:cxnLst>
                <a:rect l="0" t="0" r="r" b="b"/>
                <a:pathLst>
                  <a:path w="1283" h="668">
                    <a:moveTo>
                      <a:pt x="423" y="465"/>
                    </a:moveTo>
                    <a:cubicBezTo>
                      <a:pt x="598" y="454"/>
                      <a:pt x="876" y="481"/>
                      <a:pt x="1206" y="668"/>
                    </a:cubicBezTo>
                    <a:cubicBezTo>
                      <a:pt x="1283" y="404"/>
                      <a:pt x="1283" y="404"/>
                      <a:pt x="1283" y="404"/>
                    </a:cubicBezTo>
                    <a:cubicBezTo>
                      <a:pt x="1283" y="404"/>
                      <a:pt x="633" y="0"/>
                      <a:pt x="0" y="257"/>
                    </a:cubicBezTo>
                    <a:cubicBezTo>
                      <a:pt x="149" y="522"/>
                      <a:pt x="149" y="522"/>
                      <a:pt x="149" y="522"/>
                    </a:cubicBezTo>
                    <a:cubicBezTo>
                      <a:pt x="195" y="504"/>
                      <a:pt x="289" y="474"/>
                      <a:pt x="423" y="465"/>
                    </a:cubicBezTo>
                    <a:close/>
                  </a:path>
                </a:pathLst>
              </a:cu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75000"/>
                      </a:schemeClr>
                    </a:gs>
                    <a:gs pos="100000">
                      <a:schemeClr val="accent1">
                        <a:lumMod val="75000"/>
                      </a:schemeClr>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25" name="Freeform 13"/>
              <p:cNvSpPr>
                <a:spLocks/>
              </p:cNvSpPr>
              <p:nvPr/>
            </p:nvSpPr>
            <p:spPr bwMode="auto">
              <a:xfrm>
                <a:off x="6200000" y="1440998"/>
                <a:ext cx="930792" cy="723724"/>
              </a:xfrm>
              <a:custGeom>
                <a:avLst/>
                <a:gdLst>
                  <a:gd name="T0" fmla="*/ 632 w 917"/>
                  <a:gd name="T1" fmla="*/ 531 h 713"/>
                  <a:gd name="T2" fmla="*/ 917 w 917"/>
                  <a:gd name="T3" fmla="*/ 0 h 713"/>
                  <a:gd name="T4" fmla="*/ 145 w 917"/>
                  <a:gd name="T5" fmla="*/ 218 h 713"/>
                  <a:gd name="T6" fmla="*/ 0 w 917"/>
                  <a:gd name="T7" fmla="*/ 713 h 713"/>
                  <a:gd name="T8" fmla="*/ 632 w 917"/>
                  <a:gd name="T9" fmla="*/ 531 h 713"/>
                </a:gdLst>
                <a:ahLst/>
                <a:cxnLst>
                  <a:cxn ang="0">
                    <a:pos x="T0" y="T1"/>
                  </a:cxn>
                  <a:cxn ang="0">
                    <a:pos x="T2" y="T3"/>
                  </a:cxn>
                  <a:cxn ang="0">
                    <a:pos x="T4" y="T5"/>
                  </a:cxn>
                  <a:cxn ang="0">
                    <a:pos x="T6" y="T7"/>
                  </a:cxn>
                  <a:cxn ang="0">
                    <a:pos x="T8" y="T9"/>
                  </a:cxn>
                </a:cxnLst>
                <a:rect l="0" t="0" r="r" b="b"/>
                <a:pathLst>
                  <a:path w="917" h="713">
                    <a:moveTo>
                      <a:pt x="632" y="531"/>
                    </a:moveTo>
                    <a:lnTo>
                      <a:pt x="917" y="0"/>
                    </a:lnTo>
                    <a:lnTo>
                      <a:pt x="145" y="218"/>
                    </a:lnTo>
                    <a:lnTo>
                      <a:pt x="0" y="713"/>
                    </a:lnTo>
                    <a:lnTo>
                      <a:pt x="632" y="531"/>
                    </a:lnTo>
                    <a:close/>
                  </a:path>
                </a:pathLst>
              </a:custGeom>
              <a:pattFill prst="dkDnDiag">
                <a:fgClr>
                  <a:schemeClr val="accent1"/>
                </a:fgClr>
                <a:bgClr>
                  <a:schemeClr val="accent1">
                    <a:lumMod val="75000"/>
                  </a:schemeClr>
                </a:bgClr>
              </a:pattFill>
              <a:ln w="3175">
                <a:solidFill>
                  <a:schemeClr val="accent1">
                    <a:lumMod val="7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54" name="TextBox 53"/>
            <p:cNvSpPr txBox="1"/>
            <p:nvPr/>
          </p:nvSpPr>
          <p:spPr>
            <a:xfrm rot="388644">
              <a:off x="4919493" y="1535367"/>
              <a:ext cx="2442186" cy="1021904"/>
            </a:xfrm>
            <a:prstGeom prst="rect">
              <a:avLst/>
            </a:prstGeom>
            <a:noFill/>
          </p:spPr>
          <p:txBody>
            <a:bodyPr spcFirstLastPara="1" wrap="square" lIns="72000" tIns="0" rIns="72000" bIns="0" numCol="1" rtlCol="0" anchor="ctr">
              <a:prstTxWarp prst="textArchUp">
                <a:avLst/>
              </a:prstTxWarp>
              <a:noAutofit/>
            </a:bodyPr>
            <a:lstStyle/>
            <a:p>
              <a:pPr lvl="0" algn="ctr"/>
              <a:r>
                <a:rPr lang="en-US" altLang="ko-KR" sz="1500" b="1" dirty="0">
                  <a:gradFill>
                    <a:gsLst>
                      <a:gs pos="0">
                        <a:schemeClr val="accent3"/>
                      </a:gs>
                      <a:gs pos="100000">
                        <a:schemeClr val="accent3"/>
                      </a:gs>
                    </a:gsLst>
                    <a:lin ang="5400000" scaled="0"/>
                  </a:gradFill>
                  <a:latin typeface="+mj-lt"/>
                </a:rPr>
                <a:t>Step.5</a:t>
              </a:r>
            </a:p>
          </p:txBody>
        </p:sp>
      </p:grpSp>
    </p:spTree>
    <p:extLst>
      <p:ext uri="{BB962C8B-B14F-4D97-AF65-F5344CB8AC3E}">
        <p14:creationId xmlns:p14="http://schemas.microsoft.com/office/powerpoint/2010/main" val="1736135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anim calcmode="lin" valueType="num">
                                      <p:cBhvr>
                                        <p:cTn id="8" dur="500" fill="hold"/>
                                        <p:tgtEl>
                                          <p:spTgt spid="59"/>
                                        </p:tgtEl>
                                        <p:attrNameLst>
                                          <p:attrName>ppt_x</p:attrName>
                                        </p:attrNameLst>
                                      </p:cBhvr>
                                      <p:tavLst>
                                        <p:tav tm="0">
                                          <p:val>
                                            <p:strVal val="#ppt_x"/>
                                          </p:val>
                                        </p:tav>
                                        <p:tav tm="100000">
                                          <p:val>
                                            <p:strVal val="#ppt_x"/>
                                          </p:val>
                                        </p:tav>
                                      </p:tavLst>
                                    </p:anim>
                                    <p:anim calcmode="lin" valueType="num">
                                      <p:cBhvr>
                                        <p:cTn id="9" dur="500" fill="hold"/>
                                        <p:tgtEl>
                                          <p:spTgt spid="59"/>
                                        </p:tgtEl>
                                        <p:attrNameLst>
                                          <p:attrName>ppt_y</p:attrName>
                                        </p:attrNameLst>
                                      </p:cBhvr>
                                      <p:tavLst>
                                        <p:tav tm="0">
                                          <p:val>
                                            <p:strVal val="#ppt_y-.1"/>
                                          </p:val>
                                        </p:tav>
                                        <p:tav tm="100000">
                                          <p:val>
                                            <p:strVal val="#ppt_y"/>
                                          </p:val>
                                        </p:tav>
                                      </p:tavLst>
                                    </p:anim>
                                  </p:childTnLst>
                                </p:cTn>
                              </p:par>
                              <p:par>
                                <p:cTn id="10" presetID="17" presetClass="entr" presetSubtype="10" fill="hold" grpId="0" nodeType="withEffect">
                                  <p:stCondLst>
                                    <p:cond delay="0"/>
                                  </p:stCondLst>
                                  <p:childTnLst>
                                    <p:set>
                                      <p:cBhvr>
                                        <p:cTn id="11" dur="1" fill="hold">
                                          <p:stCondLst>
                                            <p:cond delay="0"/>
                                          </p:stCondLst>
                                        </p:cTn>
                                        <p:tgtEl>
                                          <p:spTgt spid="78"/>
                                        </p:tgtEl>
                                        <p:attrNameLst>
                                          <p:attrName>style.visibility</p:attrName>
                                        </p:attrNameLst>
                                      </p:cBhvr>
                                      <p:to>
                                        <p:strVal val="visible"/>
                                      </p:to>
                                    </p:set>
                                    <p:anim calcmode="lin" valueType="num">
                                      <p:cBhvr>
                                        <p:cTn id="12" dur="500" fill="hold"/>
                                        <p:tgtEl>
                                          <p:spTgt spid="78"/>
                                        </p:tgtEl>
                                        <p:attrNameLst>
                                          <p:attrName>ppt_w</p:attrName>
                                        </p:attrNameLst>
                                      </p:cBhvr>
                                      <p:tavLst>
                                        <p:tav tm="0">
                                          <p:val>
                                            <p:fltVal val="0"/>
                                          </p:val>
                                        </p:tav>
                                        <p:tav tm="100000">
                                          <p:val>
                                            <p:strVal val="#ppt_w"/>
                                          </p:val>
                                        </p:tav>
                                      </p:tavLst>
                                    </p:anim>
                                    <p:anim calcmode="lin" valueType="num">
                                      <p:cBhvr>
                                        <p:cTn id="13" dur="500" fill="hold"/>
                                        <p:tgtEl>
                                          <p:spTgt spid="78"/>
                                        </p:tgtEl>
                                        <p:attrNameLst>
                                          <p:attrName>ppt_h</p:attrName>
                                        </p:attrNameLst>
                                      </p:cBhvr>
                                      <p:tavLst>
                                        <p:tav tm="0">
                                          <p:val>
                                            <p:strVal val="#ppt_h"/>
                                          </p:val>
                                        </p:tav>
                                        <p:tav tm="100000">
                                          <p:val>
                                            <p:strVal val="#ppt_h"/>
                                          </p:val>
                                        </p:tav>
                                      </p:tavLst>
                                    </p:anim>
                                  </p:childTnLst>
                                </p:cTn>
                              </p:par>
                            </p:childTnLst>
                          </p:cTn>
                        </p:par>
                        <p:par>
                          <p:cTn id="14" fill="hold">
                            <p:stCondLst>
                              <p:cond delay="500"/>
                            </p:stCondLst>
                            <p:childTnLst>
                              <p:par>
                                <p:cTn id="15" presetID="12" presetClass="entr" presetSubtype="2" fill="hold" nodeType="afterEffect">
                                  <p:stCondLst>
                                    <p:cond delay="0"/>
                                  </p:stCondLst>
                                  <p:childTnLst>
                                    <p:set>
                                      <p:cBhvr>
                                        <p:cTn id="16" dur="1" fill="hold">
                                          <p:stCondLst>
                                            <p:cond delay="0"/>
                                          </p:stCondLst>
                                        </p:cTn>
                                        <p:tgtEl>
                                          <p:spTgt spid="198"/>
                                        </p:tgtEl>
                                        <p:attrNameLst>
                                          <p:attrName>style.visibility</p:attrName>
                                        </p:attrNameLst>
                                      </p:cBhvr>
                                      <p:to>
                                        <p:strVal val="visible"/>
                                      </p:to>
                                    </p:set>
                                    <p:animEffect transition="in" filter="slide(fromRight)">
                                      <p:cBhvr>
                                        <p:cTn id="17" dur="500"/>
                                        <p:tgtEl>
                                          <p:spTgt spid="198"/>
                                        </p:tgtEl>
                                      </p:cBhvr>
                                    </p:animEffect>
                                  </p:childTnLst>
                                </p:cTn>
                              </p:par>
                              <p:par>
                                <p:cTn id="18" presetID="10" presetClass="entr" presetSubtype="0" fill="hold" nodeType="with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fade">
                                      <p:cBhvr>
                                        <p:cTn id="20" dur="500"/>
                                        <p:tgtEl>
                                          <p:spTgt spid="47"/>
                                        </p:tgtEl>
                                      </p:cBhvr>
                                    </p:animEffect>
                                  </p:childTnLst>
                                </p:cTn>
                              </p:par>
                            </p:childTnLst>
                          </p:cTn>
                        </p:par>
                        <p:par>
                          <p:cTn id="21" fill="hold">
                            <p:stCondLst>
                              <p:cond delay="1000"/>
                            </p:stCondLst>
                            <p:childTnLst>
                              <p:par>
                                <p:cTn id="22" presetID="47" presetClass="entr" presetSubtype="0" fill="hold" nodeType="after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fade">
                                      <p:cBhvr>
                                        <p:cTn id="24" dur="500"/>
                                        <p:tgtEl>
                                          <p:spTgt spid="60"/>
                                        </p:tgtEl>
                                      </p:cBhvr>
                                    </p:animEffect>
                                    <p:anim calcmode="lin" valueType="num">
                                      <p:cBhvr>
                                        <p:cTn id="25" dur="500" fill="hold"/>
                                        <p:tgtEl>
                                          <p:spTgt spid="60"/>
                                        </p:tgtEl>
                                        <p:attrNameLst>
                                          <p:attrName>ppt_x</p:attrName>
                                        </p:attrNameLst>
                                      </p:cBhvr>
                                      <p:tavLst>
                                        <p:tav tm="0">
                                          <p:val>
                                            <p:strVal val="#ppt_x"/>
                                          </p:val>
                                        </p:tav>
                                        <p:tav tm="100000">
                                          <p:val>
                                            <p:strVal val="#ppt_x"/>
                                          </p:val>
                                        </p:tav>
                                      </p:tavLst>
                                    </p:anim>
                                    <p:anim calcmode="lin" valueType="num">
                                      <p:cBhvr>
                                        <p:cTn id="26" dur="500" fill="hold"/>
                                        <p:tgtEl>
                                          <p:spTgt spid="60"/>
                                        </p:tgtEl>
                                        <p:attrNameLst>
                                          <p:attrName>ppt_y</p:attrName>
                                        </p:attrNameLst>
                                      </p:cBhvr>
                                      <p:tavLst>
                                        <p:tav tm="0">
                                          <p:val>
                                            <p:strVal val="#ppt_y-.1"/>
                                          </p:val>
                                        </p:tav>
                                        <p:tav tm="100000">
                                          <p:val>
                                            <p:strVal val="#ppt_y"/>
                                          </p:val>
                                        </p:tav>
                                      </p:tavLst>
                                    </p:anim>
                                  </p:childTnLst>
                                </p:cTn>
                              </p:par>
                            </p:childTnLst>
                          </p:cTn>
                        </p:par>
                        <p:par>
                          <p:cTn id="27" fill="hold">
                            <p:stCondLst>
                              <p:cond delay="1500"/>
                            </p:stCondLst>
                            <p:childTnLst>
                              <p:par>
                                <p:cTn id="28" presetID="12" presetClass="entr" presetSubtype="2" fill="hold" nodeType="afterEffect">
                                  <p:stCondLst>
                                    <p:cond delay="0"/>
                                  </p:stCondLst>
                                  <p:childTnLst>
                                    <p:set>
                                      <p:cBhvr>
                                        <p:cTn id="29" dur="1" fill="hold">
                                          <p:stCondLst>
                                            <p:cond delay="0"/>
                                          </p:stCondLst>
                                        </p:cTn>
                                        <p:tgtEl>
                                          <p:spTgt spid="193"/>
                                        </p:tgtEl>
                                        <p:attrNameLst>
                                          <p:attrName>style.visibility</p:attrName>
                                        </p:attrNameLst>
                                      </p:cBhvr>
                                      <p:to>
                                        <p:strVal val="visible"/>
                                      </p:to>
                                    </p:set>
                                    <p:animEffect transition="in" filter="slide(fromRight)">
                                      <p:cBhvr>
                                        <p:cTn id="30" dur="500"/>
                                        <p:tgtEl>
                                          <p:spTgt spid="193"/>
                                        </p:tgtEl>
                                      </p:cBhvr>
                                    </p:animEffect>
                                  </p:childTnLst>
                                </p:cTn>
                              </p:par>
                              <p:par>
                                <p:cTn id="31" presetID="10" presetClass="entr" presetSubtype="0" fill="hold" nodeType="with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fade">
                                      <p:cBhvr>
                                        <p:cTn id="33" dur="500"/>
                                        <p:tgtEl>
                                          <p:spTgt spid="49"/>
                                        </p:tgtEl>
                                      </p:cBhvr>
                                    </p:animEffect>
                                  </p:childTnLst>
                                </p:cTn>
                              </p:par>
                            </p:childTnLst>
                          </p:cTn>
                        </p:par>
                        <p:par>
                          <p:cTn id="34" fill="hold">
                            <p:stCondLst>
                              <p:cond delay="2000"/>
                            </p:stCondLst>
                            <p:childTnLst>
                              <p:par>
                                <p:cTn id="35" presetID="47" presetClass="entr" presetSubtype="0" fill="hold" nodeType="afterEffect">
                                  <p:stCondLst>
                                    <p:cond delay="0"/>
                                  </p:stCondLst>
                                  <p:childTnLst>
                                    <p:set>
                                      <p:cBhvr>
                                        <p:cTn id="36" dur="1" fill="hold">
                                          <p:stCondLst>
                                            <p:cond delay="0"/>
                                          </p:stCondLst>
                                        </p:cTn>
                                        <p:tgtEl>
                                          <p:spTgt spid="61"/>
                                        </p:tgtEl>
                                        <p:attrNameLst>
                                          <p:attrName>style.visibility</p:attrName>
                                        </p:attrNameLst>
                                      </p:cBhvr>
                                      <p:to>
                                        <p:strVal val="visible"/>
                                      </p:to>
                                    </p:set>
                                    <p:animEffect transition="in" filter="fade">
                                      <p:cBhvr>
                                        <p:cTn id="37" dur="500"/>
                                        <p:tgtEl>
                                          <p:spTgt spid="61"/>
                                        </p:tgtEl>
                                      </p:cBhvr>
                                    </p:animEffect>
                                    <p:anim calcmode="lin" valueType="num">
                                      <p:cBhvr>
                                        <p:cTn id="38" dur="500" fill="hold"/>
                                        <p:tgtEl>
                                          <p:spTgt spid="61"/>
                                        </p:tgtEl>
                                        <p:attrNameLst>
                                          <p:attrName>ppt_x</p:attrName>
                                        </p:attrNameLst>
                                      </p:cBhvr>
                                      <p:tavLst>
                                        <p:tav tm="0">
                                          <p:val>
                                            <p:strVal val="#ppt_x"/>
                                          </p:val>
                                        </p:tav>
                                        <p:tav tm="100000">
                                          <p:val>
                                            <p:strVal val="#ppt_x"/>
                                          </p:val>
                                        </p:tav>
                                      </p:tavLst>
                                    </p:anim>
                                    <p:anim calcmode="lin" valueType="num">
                                      <p:cBhvr>
                                        <p:cTn id="39" dur="500" fill="hold"/>
                                        <p:tgtEl>
                                          <p:spTgt spid="61"/>
                                        </p:tgtEl>
                                        <p:attrNameLst>
                                          <p:attrName>ppt_y</p:attrName>
                                        </p:attrNameLst>
                                      </p:cBhvr>
                                      <p:tavLst>
                                        <p:tav tm="0">
                                          <p:val>
                                            <p:strVal val="#ppt_y-.1"/>
                                          </p:val>
                                        </p:tav>
                                        <p:tav tm="100000">
                                          <p:val>
                                            <p:strVal val="#ppt_y"/>
                                          </p:val>
                                        </p:tav>
                                      </p:tavLst>
                                    </p:anim>
                                  </p:childTnLst>
                                </p:cTn>
                              </p:par>
                            </p:childTnLst>
                          </p:cTn>
                        </p:par>
                        <p:par>
                          <p:cTn id="40" fill="hold">
                            <p:stCondLst>
                              <p:cond delay="2500"/>
                            </p:stCondLst>
                            <p:childTnLst>
                              <p:par>
                                <p:cTn id="41" presetID="12" presetClass="entr" presetSubtype="2" fill="hold" nodeType="afterEffect">
                                  <p:stCondLst>
                                    <p:cond delay="0"/>
                                  </p:stCondLst>
                                  <p:childTnLst>
                                    <p:set>
                                      <p:cBhvr>
                                        <p:cTn id="42" dur="1" fill="hold">
                                          <p:stCondLst>
                                            <p:cond delay="0"/>
                                          </p:stCondLst>
                                        </p:cTn>
                                        <p:tgtEl>
                                          <p:spTgt spid="184"/>
                                        </p:tgtEl>
                                        <p:attrNameLst>
                                          <p:attrName>style.visibility</p:attrName>
                                        </p:attrNameLst>
                                      </p:cBhvr>
                                      <p:to>
                                        <p:strVal val="visible"/>
                                      </p:to>
                                    </p:set>
                                    <p:animEffect transition="in" filter="slide(fromRight)">
                                      <p:cBhvr>
                                        <p:cTn id="43" dur="500"/>
                                        <p:tgtEl>
                                          <p:spTgt spid="184"/>
                                        </p:tgtEl>
                                      </p:cBhvr>
                                    </p:animEffect>
                                  </p:childTnLst>
                                </p:cTn>
                              </p:par>
                              <p:par>
                                <p:cTn id="44" presetID="10" presetClass="entr" presetSubtype="0" fill="hold" nodeType="with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500"/>
                                        <p:tgtEl>
                                          <p:spTgt spid="50"/>
                                        </p:tgtEl>
                                      </p:cBhvr>
                                    </p:animEffect>
                                  </p:childTnLst>
                                </p:cTn>
                              </p:par>
                            </p:childTnLst>
                          </p:cTn>
                        </p:par>
                        <p:par>
                          <p:cTn id="47" fill="hold">
                            <p:stCondLst>
                              <p:cond delay="3000"/>
                            </p:stCondLst>
                            <p:childTnLst>
                              <p:par>
                                <p:cTn id="48" presetID="47" presetClass="entr" presetSubtype="0" fill="hold" nodeType="afterEffect">
                                  <p:stCondLst>
                                    <p:cond delay="0"/>
                                  </p:stCondLst>
                                  <p:childTnLst>
                                    <p:set>
                                      <p:cBhvr>
                                        <p:cTn id="49" dur="1" fill="hold">
                                          <p:stCondLst>
                                            <p:cond delay="0"/>
                                          </p:stCondLst>
                                        </p:cTn>
                                        <p:tgtEl>
                                          <p:spTgt spid="62"/>
                                        </p:tgtEl>
                                        <p:attrNameLst>
                                          <p:attrName>style.visibility</p:attrName>
                                        </p:attrNameLst>
                                      </p:cBhvr>
                                      <p:to>
                                        <p:strVal val="visible"/>
                                      </p:to>
                                    </p:set>
                                    <p:animEffect transition="in" filter="fade">
                                      <p:cBhvr>
                                        <p:cTn id="50" dur="500"/>
                                        <p:tgtEl>
                                          <p:spTgt spid="62"/>
                                        </p:tgtEl>
                                      </p:cBhvr>
                                    </p:animEffect>
                                    <p:anim calcmode="lin" valueType="num">
                                      <p:cBhvr>
                                        <p:cTn id="51" dur="500" fill="hold"/>
                                        <p:tgtEl>
                                          <p:spTgt spid="62"/>
                                        </p:tgtEl>
                                        <p:attrNameLst>
                                          <p:attrName>ppt_x</p:attrName>
                                        </p:attrNameLst>
                                      </p:cBhvr>
                                      <p:tavLst>
                                        <p:tav tm="0">
                                          <p:val>
                                            <p:strVal val="#ppt_x"/>
                                          </p:val>
                                        </p:tav>
                                        <p:tav tm="100000">
                                          <p:val>
                                            <p:strVal val="#ppt_x"/>
                                          </p:val>
                                        </p:tav>
                                      </p:tavLst>
                                    </p:anim>
                                    <p:anim calcmode="lin" valueType="num">
                                      <p:cBhvr>
                                        <p:cTn id="52" dur="500" fill="hold"/>
                                        <p:tgtEl>
                                          <p:spTgt spid="62"/>
                                        </p:tgtEl>
                                        <p:attrNameLst>
                                          <p:attrName>ppt_y</p:attrName>
                                        </p:attrNameLst>
                                      </p:cBhvr>
                                      <p:tavLst>
                                        <p:tav tm="0">
                                          <p:val>
                                            <p:strVal val="#ppt_y-.1"/>
                                          </p:val>
                                        </p:tav>
                                        <p:tav tm="100000">
                                          <p:val>
                                            <p:strVal val="#ppt_y"/>
                                          </p:val>
                                        </p:tav>
                                      </p:tavLst>
                                    </p:anim>
                                  </p:childTnLst>
                                </p:cTn>
                              </p:par>
                            </p:childTnLst>
                          </p:cTn>
                        </p:par>
                        <p:par>
                          <p:cTn id="53" fill="hold">
                            <p:stCondLst>
                              <p:cond delay="3500"/>
                            </p:stCondLst>
                            <p:childTnLst>
                              <p:par>
                                <p:cTn id="54" presetID="12" presetClass="entr" presetSubtype="2" fill="hold" nodeType="afterEffect">
                                  <p:stCondLst>
                                    <p:cond delay="0"/>
                                  </p:stCondLst>
                                  <p:childTnLst>
                                    <p:set>
                                      <p:cBhvr>
                                        <p:cTn id="55" dur="1" fill="hold">
                                          <p:stCondLst>
                                            <p:cond delay="0"/>
                                          </p:stCondLst>
                                        </p:cTn>
                                        <p:tgtEl>
                                          <p:spTgt spid="157"/>
                                        </p:tgtEl>
                                        <p:attrNameLst>
                                          <p:attrName>style.visibility</p:attrName>
                                        </p:attrNameLst>
                                      </p:cBhvr>
                                      <p:to>
                                        <p:strVal val="visible"/>
                                      </p:to>
                                    </p:set>
                                    <p:animEffect transition="in" filter="slide(fromRight)">
                                      <p:cBhvr>
                                        <p:cTn id="56" dur="500"/>
                                        <p:tgtEl>
                                          <p:spTgt spid="157"/>
                                        </p:tgtEl>
                                      </p:cBhvr>
                                    </p:animEffect>
                                  </p:childTnLst>
                                </p:cTn>
                              </p:par>
                              <p:par>
                                <p:cTn id="57" presetID="10" presetClass="entr" presetSubtype="0" fill="hold" nodeType="withEffect">
                                  <p:stCondLst>
                                    <p:cond delay="0"/>
                                  </p:stCondLst>
                                  <p:childTnLst>
                                    <p:set>
                                      <p:cBhvr>
                                        <p:cTn id="58" dur="1" fill="hold">
                                          <p:stCondLst>
                                            <p:cond delay="0"/>
                                          </p:stCondLst>
                                        </p:cTn>
                                        <p:tgtEl>
                                          <p:spTgt spid="51"/>
                                        </p:tgtEl>
                                        <p:attrNameLst>
                                          <p:attrName>style.visibility</p:attrName>
                                        </p:attrNameLst>
                                      </p:cBhvr>
                                      <p:to>
                                        <p:strVal val="visible"/>
                                      </p:to>
                                    </p:set>
                                    <p:animEffect transition="in" filter="fade">
                                      <p:cBhvr>
                                        <p:cTn id="59" dur="500"/>
                                        <p:tgtEl>
                                          <p:spTgt spid="51"/>
                                        </p:tgtEl>
                                      </p:cBhvr>
                                    </p:animEffect>
                                  </p:childTnLst>
                                </p:cTn>
                              </p:par>
                            </p:childTnLst>
                          </p:cTn>
                        </p:par>
                        <p:par>
                          <p:cTn id="60" fill="hold">
                            <p:stCondLst>
                              <p:cond delay="4000"/>
                            </p:stCondLst>
                            <p:childTnLst>
                              <p:par>
                                <p:cTn id="61" presetID="47" presetClass="entr" presetSubtype="0" fill="hold" nodeType="after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500"/>
                                        <p:tgtEl>
                                          <p:spTgt spid="63"/>
                                        </p:tgtEl>
                                      </p:cBhvr>
                                    </p:animEffect>
                                    <p:anim calcmode="lin" valueType="num">
                                      <p:cBhvr>
                                        <p:cTn id="64" dur="500" fill="hold"/>
                                        <p:tgtEl>
                                          <p:spTgt spid="63"/>
                                        </p:tgtEl>
                                        <p:attrNameLst>
                                          <p:attrName>ppt_x</p:attrName>
                                        </p:attrNameLst>
                                      </p:cBhvr>
                                      <p:tavLst>
                                        <p:tav tm="0">
                                          <p:val>
                                            <p:strVal val="#ppt_x"/>
                                          </p:val>
                                        </p:tav>
                                        <p:tav tm="100000">
                                          <p:val>
                                            <p:strVal val="#ppt_x"/>
                                          </p:val>
                                        </p:tav>
                                      </p:tavLst>
                                    </p:anim>
                                    <p:anim calcmode="lin" valueType="num">
                                      <p:cBhvr>
                                        <p:cTn id="65" dur="500" fill="hold"/>
                                        <p:tgtEl>
                                          <p:spTgt spid="63"/>
                                        </p:tgtEl>
                                        <p:attrNameLst>
                                          <p:attrName>ppt_y</p:attrName>
                                        </p:attrNameLst>
                                      </p:cBhvr>
                                      <p:tavLst>
                                        <p:tav tm="0">
                                          <p:val>
                                            <p:strVal val="#ppt_y-.1"/>
                                          </p:val>
                                        </p:tav>
                                        <p:tav tm="100000">
                                          <p:val>
                                            <p:strVal val="#ppt_y"/>
                                          </p:val>
                                        </p:tav>
                                      </p:tavLst>
                                    </p:anim>
                                  </p:childTnLst>
                                </p:cTn>
                              </p:par>
                            </p:childTnLst>
                          </p:cTn>
                        </p:par>
                        <p:par>
                          <p:cTn id="66" fill="hold">
                            <p:stCondLst>
                              <p:cond delay="4500"/>
                            </p:stCondLst>
                            <p:childTnLst>
                              <p:par>
                                <p:cTn id="67" presetID="12" presetClass="entr" presetSubtype="2" fill="hold" nodeType="afterEffect">
                                  <p:stCondLst>
                                    <p:cond delay="0"/>
                                  </p:stCondLst>
                                  <p:childTnLst>
                                    <p:set>
                                      <p:cBhvr>
                                        <p:cTn id="68" dur="1" fill="hold">
                                          <p:stCondLst>
                                            <p:cond delay="0"/>
                                          </p:stCondLst>
                                        </p:cTn>
                                        <p:tgtEl>
                                          <p:spTgt spid="135"/>
                                        </p:tgtEl>
                                        <p:attrNameLst>
                                          <p:attrName>style.visibility</p:attrName>
                                        </p:attrNameLst>
                                      </p:cBhvr>
                                      <p:to>
                                        <p:strVal val="visible"/>
                                      </p:to>
                                    </p:set>
                                    <p:animEffect transition="in" filter="slide(fromRight)">
                                      <p:cBhvr>
                                        <p:cTn id="69" dur="500"/>
                                        <p:tgtEl>
                                          <p:spTgt spid="135"/>
                                        </p:tgtEl>
                                      </p:cBhvr>
                                    </p:animEffect>
                                  </p:childTnLst>
                                </p:cTn>
                              </p:par>
                              <p:par>
                                <p:cTn id="70" presetID="10" presetClass="entr" presetSubtype="0" fill="hold" nodeType="withEffect">
                                  <p:stCondLst>
                                    <p:cond delay="0"/>
                                  </p:stCondLst>
                                  <p:childTnLst>
                                    <p:set>
                                      <p:cBhvr>
                                        <p:cTn id="71" dur="1" fill="hold">
                                          <p:stCondLst>
                                            <p:cond delay="0"/>
                                          </p:stCondLst>
                                        </p:cTn>
                                        <p:tgtEl>
                                          <p:spTgt spid="52"/>
                                        </p:tgtEl>
                                        <p:attrNameLst>
                                          <p:attrName>style.visibility</p:attrName>
                                        </p:attrNameLst>
                                      </p:cBhvr>
                                      <p:to>
                                        <p:strVal val="visible"/>
                                      </p:to>
                                    </p:set>
                                    <p:animEffect transition="in" filter="fade">
                                      <p:cBhvr>
                                        <p:cTn id="7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그룹 6"/>
          <p:cNvGrpSpPr/>
          <p:nvPr/>
        </p:nvGrpSpPr>
        <p:grpSpPr>
          <a:xfrm>
            <a:off x="530336" y="2619006"/>
            <a:ext cx="3462734" cy="1912102"/>
            <a:chOff x="2690047" y="2619004"/>
            <a:chExt cx="3462734" cy="1912102"/>
          </a:xfrm>
        </p:grpSpPr>
        <p:sp>
          <p:nvSpPr>
            <p:cNvPr id="55" name="Freeform 7"/>
            <p:cNvSpPr>
              <a:spLocks/>
            </p:cNvSpPr>
            <p:nvPr/>
          </p:nvSpPr>
          <p:spPr bwMode="auto">
            <a:xfrm>
              <a:off x="3107999" y="2619004"/>
              <a:ext cx="2626830" cy="1109060"/>
            </a:xfrm>
            <a:custGeom>
              <a:avLst/>
              <a:gdLst>
                <a:gd name="T0" fmla="*/ 0 w 2558"/>
                <a:gd name="T1" fmla="*/ 520 h 1080"/>
                <a:gd name="T2" fmla="*/ 754 w 2558"/>
                <a:gd name="T3" fmla="*/ 1080 h 1080"/>
                <a:gd name="T4" fmla="*/ 2558 w 2558"/>
                <a:gd name="T5" fmla="*/ 559 h 1080"/>
                <a:gd name="T6" fmla="*/ 1804 w 2558"/>
                <a:gd name="T7" fmla="*/ 0 h 1080"/>
                <a:gd name="T8" fmla="*/ 0 w 2558"/>
                <a:gd name="T9" fmla="*/ 520 h 1080"/>
              </a:gdLst>
              <a:ahLst/>
              <a:cxnLst>
                <a:cxn ang="0">
                  <a:pos x="T0" y="T1"/>
                </a:cxn>
                <a:cxn ang="0">
                  <a:pos x="T2" y="T3"/>
                </a:cxn>
                <a:cxn ang="0">
                  <a:pos x="T4" y="T5"/>
                </a:cxn>
                <a:cxn ang="0">
                  <a:pos x="T6" y="T7"/>
                </a:cxn>
                <a:cxn ang="0">
                  <a:pos x="T8" y="T9"/>
                </a:cxn>
              </a:cxnLst>
              <a:rect l="0" t="0" r="r" b="b"/>
              <a:pathLst>
                <a:path w="2558" h="1080">
                  <a:moveTo>
                    <a:pt x="0" y="520"/>
                  </a:moveTo>
                  <a:lnTo>
                    <a:pt x="754" y="1080"/>
                  </a:lnTo>
                  <a:lnTo>
                    <a:pt x="2558" y="559"/>
                  </a:lnTo>
                  <a:lnTo>
                    <a:pt x="1804" y="0"/>
                  </a:lnTo>
                  <a:lnTo>
                    <a:pt x="0" y="520"/>
                  </a:lnTo>
                  <a:close/>
                </a:path>
              </a:pathLst>
            </a:custGeom>
            <a:gradFill>
              <a:gsLst>
                <a:gs pos="100000">
                  <a:schemeClr val="accent3">
                    <a:lumMod val="70000"/>
                  </a:schemeClr>
                </a:gs>
                <a:gs pos="50000">
                  <a:schemeClr val="accent3">
                    <a:lumMod val="60000"/>
                  </a:schemeClr>
                </a:gs>
                <a:gs pos="0">
                  <a:schemeClr val="accent3">
                    <a:lumMod val="60000"/>
                  </a:schemeClr>
                </a:gs>
              </a:gsLst>
              <a:lin ang="2700000" scaled="0"/>
            </a:gradFill>
            <a:ln w="3175" cap="flat" cmpd="sng" algn="ctr">
              <a:solidFill>
                <a:schemeClr val="accent3">
                  <a:lumMod val="50000"/>
                  <a:alpha val="70000"/>
                </a:schemeClr>
              </a:soli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58" name="Freeform 10"/>
            <p:cNvSpPr>
              <a:spLocks/>
            </p:cNvSpPr>
            <p:nvPr/>
          </p:nvSpPr>
          <p:spPr bwMode="auto">
            <a:xfrm>
              <a:off x="2690047" y="3152996"/>
              <a:ext cx="1192240" cy="1378109"/>
            </a:xfrm>
            <a:custGeom>
              <a:avLst/>
              <a:gdLst>
                <a:gd name="T0" fmla="*/ 407 w 1161"/>
                <a:gd name="T1" fmla="*/ 0 h 1342"/>
                <a:gd name="T2" fmla="*/ 0 w 1161"/>
                <a:gd name="T3" fmla="*/ 604 h 1342"/>
                <a:gd name="T4" fmla="*/ 995 w 1161"/>
                <a:gd name="T5" fmla="*/ 1342 h 1342"/>
                <a:gd name="T6" fmla="*/ 1161 w 1161"/>
                <a:gd name="T7" fmla="*/ 560 h 1342"/>
                <a:gd name="T8" fmla="*/ 407 w 1161"/>
                <a:gd name="T9" fmla="*/ 0 h 1342"/>
              </a:gdLst>
              <a:ahLst/>
              <a:cxnLst>
                <a:cxn ang="0">
                  <a:pos x="T0" y="T1"/>
                </a:cxn>
                <a:cxn ang="0">
                  <a:pos x="T2" y="T3"/>
                </a:cxn>
                <a:cxn ang="0">
                  <a:pos x="T4" y="T5"/>
                </a:cxn>
                <a:cxn ang="0">
                  <a:pos x="T6" y="T7"/>
                </a:cxn>
                <a:cxn ang="0">
                  <a:pos x="T8" y="T9"/>
                </a:cxn>
              </a:cxnLst>
              <a:rect l="0" t="0" r="r" b="b"/>
              <a:pathLst>
                <a:path w="1161" h="1342">
                  <a:moveTo>
                    <a:pt x="407" y="0"/>
                  </a:moveTo>
                  <a:lnTo>
                    <a:pt x="0" y="604"/>
                  </a:lnTo>
                  <a:lnTo>
                    <a:pt x="995" y="1342"/>
                  </a:lnTo>
                  <a:lnTo>
                    <a:pt x="1161" y="560"/>
                  </a:lnTo>
                  <a:lnTo>
                    <a:pt x="407" y="0"/>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63" name="Freeform 15"/>
            <p:cNvSpPr>
              <a:spLocks/>
            </p:cNvSpPr>
            <p:nvPr/>
          </p:nvSpPr>
          <p:spPr bwMode="auto">
            <a:xfrm>
              <a:off x="3711821" y="3193046"/>
              <a:ext cx="2440960" cy="1338060"/>
            </a:xfrm>
            <a:custGeom>
              <a:avLst/>
              <a:gdLst>
                <a:gd name="T0" fmla="*/ 166 w 2377"/>
                <a:gd name="T1" fmla="*/ 521 h 1303"/>
                <a:gd name="T2" fmla="*/ 0 w 2377"/>
                <a:gd name="T3" fmla="*/ 1303 h 1303"/>
                <a:gd name="T4" fmla="*/ 2377 w 2377"/>
                <a:gd name="T5" fmla="*/ 616 h 1303"/>
                <a:gd name="T6" fmla="*/ 1970 w 2377"/>
                <a:gd name="T7" fmla="*/ 0 h 1303"/>
                <a:gd name="T8" fmla="*/ 166 w 2377"/>
                <a:gd name="T9" fmla="*/ 521 h 1303"/>
              </a:gdLst>
              <a:ahLst/>
              <a:cxnLst>
                <a:cxn ang="0">
                  <a:pos x="T0" y="T1"/>
                </a:cxn>
                <a:cxn ang="0">
                  <a:pos x="T2" y="T3"/>
                </a:cxn>
                <a:cxn ang="0">
                  <a:pos x="T4" y="T5"/>
                </a:cxn>
                <a:cxn ang="0">
                  <a:pos x="T6" y="T7"/>
                </a:cxn>
                <a:cxn ang="0">
                  <a:pos x="T8" y="T9"/>
                </a:cxn>
              </a:cxnLst>
              <a:rect l="0" t="0" r="r" b="b"/>
              <a:pathLst>
                <a:path w="2377" h="1303">
                  <a:moveTo>
                    <a:pt x="166" y="521"/>
                  </a:moveTo>
                  <a:lnTo>
                    <a:pt x="0" y="1303"/>
                  </a:lnTo>
                  <a:lnTo>
                    <a:pt x="2377" y="616"/>
                  </a:lnTo>
                  <a:lnTo>
                    <a:pt x="1970" y="0"/>
                  </a:lnTo>
                  <a:lnTo>
                    <a:pt x="166" y="521"/>
                  </a:lnTo>
                  <a:close/>
                </a:path>
              </a:pathLst>
            </a:custGeom>
            <a:solidFill>
              <a:schemeClr val="accent3">
                <a:lumMod val="85000"/>
              </a:schemeClr>
            </a:solid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11" name="Title 10"/>
          <p:cNvSpPr>
            <a:spLocks noGrp="1"/>
          </p:cNvSpPr>
          <p:nvPr>
            <p:ph type="title"/>
          </p:nvPr>
        </p:nvSpPr>
        <p:spPr/>
        <p:txBody>
          <a:bodyPr/>
          <a:lstStyle/>
          <a:p>
            <a:r>
              <a:rPr lang="en-US" altLang="ko-KR" dirty="0"/>
              <a:t>Structured diagram</a:t>
            </a:r>
            <a:r>
              <a:rPr lang="en-US" altLang="ko-KR" dirty="0">
                <a:gradFill>
                  <a:gsLst>
                    <a:gs pos="0">
                      <a:schemeClr val="bg2"/>
                    </a:gs>
                    <a:gs pos="100000">
                      <a:schemeClr val="bg2"/>
                    </a:gs>
                  </a:gsLst>
                  <a:lin ang="0" scaled="1"/>
                </a:gradFill>
              </a:rPr>
              <a:t> </a:t>
            </a:r>
            <a:r>
              <a:rPr lang="en-US" altLang="ko-KR" sz="3600" baseline="10000" dirty="0">
                <a:gradFill>
                  <a:gsLst>
                    <a:gs pos="0">
                      <a:schemeClr val="bg2"/>
                    </a:gs>
                    <a:gs pos="100000">
                      <a:schemeClr val="bg2"/>
                    </a:gs>
                  </a:gsLst>
                  <a:lin ang="0" scaled="1"/>
                </a:gradFill>
              </a:rPr>
              <a:t>:</a:t>
            </a:r>
            <a:r>
              <a:rPr lang="en-US" altLang="ko-KR" dirty="0">
                <a:gradFill>
                  <a:gsLst>
                    <a:gs pos="0">
                      <a:schemeClr val="bg2"/>
                    </a:gs>
                    <a:gs pos="100000">
                      <a:schemeClr val="bg2"/>
                    </a:gs>
                  </a:gsLst>
                  <a:lin ang="0" scaled="1"/>
                </a:gradFill>
              </a:rPr>
              <a:t> Pyramid</a:t>
            </a:r>
            <a:endParaRPr lang="en-US" dirty="0">
              <a:gradFill>
                <a:gsLst>
                  <a:gs pos="0">
                    <a:schemeClr val="bg2"/>
                  </a:gs>
                  <a:gs pos="100000">
                    <a:schemeClr val="bg2"/>
                  </a:gs>
                </a:gsLst>
                <a:lin ang="0" scaled="1"/>
              </a:gradFill>
            </a:endParaRPr>
          </a:p>
        </p:txBody>
      </p:sp>
      <p:grpSp>
        <p:nvGrpSpPr>
          <p:cNvPr id="8" name="그룹 7"/>
          <p:cNvGrpSpPr/>
          <p:nvPr/>
        </p:nvGrpSpPr>
        <p:grpSpPr>
          <a:xfrm>
            <a:off x="979097" y="2145600"/>
            <a:ext cx="2567270" cy="1525984"/>
            <a:chOff x="3138806" y="2145600"/>
            <a:chExt cx="2567270" cy="1525984"/>
          </a:xfrm>
        </p:grpSpPr>
        <p:sp>
          <p:nvSpPr>
            <p:cNvPr id="54" name="Freeform 6"/>
            <p:cNvSpPr>
              <a:spLocks/>
            </p:cNvSpPr>
            <p:nvPr/>
          </p:nvSpPr>
          <p:spPr bwMode="auto">
            <a:xfrm>
              <a:off x="3542381" y="2145600"/>
              <a:ext cx="1760120" cy="751696"/>
            </a:xfrm>
            <a:custGeom>
              <a:avLst/>
              <a:gdLst>
                <a:gd name="T0" fmla="*/ 1231 w 1714"/>
                <a:gd name="T1" fmla="*/ 0 h 732"/>
                <a:gd name="T2" fmla="*/ 0 w 1714"/>
                <a:gd name="T3" fmla="*/ 356 h 732"/>
                <a:gd name="T4" fmla="*/ 505 w 1714"/>
                <a:gd name="T5" fmla="*/ 732 h 732"/>
                <a:gd name="T6" fmla="*/ 1714 w 1714"/>
                <a:gd name="T7" fmla="*/ 383 h 732"/>
                <a:gd name="T8" fmla="*/ 1231 w 1714"/>
                <a:gd name="T9" fmla="*/ 0 h 732"/>
              </a:gdLst>
              <a:ahLst/>
              <a:cxnLst>
                <a:cxn ang="0">
                  <a:pos x="T0" y="T1"/>
                </a:cxn>
                <a:cxn ang="0">
                  <a:pos x="T2" y="T3"/>
                </a:cxn>
                <a:cxn ang="0">
                  <a:pos x="T4" y="T5"/>
                </a:cxn>
                <a:cxn ang="0">
                  <a:pos x="T6" y="T7"/>
                </a:cxn>
                <a:cxn ang="0">
                  <a:pos x="T8" y="T9"/>
                </a:cxn>
              </a:cxnLst>
              <a:rect l="0" t="0" r="r" b="b"/>
              <a:pathLst>
                <a:path w="1714" h="732">
                  <a:moveTo>
                    <a:pt x="1231" y="0"/>
                  </a:moveTo>
                  <a:lnTo>
                    <a:pt x="0" y="356"/>
                  </a:lnTo>
                  <a:lnTo>
                    <a:pt x="505" y="732"/>
                  </a:lnTo>
                  <a:lnTo>
                    <a:pt x="1714" y="383"/>
                  </a:lnTo>
                  <a:lnTo>
                    <a:pt x="1231" y="0"/>
                  </a:lnTo>
                  <a:close/>
                </a:path>
              </a:pathLst>
            </a:custGeom>
            <a:gradFill>
              <a:gsLst>
                <a:gs pos="100000">
                  <a:schemeClr val="accent3">
                    <a:lumMod val="70000"/>
                  </a:schemeClr>
                </a:gs>
                <a:gs pos="50000">
                  <a:schemeClr val="accent3">
                    <a:lumMod val="60000"/>
                  </a:schemeClr>
                </a:gs>
                <a:gs pos="0">
                  <a:schemeClr val="accent3">
                    <a:lumMod val="60000"/>
                  </a:schemeClr>
                </a:gs>
              </a:gsLst>
              <a:lin ang="2700000" scaled="0"/>
            </a:gradFill>
            <a:ln w="3175" cap="flat" cmpd="sng" algn="ctr">
              <a:solidFill>
                <a:schemeClr val="accent3">
                  <a:lumMod val="50000"/>
                  <a:alpha val="70000"/>
                </a:schemeClr>
              </a:soli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57" name="Freeform 9"/>
            <p:cNvSpPr>
              <a:spLocks/>
            </p:cNvSpPr>
            <p:nvPr/>
          </p:nvSpPr>
          <p:spPr bwMode="auto">
            <a:xfrm>
              <a:off x="3138806" y="2511179"/>
              <a:ext cx="922163" cy="1160405"/>
            </a:xfrm>
            <a:custGeom>
              <a:avLst/>
              <a:gdLst>
                <a:gd name="T0" fmla="*/ 737 w 898"/>
                <a:gd name="T1" fmla="*/ 1130 h 1130"/>
                <a:gd name="T2" fmla="*/ 898 w 898"/>
                <a:gd name="T3" fmla="*/ 376 h 1130"/>
                <a:gd name="T4" fmla="*/ 393 w 898"/>
                <a:gd name="T5" fmla="*/ 0 h 1130"/>
                <a:gd name="T6" fmla="*/ 0 w 898"/>
                <a:gd name="T7" fmla="*/ 583 h 1130"/>
                <a:gd name="T8" fmla="*/ 737 w 898"/>
                <a:gd name="T9" fmla="*/ 1130 h 1130"/>
              </a:gdLst>
              <a:ahLst/>
              <a:cxnLst>
                <a:cxn ang="0">
                  <a:pos x="T0" y="T1"/>
                </a:cxn>
                <a:cxn ang="0">
                  <a:pos x="T2" y="T3"/>
                </a:cxn>
                <a:cxn ang="0">
                  <a:pos x="T4" y="T5"/>
                </a:cxn>
                <a:cxn ang="0">
                  <a:pos x="T6" y="T7"/>
                </a:cxn>
                <a:cxn ang="0">
                  <a:pos x="T8" y="T9"/>
                </a:cxn>
              </a:cxnLst>
              <a:rect l="0" t="0" r="r" b="b"/>
              <a:pathLst>
                <a:path w="898" h="1130">
                  <a:moveTo>
                    <a:pt x="737" y="1130"/>
                  </a:moveTo>
                  <a:lnTo>
                    <a:pt x="898" y="376"/>
                  </a:lnTo>
                  <a:lnTo>
                    <a:pt x="393" y="0"/>
                  </a:lnTo>
                  <a:lnTo>
                    <a:pt x="0" y="583"/>
                  </a:lnTo>
                  <a:lnTo>
                    <a:pt x="737" y="1130"/>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60" name="Freeform 12"/>
            <p:cNvSpPr>
              <a:spLocks/>
            </p:cNvSpPr>
            <p:nvPr/>
          </p:nvSpPr>
          <p:spPr bwMode="auto">
            <a:xfrm>
              <a:off x="3895637" y="2538905"/>
              <a:ext cx="1810439" cy="1132679"/>
            </a:xfrm>
            <a:custGeom>
              <a:avLst/>
              <a:gdLst>
                <a:gd name="T0" fmla="*/ 0 w 1763"/>
                <a:gd name="T1" fmla="*/ 1103 h 1103"/>
                <a:gd name="T2" fmla="*/ 1763 w 1763"/>
                <a:gd name="T3" fmla="*/ 593 h 1103"/>
                <a:gd name="T4" fmla="*/ 1370 w 1763"/>
                <a:gd name="T5" fmla="*/ 0 h 1103"/>
                <a:gd name="T6" fmla="*/ 161 w 1763"/>
                <a:gd name="T7" fmla="*/ 349 h 1103"/>
                <a:gd name="T8" fmla="*/ 0 w 1763"/>
                <a:gd name="T9" fmla="*/ 1103 h 1103"/>
              </a:gdLst>
              <a:ahLst/>
              <a:cxnLst>
                <a:cxn ang="0">
                  <a:pos x="T0" y="T1"/>
                </a:cxn>
                <a:cxn ang="0">
                  <a:pos x="T2" y="T3"/>
                </a:cxn>
                <a:cxn ang="0">
                  <a:pos x="T4" y="T5"/>
                </a:cxn>
                <a:cxn ang="0">
                  <a:pos x="T6" y="T7"/>
                </a:cxn>
                <a:cxn ang="0">
                  <a:pos x="T8" y="T9"/>
                </a:cxn>
              </a:cxnLst>
              <a:rect l="0" t="0" r="r" b="b"/>
              <a:pathLst>
                <a:path w="1763" h="1103">
                  <a:moveTo>
                    <a:pt x="0" y="1103"/>
                  </a:moveTo>
                  <a:lnTo>
                    <a:pt x="1763" y="593"/>
                  </a:lnTo>
                  <a:lnTo>
                    <a:pt x="1370" y="0"/>
                  </a:lnTo>
                  <a:lnTo>
                    <a:pt x="161" y="349"/>
                  </a:lnTo>
                  <a:lnTo>
                    <a:pt x="0" y="1103"/>
                  </a:lnTo>
                  <a:close/>
                </a:path>
              </a:pathLst>
            </a:custGeom>
            <a:solidFill>
              <a:schemeClr val="accent3">
                <a:lumMod val="85000"/>
              </a:schemeClr>
            </a:solid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9" name="그룹 8"/>
          <p:cNvGrpSpPr/>
          <p:nvPr/>
        </p:nvGrpSpPr>
        <p:grpSpPr>
          <a:xfrm>
            <a:off x="1412454" y="1685551"/>
            <a:ext cx="1700559" cy="1155271"/>
            <a:chOff x="3572161" y="1685546"/>
            <a:chExt cx="1700559" cy="1155271"/>
          </a:xfrm>
        </p:grpSpPr>
        <p:sp>
          <p:nvSpPr>
            <p:cNvPr id="53" name="Freeform 5"/>
            <p:cNvSpPr>
              <a:spLocks/>
            </p:cNvSpPr>
            <p:nvPr/>
          </p:nvSpPr>
          <p:spPr bwMode="auto">
            <a:xfrm>
              <a:off x="3975736" y="1685546"/>
              <a:ext cx="894437" cy="378929"/>
            </a:xfrm>
            <a:custGeom>
              <a:avLst/>
              <a:gdLst>
                <a:gd name="T0" fmla="*/ 0 w 871"/>
                <a:gd name="T1" fmla="*/ 177 h 369"/>
                <a:gd name="T2" fmla="*/ 256 w 871"/>
                <a:gd name="T3" fmla="*/ 369 h 369"/>
                <a:gd name="T4" fmla="*/ 871 w 871"/>
                <a:gd name="T5" fmla="*/ 192 h 369"/>
                <a:gd name="T6" fmla="*/ 614 w 871"/>
                <a:gd name="T7" fmla="*/ 0 h 369"/>
                <a:gd name="T8" fmla="*/ 0 w 871"/>
                <a:gd name="T9" fmla="*/ 177 h 369"/>
              </a:gdLst>
              <a:ahLst/>
              <a:cxnLst>
                <a:cxn ang="0">
                  <a:pos x="T0" y="T1"/>
                </a:cxn>
                <a:cxn ang="0">
                  <a:pos x="T2" y="T3"/>
                </a:cxn>
                <a:cxn ang="0">
                  <a:pos x="T4" y="T5"/>
                </a:cxn>
                <a:cxn ang="0">
                  <a:pos x="T6" y="T7"/>
                </a:cxn>
                <a:cxn ang="0">
                  <a:pos x="T8" y="T9"/>
                </a:cxn>
              </a:cxnLst>
              <a:rect l="0" t="0" r="r" b="b"/>
              <a:pathLst>
                <a:path w="871" h="369">
                  <a:moveTo>
                    <a:pt x="0" y="177"/>
                  </a:moveTo>
                  <a:lnTo>
                    <a:pt x="256" y="369"/>
                  </a:lnTo>
                  <a:lnTo>
                    <a:pt x="871" y="192"/>
                  </a:lnTo>
                  <a:lnTo>
                    <a:pt x="614" y="0"/>
                  </a:lnTo>
                  <a:lnTo>
                    <a:pt x="0" y="177"/>
                  </a:lnTo>
                  <a:close/>
                </a:path>
              </a:pathLst>
            </a:custGeom>
            <a:gradFill>
              <a:gsLst>
                <a:gs pos="100000">
                  <a:schemeClr val="accent3">
                    <a:lumMod val="70000"/>
                  </a:schemeClr>
                </a:gs>
                <a:gs pos="50000">
                  <a:schemeClr val="accent3">
                    <a:lumMod val="60000"/>
                  </a:schemeClr>
                </a:gs>
                <a:gs pos="0">
                  <a:schemeClr val="accent3">
                    <a:lumMod val="60000"/>
                  </a:schemeClr>
                </a:gs>
              </a:gsLst>
              <a:lin ang="2700000" scaled="0"/>
            </a:gradFill>
            <a:ln w="3175" cap="flat" cmpd="sng" algn="ctr">
              <a:solidFill>
                <a:schemeClr val="accent3">
                  <a:lumMod val="50000"/>
                  <a:alpha val="70000"/>
                </a:schemeClr>
              </a:soli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56" name="Freeform 8"/>
            <p:cNvSpPr>
              <a:spLocks/>
            </p:cNvSpPr>
            <p:nvPr/>
          </p:nvSpPr>
          <p:spPr bwMode="auto">
            <a:xfrm>
              <a:off x="3572161" y="1867308"/>
              <a:ext cx="666464" cy="973508"/>
            </a:xfrm>
            <a:custGeom>
              <a:avLst/>
              <a:gdLst>
                <a:gd name="T0" fmla="*/ 393 w 649"/>
                <a:gd name="T1" fmla="*/ 0 h 948"/>
                <a:gd name="T2" fmla="*/ 0 w 649"/>
                <a:gd name="T3" fmla="*/ 585 h 948"/>
                <a:gd name="T4" fmla="*/ 488 w 649"/>
                <a:gd name="T5" fmla="*/ 948 h 948"/>
                <a:gd name="T6" fmla="*/ 649 w 649"/>
                <a:gd name="T7" fmla="*/ 192 h 948"/>
                <a:gd name="T8" fmla="*/ 393 w 649"/>
                <a:gd name="T9" fmla="*/ 0 h 948"/>
              </a:gdLst>
              <a:ahLst/>
              <a:cxnLst>
                <a:cxn ang="0">
                  <a:pos x="T0" y="T1"/>
                </a:cxn>
                <a:cxn ang="0">
                  <a:pos x="T2" y="T3"/>
                </a:cxn>
                <a:cxn ang="0">
                  <a:pos x="T4" y="T5"/>
                </a:cxn>
                <a:cxn ang="0">
                  <a:pos x="T6" y="T7"/>
                </a:cxn>
                <a:cxn ang="0">
                  <a:pos x="T8" y="T9"/>
                </a:cxn>
              </a:cxnLst>
              <a:rect l="0" t="0" r="r" b="b"/>
              <a:pathLst>
                <a:path w="649" h="948">
                  <a:moveTo>
                    <a:pt x="393" y="0"/>
                  </a:moveTo>
                  <a:lnTo>
                    <a:pt x="0" y="585"/>
                  </a:lnTo>
                  <a:lnTo>
                    <a:pt x="488" y="948"/>
                  </a:lnTo>
                  <a:lnTo>
                    <a:pt x="649" y="192"/>
                  </a:lnTo>
                  <a:lnTo>
                    <a:pt x="393" y="0"/>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61" name="Freeform 13"/>
            <p:cNvSpPr>
              <a:spLocks/>
            </p:cNvSpPr>
            <p:nvPr/>
          </p:nvSpPr>
          <p:spPr bwMode="auto">
            <a:xfrm>
              <a:off x="4073292" y="1882712"/>
              <a:ext cx="1199428" cy="958105"/>
            </a:xfrm>
            <a:custGeom>
              <a:avLst/>
              <a:gdLst>
                <a:gd name="T0" fmla="*/ 0 w 1168"/>
                <a:gd name="T1" fmla="*/ 933 h 933"/>
                <a:gd name="T2" fmla="*/ 1168 w 1168"/>
                <a:gd name="T3" fmla="*/ 595 h 933"/>
                <a:gd name="T4" fmla="*/ 776 w 1168"/>
                <a:gd name="T5" fmla="*/ 0 h 933"/>
                <a:gd name="T6" fmla="*/ 161 w 1168"/>
                <a:gd name="T7" fmla="*/ 177 h 933"/>
                <a:gd name="T8" fmla="*/ 0 w 1168"/>
                <a:gd name="T9" fmla="*/ 933 h 933"/>
              </a:gdLst>
              <a:ahLst/>
              <a:cxnLst>
                <a:cxn ang="0">
                  <a:pos x="T0" y="T1"/>
                </a:cxn>
                <a:cxn ang="0">
                  <a:pos x="T2" y="T3"/>
                </a:cxn>
                <a:cxn ang="0">
                  <a:pos x="T4" y="T5"/>
                </a:cxn>
                <a:cxn ang="0">
                  <a:pos x="T6" y="T7"/>
                </a:cxn>
                <a:cxn ang="0">
                  <a:pos x="T8" y="T9"/>
                </a:cxn>
              </a:cxnLst>
              <a:rect l="0" t="0" r="r" b="b"/>
              <a:pathLst>
                <a:path w="1168" h="933">
                  <a:moveTo>
                    <a:pt x="0" y="933"/>
                  </a:moveTo>
                  <a:lnTo>
                    <a:pt x="1168" y="595"/>
                  </a:lnTo>
                  <a:lnTo>
                    <a:pt x="776" y="0"/>
                  </a:lnTo>
                  <a:lnTo>
                    <a:pt x="161" y="177"/>
                  </a:lnTo>
                  <a:lnTo>
                    <a:pt x="0" y="933"/>
                  </a:lnTo>
                  <a:close/>
                </a:path>
              </a:pathLst>
            </a:custGeom>
            <a:solidFill>
              <a:schemeClr val="accent3">
                <a:lumMod val="85000"/>
              </a:schemeClr>
            </a:solid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6" name="그룹 5"/>
          <p:cNvGrpSpPr/>
          <p:nvPr/>
        </p:nvGrpSpPr>
        <p:grpSpPr>
          <a:xfrm>
            <a:off x="1844783" y="1203929"/>
            <a:ext cx="835903" cy="804069"/>
            <a:chOff x="4004489" y="1203926"/>
            <a:chExt cx="835903" cy="804069"/>
          </a:xfrm>
        </p:grpSpPr>
        <p:sp>
          <p:nvSpPr>
            <p:cNvPr id="59" name="Freeform 11"/>
            <p:cNvSpPr>
              <a:spLocks/>
            </p:cNvSpPr>
            <p:nvPr/>
          </p:nvSpPr>
          <p:spPr bwMode="auto">
            <a:xfrm>
              <a:off x="4004489" y="1203926"/>
              <a:ext cx="417952" cy="804069"/>
            </a:xfrm>
            <a:custGeom>
              <a:avLst/>
              <a:gdLst>
                <a:gd name="T0" fmla="*/ 0 w 407"/>
                <a:gd name="T1" fmla="*/ 606 h 783"/>
                <a:gd name="T2" fmla="*/ 239 w 407"/>
                <a:gd name="T3" fmla="*/ 783 h 783"/>
                <a:gd name="T4" fmla="*/ 407 w 407"/>
                <a:gd name="T5" fmla="*/ 0 h 783"/>
                <a:gd name="T6" fmla="*/ 0 w 407"/>
                <a:gd name="T7" fmla="*/ 606 h 783"/>
              </a:gdLst>
              <a:ahLst/>
              <a:cxnLst>
                <a:cxn ang="0">
                  <a:pos x="T0" y="T1"/>
                </a:cxn>
                <a:cxn ang="0">
                  <a:pos x="T2" y="T3"/>
                </a:cxn>
                <a:cxn ang="0">
                  <a:pos x="T4" y="T5"/>
                </a:cxn>
                <a:cxn ang="0">
                  <a:pos x="T6" y="T7"/>
                </a:cxn>
              </a:cxnLst>
              <a:rect l="0" t="0" r="r" b="b"/>
              <a:pathLst>
                <a:path w="407" h="783">
                  <a:moveTo>
                    <a:pt x="0" y="606"/>
                  </a:moveTo>
                  <a:lnTo>
                    <a:pt x="239" y="783"/>
                  </a:lnTo>
                  <a:lnTo>
                    <a:pt x="407" y="0"/>
                  </a:lnTo>
                  <a:lnTo>
                    <a:pt x="0" y="606"/>
                  </a:lnTo>
                  <a:close/>
                </a:path>
              </a:pathLst>
            </a:custGeom>
            <a:pattFill prst="dkDnDiag">
              <a:fgClr>
                <a:schemeClr val="accent1"/>
              </a:fgClr>
              <a:bgClr>
                <a:schemeClr val="accent1">
                  <a:lumMod val="75000"/>
                </a:schemeClr>
              </a:bgClr>
            </a:pattFill>
            <a:ln w="3175">
              <a:solidFill>
                <a:schemeClr val="accent1">
                  <a:lumMod val="7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62" name="Freeform 14"/>
            <p:cNvSpPr>
              <a:spLocks/>
            </p:cNvSpPr>
            <p:nvPr/>
          </p:nvSpPr>
          <p:spPr bwMode="auto">
            <a:xfrm>
              <a:off x="4249920" y="1203926"/>
              <a:ext cx="590472" cy="804069"/>
            </a:xfrm>
            <a:custGeom>
              <a:avLst/>
              <a:gdLst>
                <a:gd name="T0" fmla="*/ 575 w 575"/>
                <a:gd name="T1" fmla="*/ 616 h 783"/>
                <a:gd name="T2" fmla="*/ 168 w 575"/>
                <a:gd name="T3" fmla="*/ 0 h 783"/>
                <a:gd name="T4" fmla="*/ 0 w 575"/>
                <a:gd name="T5" fmla="*/ 783 h 783"/>
                <a:gd name="T6" fmla="*/ 575 w 575"/>
                <a:gd name="T7" fmla="*/ 616 h 783"/>
              </a:gdLst>
              <a:ahLst/>
              <a:cxnLst>
                <a:cxn ang="0">
                  <a:pos x="T0" y="T1"/>
                </a:cxn>
                <a:cxn ang="0">
                  <a:pos x="T2" y="T3"/>
                </a:cxn>
                <a:cxn ang="0">
                  <a:pos x="T4" y="T5"/>
                </a:cxn>
                <a:cxn ang="0">
                  <a:pos x="T6" y="T7"/>
                </a:cxn>
              </a:cxnLst>
              <a:rect l="0" t="0" r="r" b="b"/>
              <a:pathLst>
                <a:path w="575" h="783">
                  <a:moveTo>
                    <a:pt x="575" y="616"/>
                  </a:moveTo>
                  <a:lnTo>
                    <a:pt x="168" y="0"/>
                  </a:lnTo>
                  <a:lnTo>
                    <a:pt x="0" y="783"/>
                  </a:lnTo>
                  <a:lnTo>
                    <a:pt x="575" y="616"/>
                  </a:lnTo>
                  <a:close/>
                </a:path>
              </a:pathLst>
            </a:cu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75000"/>
                    </a:schemeClr>
                  </a:gs>
                  <a:gs pos="100000">
                    <a:schemeClr val="accent1">
                      <a:lumMod val="75000"/>
                    </a:schemeClr>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cxnSp>
        <p:nvCxnSpPr>
          <p:cNvPr id="169" name="직선 연결선 168"/>
          <p:cNvCxnSpPr/>
          <p:nvPr/>
        </p:nvCxnSpPr>
        <p:spPr>
          <a:xfrm flipH="1">
            <a:off x="2385450" y="1624465"/>
            <a:ext cx="2134025" cy="0"/>
          </a:xfrm>
          <a:prstGeom prst="line">
            <a:avLst/>
          </a:prstGeom>
          <a:ln w="3175">
            <a:solidFill>
              <a:schemeClr val="accent1">
                <a:lumMod val="75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17" name="그룹 16"/>
          <p:cNvGrpSpPr/>
          <p:nvPr/>
        </p:nvGrpSpPr>
        <p:grpSpPr>
          <a:xfrm>
            <a:off x="4285544" y="1418188"/>
            <a:ext cx="1978025" cy="401894"/>
            <a:chOff x="6445250" y="1383150"/>
            <a:chExt cx="1978025" cy="401894"/>
          </a:xfrm>
        </p:grpSpPr>
        <p:sp>
          <p:nvSpPr>
            <p:cNvPr id="172" name="타원 171"/>
            <p:cNvSpPr/>
            <p:nvPr/>
          </p:nvSpPr>
          <p:spPr>
            <a:xfrm>
              <a:off x="8021381" y="1383150"/>
              <a:ext cx="401894" cy="401894"/>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73" name="직사각형 172"/>
            <p:cNvSpPr/>
            <p:nvPr/>
          </p:nvSpPr>
          <p:spPr>
            <a:xfrm>
              <a:off x="6646196" y="1383150"/>
              <a:ext cx="1576132" cy="401894"/>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74" name="TextBox 173"/>
            <p:cNvSpPr txBox="1"/>
            <p:nvPr/>
          </p:nvSpPr>
          <p:spPr>
            <a:xfrm>
              <a:off x="6855088" y="1441438"/>
              <a:ext cx="1438012" cy="285318"/>
            </a:xfrm>
            <a:prstGeom prst="rect">
              <a:avLst/>
            </a:prstGeom>
            <a:noFill/>
          </p:spPr>
          <p:txBody>
            <a:bodyPr wrap="square" lIns="0" tIns="0" rIns="0" bIns="0" rtlCol="0" anchor="ctr">
              <a:noAutofit/>
            </a:bodyPr>
            <a:lstStyle/>
            <a:p>
              <a:pPr>
                <a:buClr>
                  <a:schemeClr val="bg2"/>
                </a:buClr>
              </a:pPr>
              <a:r>
                <a:rPr lang="pt-BR" altLang="ko-KR" sz="800" dirty="0">
                  <a:gradFill>
                    <a:gsLst>
                      <a:gs pos="0">
                        <a:schemeClr val="accent3"/>
                      </a:gs>
                      <a:gs pos="100000">
                        <a:schemeClr val="accent3"/>
                      </a:gs>
                    </a:gsLst>
                    <a:lin ang="5400000" scaled="0"/>
                  </a:gradFill>
                  <a:latin typeface="+mj-lt"/>
                  <a:ea typeface="Roboto Light" pitchFamily="2" charset="0"/>
                  <a:cs typeface="Roboto Condensed Regular"/>
                </a:rPr>
                <a:t>Nulla quis sem at nibh elem entum imperdiet. Duis sagittis ipsum. </a:t>
              </a:r>
              <a:endParaRPr lang="en-US" altLang="ko-KR" sz="800" dirty="0">
                <a:gradFill>
                  <a:gsLst>
                    <a:gs pos="0">
                      <a:schemeClr val="accent3"/>
                    </a:gs>
                    <a:gs pos="100000">
                      <a:schemeClr val="accent3"/>
                    </a:gs>
                  </a:gsLst>
                  <a:lin ang="5400000" scaled="0"/>
                </a:gradFill>
                <a:latin typeface="+mj-lt"/>
                <a:ea typeface="Roboto Light" pitchFamily="2" charset="0"/>
                <a:cs typeface="Roboto Condensed Regular"/>
              </a:endParaRPr>
            </a:p>
          </p:txBody>
        </p:sp>
        <p:sp>
          <p:nvSpPr>
            <p:cNvPr id="170" name="타원 169"/>
            <p:cNvSpPr/>
            <p:nvPr/>
          </p:nvSpPr>
          <p:spPr>
            <a:xfrm>
              <a:off x="6445250" y="1383150"/>
              <a:ext cx="401893" cy="401894"/>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71" name="타원 170"/>
            <p:cNvSpPr/>
            <p:nvPr/>
          </p:nvSpPr>
          <p:spPr>
            <a:xfrm>
              <a:off x="6496057" y="1433957"/>
              <a:ext cx="300279" cy="300280"/>
            </a:xfrm>
            <a:prstGeom prst="ellips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gradFill>
                    <a:gsLst>
                      <a:gs pos="0">
                        <a:schemeClr val="accent1"/>
                      </a:gs>
                      <a:gs pos="100000">
                        <a:schemeClr val="accent1"/>
                      </a:gs>
                    </a:gsLst>
                    <a:lin ang="5400000" scaled="0"/>
                  </a:gradFill>
                  <a:latin typeface="Roboto Condensed Regular"/>
                </a:rPr>
                <a:t>01</a:t>
              </a:r>
              <a:endParaRPr lang="ko-KR" altLang="en-US" sz="1200" b="1" dirty="0">
                <a:gradFill>
                  <a:gsLst>
                    <a:gs pos="0">
                      <a:schemeClr val="accent1"/>
                    </a:gs>
                    <a:gs pos="100000">
                      <a:schemeClr val="accent1"/>
                    </a:gs>
                  </a:gsLst>
                  <a:lin ang="5400000" scaled="0"/>
                </a:gradFill>
                <a:latin typeface="Roboto Condensed Regular"/>
              </a:endParaRPr>
            </a:p>
          </p:txBody>
        </p:sp>
      </p:grpSp>
      <p:cxnSp>
        <p:nvCxnSpPr>
          <p:cNvPr id="176" name="직선 연결선 175"/>
          <p:cNvCxnSpPr/>
          <p:nvPr/>
        </p:nvCxnSpPr>
        <p:spPr>
          <a:xfrm flipH="1">
            <a:off x="2518657" y="2373668"/>
            <a:ext cx="2000819" cy="0"/>
          </a:xfrm>
          <a:prstGeom prst="line">
            <a:avLst/>
          </a:prstGeom>
          <a:ln w="3175">
            <a:gradFill>
              <a:gsLst>
                <a:gs pos="0">
                  <a:schemeClr val="accent3">
                    <a:lumMod val="50000"/>
                  </a:schemeClr>
                </a:gs>
                <a:gs pos="100000">
                  <a:schemeClr val="accent3">
                    <a:lumMod val="50000"/>
                  </a:schemeClr>
                </a:gs>
              </a:gsLst>
              <a:lin ang="5400000" scaled="1"/>
            </a:gra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22" name="그룹 21"/>
          <p:cNvGrpSpPr/>
          <p:nvPr/>
        </p:nvGrpSpPr>
        <p:grpSpPr>
          <a:xfrm>
            <a:off x="4285544" y="2167393"/>
            <a:ext cx="1978025" cy="401894"/>
            <a:chOff x="6445250" y="2167391"/>
            <a:chExt cx="1978025" cy="401894"/>
          </a:xfrm>
        </p:grpSpPr>
        <p:sp>
          <p:nvSpPr>
            <p:cNvPr id="178" name="타원 177"/>
            <p:cNvSpPr/>
            <p:nvPr/>
          </p:nvSpPr>
          <p:spPr>
            <a:xfrm>
              <a:off x="8021381" y="2167391"/>
              <a:ext cx="401894" cy="401894"/>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79" name="직사각형 178"/>
            <p:cNvSpPr/>
            <p:nvPr/>
          </p:nvSpPr>
          <p:spPr>
            <a:xfrm>
              <a:off x="6646196" y="2167391"/>
              <a:ext cx="1576132" cy="401894"/>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80" name="TextBox 179"/>
            <p:cNvSpPr txBox="1"/>
            <p:nvPr/>
          </p:nvSpPr>
          <p:spPr>
            <a:xfrm>
              <a:off x="6855088" y="2225679"/>
              <a:ext cx="1438012" cy="285318"/>
            </a:xfrm>
            <a:prstGeom prst="rect">
              <a:avLst/>
            </a:prstGeom>
            <a:noFill/>
          </p:spPr>
          <p:txBody>
            <a:bodyPr wrap="square" lIns="0" tIns="0" rIns="0" bIns="0" rtlCol="0" anchor="ctr">
              <a:noAutofit/>
            </a:bodyPr>
            <a:lstStyle/>
            <a:p>
              <a:pPr lvl="0">
                <a:buClr>
                  <a:schemeClr val="bg2"/>
                </a:buClr>
              </a:pPr>
              <a:r>
                <a:rPr lang="pt-BR" altLang="ko-KR" sz="800" dirty="0">
                  <a:gradFill>
                    <a:gsLst>
                      <a:gs pos="0">
                        <a:schemeClr val="accent3"/>
                      </a:gs>
                      <a:gs pos="100000">
                        <a:schemeClr val="accent3"/>
                      </a:gs>
                    </a:gsLst>
                    <a:lin ang="5400000" scaled="0"/>
                  </a:gradFill>
                  <a:latin typeface="+mj-lt"/>
                  <a:ea typeface="Roboto Light" pitchFamily="2" charset="0"/>
                  <a:cs typeface="Roboto Condensed Regular"/>
                </a:rPr>
                <a:t>Nulla quis sem at nibh elem entum imperdiet. Duis sagittis ipsum. </a:t>
              </a:r>
            </a:p>
          </p:txBody>
        </p:sp>
        <p:sp>
          <p:nvSpPr>
            <p:cNvPr id="181" name="타원 180"/>
            <p:cNvSpPr/>
            <p:nvPr/>
          </p:nvSpPr>
          <p:spPr>
            <a:xfrm>
              <a:off x="6445250" y="2167391"/>
              <a:ext cx="401893" cy="401894"/>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82" name="타원 181"/>
            <p:cNvSpPr/>
            <p:nvPr/>
          </p:nvSpPr>
          <p:spPr>
            <a:xfrm>
              <a:off x="6496057" y="2218198"/>
              <a:ext cx="300279" cy="300280"/>
            </a:xfrm>
            <a:prstGeom prst="ellips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gradFill>
                    <a:gsLst>
                      <a:gs pos="0">
                        <a:schemeClr val="tx2">
                          <a:alpha val="70000"/>
                        </a:schemeClr>
                      </a:gs>
                      <a:gs pos="100000">
                        <a:schemeClr val="tx2">
                          <a:alpha val="70000"/>
                        </a:schemeClr>
                      </a:gs>
                    </a:gsLst>
                    <a:lin ang="5400000" scaled="0"/>
                  </a:gradFill>
                  <a:latin typeface="Roboto Condensed Regular"/>
                </a:rPr>
                <a:t>02</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grpSp>
      <p:cxnSp>
        <p:nvCxnSpPr>
          <p:cNvPr id="185" name="직선 연결선 184"/>
          <p:cNvCxnSpPr/>
          <p:nvPr/>
        </p:nvCxnSpPr>
        <p:spPr>
          <a:xfrm flipH="1">
            <a:off x="2659939" y="3122871"/>
            <a:ext cx="1859532" cy="0"/>
          </a:xfrm>
          <a:prstGeom prst="line">
            <a:avLst/>
          </a:prstGeom>
          <a:ln w="3175">
            <a:gradFill>
              <a:gsLst>
                <a:gs pos="0">
                  <a:schemeClr val="accent3">
                    <a:lumMod val="50000"/>
                  </a:schemeClr>
                </a:gs>
                <a:gs pos="100000">
                  <a:schemeClr val="accent3">
                    <a:lumMod val="50000"/>
                  </a:schemeClr>
                </a:gs>
              </a:gsLst>
              <a:lin ang="5400000" scaled="1"/>
            </a:gradFill>
            <a:prstDash val="dash"/>
            <a:tailEnd type="oval" w="sm" len="sm"/>
          </a:ln>
        </p:spPr>
        <p:style>
          <a:lnRef idx="1">
            <a:schemeClr val="accent1"/>
          </a:lnRef>
          <a:fillRef idx="0">
            <a:schemeClr val="accent1"/>
          </a:fillRef>
          <a:effectRef idx="0">
            <a:schemeClr val="accent1"/>
          </a:effectRef>
          <a:fontRef idx="minor">
            <a:schemeClr val="tx1"/>
          </a:fontRef>
        </p:style>
      </p:cxnSp>
      <p:cxnSp>
        <p:nvCxnSpPr>
          <p:cNvPr id="204" name="직선 연결선 203"/>
          <p:cNvCxnSpPr/>
          <p:nvPr/>
        </p:nvCxnSpPr>
        <p:spPr>
          <a:xfrm flipH="1">
            <a:off x="2772595" y="3872074"/>
            <a:ext cx="1746881" cy="0"/>
          </a:xfrm>
          <a:prstGeom prst="line">
            <a:avLst/>
          </a:prstGeom>
          <a:ln w="3175">
            <a:gradFill>
              <a:gsLst>
                <a:gs pos="0">
                  <a:schemeClr val="accent3">
                    <a:lumMod val="50000"/>
                  </a:schemeClr>
                </a:gs>
                <a:gs pos="100000">
                  <a:schemeClr val="accent3">
                    <a:lumMod val="50000"/>
                  </a:schemeClr>
                </a:gs>
              </a:gsLst>
              <a:lin ang="5400000" scaled="1"/>
            </a:gra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211" name="그룹 210"/>
          <p:cNvGrpSpPr/>
          <p:nvPr/>
        </p:nvGrpSpPr>
        <p:grpSpPr>
          <a:xfrm>
            <a:off x="4285544" y="2916595"/>
            <a:ext cx="1978025" cy="401894"/>
            <a:chOff x="6445250" y="2167391"/>
            <a:chExt cx="1978025" cy="401894"/>
          </a:xfrm>
        </p:grpSpPr>
        <p:sp>
          <p:nvSpPr>
            <p:cNvPr id="212" name="타원 211"/>
            <p:cNvSpPr/>
            <p:nvPr/>
          </p:nvSpPr>
          <p:spPr>
            <a:xfrm>
              <a:off x="8021381" y="2167391"/>
              <a:ext cx="401894" cy="401894"/>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13" name="직사각형 212"/>
            <p:cNvSpPr/>
            <p:nvPr/>
          </p:nvSpPr>
          <p:spPr>
            <a:xfrm>
              <a:off x="6646196" y="2167391"/>
              <a:ext cx="1576132" cy="401894"/>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14" name="TextBox 213"/>
            <p:cNvSpPr txBox="1"/>
            <p:nvPr/>
          </p:nvSpPr>
          <p:spPr>
            <a:xfrm>
              <a:off x="6855088" y="2225679"/>
              <a:ext cx="1438012" cy="285318"/>
            </a:xfrm>
            <a:prstGeom prst="rect">
              <a:avLst/>
            </a:prstGeom>
            <a:noFill/>
          </p:spPr>
          <p:txBody>
            <a:bodyPr wrap="square" lIns="0" tIns="0" rIns="0" bIns="0" rtlCol="0" anchor="ctr">
              <a:noAutofit/>
            </a:bodyPr>
            <a:lstStyle/>
            <a:p>
              <a:pPr>
                <a:buClr>
                  <a:schemeClr val="bg2"/>
                </a:buClr>
              </a:pPr>
              <a:r>
                <a:rPr lang="pt-BR" altLang="ko-KR" sz="800" dirty="0">
                  <a:gradFill>
                    <a:gsLst>
                      <a:gs pos="0">
                        <a:schemeClr val="accent3"/>
                      </a:gs>
                      <a:gs pos="100000">
                        <a:schemeClr val="accent3"/>
                      </a:gs>
                    </a:gsLst>
                    <a:lin ang="5400000" scaled="0"/>
                  </a:gradFill>
                  <a:latin typeface="+mj-lt"/>
                  <a:ea typeface="Roboto Light" pitchFamily="2" charset="0"/>
                  <a:cs typeface="Roboto Condensed Regular"/>
                </a:rPr>
                <a:t>Nulla quis sem at nibh elem entum imperdiet. Duis sagittis ipsum. </a:t>
              </a:r>
            </a:p>
          </p:txBody>
        </p:sp>
        <p:sp>
          <p:nvSpPr>
            <p:cNvPr id="215" name="타원 214"/>
            <p:cNvSpPr/>
            <p:nvPr/>
          </p:nvSpPr>
          <p:spPr>
            <a:xfrm>
              <a:off x="6445250" y="2167391"/>
              <a:ext cx="401893" cy="401894"/>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16" name="타원 215"/>
            <p:cNvSpPr/>
            <p:nvPr/>
          </p:nvSpPr>
          <p:spPr>
            <a:xfrm>
              <a:off x="6496057" y="2218198"/>
              <a:ext cx="300279" cy="300280"/>
            </a:xfrm>
            <a:prstGeom prst="ellips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gradFill>
                    <a:gsLst>
                      <a:gs pos="0">
                        <a:schemeClr val="tx2">
                          <a:alpha val="70000"/>
                        </a:schemeClr>
                      </a:gs>
                      <a:gs pos="100000">
                        <a:schemeClr val="tx2">
                          <a:alpha val="70000"/>
                        </a:schemeClr>
                      </a:gs>
                    </a:gsLst>
                    <a:lin ang="5400000" scaled="0"/>
                  </a:gradFill>
                  <a:latin typeface="Roboto Condensed Regular"/>
                </a:rPr>
                <a:t>03</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grpSp>
      <p:grpSp>
        <p:nvGrpSpPr>
          <p:cNvPr id="217" name="그룹 216"/>
          <p:cNvGrpSpPr/>
          <p:nvPr/>
        </p:nvGrpSpPr>
        <p:grpSpPr>
          <a:xfrm>
            <a:off x="4285544" y="3665797"/>
            <a:ext cx="1978025" cy="401894"/>
            <a:chOff x="6445250" y="2167391"/>
            <a:chExt cx="1978025" cy="401894"/>
          </a:xfrm>
        </p:grpSpPr>
        <p:sp>
          <p:nvSpPr>
            <p:cNvPr id="218" name="타원 217"/>
            <p:cNvSpPr/>
            <p:nvPr/>
          </p:nvSpPr>
          <p:spPr>
            <a:xfrm>
              <a:off x="8021381" y="2167391"/>
              <a:ext cx="401894" cy="401894"/>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19" name="직사각형 218"/>
            <p:cNvSpPr/>
            <p:nvPr/>
          </p:nvSpPr>
          <p:spPr>
            <a:xfrm>
              <a:off x="6646196" y="2167391"/>
              <a:ext cx="1576132" cy="401894"/>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20" name="TextBox 219"/>
            <p:cNvSpPr txBox="1"/>
            <p:nvPr/>
          </p:nvSpPr>
          <p:spPr>
            <a:xfrm>
              <a:off x="6855088" y="2225679"/>
              <a:ext cx="1438012" cy="285318"/>
            </a:xfrm>
            <a:prstGeom prst="rect">
              <a:avLst/>
            </a:prstGeom>
            <a:noFill/>
          </p:spPr>
          <p:txBody>
            <a:bodyPr wrap="square" lIns="0" tIns="0" rIns="0" bIns="0" rtlCol="0" anchor="ctr">
              <a:noAutofit/>
            </a:bodyPr>
            <a:lstStyle/>
            <a:p>
              <a:pPr>
                <a:buClr>
                  <a:schemeClr val="bg2"/>
                </a:buClr>
              </a:pPr>
              <a:r>
                <a:rPr lang="pt-BR" altLang="ko-KR" sz="800" dirty="0">
                  <a:gradFill>
                    <a:gsLst>
                      <a:gs pos="0">
                        <a:schemeClr val="accent3"/>
                      </a:gs>
                      <a:gs pos="100000">
                        <a:schemeClr val="accent3"/>
                      </a:gs>
                    </a:gsLst>
                    <a:lin ang="5400000" scaled="0"/>
                  </a:gradFill>
                  <a:latin typeface="+mj-lt"/>
                  <a:ea typeface="Roboto Light" pitchFamily="2" charset="0"/>
                  <a:cs typeface="Roboto Condensed Regular"/>
                </a:rPr>
                <a:t>Nulla quis sem at nibh elem entum imperdiet. Duis sagittis ipsum. </a:t>
              </a:r>
            </a:p>
          </p:txBody>
        </p:sp>
        <p:sp>
          <p:nvSpPr>
            <p:cNvPr id="221" name="타원 220"/>
            <p:cNvSpPr/>
            <p:nvPr/>
          </p:nvSpPr>
          <p:spPr>
            <a:xfrm>
              <a:off x="6445250" y="2167391"/>
              <a:ext cx="401893" cy="401894"/>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22" name="타원 221"/>
            <p:cNvSpPr/>
            <p:nvPr/>
          </p:nvSpPr>
          <p:spPr>
            <a:xfrm>
              <a:off x="6496057" y="2218198"/>
              <a:ext cx="300279" cy="300280"/>
            </a:xfrm>
            <a:prstGeom prst="ellips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gradFill>
                    <a:gsLst>
                      <a:gs pos="0">
                        <a:schemeClr val="tx2">
                          <a:alpha val="70000"/>
                        </a:schemeClr>
                      </a:gs>
                      <a:gs pos="100000">
                        <a:schemeClr val="tx2">
                          <a:alpha val="70000"/>
                        </a:schemeClr>
                      </a:gs>
                    </a:gsLst>
                    <a:lin ang="5400000" scaled="0"/>
                  </a:gradFill>
                  <a:latin typeface="Roboto Condensed Regular"/>
                </a:rPr>
                <a:t>04</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grpSp>
    </p:spTree>
    <p:extLst>
      <p:ext uri="{BB962C8B-B14F-4D97-AF65-F5344CB8AC3E}">
        <p14:creationId xmlns:p14="http://schemas.microsoft.com/office/powerpoint/2010/main" val="351377506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169"/>
                                        </p:tgtEl>
                                        <p:attrNameLst>
                                          <p:attrName>style.visibility</p:attrName>
                                        </p:attrNameLst>
                                      </p:cBhvr>
                                      <p:to>
                                        <p:strVal val="visible"/>
                                      </p:to>
                                    </p:set>
                                    <p:animEffect transition="in" filter="wipe(left)">
                                      <p:cBhvr>
                                        <p:cTn id="13" dur="500"/>
                                        <p:tgtEl>
                                          <p:spTgt spid="169"/>
                                        </p:tgtEl>
                                      </p:cBhvr>
                                    </p:animEffect>
                                  </p:childTnLst>
                                </p:cTn>
                              </p:par>
                              <p:par>
                                <p:cTn id="14" presetID="47"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anim calcmode="lin" valueType="num">
                                      <p:cBhvr>
                                        <p:cTn id="17" dur="500" fill="hold"/>
                                        <p:tgtEl>
                                          <p:spTgt spid="17"/>
                                        </p:tgtEl>
                                        <p:attrNameLst>
                                          <p:attrName>ppt_x</p:attrName>
                                        </p:attrNameLst>
                                      </p:cBhvr>
                                      <p:tavLst>
                                        <p:tav tm="0">
                                          <p:val>
                                            <p:strVal val="#ppt_x"/>
                                          </p:val>
                                        </p:tav>
                                        <p:tav tm="100000">
                                          <p:val>
                                            <p:strVal val="#ppt_x"/>
                                          </p:val>
                                        </p:tav>
                                      </p:tavLst>
                                    </p:anim>
                                    <p:anim calcmode="lin" valueType="num">
                                      <p:cBhvr>
                                        <p:cTn id="18" dur="500" fill="hold"/>
                                        <p:tgtEl>
                                          <p:spTgt spid="17"/>
                                        </p:tgtEl>
                                        <p:attrNameLst>
                                          <p:attrName>ppt_y</p:attrName>
                                        </p:attrNameLst>
                                      </p:cBhvr>
                                      <p:tavLst>
                                        <p:tav tm="0">
                                          <p:val>
                                            <p:strVal val="#ppt_y-.1"/>
                                          </p:val>
                                        </p:tav>
                                        <p:tav tm="100000">
                                          <p:val>
                                            <p:strVal val="#ppt_y"/>
                                          </p:val>
                                        </p:tav>
                                      </p:tavLst>
                                    </p:anim>
                                  </p:childTnLst>
                                </p:cTn>
                              </p:par>
                            </p:childTnLst>
                          </p:cTn>
                        </p:par>
                        <p:par>
                          <p:cTn id="19" fill="hold">
                            <p:stCondLst>
                              <p:cond delay="1000"/>
                            </p:stCondLst>
                            <p:childTnLst>
                              <p:par>
                                <p:cTn id="20" presetID="42" presetClass="entr" presetSubtype="0"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anim calcmode="lin" valueType="num">
                                      <p:cBhvr>
                                        <p:cTn id="23" dur="500" fill="hold"/>
                                        <p:tgtEl>
                                          <p:spTgt spid="9"/>
                                        </p:tgtEl>
                                        <p:attrNameLst>
                                          <p:attrName>ppt_x</p:attrName>
                                        </p:attrNameLst>
                                      </p:cBhvr>
                                      <p:tavLst>
                                        <p:tav tm="0">
                                          <p:val>
                                            <p:strVal val="#ppt_x"/>
                                          </p:val>
                                        </p:tav>
                                        <p:tav tm="100000">
                                          <p:val>
                                            <p:strVal val="#ppt_x"/>
                                          </p:val>
                                        </p:tav>
                                      </p:tavLst>
                                    </p:anim>
                                    <p:anim calcmode="lin" valueType="num">
                                      <p:cBhvr>
                                        <p:cTn id="24" dur="500" fill="hold"/>
                                        <p:tgtEl>
                                          <p:spTgt spid="9"/>
                                        </p:tgtEl>
                                        <p:attrNameLst>
                                          <p:attrName>ppt_y</p:attrName>
                                        </p:attrNameLst>
                                      </p:cBhvr>
                                      <p:tavLst>
                                        <p:tav tm="0">
                                          <p:val>
                                            <p:strVal val="#ppt_y+.1"/>
                                          </p:val>
                                        </p:tav>
                                        <p:tav tm="100000">
                                          <p:val>
                                            <p:strVal val="#ppt_y"/>
                                          </p:val>
                                        </p:tav>
                                      </p:tavLst>
                                    </p:anim>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176"/>
                                        </p:tgtEl>
                                        <p:attrNameLst>
                                          <p:attrName>style.visibility</p:attrName>
                                        </p:attrNameLst>
                                      </p:cBhvr>
                                      <p:to>
                                        <p:strVal val="visible"/>
                                      </p:to>
                                    </p:set>
                                    <p:animEffect transition="in" filter="wipe(left)">
                                      <p:cBhvr>
                                        <p:cTn id="28" dur="500"/>
                                        <p:tgtEl>
                                          <p:spTgt spid="176"/>
                                        </p:tgtEl>
                                      </p:cBhvr>
                                    </p:animEffect>
                                  </p:childTnLst>
                                </p:cTn>
                              </p:par>
                              <p:par>
                                <p:cTn id="29" presetID="47"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anim calcmode="lin" valueType="num">
                                      <p:cBhvr>
                                        <p:cTn id="32" dur="500" fill="hold"/>
                                        <p:tgtEl>
                                          <p:spTgt spid="22"/>
                                        </p:tgtEl>
                                        <p:attrNameLst>
                                          <p:attrName>ppt_x</p:attrName>
                                        </p:attrNameLst>
                                      </p:cBhvr>
                                      <p:tavLst>
                                        <p:tav tm="0">
                                          <p:val>
                                            <p:strVal val="#ppt_x"/>
                                          </p:val>
                                        </p:tav>
                                        <p:tav tm="100000">
                                          <p:val>
                                            <p:strVal val="#ppt_x"/>
                                          </p:val>
                                        </p:tav>
                                      </p:tavLst>
                                    </p:anim>
                                    <p:anim calcmode="lin" valueType="num">
                                      <p:cBhvr>
                                        <p:cTn id="33" dur="500" fill="hold"/>
                                        <p:tgtEl>
                                          <p:spTgt spid="22"/>
                                        </p:tgtEl>
                                        <p:attrNameLst>
                                          <p:attrName>ppt_y</p:attrName>
                                        </p:attrNameLst>
                                      </p:cBhvr>
                                      <p:tavLst>
                                        <p:tav tm="0">
                                          <p:val>
                                            <p:strVal val="#ppt_y-.1"/>
                                          </p:val>
                                        </p:tav>
                                        <p:tav tm="100000">
                                          <p:val>
                                            <p:strVal val="#ppt_y"/>
                                          </p:val>
                                        </p:tav>
                                      </p:tavLst>
                                    </p:anim>
                                  </p:childTnLst>
                                </p:cTn>
                              </p:par>
                            </p:childTnLst>
                          </p:cTn>
                        </p:par>
                        <p:par>
                          <p:cTn id="34" fill="hold">
                            <p:stCondLst>
                              <p:cond delay="2000"/>
                            </p:stCondLst>
                            <p:childTnLst>
                              <p:par>
                                <p:cTn id="35" presetID="42" presetClass="entr" presetSubtype="0"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anim calcmode="lin" valueType="num">
                                      <p:cBhvr>
                                        <p:cTn id="38" dur="500" fill="hold"/>
                                        <p:tgtEl>
                                          <p:spTgt spid="8"/>
                                        </p:tgtEl>
                                        <p:attrNameLst>
                                          <p:attrName>ppt_x</p:attrName>
                                        </p:attrNameLst>
                                      </p:cBhvr>
                                      <p:tavLst>
                                        <p:tav tm="0">
                                          <p:val>
                                            <p:strVal val="#ppt_x"/>
                                          </p:val>
                                        </p:tav>
                                        <p:tav tm="100000">
                                          <p:val>
                                            <p:strVal val="#ppt_x"/>
                                          </p:val>
                                        </p:tav>
                                      </p:tavLst>
                                    </p:anim>
                                    <p:anim calcmode="lin" valueType="num">
                                      <p:cBhvr>
                                        <p:cTn id="39" dur="500" fill="hold"/>
                                        <p:tgtEl>
                                          <p:spTgt spid="8"/>
                                        </p:tgtEl>
                                        <p:attrNameLst>
                                          <p:attrName>ppt_y</p:attrName>
                                        </p:attrNameLst>
                                      </p:cBhvr>
                                      <p:tavLst>
                                        <p:tav tm="0">
                                          <p:val>
                                            <p:strVal val="#ppt_y+.1"/>
                                          </p:val>
                                        </p:tav>
                                        <p:tav tm="100000">
                                          <p:val>
                                            <p:strVal val="#ppt_y"/>
                                          </p:val>
                                        </p:tav>
                                      </p:tavLst>
                                    </p:anim>
                                  </p:childTnLst>
                                </p:cTn>
                              </p:par>
                            </p:childTnLst>
                          </p:cTn>
                        </p:par>
                        <p:par>
                          <p:cTn id="40" fill="hold">
                            <p:stCondLst>
                              <p:cond delay="2500"/>
                            </p:stCondLst>
                            <p:childTnLst>
                              <p:par>
                                <p:cTn id="41" presetID="22" presetClass="entr" presetSubtype="8" fill="hold" nodeType="afterEffect">
                                  <p:stCondLst>
                                    <p:cond delay="0"/>
                                  </p:stCondLst>
                                  <p:childTnLst>
                                    <p:set>
                                      <p:cBhvr>
                                        <p:cTn id="42" dur="1" fill="hold">
                                          <p:stCondLst>
                                            <p:cond delay="0"/>
                                          </p:stCondLst>
                                        </p:cTn>
                                        <p:tgtEl>
                                          <p:spTgt spid="185"/>
                                        </p:tgtEl>
                                        <p:attrNameLst>
                                          <p:attrName>style.visibility</p:attrName>
                                        </p:attrNameLst>
                                      </p:cBhvr>
                                      <p:to>
                                        <p:strVal val="visible"/>
                                      </p:to>
                                    </p:set>
                                    <p:animEffect transition="in" filter="wipe(left)">
                                      <p:cBhvr>
                                        <p:cTn id="43" dur="500"/>
                                        <p:tgtEl>
                                          <p:spTgt spid="185"/>
                                        </p:tgtEl>
                                      </p:cBhvr>
                                    </p:animEffect>
                                  </p:childTnLst>
                                </p:cTn>
                              </p:par>
                              <p:par>
                                <p:cTn id="44" presetID="47" presetClass="entr" presetSubtype="0" fill="hold" nodeType="withEffect">
                                  <p:stCondLst>
                                    <p:cond delay="0"/>
                                  </p:stCondLst>
                                  <p:childTnLst>
                                    <p:set>
                                      <p:cBhvr>
                                        <p:cTn id="45" dur="1" fill="hold">
                                          <p:stCondLst>
                                            <p:cond delay="0"/>
                                          </p:stCondLst>
                                        </p:cTn>
                                        <p:tgtEl>
                                          <p:spTgt spid="211"/>
                                        </p:tgtEl>
                                        <p:attrNameLst>
                                          <p:attrName>style.visibility</p:attrName>
                                        </p:attrNameLst>
                                      </p:cBhvr>
                                      <p:to>
                                        <p:strVal val="visible"/>
                                      </p:to>
                                    </p:set>
                                    <p:animEffect transition="in" filter="fade">
                                      <p:cBhvr>
                                        <p:cTn id="46" dur="500"/>
                                        <p:tgtEl>
                                          <p:spTgt spid="211"/>
                                        </p:tgtEl>
                                      </p:cBhvr>
                                    </p:animEffect>
                                    <p:anim calcmode="lin" valueType="num">
                                      <p:cBhvr>
                                        <p:cTn id="47" dur="500" fill="hold"/>
                                        <p:tgtEl>
                                          <p:spTgt spid="211"/>
                                        </p:tgtEl>
                                        <p:attrNameLst>
                                          <p:attrName>ppt_x</p:attrName>
                                        </p:attrNameLst>
                                      </p:cBhvr>
                                      <p:tavLst>
                                        <p:tav tm="0">
                                          <p:val>
                                            <p:strVal val="#ppt_x"/>
                                          </p:val>
                                        </p:tav>
                                        <p:tav tm="100000">
                                          <p:val>
                                            <p:strVal val="#ppt_x"/>
                                          </p:val>
                                        </p:tav>
                                      </p:tavLst>
                                    </p:anim>
                                    <p:anim calcmode="lin" valueType="num">
                                      <p:cBhvr>
                                        <p:cTn id="48" dur="500" fill="hold"/>
                                        <p:tgtEl>
                                          <p:spTgt spid="211"/>
                                        </p:tgtEl>
                                        <p:attrNameLst>
                                          <p:attrName>ppt_y</p:attrName>
                                        </p:attrNameLst>
                                      </p:cBhvr>
                                      <p:tavLst>
                                        <p:tav tm="0">
                                          <p:val>
                                            <p:strVal val="#ppt_y-.1"/>
                                          </p:val>
                                        </p:tav>
                                        <p:tav tm="100000">
                                          <p:val>
                                            <p:strVal val="#ppt_y"/>
                                          </p:val>
                                        </p:tav>
                                      </p:tavLst>
                                    </p:anim>
                                  </p:childTnLst>
                                </p:cTn>
                              </p:par>
                            </p:childTnLst>
                          </p:cTn>
                        </p:par>
                        <p:par>
                          <p:cTn id="49" fill="hold">
                            <p:stCondLst>
                              <p:cond delay="3000"/>
                            </p:stCondLst>
                            <p:childTnLst>
                              <p:par>
                                <p:cTn id="50" presetID="42" presetClass="entr" presetSubtype="0" fill="hold" nodeType="after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500"/>
                                        <p:tgtEl>
                                          <p:spTgt spid="7"/>
                                        </p:tgtEl>
                                      </p:cBhvr>
                                    </p:animEffect>
                                    <p:anim calcmode="lin" valueType="num">
                                      <p:cBhvr>
                                        <p:cTn id="53" dur="500" fill="hold"/>
                                        <p:tgtEl>
                                          <p:spTgt spid="7"/>
                                        </p:tgtEl>
                                        <p:attrNameLst>
                                          <p:attrName>ppt_x</p:attrName>
                                        </p:attrNameLst>
                                      </p:cBhvr>
                                      <p:tavLst>
                                        <p:tav tm="0">
                                          <p:val>
                                            <p:strVal val="#ppt_x"/>
                                          </p:val>
                                        </p:tav>
                                        <p:tav tm="100000">
                                          <p:val>
                                            <p:strVal val="#ppt_x"/>
                                          </p:val>
                                        </p:tav>
                                      </p:tavLst>
                                    </p:anim>
                                    <p:anim calcmode="lin" valueType="num">
                                      <p:cBhvr>
                                        <p:cTn id="54" dur="500" fill="hold"/>
                                        <p:tgtEl>
                                          <p:spTgt spid="7"/>
                                        </p:tgtEl>
                                        <p:attrNameLst>
                                          <p:attrName>ppt_y</p:attrName>
                                        </p:attrNameLst>
                                      </p:cBhvr>
                                      <p:tavLst>
                                        <p:tav tm="0">
                                          <p:val>
                                            <p:strVal val="#ppt_y+.1"/>
                                          </p:val>
                                        </p:tav>
                                        <p:tav tm="100000">
                                          <p:val>
                                            <p:strVal val="#ppt_y"/>
                                          </p:val>
                                        </p:tav>
                                      </p:tavLst>
                                    </p:anim>
                                  </p:childTnLst>
                                </p:cTn>
                              </p:par>
                            </p:childTnLst>
                          </p:cTn>
                        </p:par>
                        <p:par>
                          <p:cTn id="55" fill="hold">
                            <p:stCondLst>
                              <p:cond delay="3500"/>
                            </p:stCondLst>
                            <p:childTnLst>
                              <p:par>
                                <p:cTn id="56" presetID="22" presetClass="entr" presetSubtype="8" fill="hold" nodeType="afterEffect">
                                  <p:stCondLst>
                                    <p:cond delay="0"/>
                                  </p:stCondLst>
                                  <p:childTnLst>
                                    <p:set>
                                      <p:cBhvr>
                                        <p:cTn id="57" dur="1" fill="hold">
                                          <p:stCondLst>
                                            <p:cond delay="0"/>
                                          </p:stCondLst>
                                        </p:cTn>
                                        <p:tgtEl>
                                          <p:spTgt spid="204"/>
                                        </p:tgtEl>
                                        <p:attrNameLst>
                                          <p:attrName>style.visibility</p:attrName>
                                        </p:attrNameLst>
                                      </p:cBhvr>
                                      <p:to>
                                        <p:strVal val="visible"/>
                                      </p:to>
                                    </p:set>
                                    <p:animEffect transition="in" filter="wipe(left)">
                                      <p:cBhvr>
                                        <p:cTn id="58" dur="500"/>
                                        <p:tgtEl>
                                          <p:spTgt spid="204"/>
                                        </p:tgtEl>
                                      </p:cBhvr>
                                    </p:animEffect>
                                  </p:childTnLst>
                                </p:cTn>
                              </p:par>
                              <p:par>
                                <p:cTn id="59" presetID="47" presetClass="entr" presetSubtype="0" fill="hold" nodeType="withEffect">
                                  <p:stCondLst>
                                    <p:cond delay="0"/>
                                  </p:stCondLst>
                                  <p:childTnLst>
                                    <p:set>
                                      <p:cBhvr>
                                        <p:cTn id="60" dur="1" fill="hold">
                                          <p:stCondLst>
                                            <p:cond delay="0"/>
                                          </p:stCondLst>
                                        </p:cTn>
                                        <p:tgtEl>
                                          <p:spTgt spid="217"/>
                                        </p:tgtEl>
                                        <p:attrNameLst>
                                          <p:attrName>style.visibility</p:attrName>
                                        </p:attrNameLst>
                                      </p:cBhvr>
                                      <p:to>
                                        <p:strVal val="visible"/>
                                      </p:to>
                                    </p:set>
                                    <p:animEffect transition="in" filter="fade">
                                      <p:cBhvr>
                                        <p:cTn id="61" dur="500"/>
                                        <p:tgtEl>
                                          <p:spTgt spid="217"/>
                                        </p:tgtEl>
                                      </p:cBhvr>
                                    </p:animEffect>
                                    <p:anim calcmode="lin" valueType="num">
                                      <p:cBhvr>
                                        <p:cTn id="62" dur="500" fill="hold"/>
                                        <p:tgtEl>
                                          <p:spTgt spid="217"/>
                                        </p:tgtEl>
                                        <p:attrNameLst>
                                          <p:attrName>ppt_x</p:attrName>
                                        </p:attrNameLst>
                                      </p:cBhvr>
                                      <p:tavLst>
                                        <p:tav tm="0">
                                          <p:val>
                                            <p:strVal val="#ppt_x"/>
                                          </p:val>
                                        </p:tav>
                                        <p:tav tm="100000">
                                          <p:val>
                                            <p:strVal val="#ppt_x"/>
                                          </p:val>
                                        </p:tav>
                                      </p:tavLst>
                                    </p:anim>
                                    <p:anim calcmode="lin" valueType="num">
                                      <p:cBhvr>
                                        <p:cTn id="63" dur="500" fill="hold"/>
                                        <p:tgtEl>
                                          <p:spTgt spid="2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Structured diagram</a:t>
            </a:r>
            <a:r>
              <a:rPr lang="en-US" altLang="ko-KR" dirty="0">
                <a:gradFill>
                  <a:gsLst>
                    <a:gs pos="0">
                      <a:schemeClr val="bg2"/>
                    </a:gs>
                    <a:gs pos="100000">
                      <a:schemeClr val="bg2"/>
                    </a:gs>
                  </a:gsLst>
                  <a:lin ang="0" scaled="1"/>
                </a:gradFill>
              </a:rPr>
              <a:t> </a:t>
            </a:r>
            <a:r>
              <a:rPr lang="en-US" altLang="ko-KR" sz="3600" baseline="10000" dirty="0">
                <a:gradFill>
                  <a:gsLst>
                    <a:gs pos="0">
                      <a:schemeClr val="bg2"/>
                    </a:gs>
                    <a:gs pos="100000">
                      <a:schemeClr val="bg2"/>
                    </a:gs>
                  </a:gsLst>
                  <a:lin ang="0" scaled="1"/>
                </a:gradFill>
              </a:rPr>
              <a:t>:</a:t>
            </a:r>
            <a:r>
              <a:rPr lang="en-US" altLang="ko-KR" dirty="0">
                <a:gradFill>
                  <a:gsLst>
                    <a:gs pos="0">
                      <a:schemeClr val="bg2"/>
                    </a:gs>
                    <a:gs pos="100000">
                      <a:schemeClr val="bg2"/>
                    </a:gs>
                  </a:gsLst>
                  <a:lin ang="0" scaled="1"/>
                </a:gradFill>
              </a:rPr>
              <a:t> Layer</a:t>
            </a:r>
            <a:endParaRPr lang="en-US" dirty="0">
              <a:gradFill>
                <a:gsLst>
                  <a:gs pos="0">
                    <a:schemeClr val="bg2"/>
                  </a:gs>
                  <a:gs pos="100000">
                    <a:schemeClr val="bg2"/>
                  </a:gs>
                </a:gsLst>
                <a:lin ang="0" scaled="1"/>
              </a:gradFill>
            </a:endParaRPr>
          </a:p>
        </p:txBody>
      </p:sp>
      <p:grpSp>
        <p:nvGrpSpPr>
          <p:cNvPr id="224" name="그룹 223"/>
          <p:cNvGrpSpPr/>
          <p:nvPr/>
        </p:nvGrpSpPr>
        <p:grpSpPr>
          <a:xfrm>
            <a:off x="2487437" y="3525131"/>
            <a:ext cx="1886587" cy="1014457"/>
            <a:chOff x="3354640" y="2064545"/>
            <a:chExt cx="3995738" cy="1743075"/>
          </a:xfrm>
        </p:grpSpPr>
        <p:sp>
          <p:nvSpPr>
            <p:cNvPr id="230" name="Freeform 5"/>
            <p:cNvSpPr>
              <a:spLocks/>
            </p:cNvSpPr>
            <p:nvPr/>
          </p:nvSpPr>
          <p:spPr bwMode="auto">
            <a:xfrm>
              <a:off x="4640515" y="2180433"/>
              <a:ext cx="2393950" cy="700088"/>
            </a:xfrm>
            <a:custGeom>
              <a:avLst/>
              <a:gdLst>
                <a:gd name="T0" fmla="*/ 1508 w 1508"/>
                <a:gd name="T1" fmla="*/ 205 h 441"/>
                <a:gd name="T2" fmla="*/ 0 w 1508"/>
                <a:gd name="T3" fmla="*/ 0 h 441"/>
                <a:gd name="T4" fmla="*/ 0 w 1508"/>
                <a:gd name="T5" fmla="*/ 285 h 441"/>
                <a:gd name="T6" fmla="*/ 1140 w 1508"/>
                <a:gd name="T7" fmla="*/ 441 h 441"/>
                <a:gd name="T8" fmla="*/ 1508 w 1508"/>
                <a:gd name="T9" fmla="*/ 205 h 441"/>
              </a:gdLst>
              <a:ahLst/>
              <a:cxnLst>
                <a:cxn ang="0">
                  <a:pos x="T0" y="T1"/>
                </a:cxn>
                <a:cxn ang="0">
                  <a:pos x="T2" y="T3"/>
                </a:cxn>
                <a:cxn ang="0">
                  <a:pos x="T4" y="T5"/>
                </a:cxn>
                <a:cxn ang="0">
                  <a:pos x="T6" y="T7"/>
                </a:cxn>
                <a:cxn ang="0">
                  <a:pos x="T8" y="T9"/>
                </a:cxn>
              </a:cxnLst>
              <a:rect l="0" t="0" r="r" b="b"/>
              <a:pathLst>
                <a:path w="1508" h="441">
                  <a:moveTo>
                    <a:pt x="1508" y="205"/>
                  </a:moveTo>
                  <a:lnTo>
                    <a:pt x="0" y="0"/>
                  </a:lnTo>
                  <a:lnTo>
                    <a:pt x="0" y="285"/>
                  </a:lnTo>
                  <a:lnTo>
                    <a:pt x="1140" y="441"/>
                  </a:lnTo>
                  <a:lnTo>
                    <a:pt x="1508" y="205"/>
                  </a:lnTo>
                  <a:close/>
                </a:path>
              </a:pathLst>
            </a:custGeom>
            <a:pattFill prst="ltUpDiag">
              <a:fgClr>
                <a:schemeClr val="accent3">
                  <a:lumMod val="65000"/>
                </a:schemeClr>
              </a:fgClr>
              <a:bgClr>
                <a:schemeClr val="accent3">
                  <a:lumMod val="8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31" name="Freeform 6"/>
            <p:cNvSpPr>
              <a:spLocks/>
            </p:cNvSpPr>
            <p:nvPr/>
          </p:nvSpPr>
          <p:spPr bwMode="auto">
            <a:xfrm>
              <a:off x="6091490" y="2436020"/>
              <a:ext cx="1258888" cy="1371600"/>
            </a:xfrm>
            <a:custGeom>
              <a:avLst/>
              <a:gdLst>
                <a:gd name="T0" fmla="*/ 793 w 793"/>
                <a:gd name="T1" fmla="*/ 0 h 864"/>
                <a:gd name="T2" fmla="*/ 0 w 793"/>
                <a:gd name="T3" fmla="*/ 508 h 864"/>
                <a:gd name="T4" fmla="*/ 0 w 793"/>
                <a:gd name="T5" fmla="*/ 864 h 864"/>
                <a:gd name="T6" fmla="*/ 793 w 793"/>
                <a:gd name="T7" fmla="*/ 357 h 864"/>
                <a:gd name="T8" fmla="*/ 793 w 793"/>
                <a:gd name="T9" fmla="*/ 0 h 864"/>
              </a:gdLst>
              <a:ahLst/>
              <a:cxnLst>
                <a:cxn ang="0">
                  <a:pos x="T0" y="T1"/>
                </a:cxn>
                <a:cxn ang="0">
                  <a:pos x="T2" y="T3"/>
                </a:cxn>
                <a:cxn ang="0">
                  <a:pos x="T4" y="T5"/>
                </a:cxn>
                <a:cxn ang="0">
                  <a:pos x="T6" y="T7"/>
                </a:cxn>
                <a:cxn ang="0">
                  <a:pos x="T8" y="T9"/>
                </a:cxn>
              </a:cxnLst>
              <a:rect l="0" t="0" r="r" b="b"/>
              <a:pathLst>
                <a:path w="793" h="864">
                  <a:moveTo>
                    <a:pt x="793" y="0"/>
                  </a:moveTo>
                  <a:lnTo>
                    <a:pt x="0" y="508"/>
                  </a:lnTo>
                  <a:lnTo>
                    <a:pt x="0" y="864"/>
                  </a:lnTo>
                  <a:lnTo>
                    <a:pt x="793" y="357"/>
                  </a:lnTo>
                  <a:lnTo>
                    <a:pt x="793" y="0"/>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32" name="Freeform 7"/>
            <p:cNvSpPr>
              <a:spLocks/>
            </p:cNvSpPr>
            <p:nvPr/>
          </p:nvSpPr>
          <p:spPr bwMode="auto">
            <a:xfrm>
              <a:off x="3673728" y="2180433"/>
              <a:ext cx="966788" cy="700088"/>
            </a:xfrm>
            <a:custGeom>
              <a:avLst/>
              <a:gdLst>
                <a:gd name="T0" fmla="*/ 609 w 609"/>
                <a:gd name="T1" fmla="*/ 0 h 441"/>
                <a:gd name="T2" fmla="*/ 0 w 609"/>
                <a:gd name="T3" fmla="*/ 390 h 441"/>
                <a:gd name="T4" fmla="*/ 367 w 609"/>
                <a:gd name="T5" fmla="*/ 441 h 441"/>
                <a:gd name="T6" fmla="*/ 609 w 609"/>
                <a:gd name="T7" fmla="*/ 285 h 441"/>
                <a:gd name="T8" fmla="*/ 609 w 609"/>
                <a:gd name="T9" fmla="*/ 0 h 441"/>
              </a:gdLst>
              <a:ahLst/>
              <a:cxnLst>
                <a:cxn ang="0">
                  <a:pos x="T0" y="T1"/>
                </a:cxn>
                <a:cxn ang="0">
                  <a:pos x="T2" y="T3"/>
                </a:cxn>
                <a:cxn ang="0">
                  <a:pos x="T4" y="T5"/>
                </a:cxn>
                <a:cxn ang="0">
                  <a:pos x="T6" y="T7"/>
                </a:cxn>
                <a:cxn ang="0">
                  <a:pos x="T8" y="T9"/>
                </a:cxn>
              </a:cxnLst>
              <a:rect l="0" t="0" r="r" b="b"/>
              <a:pathLst>
                <a:path w="609" h="441">
                  <a:moveTo>
                    <a:pt x="609" y="0"/>
                  </a:moveTo>
                  <a:lnTo>
                    <a:pt x="0" y="390"/>
                  </a:lnTo>
                  <a:lnTo>
                    <a:pt x="367" y="441"/>
                  </a:lnTo>
                  <a:lnTo>
                    <a:pt x="609" y="285"/>
                  </a:lnTo>
                  <a:lnTo>
                    <a:pt x="609" y="0"/>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33" name="Freeform 8"/>
            <p:cNvSpPr>
              <a:spLocks/>
            </p:cNvSpPr>
            <p:nvPr/>
          </p:nvSpPr>
          <p:spPr bwMode="auto">
            <a:xfrm>
              <a:off x="3354640" y="2867820"/>
              <a:ext cx="2736850" cy="939800"/>
            </a:xfrm>
            <a:custGeom>
              <a:avLst/>
              <a:gdLst>
                <a:gd name="T0" fmla="*/ 1724 w 1724"/>
                <a:gd name="T1" fmla="*/ 592 h 592"/>
                <a:gd name="T2" fmla="*/ 0 w 1724"/>
                <a:gd name="T3" fmla="*/ 358 h 592"/>
                <a:gd name="T4" fmla="*/ 0 w 1724"/>
                <a:gd name="T5" fmla="*/ 0 h 592"/>
                <a:gd name="T6" fmla="*/ 1724 w 1724"/>
                <a:gd name="T7" fmla="*/ 236 h 592"/>
                <a:gd name="T8" fmla="*/ 1724 w 1724"/>
                <a:gd name="T9" fmla="*/ 592 h 592"/>
              </a:gdLst>
              <a:ahLst/>
              <a:cxnLst>
                <a:cxn ang="0">
                  <a:pos x="T0" y="T1"/>
                </a:cxn>
                <a:cxn ang="0">
                  <a:pos x="T2" y="T3"/>
                </a:cxn>
                <a:cxn ang="0">
                  <a:pos x="T4" y="T5"/>
                </a:cxn>
                <a:cxn ang="0">
                  <a:pos x="T6" y="T7"/>
                </a:cxn>
                <a:cxn ang="0">
                  <a:pos x="T8" y="T9"/>
                </a:cxn>
              </a:cxnLst>
              <a:rect l="0" t="0" r="r" b="b"/>
              <a:pathLst>
                <a:path w="1724" h="592">
                  <a:moveTo>
                    <a:pt x="1724" y="592"/>
                  </a:moveTo>
                  <a:lnTo>
                    <a:pt x="0" y="358"/>
                  </a:lnTo>
                  <a:lnTo>
                    <a:pt x="0" y="0"/>
                  </a:lnTo>
                  <a:lnTo>
                    <a:pt x="1724" y="236"/>
                  </a:lnTo>
                  <a:lnTo>
                    <a:pt x="1724" y="592"/>
                  </a:lnTo>
                  <a:close/>
                </a:path>
              </a:pathLst>
            </a:custGeom>
            <a:solidFill>
              <a:schemeClr val="accent3">
                <a:lumMod val="8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r>
                <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rPr>
                <a:t>06</a:t>
              </a: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p:txBody>
        </p:sp>
        <p:sp>
          <p:nvSpPr>
            <p:cNvPr id="234" name="Freeform 9"/>
            <p:cNvSpPr>
              <a:spLocks noEditPoints="1"/>
            </p:cNvSpPr>
            <p:nvPr/>
          </p:nvSpPr>
          <p:spPr bwMode="auto">
            <a:xfrm>
              <a:off x="3354640" y="2064545"/>
              <a:ext cx="3995738" cy="1177925"/>
            </a:xfrm>
            <a:custGeom>
              <a:avLst/>
              <a:gdLst>
                <a:gd name="T0" fmla="*/ 810 w 2517"/>
                <a:gd name="T1" fmla="*/ 73 h 742"/>
                <a:gd name="T2" fmla="*/ 2318 w 2517"/>
                <a:gd name="T3" fmla="*/ 278 h 742"/>
                <a:gd name="T4" fmla="*/ 1709 w 2517"/>
                <a:gd name="T5" fmla="*/ 667 h 742"/>
                <a:gd name="T6" fmla="*/ 201 w 2517"/>
                <a:gd name="T7" fmla="*/ 463 h 742"/>
                <a:gd name="T8" fmla="*/ 810 w 2517"/>
                <a:gd name="T9" fmla="*/ 73 h 742"/>
                <a:gd name="T10" fmla="*/ 792 w 2517"/>
                <a:gd name="T11" fmla="*/ 0 h 742"/>
                <a:gd name="T12" fmla="*/ 0 w 2517"/>
                <a:gd name="T13" fmla="*/ 506 h 742"/>
                <a:gd name="T14" fmla="*/ 1724 w 2517"/>
                <a:gd name="T15" fmla="*/ 742 h 742"/>
                <a:gd name="T16" fmla="*/ 2517 w 2517"/>
                <a:gd name="T17" fmla="*/ 234 h 742"/>
                <a:gd name="T18" fmla="*/ 792 w 2517"/>
                <a:gd name="T19" fmla="*/ 0 h 742"/>
                <a:gd name="T20" fmla="*/ 792 w 2517"/>
                <a:gd name="T21"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17" h="742">
                  <a:moveTo>
                    <a:pt x="810" y="73"/>
                  </a:moveTo>
                  <a:lnTo>
                    <a:pt x="2318" y="278"/>
                  </a:lnTo>
                  <a:lnTo>
                    <a:pt x="1709" y="667"/>
                  </a:lnTo>
                  <a:lnTo>
                    <a:pt x="201" y="463"/>
                  </a:lnTo>
                  <a:lnTo>
                    <a:pt x="810" y="73"/>
                  </a:lnTo>
                  <a:close/>
                  <a:moveTo>
                    <a:pt x="792" y="0"/>
                  </a:moveTo>
                  <a:lnTo>
                    <a:pt x="0" y="506"/>
                  </a:lnTo>
                  <a:lnTo>
                    <a:pt x="1724" y="742"/>
                  </a:lnTo>
                  <a:lnTo>
                    <a:pt x="2517" y="234"/>
                  </a:lnTo>
                  <a:lnTo>
                    <a:pt x="792" y="0"/>
                  </a:lnTo>
                  <a:lnTo>
                    <a:pt x="792" y="0"/>
                  </a:lnTo>
                  <a:close/>
                </a:path>
              </a:pathLst>
            </a:custGeom>
            <a:solidFill>
              <a:schemeClr val="accent3">
                <a:lumMod val="6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p:txBody>
        </p:sp>
        <p:sp>
          <p:nvSpPr>
            <p:cNvPr id="235" name="Freeform 10"/>
            <p:cNvSpPr>
              <a:spLocks noEditPoints="1"/>
            </p:cNvSpPr>
            <p:nvPr/>
          </p:nvSpPr>
          <p:spPr bwMode="auto">
            <a:xfrm>
              <a:off x="3354640" y="2436020"/>
              <a:ext cx="3995738" cy="1177925"/>
            </a:xfrm>
            <a:custGeom>
              <a:avLst/>
              <a:gdLst>
                <a:gd name="T0" fmla="*/ 810 w 2517"/>
                <a:gd name="T1" fmla="*/ 73 h 742"/>
                <a:gd name="T2" fmla="*/ 2318 w 2517"/>
                <a:gd name="T3" fmla="*/ 278 h 742"/>
                <a:gd name="T4" fmla="*/ 1709 w 2517"/>
                <a:gd name="T5" fmla="*/ 667 h 742"/>
                <a:gd name="T6" fmla="*/ 201 w 2517"/>
                <a:gd name="T7" fmla="*/ 463 h 742"/>
                <a:gd name="T8" fmla="*/ 810 w 2517"/>
                <a:gd name="T9" fmla="*/ 73 h 742"/>
                <a:gd name="T10" fmla="*/ 792 w 2517"/>
                <a:gd name="T11" fmla="*/ 0 h 742"/>
                <a:gd name="T12" fmla="*/ 0 w 2517"/>
                <a:gd name="T13" fmla="*/ 506 h 742"/>
                <a:gd name="T14" fmla="*/ 1724 w 2517"/>
                <a:gd name="T15" fmla="*/ 742 h 742"/>
                <a:gd name="T16" fmla="*/ 2517 w 2517"/>
                <a:gd name="T17" fmla="*/ 234 h 742"/>
                <a:gd name="T18" fmla="*/ 792 w 2517"/>
                <a:gd name="T19" fmla="*/ 0 h 742"/>
                <a:gd name="T20" fmla="*/ 792 w 2517"/>
                <a:gd name="T21"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17" h="742">
                  <a:moveTo>
                    <a:pt x="810" y="73"/>
                  </a:moveTo>
                  <a:lnTo>
                    <a:pt x="2318" y="278"/>
                  </a:lnTo>
                  <a:lnTo>
                    <a:pt x="1709" y="667"/>
                  </a:lnTo>
                  <a:lnTo>
                    <a:pt x="201" y="463"/>
                  </a:lnTo>
                  <a:lnTo>
                    <a:pt x="810" y="73"/>
                  </a:lnTo>
                  <a:moveTo>
                    <a:pt x="792" y="0"/>
                  </a:moveTo>
                  <a:lnTo>
                    <a:pt x="0" y="506"/>
                  </a:lnTo>
                  <a:lnTo>
                    <a:pt x="1724" y="742"/>
                  </a:lnTo>
                  <a:lnTo>
                    <a:pt x="2517" y="234"/>
                  </a:lnTo>
                  <a:lnTo>
                    <a:pt x="792" y="0"/>
                  </a:lnTo>
                  <a:lnTo>
                    <a:pt x="79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25" name="그룹 224"/>
          <p:cNvGrpSpPr/>
          <p:nvPr/>
        </p:nvGrpSpPr>
        <p:grpSpPr>
          <a:xfrm>
            <a:off x="4374024" y="3832459"/>
            <a:ext cx="1615175" cy="603295"/>
            <a:chOff x="6472875" y="1798923"/>
            <a:chExt cx="1615175" cy="603295"/>
          </a:xfrm>
        </p:grpSpPr>
        <p:cxnSp>
          <p:nvCxnSpPr>
            <p:cNvPr id="226" name="직선 연결선 225"/>
            <p:cNvCxnSpPr/>
            <p:nvPr/>
          </p:nvCxnSpPr>
          <p:spPr>
            <a:xfrm>
              <a:off x="6472875" y="1899639"/>
              <a:ext cx="614168"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227" name="그룹 226"/>
            <p:cNvGrpSpPr/>
            <p:nvPr/>
          </p:nvGrpSpPr>
          <p:grpSpPr>
            <a:xfrm>
              <a:off x="7135285" y="1798923"/>
              <a:ext cx="952765" cy="603295"/>
              <a:chOff x="2874435" y="2114678"/>
              <a:chExt cx="952765" cy="603295"/>
            </a:xfrm>
          </p:grpSpPr>
          <p:sp>
            <p:nvSpPr>
              <p:cNvPr id="228" name="TextBox 227"/>
              <p:cNvSpPr txBox="1"/>
              <p:nvPr/>
            </p:nvSpPr>
            <p:spPr>
              <a:xfrm>
                <a:off x="2874435" y="2114678"/>
                <a:ext cx="952765" cy="193940"/>
              </a:xfrm>
              <a:prstGeom prst="rect">
                <a:avLst/>
              </a:prstGeom>
              <a:noFill/>
            </p:spPr>
            <p:txBody>
              <a:bodyPr wrap="square" lIns="72000" tIns="0" rIns="72000" bIns="0" rtlCol="0">
                <a:noAutofit/>
              </a:bodyPr>
              <a:lstStyle/>
              <a:p>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229" name="TextBox 228"/>
              <p:cNvSpPr txBox="1"/>
              <p:nvPr/>
            </p:nvSpPr>
            <p:spPr>
              <a:xfrm>
                <a:off x="2874435" y="2328376"/>
                <a:ext cx="952765"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grpSp>
        <p:nvGrpSpPr>
          <p:cNvPr id="199" name="그룹 198"/>
          <p:cNvGrpSpPr/>
          <p:nvPr/>
        </p:nvGrpSpPr>
        <p:grpSpPr>
          <a:xfrm>
            <a:off x="2487437" y="3010770"/>
            <a:ext cx="1886587" cy="1014457"/>
            <a:chOff x="3354640" y="2064545"/>
            <a:chExt cx="3995738" cy="1743075"/>
          </a:xfrm>
        </p:grpSpPr>
        <p:sp>
          <p:nvSpPr>
            <p:cNvPr id="205" name="Freeform 5"/>
            <p:cNvSpPr>
              <a:spLocks/>
            </p:cNvSpPr>
            <p:nvPr/>
          </p:nvSpPr>
          <p:spPr bwMode="auto">
            <a:xfrm>
              <a:off x="4640515" y="2180433"/>
              <a:ext cx="2393950" cy="700088"/>
            </a:xfrm>
            <a:custGeom>
              <a:avLst/>
              <a:gdLst>
                <a:gd name="T0" fmla="*/ 1508 w 1508"/>
                <a:gd name="T1" fmla="*/ 205 h 441"/>
                <a:gd name="T2" fmla="*/ 0 w 1508"/>
                <a:gd name="T3" fmla="*/ 0 h 441"/>
                <a:gd name="T4" fmla="*/ 0 w 1508"/>
                <a:gd name="T5" fmla="*/ 285 h 441"/>
                <a:gd name="T6" fmla="*/ 1140 w 1508"/>
                <a:gd name="T7" fmla="*/ 441 h 441"/>
                <a:gd name="T8" fmla="*/ 1508 w 1508"/>
                <a:gd name="T9" fmla="*/ 205 h 441"/>
              </a:gdLst>
              <a:ahLst/>
              <a:cxnLst>
                <a:cxn ang="0">
                  <a:pos x="T0" y="T1"/>
                </a:cxn>
                <a:cxn ang="0">
                  <a:pos x="T2" y="T3"/>
                </a:cxn>
                <a:cxn ang="0">
                  <a:pos x="T4" y="T5"/>
                </a:cxn>
                <a:cxn ang="0">
                  <a:pos x="T6" y="T7"/>
                </a:cxn>
                <a:cxn ang="0">
                  <a:pos x="T8" y="T9"/>
                </a:cxn>
              </a:cxnLst>
              <a:rect l="0" t="0" r="r" b="b"/>
              <a:pathLst>
                <a:path w="1508" h="441">
                  <a:moveTo>
                    <a:pt x="1508" y="205"/>
                  </a:moveTo>
                  <a:lnTo>
                    <a:pt x="0" y="0"/>
                  </a:lnTo>
                  <a:lnTo>
                    <a:pt x="0" y="285"/>
                  </a:lnTo>
                  <a:lnTo>
                    <a:pt x="1140" y="441"/>
                  </a:lnTo>
                  <a:lnTo>
                    <a:pt x="1508" y="205"/>
                  </a:lnTo>
                  <a:close/>
                </a:path>
              </a:pathLst>
            </a:custGeom>
            <a:pattFill prst="ltUpDiag">
              <a:fgClr>
                <a:schemeClr val="accent3">
                  <a:lumMod val="65000"/>
                </a:schemeClr>
              </a:fgClr>
              <a:bgClr>
                <a:schemeClr val="accent3">
                  <a:lumMod val="8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06" name="Freeform 6"/>
            <p:cNvSpPr>
              <a:spLocks/>
            </p:cNvSpPr>
            <p:nvPr/>
          </p:nvSpPr>
          <p:spPr bwMode="auto">
            <a:xfrm>
              <a:off x="6091490" y="2436020"/>
              <a:ext cx="1258888" cy="1371600"/>
            </a:xfrm>
            <a:custGeom>
              <a:avLst/>
              <a:gdLst>
                <a:gd name="T0" fmla="*/ 793 w 793"/>
                <a:gd name="T1" fmla="*/ 0 h 864"/>
                <a:gd name="T2" fmla="*/ 0 w 793"/>
                <a:gd name="T3" fmla="*/ 508 h 864"/>
                <a:gd name="T4" fmla="*/ 0 w 793"/>
                <a:gd name="T5" fmla="*/ 864 h 864"/>
                <a:gd name="T6" fmla="*/ 793 w 793"/>
                <a:gd name="T7" fmla="*/ 357 h 864"/>
                <a:gd name="T8" fmla="*/ 793 w 793"/>
                <a:gd name="T9" fmla="*/ 0 h 864"/>
              </a:gdLst>
              <a:ahLst/>
              <a:cxnLst>
                <a:cxn ang="0">
                  <a:pos x="T0" y="T1"/>
                </a:cxn>
                <a:cxn ang="0">
                  <a:pos x="T2" y="T3"/>
                </a:cxn>
                <a:cxn ang="0">
                  <a:pos x="T4" y="T5"/>
                </a:cxn>
                <a:cxn ang="0">
                  <a:pos x="T6" y="T7"/>
                </a:cxn>
                <a:cxn ang="0">
                  <a:pos x="T8" y="T9"/>
                </a:cxn>
              </a:cxnLst>
              <a:rect l="0" t="0" r="r" b="b"/>
              <a:pathLst>
                <a:path w="793" h="864">
                  <a:moveTo>
                    <a:pt x="793" y="0"/>
                  </a:moveTo>
                  <a:lnTo>
                    <a:pt x="0" y="508"/>
                  </a:lnTo>
                  <a:lnTo>
                    <a:pt x="0" y="864"/>
                  </a:lnTo>
                  <a:lnTo>
                    <a:pt x="793" y="357"/>
                  </a:lnTo>
                  <a:lnTo>
                    <a:pt x="793" y="0"/>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07" name="Freeform 7"/>
            <p:cNvSpPr>
              <a:spLocks/>
            </p:cNvSpPr>
            <p:nvPr/>
          </p:nvSpPr>
          <p:spPr bwMode="auto">
            <a:xfrm>
              <a:off x="3673728" y="2180433"/>
              <a:ext cx="966788" cy="700088"/>
            </a:xfrm>
            <a:custGeom>
              <a:avLst/>
              <a:gdLst>
                <a:gd name="T0" fmla="*/ 609 w 609"/>
                <a:gd name="T1" fmla="*/ 0 h 441"/>
                <a:gd name="T2" fmla="*/ 0 w 609"/>
                <a:gd name="T3" fmla="*/ 390 h 441"/>
                <a:gd name="T4" fmla="*/ 367 w 609"/>
                <a:gd name="T5" fmla="*/ 441 h 441"/>
                <a:gd name="T6" fmla="*/ 609 w 609"/>
                <a:gd name="T7" fmla="*/ 285 h 441"/>
                <a:gd name="T8" fmla="*/ 609 w 609"/>
                <a:gd name="T9" fmla="*/ 0 h 441"/>
              </a:gdLst>
              <a:ahLst/>
              <a:cxnLst>
                <a:cxn ang="0">
                  <a:pos x="T0" y="T1"/>
                </a:cxn>
                <a:cxn ang="0">
                  <a:pos x="T2" y="T3"/>
                </a:cxn>
                <a:cxn ang="0">
                  <a:pos x="T4" y="T5"/>
                </a:cxn>
                <a:cxn ang="0">
                  <a:pos x="T6" y="T7"/>
                </a:cxn>
                <a:cxn ang="0">
                  <a:pos x="T8" y="T9"/>
                </a:cxn>
              </a:cxnLst>
              <a:rect l="0" t="0" r="r" b="b"/>
              <a:pathLst>
                <a:path w="609" h="441">
                  <a:moveTo>
                    <a:pt x="609" y="0"/>
                  </a:moveTo>
                  <a:lnTo>
                    <a:pt x="0" y="390"/>
                  </a:lnTo>
                  <a:lnTo>
                    <a:pt x="367" y="441"/>
                  </a:lnTo>
                  <a:lnTo>
                    <a:pt x="609" y="285"/>
                  </a:lnTo>
                  <a:lnTo>
                    <a:pt x="609" y="0"/>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08" name="Freeform 8"/>
            <p:cNvSpPr>
              <a:spLocks/>
            </p:cNvSpPr>
            <p:nvPr/>
          </p:nvSpPr>
          <p:spPr bwMode="auto">
            <a:xfrm>
              <a:off x="3354640" y="2867820"/>
              <a:ext cx="2736850" cy="939800"/>
            </a:xfrm>
            <a:custGeom>
              <a:avLst/>
              <a:gdLst>
                <a:gd name="T0" fmla="*/ 1724 w 1724"/>
                <a:gd name="T1" fmla="*/ 592 h 592"/>
                <a:gd name="T2" fmla="*/ 0 w 1724"/>
                <a:gd name="T3" fmla="*/ 358 h 592"/>
                <a:gd name="T4" fmla="*/ 0 w 1724"/>
                <a:gd name="T5" fmla="*/ 0 h 592"/>
                <a:gd name="T6" fmla="*/ 1724 w 1724"/>
                <a:gd name="T7" fmla="*/ 236 h 592"/>
                <a:gd name="T8" fmla="*/ 1724 w 1724"/>
                <a:gd name="T9" fmla="*/ 592 h 592"/>
              </a:gdLst>
              <a:ahLst/>
              <a:cxnLst>
                <a:cxn ang="0">
                  <a:pos x="T0" y="T1"/>
                </a:cxn>
                <a:cxn ang="0">
                  <a:pos x="T2" y="T3"/>
                </a:cxn>
                <a:cxn ang="0">
                  <a:pos x="T4" y="T5"/>
                </a:cxn>
                <a:cxn ang="0">
                  <a:pos x="T6" y="T7"/>
                </a:cxn>
                <a:cxn ang="0">
                  <a:pos x="T8" y="T9"/>
                </a:cxn>
              </a:cxnLst>
              <a:rect l="0" t="0" r="r" b="b"/>
              <a:pathLst>
                <a:path w="1724" h="592">
                  <a:moveTo>
                    <a:pt x="1724" y="592"/>
                  </a:moveTo>
                  <a:lnTo>
                    <a:pt x="0" y="358"/>
                  </a:lnTo>
                  <a:lnTo>
                    <a:pt x="0" y="0"/>
                  </a:lnTo>
                  <a:lnTo>
                    <a:pt x="1724" y="236"/>
                  </a:lnTo>
                  <a:lnTo>
                    <a:pt x="1724" y="592"/>
                  </a:lnTo>
                  <a:close/>
                </a:path>
              </a:pathLst>
            </a:custGeom>
            <a:solidFill>
              <a:schemeClr val="accent3">
                <a:lumMod val="8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r>
                <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rPr>
                <a:t>05</a:t>
              </a: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p:txBody>
        </p:sp>
        <p:sp>
          <p:nvSpPr>
            <p:cNvPr id="209" name="Freeform 9"/>
            <p:cNvSpPr>
              <a:spLocks noEditPoints="1"/>
            </p:cNvSpPr>
            <p:nvPr/>
          </p:nvSpPr>
          <p:spPr bwMode="auto">
            <a:xfrm>
              <a:off x="3354640" y="2064545"/>
              <a:ext cx="3995738" cy="1177925"/>
            </a:xfrm>
            <a:custGeom>
              <a:avLst/>
              <a:gdLst>
                <a:gd name="T0" fmla="*/ 810 w 2517"/>
                <a:gd name="T1" fmla="*/ 73 h 742"/>
                <a:gd name="T2" fmla="*/ 2318 w 2517"/>
                <a:gd name="T3" fmla="*/ 278 h 742"/>
                <a:gd name="T4" fmla="*/ 1709 w 2517"/>
                <a:gd name="T5" fmla="*/ 667 h 742"/>
                <a:gd name="T6" fmla="*/ 201 w 2517"/>
                <a:gd name="T7" fmla="*/ 463 h 742"/>
                <a:gd name="T8" fmla="*/ 810 w 2517"/>
                <a:gd name="T9" fmla="*/ 73 h 742"/>
                <a:gd name="T10" fmla="*/ 792 w 2517"/>
                <a:gd name="T11" fmla="*/ 0 h 742"/>
                <a:gd name="T12" fmla="*/ 0 w 2517"/>
                <a:gd name="T13" fmla="*/ 506 h 742"/>
                <a:gd name="T14" fmla="*/ 1724 w 2517"/>
                <a:gd name="T15" fmla="*/ 742 h 742"/>
                <a:gd name="T16" fmla="*/ 2517 w 2517"/>
                <a:gd name="T17" fmla="*/ 234 h 742"/>
                <a:gd name="T18" fmla="*/ 792 w 2517"/>
                <a:gd name="T19" fmla="*/ 0 h 742"/>
                <a:gd name="T20" fmla="*/ 792 w 2517"/>
                <a:gd name="T21"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17" h="742">
                  <a:moveTo>
                    <a:pt x="810" y="73"/>
                  </a:moveTo>
                  <a:lnTo>
                    <a:pt x="2318" y="278"/>
                  </a:lnTo>
                  <a:lnTo>
                    <a:pt x="1709" y="667"/>
                  </a:lnTo>
                  <a:lnTo>
                    <a:pt x="201" y="463"/>
                  </a:lnTo>
                  <a:lnTo>
                    <a:pt x="810" y="73"/>
                  </a:lnTo>
                  <a:close/>
                  <a:moveTo>
                    <a:pt x="792" y="0"/>
                  </a:moveTo>
                  <a:lnTo>
                    <a:pt x="0" y="506"/>
                  </a:lnTo>
                  <a:lnTo>
                    <a:pt x="1724" y="742"/>
                  </a:lnTo>
                  <a:lnTo>
                    <a:pt x="2517" y="234"/>
                  </a:lnTo>
                  <a:lnTo>
                    <a:pt x="792" y="0"/>
                  </a:lnTo>
                  <a:lnTo>
                    <a:pt x="792" y="0"/>
                  </a:lnTo>
                  <a:close/>
                </a:path>
              </a:pathLst>
            </a:custGeom>
            <a:solidFill>
              <a:schemeClr val="accent3">
                <a:lumMod val="6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p:txBody>
        </p:sp>
        <p:sp>
          <p:nvSpPr>
            <p:cNvPr id="210" name="Freeform 10"/>
            <p:cNvSpPr>
              <a:spLocks noEditPoints="1"/>
            </p:cNvSpPr>
            <p:nvPr/>
          </p:nvSpPr>
          <p:spPr bwMode="auto">
            <a:xfrm>
              <a:off x="3354640" y="2064545"/>
              <a:ext cx="3995738" cy="1177925"/>
            </a:xfrm>
            <a:custGeom>
              <a:avLst/>
              <a:gdLst>
                <a:gd name="T0" fmla="*/ 810 w 2517"/>
                <a:gd name="T1" fmla="*/ 73 h 742"/>
                <a:gd name="T2" fmla="*/ 2318 w 2517"/>
                <a:gd name="T3" fmla="*/ 278 h 742"/>
                <a:gd name="T4" fmla="*/ 1709 w 2517"/>
                <a:gd name="T5" fmla="*/ 667 h 742"/>
                <a:gd name="T6" fmla="*/ 201 w 2517"/>
                <a:gd name="T7" fmla="*/ 463 h 742"/>
                <a:gd name="T8" fmla="*/ 810 w 2517"/>
                <a:gd name="T9" fmla="*/ 73 h 742"/>
                <a:gd name="T10" fmla="*/ 792 w 2517"/>
                <a:gd name="T11" fmla="*/ 0 h 742"/>
                <a:gd name="T12" fmla="*/ 0 w 2517"/>
                <a:gd name="T13" fmla="*/ 506 h 742"/>
                <a:gd name="T14" fmla="*/ 1724 w 2517"/>
                <a:gd name="T15" fmla="*/ 742 h 742"/>
                <a:gd name="T16" fmla="*/ 2517 w 2517"/>
                <a:gd name="T17" fmla="*/ 234 h 742"/>
                <a:gd name="T18" fmla="*/ 792 w 2517"/>
                <a:gd name="T19" fmla="*/ 0 h 742"/>
                <a:gd name="T20" fmla="*/ 792 w 2517"/>
                <a:gd name="T21"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17" h="742">
                  <a:moveTo>
                    <a:pt x="810" y="73"/>
                  </a:moveTo>
                  <a:lnTo>
                    <a:pt x="2318" y="278"/>
                  </a:lnTo>
                  <a:lnTo>
                    <a:pt x="1709" y="667"/>
                  </a:lnTo>
                  <a:lnTo>
                    <a:pt x="201" y="463"/>
                  </a:lnTo>
                  <a:lnTo>
                    <a:pt x="810" y="73"/>
                  </a:lnTo>
                  <a:moveTo>
                    <a:pt x="792" y="0"/>
                  </a:moveTo>
                  <a:lnTo>
                    <a:pt x="0" y="506"/>
                  </a:lnTo>
                  <a:lnTo>
                    <a:pt x="1724" y="742"/>
                  </a:lnTo>
                  <a:lnTo>
                    <a:pt x="2517" y="234"/>
                  </a:lnTo>
                  <a:lnTo>
                    <a:pt x="792" y="0"/>
                  </a:lnTo>
                  <a:lnTo>
                    <a:pt x="79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00" name="그룹 199"/>
          <p:cNvGrpSpPr/>
          <p:nvPr/>
        </p:nvGrpSpPr>
        <p:grpSpPr>
          <a:xfrm>
            <a:off x="902579" y="3550475"/>
            <a:ext cx="1584854" cy="603295"/>
            <a:chOff x="3001435" y="2561932"/>
            <a:chExt cx="1584854" cy="603295"/>
          </a:xfrm>
        </p:grpSpPr>
        <p:sp>
          <p:nvSpPr>
            <p:cNvPr id="201" name="TextBox 200"/>
            <p:cNvSpPr txBox="1"/>
            <p:nvPr/>
          </p:nvSpPr>
          <p:spPr>
            <a:xfrm>
              <a:off x="3001435" y="2561932"/>
              <a:ext cx="952765" cy="193940"/>
            </a:xfrm>
            <a:prstGeom prst="rect">
              <a:avLst/>
            </a:prstGeom>
            <a:noFill/>
          </p:spPr>
          <p:txBody>
            <a:bodyPr wrap="square" lIns="72000" tIns="0" rIns="72000" bIns="0" rtlCol="0">
              <a:noAutofit/>
            </a:bodyPr>
            <a:lstStyle/>
            <a:p>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202" name="TextBox 201"/>
            <p:cNvSpPr txBox="1"/>
            <p:nvPr/>
          </p:nvSpPr>
          <p:spPr>
            <a:xfrm>
              <a:off x="3001435" y="2775630"/>
              <a:ext cx="952765"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203" name="직선 연결선 202"/>
            <p:cNvCxnSpPr/>
            <p:nvPr/>
          </p:nvCxnSpPr>
          <p:spPr>
            <a:xfrm flipH="1">
              <a:off x="3972121" y="2656556"/>
              <a:ext cx="614168"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184" name="그룹 183"/>
          <p:cNvGrpSpPr/>
          <p:nvPr/>
        </p:nvGrpSpPr>
        <p:grpSpPr>
          <a:xfrm>
            <a:off x="2487437" y="2496411"/>
            <a:ext cx="1886587" cy="1014457"/>
            <a:chOff x="3354640" y="2064545"/>
            <a:chExt cx="3995738" cy="1743075"/>
          </a:xfrm>
        </p:grpSpPr>
        <p:sp>
          <p:nvSpPr>
            <p:cNvPr id="192" name="Freeform 5"/>
            <p:cNvSpPr>
              <a:spLocks/>
            </p:cNvSpPr>
            <p:nvPr/>
          </p:nvSpPr>
          <p:spPr bwMode="auto">
            <a:xfrm>
              <a:off x="4640515" y="2180433"/>
              <a:ext cx="2393950" cy="700088"/>
            </a:xfrm>
            <a:custGeom>
              <a:avLst/>
              <a:gdLst>
                <a:gd name="T0" fmla="*/ 1508 w 1508"/>
                <a:gd name="T1" fmla="*/ 205 h 441"/>
                <a:gd name="T2" fmla="*/ 0 w 1508"/>
                <a:gd name="T3" fmla="*/ 0 h 441"/>
                <a:gd name="T4" fmla="*/ 0 w 1508"/>
                <a:gd name="T5" fmla="*/ 285 h 441"/>
                <a:gd name="T6" fmla="*/ 1140 w 1508"/>
                <a:gd name="T7" fmla="*/ 441 h 441"/>
                <a:gd name="T8" fmla="*/ 1508 w 1508"/>
                <a:gd name="T9" fmla="*/ 205 h 441"/>
              </a:gdLst>
              <a:ahLst/>
              <a:cxnLst>
                <a:cxn ang="0">
                  <a:pos x="T0" y="T1"/>
                </a:cxn>
                <a:cxn ang="0">
                  <a:pos x="T2" y="T3"/>
                </a:cxn>
                <a:cxn ang="0">
                  <a:pos x="T4" y="T5"/>
                </a:cxn>
                <a:cxn ang="0">
                  <a:pos x="T6" y="T7"/>
                </a:cxn>
                <a:cxn ang="0">
                  <a:pos x="T8" y="T9"/>
                </a:cxn>
              </a:cxnLst>
              <a:rect l="0" t="0" r="r" b="b"/>
              <a:pathLst>
                <a:path w="1508" h="441">
                  <a:moveTo>
                    <a:pt x="1508" y="205"/>
                  </a:moveTo>
                  <a:lnTo>
                    <a:pt x="0" y="0"/>
                  </a:lnTo>
                  <a:lnTo>
                    <a:pt x="0" y="285"/>
                  </a:lnTo>
                  <a:lnTo>
                    <a:pt x="1140" y="441"/>
                  </a:lnTo>
                  <a:lnTo>
                    <a:pt x="1508" y="205"/>
                  </a:lnTo>
                  <a:close/>
                </a:path>
              </a:pathLst>
            </a:custGeom>
            <a:pattFill prst="ltUpDiag">
              <a:fgClr>
                <a:schemeClr val="accent3">
                  <a:lumMod val="65000"/>
                </a:schemeClr>
              </a:fgClr>
              <a:bgClr>
                <a:schemeClr val="accent3">
                  <a:lumMod val="8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3" name="Freeform 6"/>
            <p:cNvSpPr>
              <a:spLocks/>
            </p:cNvSpPr>
            <p:nvPr/>
          </p:nvSpPr>
          <p:spPr bwMode="auto">
            <a:xfrm>
              <a:off x="6091490" y="2436020"/>
              <a:ext cx="1258888" cy="1371600"/>
            </a:xfrm>
            <a:custGeom>
              <a:avLst/>
              <a:gdLst>
                <a:gd name="T0" fmla="*/ 793 w 793"/>
                <a:gd name="T1" fmla="*/ 0 h 864"/>
                <a:gd name="T2" fmla="*/ 0 w 793"/>
                <a:gd name="T3" fmla="*/ 508 h 864"/>
                <a:gd name="T4" fmla="*/ 0 w 793"/>
                <a:gd name="T5" fmla="*/ 864 h 864"/>
                <a:gd name="T6" fmla="*/ 793 w 793"/>
                <a:gd name="T7" fmla="*/ 357 h 864"/>
                <a:gd name="T8" fmla="*/ 793 w 793"/>
                <a:gd name="T9" fmla="*/ 0 h 864"/>
              </a:gdLst>
              <a:ahLst/>
              <a:cxnLst>
                <a:cxn ang="0">
                  <a:pos x="T0" y="T1"/>
                </a:cxn>
                <a:cxn ang="0">
                  <a:pos x="T2" y="T3"/>
                </a:cxn>
                <a:cxn ang="0">
                  <a:pos x="T4" y="T5"/>
                </a:cxn>
                <a:cxn ang="0">
                  <a:pos x="T6" y="T7"/>
                </a:cxn>
                <a:cxn ang="0">
                  <a:pos x="T8" y="T9"/>
                </a:cxn>
              </a:cxnLst>
              <a:rect l="0" t="0" r="r" b="b"/>
              <a:pathLst>
                <a:path w="793" h="864">
                  <a:moveTo>
                    <a:pt x="793" y="0"/>
                  </a:moveTo>
                  <a:lnTo>
                    <a:pt x="0" y="508"/>
                  </a:lnTo>
                  <a:lnTo>
                    <a:pt x="0" y="864"/>
                  </a:lnTo>
                  <a:lnTo>
                    <a:pt x="793" y="357"/>
                  </a:lnTo>
                  <a:lnTo>
                    <a:pt x="793" y="0"/>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4" name="Freeform 7"/>
            <p:cNvSpPr>
              <a:spLocks/>
            </p:cNvSpPr>
            <p:nvPr/>
          </p:nvSpPr>
          <p:spPr bwMode="auto">
            <a:xfrm>
              <a:off x="3673728" y="2180433"/>
              <a:ext cx="966788" cy="700088"/>
            </a:xfrm>
            <a:custGeom>
              <a:avLst/>
              <a:gdLst>
                <a:gd name="T0" fmla="*/ 609 w 609"/>
                <a:gd name="T1" fmla="*/ 0 h 441"/>
                <a:gd name="T2" fmla="*/ 0 w 609"/>
                <a:gd name="T3" fmla="*/ 390 h 441"/>
                <a:gd name="T4" fmla="*/ 367 w 609"/>
                <a:gd name="T5" fmla="*/ 441 h 441"/>
                <a:gd name="T6" fmla="*/ 609 w 609"/>
                <a:gd name="T7" fmla="*/ 285 h 441"/>
                <a:gd name="T8" fmla="*/ 609 w 609"/>
                <a:gd name="T9" fmla="*/ 0 h 441"/>
              </a:gdLst>
              <a:ahLst/>
              <a:cxnLst>
                <a:cxn ang="0">
                  <a:pos x="T0" y="T1"/>
                </a:cxn>
                <a:cxn ang="0">
                  <a:pos x="T2" y="T3"/>
                </a:cxn>
                <a:cxn ang="0">
                  <a:pos x="T4" y="T5"/>
                </a:cxn>
                <a:cxn ang="0">
                  <a:pos x="T6" y="T7"/>
                </a:cxn>
                <a:cxn ang="0">
                  <a:pos x="T8" y="T9"/>
                </a:cxn>
              </a:cxnLst>
              <a:rect l="0" t="0" r="r" b="b"/>
              <a:pathLst>
                <a:path w="609" h="441">
                  <a:moveTo>
                    <a:pt x="609" y="0"/>
                  </a:moveTo>
                  <a:lnTo>
                    <a:pt x="0" y="390"/>
                  </a:lnTo>
                  <a:lnTo>
                    <a:pt x="367" y="441"/>
                  </a:lnTo>
                  <a:lnTo>
                    <a:pt x="609" y="285"/>
                  </a:lnTo>
                  <a:lnTo>
                    <a:pt x="609" y="0"/>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5" name="Freeform 8"/>
            <p:cNvSpPr>
              <a:spLocks/>
            </p:cNvSpPr>
            <p:nvPr/>
          </p:nvSpPr>
          <p:spPr bwMode="auto">
            <a:xfrm>
              <a:off x="3354640" y="2867820"/>
              <a:ext cx="2736850" cy="939800"/>
            </a:xfrm>
            <a:custGeom>
              <a:avLst/>
              <a:gdLst>
                <a:gd name="T0" fmla="*/ 1724 w 1724"/>
                <a:gd name="T1" fmla="*/ 592 h 592"/>
                <a:gd name="T2" fmla="*/ 0 w 1724"/>
                <a:gd name="T3" fmla="*/ 358 h 592"/>
                <a:gd name="T4" fmla="*/ 0 w 1724"/>
                <a:gd name="T5" fmla="*/ 0 h 592"/>
                <a:gd name="T6" fmla="*/ 1724 w 1724"/>
                <a:gd name="T7" fmla="*/ 236 h 592"/>
                <a:gd name="T8" fmla="*/ 1724 w 1724"/>
                <a:gd name="T9" fmla="*/ 592 h 592"/>
              </a:gdLst>
              <a:ahLst/>
              <a:cxnLst>
                <a:cxn ang="0">
                  <a:pos x="T0" y="T1"/>
                </a:cxn>
                <a:cxn ang="0">
                  <a:pos x="T2" y="T3"/>
                </a:cxn>
                <a:cxn ang="0">
                  <a:pos x="T4" y="T5"/>
                </a:cxn>
                <a:cxn ang="0">
                  <a:pos x="T6" y="T7"/>
                </a:cxn>
                <a:cxn ang="0">
                  <a:pos x="T8" y="T9"/>
                </a:cxn>
              </a:cxnLst>
              <a:rect l="0" t="0" r="r" b="b"/>
              <a:pathLst>
                <a:path w="1724" h="592">
                  <a:moveTo>
                    <a:pt x="1724" y="592"/>
                  </a:moveTo>
                  <a:lnTo>
                    <a:pt x="0" y="358"/>
                  </a:lnTo>
                  <a:lnTo>
                    <a:pt x="0" y="0"/>
                  </a:lnTo>
                  <a:lnTo>
                    <a:pt x="1724" y="236"/>
                  </a:lnTo>
                  <a:lnTo>
                    <a:pt x="1724" y="592"/>
                  </a:lnTo>
                  <a:close/>
                </a:path>
              </a:pathLst>
            </a:custGeom>
            <a:solidFill>
              <a:schemeClr val="accent3">
                <a:lumMod val="8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r>
                <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rPr>
                <a:t>04</a:t>
              </a: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p:txBody>
        </p:sp>
        <p:sp>
          <p:nvSpPr>
            <p:cNvPr id="196" name="Freeform 9"/>
            <p:cNvSpPr>
              <a:spLocks noEditPoints="1"/>
            </p:cNvSpPr>
            <p:nvPr/>
          </p:nvSpPr>
          <p:spPr bwMode="auto">
            <a:xfrm>
              <a:off x="3354640" y="2064545"/>
              <a:ext cx="3995738" cy="1177925"/>
            </a:xfrm>
            <a:custGeom>
              <a:avLst/>
              <a:gdLst>
                <a:gd name="T0" fmla="*/ 810 w 2517"/>
                <a:gd name="T1" fmla="*/ 73 h 742"/>
                <a:gd name="T2" fmla="*/ 2318 w 2517"/>
                <a:gd name="T3" fmla="*/ 278 h 742"/>
                <a:gd name="T4" fmla="*/ 1709 w 2517"/>
                <a:gd name="T5" fmla="*/ 667 h 742"/>
                <a:gd name="T6" fmla="*/ 201 w 2517"/>
                <a:gd name="T7" fmla="*/ 463 h 742"/>
                <a:gd name="T8" fmla="*/ 810 w 2517"/>
                <a:gd name="T9" fmla="*/ 73 h 742"/>
                <a:gd name="T10" fmla="*/ 792 w 2517"/>
                <a:gd name="T11" fmla="*/ 0 h 742"/>
                <a:gd name="T12" fmla="*/ 0 w 2517"/>
                <a:gd name="T13" fmla="*/ 506 h 742"/>
                <a:gd name="T14" fmla="*/ 1724 w 2517"/>
                <a:gd name="T15" fmla="*/ 742 h 742"/>
                <a:gd name="T16" fmla="*/ 2517 w 2517"/>
                <a:gd name="T17" fmla="*/ 234 h 742"/>
                <a:gd name="T18" fmla="*/ 792 w 2517"/>
                <a:gd name="T19" fmla="*/ 0 h 742"/>
                <a:gd name="T20" fmla="*/ 792 w 2517"/>
                <a:gd name="T21"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17" h="742">
                  <a:moveTo>
                    <a:pt x="810" y="73"/>
                  </a:moveTo>
                  <a:lnTo>
                    <a:pt x="2318" y="278"/>
                  </a:lnTo>
                  <a:lnTo>
                    <a:pt x="1709" y="667"/>
                  </a:lnTo>
                  <a:lnTo>
                    <a:pt x="201" y="463"/>
                  </a:lnTo>
                  <a:lnTo>
                    <a:pt x="810" y="73"/>
                  </a:lnTo>
                  <a:close/>
                  <a:moveTo>
                    <a:pt x="792" y="0"/>
                  </a:moveTo>
                  <a:lnTo>
                    <a:pt x="0" y="506"/>
                  </a:lnTo>
                  <a:lnTo>
                    <a:pt x="1724" y="742"/>
                  </a:lnTo>
                  <a:lnTo>
                    <a:pt x="2517" y="234"/>
                  </a:lnTo>
                  <a:lnTo>
                    <a:pt x="792" y="0"/>
                  </a:lnTo>
                  <a:lnTo>
                    <a:pt x="792" y="0"/>
                  </a:lnTo>
                  <a:close/>
                </a:path>
              </a:pathLst>
            </a:custGeom>
            <a:solidFill>
              <a:schemeClr val="accent3">
                <a:lumMod val="6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p:txBody>
        </p:sp>
        <p:sp>
          <p:nvSpPr>
            <p:cNvPr id="197" name="Freeform 10"/>
            <p:cNvSpPr>
              <a:spLocks noEditPoints="1"/>
            </p:cNvSpPr>
            <p:nvPr/>
          </p:nvSpPr>
          <p:spPr bwMode="auto">
            <a:xfrm>
              <a:off x="3354640" y="2436020"/>
              <a:ext cx="3995738" cy="1177925"/>
            </a:xfrm>
            <a:custGeom>
              <a:avLst/>
              <a:gdLst>
                <a:gd name="T0" fmla="*/ 810 w 2517"/>
                <a:gd name="T1" fmla="*/ 73 h 742"/>
                <a:gd name="T2" fmla="*/ 2318 w 2517"/>
                <a:gd name="T3" fmla="*/ 278 h 742"/>
                <a:gd name="T4" fmla="*/ 1709 w 2517"/>
                <a:gd name="T5" fmla="*/ 667 h 742"/>
                <a:gd name="T6" fmla="*/ 201 w 2517"/>
                <a:gd name="T7" fmla="*/ 463 h 742"/>
                <a:gd name="T8" fmla="*/ 810 w 2517"/>
                <a:gd name="T9" fmla="*/ 73 h 742"/>
                <a:gd name="T10" fmla="*/ 792 w 2517"/>
                <a:gd name="T11" fmla="*/ 0 h 742"/>
                <a:gd name="T12" fmla="*/ 0 w 2517"/>
                <a:gd name="T13" fmla="*/ 506 h 742"/>
                <a:gd name="T14" fmla="*/ 1724 w 2517"/>
                <a:gd name="T15" fmla="*/ 742 h 742"/>
                <a:gd name="T16" fmla="*/ 2517 w 2517"/>
                <a:gd name="T17" fmla="*/ 234 h 742"/>
                <a:gd name="T18" fmla="*/ 792 w 2517"/>
                <a:gd name="T19" fmla="*/ 0 h 742"/>
                <a:gd name="T20" fmla="*/ 792 w 2517"/>
                <a:gd name="T21"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17" h="742">
                  <a:moveTo>
                    <a:pt x="810" y="73"/>
                  </a:moveTo>
                  <a:lnTo>
                    <a:pt x="2318" y="278"/>
                  </a:lnTo>
                  <a:lnTo>
                    <a:pt x="1709" y="667"/>
                  </a:lnTo>
                  <a:lnTo>
                    <a:pt x="201" y="463"/>
                  </a:lnTo>
                  <a:lnTo>
                    <a:pt x="810" y="73"/>
                  </a:lnTo>
                  <a:moveTo>
                    <a:pt x="792" y="0"/>
                  </a:moveTo>
                  <a:lnTo>
                    <a:pt x="0" y="506"/>
                  </a:lnTo>
                  <a:lnTo>
                    <a:pt x="1724" y="742"/>
                  </a:lnTo>
                  <a:lnTo>
                    <a:pt x="2517" y="234"/>
                  </a:lnTo>
                  <a:lnTo>
                    <a:pt x="792" y="0"/>
                  </a:lnTo>
                  <a:lnTo>
                    <a:pt x="79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186" name="그룹 185"/>
          <p:cNvGrpSpPr/>
          <p:nvPr/>
        </p:nvGrpSpPr>
        <p:grpSpPr>
          <a:xfrm>
            <a:off x="4374024" y="2803739"/>
            <a:ext cx="1615175" cy="603295"/>
            <a:chOff x="6472875" y="1798923"/>
            <a:chExt cx="1615175" cy="603295"/>
          </a:xfrm>
        </p:grpSpPr>
        <p:cxnSp>
          <p:nvCxnSpPr>
            <p:cNvPr id="187" name="직선 연결선 186"/>
            <p:cNvCxnSpPr/>
            <p:nvPr/>
          </p:nvCxnSpPr>
          <p:spPr>
            <a:xfrm>
              <a:off x="6472875" y="1899639"/>
              <a:ext cx="614168"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188" name="그룹 187"/>
            <p:cNvGrpSpPr/>
            <p:nvPr/>
          </p:nvGrpSpPr>
          <p:grpSpPr>
            <a:xfrm>
              <a:off x="7135285" y="1798923"/>
              <a:ext cx="952765" cy="603295"/>
              <a:chOff x="2874435" y="2114678"/>
              <a:chExt cx="952765" cy="603295"/>
            </a:xfrm>
          </p:grpSpPr>
          <p:sp>
            <p:nvSpPr>
              <p:cNvPr id="189" name="TextBox 188"/>
              <p:cNvSpPr txBox="1"/>
              <p:nvPr/>
            </p:nvSpPr>
            <p:spPr>
              <a:xfrm>
                <a:off x="2874435" y="2114678"/>
                <a:ext cx="952765" cy="193940"/>
              </a:xfrm>
              <a:prstGeom prst="rect">
                <a:avLst/>
              </a:prstGeom>
              <a:noFill/>
            </p:spPr>
            <p:txBody>
              <a:bodyPr wrap="square" lIns="72000" tIns="0" rIns="72000" bIns="0" rtlCol="0">
                <a:noAutofit/>
              </a:bodyPr>
              <a:lstStyle/>
              <a:p>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91" name="TextBox 190"/>
              <p:cNvSpPr txBox="1"/>
              <p:nvPr/>
            </p:nvSpPr>
            <p:spPr>
              <a:xfrm>
                <a:off x="2874435" y="2328376"/>
                <a:ext cx="952765"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grpSp>
        <p:nvGrpSpPr>
          <p:cNvPr id="109" name="그룹 108"/>
          <p:cNvGrpSpPr/>
          <p:nvPr/>
        </p:nvGrpSpPr>
        <p:grpSpPr>
          <a:xfrm>
            <a:off x="2487437" y="1982052"/>
            <a:ext cx="1886587" cy="1014457"/>
            <a:chOff x="3354640" y="2064545"/>
            <a:chExt cx="3995738" cy="1743075"/>
          </a:xfrm>
        </p:grpSpPr>
        <p:sp>
          <p:nvSpPr>
            <p:cNvPr id="110" name="Freeform 5"/>
            <p:cNvSpPr>
              <a:spLocks/>
            </p:cNvSpPr>
            <p:nvPr/>
          </p:nvSpPr>
          <p:spPr bwMode="auto">
            <a:xfrm>
              <a:off x="4640515" y="2180433"/>
              <a:ext cx="2393950" cy="700088"/>
            </a:xfrm>
            <a:custGeom>
              <a:avLst/>
              <a:gdLst>
                <a:gd name="T0" fmla="*/ 1508 w 1508"/>
                <a:gd name="T1" fmla="*/ 205 h 441"/>
                <a:gd name="T2" fmla="*/ 0 w 1508"/>
                <a:gd name="T3" fmla="*/ 0 h 441"/>
                <a:gd name="T4" fmla="*/ 0 w 1508"/>
                <a:gd name="T5" fmla="*/ 285 h 441"/>
                <a:gd name="T6" fmla="*/ 1140 w 1508"/>
                <a:gd name="T7" fmla="*/ 441 h 441"/>
                <a:gd name="T8" fmla="*/ 1508 w 1508"/>
                <a:gd name="T9" fmla="*/ 205 h 441"/>
              </a:gdLst>
              <a:ahLst/>
              <a:cxnLst>
                <a:cxn ang="0">
                  <a:pos x="T0" y="T1"/>
                </a:cxn>
                <a:cxn ang="0">
                  <a:pos x="T2" y="T3"/>
                </a:cxn>
                <a:cxn ang="0">
                  <a:pos x="T4" y="T5"/>
                </a:cxn>
                <a:cxn ang="0">
                  <a:pos x="T6" y="T7"/>
                </a:cxn>
                <a:cxn ang="0">
                  <a:pos x="T8" y="T9"/>
                </a:cxn>
              </a:cxnLst>
              <a:rect l="0" t="0" r="r" b="b"/>
              <a:pathLst>
                <a:path w="1508" h="441">
                  <a:moveTo>
                    <a:pt x="1508" y="205"/>
                  </a:moveTo>
                  <a:lnTo>
                    <a:pt x="0" y="0"/>
                  </a:lnTo>
                  <a:lnTo>
                    <a:pt x="0" y="285"/>
                  </a:lnTo>
                  <a:lnTo>
                    <a:pt x="1140" y="441"/>
                  </a:lnTo>
                  <a:lnTo>
                    <a:pt x="1508" y="205"/>
                  </a:lnTo>
                  <a:close/>
                </a:path>
              </a:pathLst>
            </a:custGeom>
            <a:pattFill prst="ltUpDiag">
              <a:fgClr>
                <a:schemeClr val="accent3">
                  <a:lumMod val="65000"/>
                </a:schemeClr>
              </a:fgClr>
              <a:bgClr>
                <a:schemeClr val="accent3">
                  <a:lumMod val="8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1" name="Freeform 6"/>
            <p:cNvSpPr>
              <a:spLocks/>
            </p:cNvSpPr>
            <p:nvPr/>
          </p:nvSpPr>
          <p:spPr bwMode="auto">
            <a:xfrm>
              <a:off x="6091490" y="2436020"/>
              <a:ext cx="1258888" cy="1371600"/>
            </a:xfrm>
            <a:custGeom>
              <a:avLst/>
              <a:gdLst>
                <a:gd name="T0" fmla="*/ 793 w 793"/>
                <a:gd name="T1" fmla="*/ 0 h 864"/>
                <a:gd name="T2" fmla="*/ 0 w 793"/>
                <a:gd name="T3" fmla="*/ 508 h 864"/>
                <a:gd name="T4" fmla="*/ 0 w 793"/>
                <a:gd name="T5" fmla="*/ 864 h 864"/>
                <a:gd name="T6" fmla="*/ 793 w 793"/>
                <a:gd name="T7" fmla="*/ 357 h 864"/>
                <a:gd name="T8" fmla="*/ 793 w 793"/>
                <a:gd name="T9" fmla="*/ 0 h 864"/>
              </a:gdLst>
              <a:ahLst/>
              <a:cxnLst>
                <a:cxn ang="0">
                  <a:pos x="T0" y="T1"/>
                </a:cxn>
                <a:cxn ang="0">
                  <a:pos x="T2" y="T3"/>
                </a:cxn>
                <a:cxn ang="0">
                  <a:pos x="T4" y="T5"/>
                </a:cxn>
                <a:cxn ang="0">
                  <a:pos x="T6" y="T7"/>
                </a:cxn>
                <a:cxn ang="0">
                  <a:pos x="T8" y="T9"/>
                </a:cxn>
              </a:cxnLst>
              <a:rect l="0" t="0" r="r" b="b"/>
              <a:pathLst>
                <a:path w="793" h="864">
                  <a:moveTo>
                    <a:pt x="793" y="0"/>
                  </a:moveTo>
                  <a:lnTo>
                    <a:pt x="0" y="508"/>
                  </a:lnTo>
                  <a:lnTo>
                    <a:pt x="0" y="864"/>
                  </a:lnTo>
                  <a:lnTo>
                    <a:pt x="793" y="357"/>
                  </a:lnTo>
                  <a:lnTo>
                    <a:pt x="793" y="0"/>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2" name="Freeform 7"/>
            <p:cNvSpPr>
              <a:spLocks/>
            </p:cNvSpPr>
            <p:nvPr/>
          </p:nvSpPr>
          <p:spPr bwMode="auto">
            <a:xfrm>
              <a:off x="3673728" y="2180433"/>
              <a:ext cx="966788" cy="700088"/>
            </a:xfrm>
            <a:custGeom>
              <a:avLst/>
              <a:gdLst>
                <a:gd name="T0" fmla="*/ 609 w 609"/>
                <a:gd name="T1" fmla="*/ 0 h 441"/>
                <a:gd name="T2" fmla="*/ 0 w 609"/>
                <a:gd name="T3" fmla="*/ 390 h 441"/>
                <a:gd name="T4" fmla="*/ 367 w 609"/>
                <a:gd name="T5" fmla="*/ 441 h 441"/>
                <a:gd name="T6" fmla="*/ 609 w 609"/>
                <a:gd name="T7" fmla="*/ 285 h 441"/>
                <a:gd name="T8" fmla="*/ 609 w 609"/>
                <a:gd name="T9" fmla="*/ 0 h 441"/>
              </a:gdLst>
              <a:ahLst/>
              <a:cxnLst>
                <a:cxn ang="0">
                  <a:pos x="T0" y="T1"/>
                </a:cxn>
                <a:cxn ang="0">
                  <a:pos x="T2" y="T3"/>
                </a:cxn>
                <a:cxn ang="0">
                  <a:pos x="T4" y="T5"/>
                </a:cxn>
                <a:cxn ang="0">
                  <a:pos x="T6" y="T7"/>
                </a:cxn>
                <a:cxn ang="0">
                  <a:pos x="T8" y="T9"/>
                </a:cxn>
              </a:cxnLst>
              <a:rect l="0" t="0" r="r" b="b"/>
              <a:pathLst>
                <a:path w="609" h="441">
                  <a:moveTo>
                    <a:pt x="609" y="0"/>
                  </a:moveTo>
                  <a:lnTo>
                    <a:pt x="0" y="390"/>
                  </a:lnTo>
                  <a:lnTo>
                    <a:pt x="367" y="441"/>
                  </a:lnTo>
                  <a:lnTo>
                    <a:pt x="609" y="285"/>
                  </a:lnTo>
                  <a:lnTo>
                    <a:pt x="609" y="0"/>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3" name="Freeform 8"/>
            <p:cNvSpPr>
              <a:spLocks/>
            </p:cNvSpPr>
            <p:nvPr/>
          </p:nvSpPr>
          <p:spPr bwMode="auto">
            <a:xfrm>
              <a:off x="3354640" y="2867820"/>
              <a:ext cx="2736850" cy="939800"/>
            </a:xfrm>
            <a:custGeom>
              <a:avLst/>
              <a:gdLst>
                <a:gd name="T0" fmla="*/ 1724 w 1724"/>
                <a:gd name="T1" fmla="*/ 592 h 592"/>
                <a:gd name="T2" fmla="*/ 0 w 1724"/>
                <a:gd name="T3" fmla="*/ 358 h 592"/>
                <a:gd name="T4" fmla="*/ 0 w 1724"/>
                <a:gd name="T5" fmla="*/ 0 h 592"/>
                <a:gd name="T6" fmla="*/ 1724 w 1724"/>
                <a:gd name="T7" fmla="*/ 236 h 592"/>
                <a:gd name="T8" fmla="*/ 1724 w 1724"/>
                <a:gd name="T9" fmla="*/ 592 h 592"/>
              </a:gdLst>
              <a:ahLst/>
              <a:cxnLst>
                <a:cxn ang="0">
                  <a:pos x="T0" y="T1"/>
                </a:cxn>
                <a:cxn ang="0">
                  <a:pos x="T2" y="T3"/>
                </a:cxn>
                <a:cxn ang="0">
                  <a:pos x="T4" y="T5"/>
                </a:cxn>
                <a:cxn ang="0">
                  <a:pos x="T6" y="T7"/>
                </a:cxn>
                <a:cxn ang="0">
                  <a:pos x="T8" y="T9"/>
                </a:cxn>
              </a:cxnLst>
              <a:rect l="0" t="0" r="r" b="b"/>
              <a:pathLst>
                <a:path w="1724" h="592">
                  <a:moveTo>
                    <a:pt x="1724" y="592"/>
                  </a:moveTo>
                  <a:lnTo>
                    <a:pt x="0" y="358"/>
                  </a:lnTo>
                  <a:lnTo>
                    <a:pt x="0" y="0"/>
                  </a:lnTo>
                  <a:lnTo>
                    <a:pt x="1724" y="236"/>
                  </a:lnTo>
                  <a:lnTo>
                    <a:pt x="1724" y="592"/>
                  </a:lnTo>
                  <a:close/>
                </a:path>
              </a:pathLst>
            </a:custGeom>
            <a:solidFill>
              <a:schemeClr val="accent3">
                <a:lumMod val="8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r>
                <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rPr>
                <a:t>03</a:t>
              </a: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p:txBody>
        </p:sp>
        <p:sp>
          <p:nvSpPr>
            <p:cNvPr id="114" name="Freeform 9"/>
            <p:cNvSpPr>
              <a:spLocks noEditPoints="1"/>
            </p:cNvSpPr>
            <p:nvPr/>
          </p:nvSpPr>
          <p:spPr bwMode="auto">
            <a:xfrm>
              <a:off x="3354640" y="2064545"/>
              <a:ext cx="3995738" cy="1177925"/>
            </a:xfrm>
            <a:custGeom>
              <a:avLst/>
              <a:gdLst>
                <a:gd name="T0" fmla="*/ 810 w 2517"/>
                <a:gd name="T1" fmla="*/ 73 h 742"/>
                <a:gd name="T2" fmla="*/ 2318 w 2517"/>
                <a:gd name="T3" fmla="*/ 278 h 742"/>
                <a:gd name="T4" fmla="*/ 1709 w 2517"/>
                <a:gd name="T5" fmla="*/ 667 h 742"/>
                <a:gd name="T6" fmla="*/ 201 w 2517"/>
                <a:gd name="T7" fmla="*/ 463 h 742"/>
                <a:gd name="T8" fmla="*/ 810 w 2517"/>
                <a:gd name="T9" fmla="*/ 73 h 742"/>
                <a:gd name="T10" fmla="*/ 792 w 2517"/>
                <a:gd name="T11" fmla="*/ 0 h 742"/>
                <a:gd name="T12" fmla="*/ 0 w 2517"/>
                <a:gd name="T13" fmla="*/ 506 h 742"/>
                <a:gd name="T14" fmla="*/ 1724 w 2517"/>
                <a:gd name="T15" fmla="*/ 742 h 742"/>
                <a:gd name="T16" fmla="*/ 2517 w 2517"/>
                <a:gd name="T17" fmla="*/ 234 h 742"/>
                <a:gd name="T18" fmla="*/ 792 w 2517"/>
                <a:gd name="T19" fmla="*/ 0 h 742"/>
                <a:gd name="T20" fmla="*/ 792 w 2517"/>
                <a:gd name="T21"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17" h="742">
                  <a:moveTo>
                    <a:pt x="810" y="73"/>
                  </a:moveTo>
                  <a:lnTo>
                    <a:pt x="2318" y="278"/>
                  </a:lnTo>
                  <a:lnTo>
                    <a:pt x="1709" y="667"/>
                  </a:lnTo>
                  <a:lnTo>
                    <a:pt x="201" y="463"/>
                  </a:lnTo>
                  <a:lnTo>
                    <a:pt x="810" y="73"/>
                  </a:lnTo>
                  <a:close/>
                  <a:moveTo>
                    <a:pt x="792" y="0"/>
                  </a:moveTo>
                  <a:lnTo>
                    <a:pt x="0" y="506"/>
                  </a:lnTo>
                  <a:lnTo>
                    <a:pt x="1724" y="742"/>
                  </a:lnTo>
                  <a:lnTo>
                    <a:pt x="2517" y="234"/>
                  </a:lnTo>
                  <a:lnTo>
                    <a:pt x="792" y="0"/>
                  </a:lnTo>
                  <a:lnTo>
                    <a:pt x="792" y="0"/>
                  </a:lnTo>
                  <a:close/>
                </a:path>
              </a:pathLst>
            </a:custGeom>
            <a:solidFill>
              <a:schemeClr val="accent3">
                <a:lumMod val="6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p:txBody>
        </p:sp>
        <p:sp>
          <p:nvSpPr>
            <p:cNvPr id="115" name="Freeform 10"/>
            <p:cNvSpPr>
              <a:spLocks noEditPoints="1"/>
            </p:cNvSpPr>
            <p:nvPr/>
          </p:nvSpPr>
          <p:spPr bwMode="auto">
            <a:xfrm>
              <a:off x="3354640" y="2064545"/>
              <a:ext cx="3995738" cy="1177925"/>
            </a:xfrm>
            <a:custGeom>
              <a:avLst/>
              <a:gdLst>
                <a:gd name="T0" fmla="*/ 810 w 2517"/>
                <a:gd name="T1" fmla="*/ 73 h 742"/>
                <a:gd name="T2" fmla="*/ 2318 w 2517"/>
                <a:gd name="T3" fmla="*/ 278 h 742"/>
                <a:gd name="T4" fmla="*/ 1709 w 2517"/>
                <a:gd name="T5" fmla="*/ 667 h 742"/>
                <a:gd name="T6" fmla="*/ 201 w 2517"/>
                <a:gd name="T7" fmla="*/ 463 h 742"/>
                <a:gd name="T8" fmla="*/ 810 w 2517"/>
                <a:gd name="T9" fmla="*/ 73 h 742"/>
                <a:gd name="T10" fmla="*/ 792 w 2517"/>
                <a:gd name="T11" fmla="*/ 0 h 742"/>
                <a:gd name="T12" fmla="*/ 0 w 2517"/>
                <a:gd name="T13" fmla="*/ 506 h 742"/>
                <a:gd name="T14" fmla="*/ 1724 w 2517"/>
                <a:gd name="T15" fmla="*/ 742 h 742"/>
                <a:gd name="T16" fmla="*/ 2517 w 2517"/>
                <a:gd name="T17" fmla="*/ 234 h 742"/>
                <a:gd name="T18" fmla="*/ 792 w 2517"/>
                <a:gd name="T19" fmla="*/ 0 h 742"/>
                <a:gd name="T20" fmla="*/ 792 w 2517"/>
                <a:gd name="T21"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17" h="742">
                  <a:moveTo>
                    <a:pt x="810" y="73"/>
                  </a:moveTo>
                  <a:lnTo>
                    <a:pt x="2318" y="278"/>
                  </a:lnTo>
                  <a:lnTo>
                    <a:pt x="1709" y="667"/>
                  </a:lnTo>
                  <a:lnTo>
                    <a:pt x="201" y="463"/>
                  </a:lnTo>
                  <a:lnTo>
                    <a:pt x="810" y="73"/>
                  </a:lnTo>
                  <a:moveTo>
                    <a:pt x="792" y="0"/>
                  </a:moveTo>
                  <a:lnTo>
                    <a:pt x="0" y="506"/>
                  </a:lnTo>
                  <a:lnTo>
                    <a:pt x="1724" y="742"/>
                  </a:lnTo>
                  <a:lnTo>
                    <a:pt x="2517" y="234"/>
                  </a:lnTo>
                  <a:lnTo>
                    <a:pt x="792" y="0"/>
                  </a:lnTo>
                  <a:lnTo>
                    <a:pt x="79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3" name="그룹 22"/>
          <p:cNvGrpSpPr/>
          <p:nvPr/>
        </p:nvGrpSpPr>
        <p:grpSpPr>
          <a:xfrm>
            <a:off x="902579" y="2521757"/>
            <a:ext cx="1584854" cy="603295"/>
            <a:chOff x="3001435" y="2561932"/>
            <a:chExt cx="1584854" cy="603295"/>
          </a:xfrm>
        </p:grpSpPr>
        <p:sp>
          <p:nvSpPr>
            <p:cNvPr id="168" name="TextBox 167"/>
            <p:cNvSpPr txBox="1"/>
            <p:nvPr/>
          </p:nvSpPr>
          <p:spPr>
            <a:xfrm>
              <a:off x="3001435" y="2561932"/>
              <a:ext cx="952765" cy="193940"/>
            </a:xfrm>
            <a:prstGeom prst="rect">
              <a:avLst/>
            </a:prstGeom>
            <a:noFill/>
          </p:spPr>
          <p:txBody>
            <a:bodyPr wrap="square" lIns="72000" tIns="0" rIns="72000" bIns="0" rtlCol="0">
              <a:noAutofit/>
            </a:bodyPr>
            <a:lstStyle/>
            <a:p>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75" name="TextBox 174"/>
            <p:cNvSpPr txBox="1"/>
            <p:nvPr/>
          </p:nvSpPr>
          <p:spPr>
            <a:xfrm>
              <a:off x="3001435" y="2775630"/>
              <a:ext cx="952765"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177" name="직선 연결선 176"/>
            <p:cNvCxnSpPr/>
            <p:nvPr/>
          </p:nvCxnSpPr>
          <p:spPr>
            <a:xfrm flipH="1">
              <a:off x="3972121" y="2656556"/>
              <a:ext cx="614168"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116" name="그룹 115"/>
          <p:cNvGrpSpPr/>
          <p:nvPr/>
        </p:nvGrpSpPr>
        <p:grpSpPr>
          <a:xfrm>
            <a:off x="2487437" y="1467693"/>
            <a:ext cx="1886587" cy="1014457"/>
            <a:chOff x="3354640" y="2064545"/>
            <a:chExt cx="3995738" cy="1743075"/>
          </a:xfrm>
        </p:grpSpPr>
        <p:sp>
          <p:nvSpPr>
            <p:cNvPr id="117" name="Freeform 5"/>
            <p:cNvSpPr>
              <a:spLocks/>
            </p:cNvSpPr>
            <p:nvPr/>
          </p:nvSpPr>
          <p:spPr bwMode="auto">
            <a:xfrm>
              <a:off x="4640515" y="2180433"/>
              <a:ext cx="2393950" cy="700088"/>
            </a:xfrm>
            <a:custGeom>
              <a:avLst/>
              <a:gdLst>
                <a:gd name="T0" fmla="*/ 1508 w 1508"/>
                <a:gd name="T1" fmla="*/ 205 h 441"/>
                <a:gd name="T2" fmla="*/ 0 w 1508"/>
                <a:gd name="T3" fmla="*/ 0 h 441"/>
                <a:gd name="T4" fmla="*/ 0 w 1508"/>
                <a:gd name="T5" fmla="*/ 285 h 441"/>
                <a:gd name="T6" fmla="*/ 1140 w 1508"/>
                <a:gd name="T7" fmla="*/ 441 h 441"/>
                <a:gd name="T8" fmla="*/ 1508 w 1508"/>
                <a:gd name="T9" fmla="*/ 205 h 441"/>
              </a:gdLst>
              <a:ahLst/>
              <a:cxnLst>
                <a:cxn ang="0">
                  <a:pos x="T0" y="T1"/>
                </a:cxn>
                <a:cxn ang="0">
                  <a:pos x="T2" y="T3"/>
                </a:cxn>
                <a:cxn ang="0">
                  <a:pos x="T4" y="T5"/>
                </a:cxn>
                <a:cxn ang="0">
                  <a:pos x="T6" y="T7"/>
                </a:cxn>
                <a:cxn ang="0">
                  <a:pos x="T8" y="T9"/>
                </a:cxn>
              </a:cxnLst>
              <a:rect l="0" t="0" r="r" b="b"/>
              <a:pathLst>
                <a:path w="1508" h="441">
                  <a:moveTo>
                    <a:pt x="1508" y="205"/>
                  </a:moveTo>
                  <a:lnTo>
                    <a:pt x="0" y="0"/>
                  </a:lnTo>
                  <a:lnTo>
                    <a:pt x="0" y="285"/>
                  </a:lnTo>
                  <a:lnTo>
                    <a:pt x="1140" y="441"/>
                  </a:lnTo>
                  <a:lnTo>
                    <a:pt x="1508" y="205"/>
                  </a:lnTo>
                  <a:close/>
                </a:path>
              </a:pathLst>
            </a:custGeom>
            <a:pattFill prst="ltUpDiag">
              <a:fgClr>
                <a:schemeClr val="accent3">
                  <a:lumMod val="65000"/>
                </a:schemeClr>
              </a:fgClr>
              <a:bgClr>
                <a:schemeClr val="accent3">
                  <a:lumMod val="8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8" name="Freeform 6"/>
            <p:cNvSpPr>
              <a:spLocks/>
            </p:cNvSpPr>
            <p:nvPr/>
          </p:nvSpPr>
          <p:spPr bwMode="auto">
            <a:xfrm>
              <a:off x="6091490" y="2436020"/>
              <a:ext cx="1258888" cy="1371600"/>
            </a:xfrm>
            <a:custGeom>
              <a:avLst/>
              <a:gdLst>
                <a:gd name="T0" fmla="*/ 793 w 793"/>
                <a:gd name="T1" fmla="*/ 0 h 864"/>
                <a:gd name="T2" fmla="*/ 0 w 793"/>
                <a:gd name="T3" fmla="*/ 508 h 864"/>
                <a:gd name="T4" fmla="*/ 0 w 793"/>
                <a:gd name="T5" fmla="*/ 864 h 864"/>
                <a:gd name="T6" fmla="*/ 793 w 793"/>
                <a:gd name="T7" fmla="*/ 357 h 864"/>
                <a:gd name="T8" fmla="*/ 793 w 793"/>
                <a:gd name="T9" fmla="*/ 0 h 864"/>
              </a:gdLst>
              <a:ahLst/>
              <a:cxnLst>
                <a:cxn ang="0">
                  <a:pos x="T0" y="T1"/>
                </a:cxn>
                <a:cxn ang="0">
                  <a:pos x="T2" y="T3"/>
                </a:cxn>
                <a:cxn ang="0">
                  <a:pos x="T4" y="T5"/>
                </a:cxn>
                <a:cxn ang="0">
                  <a:pos x="T6" y="T7"/>
                </a:cxn>
                <a:cxn ang="0">
                  <a:pos x="T8" y="T9"/>
                </a:cxn>
              </a:cxnLst>
              <a:rect l="0" t="0" r="r" b="b"/>
              <a:pathLst>
                <a:path w="793" h="864">
                  <a:moveTo>
                    <a:pt x="793" y="0"/>
                  </a:moveTo>
                  <a:lnTo>
                    <a:pt x="0" y="508"/>
                  </a:lnTo>
                  <a:lnTo>
                    <a:pt x="0" y="864"/>
                  </a:lnTo>
                  <a:lnTo>
                    <a:pt x="793" y="357"/>
                  </a:lnTo>
                  <a:lnTo>
                    <a:pt x="793" y="0"/>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9" name="Freeform 7"/>
            <p:cNvSpPr>
              <a:spLocks/>
            </p:cNvSpPr>
            <p:nvPr/>
          </p:nvSpPr>
          <p:spPr bwMode="auto">
            <a:xfrm>
              <a:off x="3673728" y="2180433"/>
              <a:ext cx="966788" cy="700088"/>
            </a:xfrm>
            <a:custGeom>
              <a:avLst/>
              <a:gdLst>
                <a:gd name="T0" fmla="*/ 609 w 609"/>
                <a:gd name="T1" fmla="*/ 0 h 441"/>
                <a:gd name="T2" fmla="*/ 0 w 609"/>
                <a:gd name="T3" fmla="*/ 390 h 441"/>
                <a:gd name="T4" fmla="*/ 367 w 609"/>
                <a:gd name="T5" fmla="*/ 441 h 441"/>
                <a:gd name="T6" fmla="*/ 609 w 609"/>
                <a:gd name="T7" fmla="*/ 285 h 441"/>
                <a:gd name="T8" fmla="*/ 609 w 609"/>
                <a:gd name="T9" fmla="*/ 0 h 441"/>
              </a:gdLst>
              <a:ahLst/>
              <a:cxnLst>
                <a:cxn ang="0">
                  <a:pos x="T0" y="T1"/>
                </a:cxn>
                <a:cxn ang="0">
                  <a:pos x="T2" y="T3"/>
                </a:cxn>
                <a:cxn ang="0">
                  <a:pos x="T4" y="T5"/>
                </a:cxn>
                <a:cxn ang="0">
                  <a:pos x="T6" y="T7"/>
                </a:cxn>
                <a:cxn ang="0">
                  <a:pos x="T8" y="T9"/>
                </a:cxn>
              </a:cxnLst>
              <a:rect l="0" t="0" r="r" b="b"/>
              <a:pathLst>
                <a:path w="609" h="441">
                  <a:moveTo>
                    <a:pt x="609" y="0"/>
                  </a:moveTo>
                  <a:lnTo>
                    <a:pt x="0" y="390"/>
                  </a:lnTo>
                  <a:lnTo>
                    <a:pt x="367" y="441"/>
                  </a:lnTo>
                  <a:lnTo>
                    <a:pt x="609" y="285"/>
                  </a:lnTo>
                  <a:lnTo>
                    <a:pt x="609" y="0"/>
                  </a:lnTo>
                  <a:close/>
                </a:path>
              </a:pathLst>
            </a:custGeom>
            <a:pattFill prst="dkDnDiag">
              <a:fgClr>
                <a:schemeClr val="accent3">
                  <a:lumMod val="65000"/>
                </a:schemeClr>
              </a:fgClr>
              <a:bgClr>
                <a:schemeClr val="accent3">
                  <a:lumMod val="7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0" name="Freeform 8"/>
            <p:cNvSpPr>
              <a:spLocks/>
            </p:cNvSpPr>
            <p:nvPr/>
          </p:nvSpPr>
          <p:spPr bwMode="auto">
            <a:xfrm>
              <a:off x="3354640" y="2867820"/>
              <a:ext cx="2736850" cy="939800"/>
            </a:xfrm>
            <a:custGeom>
              <a:avLst/>
              <a:gdLst>
                <a:gd name="T0" fmla="*/ 1724 w 1724"/>
                <a:gd name="T1" fmla="*/ 592 h 592"/>
                <a:gd name="T2" fmla="*/ 0 w 1724"/>
                <a:gd name="T3" fmla="*/ 358 h 592"/>
                <a:gd name="T4" fmla="*/ 0 w 1724"/>
                <a:gd name="T5" fmla="*/ 0 h 592"/>
                <a:gd name="T6" fmla="*/ 1724 w 1724"/>
                <a:gd name="T7" fmla="*/ 236 h 592"/>
                <a:gd name="T8" fmla="*/ 1724 w 1724"/>
                <a:gd name="T9" fmla="*/ 592 h 592"/>
              </a:gdLst>
              <a:ahLst/>
              <a:cxnLst>
                <a:cxn ang="0">
                  <a:pos x="T0" y="T1"/>
                </a:cxn>
                <a:cxn ang="0">
                  <a:pos x="T2" y="T3"/>
                </a:cxn>
                <a:cxn ang="0">
                  <a:pos x="T4" y="T5"/>
                </a:cxn>
                <a:cxn ang="0">
                  <a:pos x="T6" y="T7"/>
                </a:cxn>
                <a:cxn ang="0">
                  <a:pos x="T8" y="T9"/>
                </a:cxn>
              </a:cxnLst>
              <a:rect l="0" t="0" r="r" b="b"/>
              <a:pathLst>
                <a:path w="1724" h="592">
                  <a:moveTo>
                    <a:pt x="1724" y="592"/>
                  </a:moveTo>
                  <a:lnTo>
                    <a:pt x="0" y="358"/>
                  </a:lnTo>
                  <a:lnTo>
                    <a:pt x="0" y="0"/>
                  </a:lnTo>
                  <a:lnTo>
                    <a:pt x="1724" y="236"/>
                  </a:lnTo>
                  <a:lnTo>
                    <a:pt x="1724" y="592"/>
                  </a:lnTo>
                  <a:close/>
                </a:path>
              </a:pathLst>
            </a:custGeom>
            <a:solidFill>
              <a:schemeClr val="accent3">
                <a:lumMod val="8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r>
                <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rPr>
                <a:t>02</a:t>
              </a: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mj-ea"/>
              </a:endParaRPr>
            </a:p>
          </p:txBody>
        </p:sp>
        <p:sp>
          <p:nvSpPr>
            <p:cNvPr id="121" name="Freeform 9"/>
            <p:cNvSpPr>
              <a:spLocks noEditPoints="1"/>
            </p:cNvSpPr>
            <p:nvPr/>
          </p:nvSpPr>
          <p:spPr bwMode="auto">
            <a:xfrm>
              <a:off x="3354640" y="2064545"/>
              <a:ext cx="3995738" cy="1177925"/>
            </a:xfrm>
            <a:custGeom>
              <a:avLst/>
              <a:gdLst>
                <a:gd name="T0" fmla="*/ 810 w 2517"/>
                <a:gd name="T1" fmla="*/ 73 h 742"/>
                <a:gd name="T2" fmla="*/ 2318 w 2517"/>
                <a:gd name="T3" fmla="*/ 278 h 742"/>
                <a:gd name="T4" fmla="*/ 1709 w 2517"/>
                <a:gd name="T5" fmla="*/ 667 h 742"/>
                <a:gd name="T6" fmla="*/ 201 w 2517"/>
                <a:gd name="T7" fmla="*/ 463 h 742"/>
                <a:gd name="T8" fmla="*/ 810 w 2517"/>
                <a:gd name="T9" fmla="*/ 73 h 742"/>
                <a:gd name="T10" fmla="*/ 792 w 2517"/>
                <a:gd name="T11" fmla="*/ 0 h 742"/>
                <a:gd name="T12" fmla="*/ 0 w 2517"/>
                <a:gd name="T13" fmla="*/ 506 h 742"/>
                <a:gd name="T14" fmla="*/ 1724 w 2517"/>
                <a:gd name="T15" fmla="*/ 742 h 742"/>
                <a:gd name="T16" fmla="*/ 2517 w 2517"/>
                <a:gd name="T17" fmla="*/ 234 h 742"/>
                <a:gd name="T18" fmla="*/ 792 w 2517"/>
                <a:gd name="T19" fmla="*/ 0 h 742"/>
                <a:gd name="T20" fmla="*/ 792 w 2517"/>
                <a:gd name="T21"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17" h="742">
                  <a:moveTo>
                    <a:pt x="810" y="73"/>
                  </a:moveTo>
                  <a:lnTo>
                    <a:pt x="2318" y="278"/>
                  </a:lnTo>
                  <a:lnTo>
                    <a:pt x="1709" y="667"/>
                  </a:lnTo>
                  <a:lnTo>
                    <a:pt x="201" y="463"/>
                  </a:lnTo>
                  <a:lnTo>
                    <a:pt x="810" y="73"/>
                  </a:lnTo>
                  <a:close/>
                  <a:moveTo>
                    <a:pt x="792" y="0"/>
                  </a:moveTo>
                  <a:lnTo>
                    <a:pt x="0" y="506"/>
                  </a:lnTo>
                  <a:lnTo>
                    <a:pt x="1724" y="742"/>
                  </a:lnTo>
                  <a:lnTo>
                    <a:pt x="2517" y="234"/>
                  </a:lnTo>
                  <a:lnTo>
                    <a:pt x="792" y="0"/>
                  </a:lnTo>
                  <a:lnTo>
                    <a:pt x="792" y="0"/>
                  </a:lnTo>
                  <a:close/>
                </a:path>
              </a:pathLst>
            </a:custGeom>
            <a:solidFill>
              <a:schemeClr val="accent3">
                <a:lumMod val="6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p:txBody>
        </p:sp>
        <p:sp>
          <p:nvSpPr>
            <p:cNvPr id="122" name="Freeform 10"/>
            <p:cNvSpPr>
              <a:spLocks noEditPoints="1"/>
            </p:cNvSpPr>
            <p:nvPr/>
          </p:nvSpPr>
          <p:spPr bwMode="auto">
            <a:xfrm>
              <a:off x="3354640" y="2436020"/>
              <a:ext cx="3995738" cy="1177925"/>
            </a:xfrm>
            <a:custGeom>
              <a:avLst/>
              <a:gdLst>
                <a:gd name="T0" fmla="*/ 810 w 2517"/>
                <a:gd name="T1" fmla="*/ 73 h 742"/>
                <a:gd name="T2" fmla="*/ 2318 w 2517"/>
                <a:gd name="T3" fmla="*/ 278 h 742"/>
                <a:gd name="T4" fmla="*/ 1709 w 2517"/>
                <a:gd name="T5" fmla="*/ 667 h 742"/>
                <a:gd name="T6" fmla="*/ 201 w 2517"/>
                <a:gd name="T7" fmla="*/ 463 h 742"/>
                <a:gd name="T8" fmla="*/ 810 w 2517"/>
                <a:gd name="T9" fmla="*/ 73 h 742"/>
                <a:gd name="T10" fmla="*/ 792 w 2517"/>
                <a:gd name="T11" fmla="*/ 0 h 742"/>
                <a:gd name="T12" fmla="*/ 0 w 2517"/>
                <a:gd name="T13" fmla="*/ 506 h 742"/>
                <a:gd name="T14" fmla="*/ 1724 w 2517"/>
                <a:gd name="T15" fmla="*/ 742 h 742"/>
                <a:gd name="T16" fmla="*/ 2517 w 2517"/>
                <a:gd name="T17" fmla="*/ 234 h 742"/>
                <a:gd name="T18" fmla="*/ 792 w 2517"/>
                <a:gd name="T19" fmla="*/ 0 h 742"/>
                <a:gd name="T20" fmla="*/ 792 w 2517"/>
                <a:gd name="T21"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17" h="742">
                  <a:moveTo>
                    <a:pt x="810" y="73"/>
                  </a:moveTo>
                  <a:lnTo>
                    <a:pt x="2318" y="278"/>
                  </a:lnTo>
                  <a:lnTo>
                    <a:pt x="1709" y="667"/>
                  </a:lnTo>
                  <a:lnTo>
                    <a:pt x="201" y="463"/>
                  </a:lnTo>
                  <a:lnTo>
                    <a:pt x="810" y="73"/>
                  </a:lnTo>
                  <a:moveTo>
                    <a:pt x="792" y="0"/>
                  </a:moveTo>
                  <a:lnTo>
                    <a:pt x="0" y="506"/>
                  </a:lnTo>
                  <a:lnTo>
                    <a:pt x="1724" y="742"/>
                  </a:lnTo>
                  <a:lnTo>
                    <a:pt x="2517" y="234"/>
                  </a:lnTo>
                  <a:lnTo>
                    <a:pt x="792" y="0"/>
                  </a:lnTo>
                  <a:lnTo>
                    <a:pt x="79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1" name="그룹 20"/>
          <p:cNvGrpSpPr/>
          <p:nvPr/>
        </p:nvGrpSpPr>
        <p:grpSpPr>
          <a:xfrm>
            <a:off x="4374024" y="1775021"/>
            <a:ext cx="1615175" cy="603295"/>
            <a:chOff x="6472875" y="1798923"/>
            <a:chExt cx="1615175" cy="603295"/>
          </a:xfrm>
        </p:grpSpPr>
        <p:cxnSp>
          <p:nvCxnSpPr>
            <p:cNvPr id="155" name="직선 연결선 154"/>
            <p:cNvCxnSpPr/>
            <p:nvPr/>
          </p:nvCxnSpPr>
          <p:spPr>
            <a:xfrm>
              <a:off x="6472875" y="1899639"/>
              <a:ext cx="614168"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16" name="그룹 15"/>
            <p:cNvGrpSpPr/>
            <p:nvPr/>
          </p:nvGrpSpPr>
          <p:grpSpPr>
            <a:xfrm>
              <a:off x="7135285" y="1798923"/>
              <a:ext cx="952765" cy="603295"/>
              <a:chOff x="2874435" y="2114678"/>
              <a:chExt cx="952765" cy="603295"/>
            </a:xfrm>
          </p:grpSpPr>
          <p:sp>
            <p:nvSpPr>
              <p:cNvPr id="156" name="TextBox 155"/>
              <p:cNvSpPr txBox="1"/>
              <p:nvPr/>
            </p:nvSpPr>
            <p:spPr>
              <a:xfrm>
                <a:off x="2874435" y="2114678"/>
                <a:ext cx="952765" cy="193940"/>
              </a:xfrm>
              <a:prstGeom prst="rect">
                <a:avLst/>
              </a:prstGeom>
              <a:noFill/>
            </p:spPr>
            <p:txBody>
              <a:bodyPr wrap="square" lIns="72000" tIns="0" rIns="72000" bIns="0" rtlCol="0">
                <a:noAutofit/>
              </a:bodyPr>
              <a:lstStyle/>
              <a:p>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57" name="TextBox 156"/>
              <p:cNvSpPr txBox="1"/>
              <p:nvPr/>
            </p:nvSpPr>
            <p:spPr>
              <a:xfrm>
                <a:off x="2874435" y="2328376"/>
                <a:ext cx="952765"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grpSp>
        <p:nvGrpSpPr>
          <p:cNvPr id="20" name="그룹 19"/>
          <p:cNvGrpSpPr/>
          <p:nvPr/>
        </p:nvGrpSpPr>
        <p:grpSpPr>
          <a:xfrm>
            <a:off x="902579" y="1493039"/>
            <a:ext cx="1584854" cy="603295"/>
            <a:chOff x="3001435" y="1527493"/>
            <a:chExt cx="1584854" cy="603295"/>
          </a:xfrm>
        </p:grpSpPr>
        <p:sp>
          <p:nvSpPr>
            <p:cNvPr id="153" name="TextBox 152"/>
            <p:cNvSpPr txBox="1"/>
            <p:nvPr/>
          </p:nvSpPr>
          <p:spPr>
            <a:xfrm>
              <a:off x="3001435" y="1527493"/>
              <a:ext cx="952765" cy="193940"/>
            </a:xfrm>
            <a:prstGeom prst="rect">
              <a:avLst/>
            </a:prstGeom>
            <a:noFill/>
          </p:spPr>
          <p:txBody>
            <a:bodyPr wrap="square" lIns="72000" tIns="0" rIns="72000" bIns="0" rtlCol="0">
              <a:noAutofit/>
            </a:bodyPr>
            <a:lstStyle/>
            <a:p>
              <a:r>
                <a:rPr lang="en-US" altLang="ko-KR" sz="1200" b="1" dirty="0">
                  <a:gradFill>
                    <a:gsLst>
                      <a:gs pos="0">
                        <a:schemeClr val="accent1"/>
                      </a:gs>
                      <a:gs pos="100000">
                        <a:schemeClr val="accent1"/>
                      </a:gs>
                    </a:gsLst>
                    <a:lin ang="5400000" scaled="0"/>
                  </a:gradFill>
                  <a:latin typeface="Roboto Condensed Regular"/>
                </a:rPr>
                <a:t>Lorem Ipsum</a:t>
              </a:r>
              <a:endParaRPr lang="ko-KR" altLang="en-US" sz="1200" b="1" dirty="0">
                <a:gradFill>
                  <a:gsLst>
                    <a:gs pos="0">
                      <a:schemeClr val="accent1"/>
                    </a:gs>
                    <a:gs pos="100000">
                      <a:schemeClr val="accent1"/>
                    </a:gs>
                  </a:gsLst>
                  <a:lin ang="5400000" scaled="0"/>
                </a:gradFill>
                <a:latin typeface="Roboto Condensed Regular"/>
              </a:endParaRPr>
            </a:p>
          </p:txBody>
        </p:sp>
        <p:sp>
          <p:nvSpPr>
            <p:cNvPr id="154" name="TextBox 153"/>
            <p:cNvSpPr txBox="1"/>
            <p:nvPr/>
          </p:nvSpPr>
          <p:spPr>
            <a:xfrm>
              <a:off x="3001435" y="1741191"/>
              <a:ext cx="952765"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152" name="직선 연결선 151"/>
            <p:cNvCxnSpPr/>
            <p:nvPr/>
          </p:nvCxnSpPr>
          <p:spPr>
            <a:xfrm flipH="1">
              <a:off x="3972121" y="1622117"/>
              <a:ext cx="614168" cy="0"/>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12" name="그룹 11"/>
          <p:cNvGrpSpPr/>
          <p:nvPr/>
        </p:nvGrpSpPr>
        <p:grpSpPr>
          <a:xfrm>
            <a:off x="2487437" y="953334"/>
            <a:ext cx="1886587" cy="1014457"/>
            <a:chOff x="4129765" y="1474040"/>
            <a:chExt cx="2325491" cy="1014457"/>
          </a:xfrm>
        </p:grpSpPr>
        <p:sp>
          <p:nvSpPr>
            <p:cNvPr id="124" name="Freeform 5"/>
            <p:cNvSpPr>
              <a:spLocks/>
            </p:cNvSpPr>
            <p:nvPr/>
          </p:nvSpPr>
          <p:spPr bwMode="auto">
            <a:xfrm>
              <a:off x="4878135" y="1541486"/>
              <a:ext cx="1393262" cy="407446"/>
            </a:xfrm>
            <a:custGeom>
              <a:avLst/>
              <a:gdLst>
                <a:gd name="T0" fmla="*/ 1508 w 1508"/>
                <a:gd name="T1" fmla="*/ 205 h 441"/>
                <a:gd name="T2" fmla="*/ 0 w 1508"/>
                <a:gd name="T3" fmla="*/ 0 h 441"/>
                <a:gd name="T4" fmla="*/ 0 w 1508"/>
                <a:gd name="T5" fmla="*/ 285 h 441"/>
                <a:gd name="T6" fmla="*/ 1140 w 1508"/>
                <a:gd name="T7" fmla="*/ 441 h 441"/>
                <a:gd name="T8" fmla="*/ 1508 w 1508"/>
                <a:gd name="T9" fmla="*/ 205 h 441"/>
              </a:gdLst>
              <a:ahLst/>
              <a:cxnLst>
                <a:cxn ang="0">
                  <a:pos x="T0" y="T1"/>
                </a:cxn>
                <a:cxn ang="0">
                  <a:pos x="T2" y="T3"/>
                </a:cxn>
                <a:cxn ang="0">
                  <a:pos x="T4" y="T5"/>
                </a:cxn>
                <a:cxn ang="0">
                  <a:pos x="T6" y="T7"/>
                </a:cxn>
                <a:cxn ang="0">
                  <a:pos x="T8" y="T9"/>
                </a:cxn>
              </a:cxnLst>
              <a:rect l="0" t="0" r="r" b="b"/>
              <a:pathLst>
                <a:path w="1508" h="441">
                  <a:moveTo>
                    <a:pt x="1508" y="205"/>
                  </a:moveTo>
                  <a:lnTo>
                    <a:pt x="0" y="0"/>
                  </a:lnTo>
                  <a:lnTo>
                    <a:pt x="0" y="285"/>
                  </a:lnTo>
                  <a:lnTo>
                    <a:pt x="1140" y="441"/>
                  </a:lnTo>
                  <a:lnTo>
                    <a:pt x="1508" y="205"/>
                  </a:lnTo>
                  <a:close/>
                </a:path>
              </a:pathLst>
            </a:custGeom>
            <a:pattFill prst="ltUpDiag">
              <a:fgClr>
                <a:schemeClr val="accent1">
                  <a:lumMod val="75000"/>
                </a:schemeClr>
              </a:fgClr>
              <a:bgClr>
                <a:schemeClr val="accent1"/>
              </a:bgClr>
            </a:pattFill>
            <a:ln w="3175">
              <a:solidFill>
                <a:schemeClr val="accent1">
                  <a:lumMod val="7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5" name="Freeform 6"/>
            <p:cNvSpPr>
              <a:spLocks/>
            </p:cNvSpPr>
            <p:nvPr/>
          </p:nvSpPr>
          <p:spPr bwMode="auto">
            <a:xfrm>
              <a:off x="5722592" y="1690236"/>
              <a:ext cx="732664" cy="798261"/>
            </a:xfrm>
            <a:custGeom>
              <a:avLst/>
              <a:gdLst>
                <a:gd name="T0" fmla="*/ 793 w 793"/>
                <a:gd name="T1" fmla="*/ 0 h 864"/>
                <a:gd name="T2" fmla="*/ 0 w 793"/>
                <a:gd name="T3" fmla="*/ 508 h 864"/>
                <a:gd name="T4" fmla="*/ 0 w 793"/>
                <a:gd name="T5" fmla="*/ 864 h 864"/>
                <a:gd name="T6" fmla="*/ 793 w 793"/>
                <a:gd name="T7" fmla="*/ 357 h 864"/>
                <a:gd name="T8" fmla="*/ 793 w 793"/>
                <a:gd name="T9" fmla="*/ 0 h 864"/>
              </a:gdLst>
              <a:ahLst/>
              <a:cxnLst>
                <a:cxn ang="0">
                  <a:pos x="T0" y="T1"/>
                </a:cxn>
                <a:cxn ang="0">
                  <a:pos x="T2" y="T3"/>
                </a:cxn>
                <a:cxn ang="0">
                  <a:pos x="T4" y="T5"/>
                </a:cxn>
                <a:cxn ang="0">
                  <a:pos x="T6" y="T7"/>
                </a:cxn>
                <a:cxn ang="0">
                  <a:pos x="T8" y="T9"/>
                </a:cxn>
              </a:cxnLst>
              <a:rect l="0" t="0" r="r" b="b"/>
              <a:pathLst>
                <a:path w="793" h="864">
                  <a:moveTo>
                    <a:pt x="793" y="0"/>
                  </a:moveTo>
                  <a:lnTo>
                    <a:pt x="0" y="508"/>
                  </a:lnTo>
                  <a:lnTo>
                    <a:pt x="0" y="864"/>
                  </a:lnTo>
                  <a:lnTo>
                    <a:pt x="793" y="357"/>
                  </a:lnTo>
                  <a:lnTo>
                    <a:pt x="793" y="0"/>
                  </a:lnTo>
                  <a:close/>
                </a:path>
              </a:pathLst>
            </a:custGeom>
            <a:pattFill prst="dkDnDiag">
              <a:fgClr>
                <a:schemeClr val="accent1"/>
              </a:fgClr>
              <a:bgClr>
                <a:schemeClr val="accent1">
                  <a:lumMod val="75000"/>
                </a:schemeClr>
              </a:bgClr>
            </a:pattFill>
            <a:ln w="3175">
              <a:solidFill>
                <a:schemeClr val="accent1">
                  <a:lumMod val="7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6" name="Freeform 7"/>
            <p:cNvSpPr>
              <a:spLocks/>
            </p:cNvSpPr>
            <p:nvPr/>
          </p:nvSpPr>
          <p:spPr bwMode="auto">
            <a:xfrm>
              <a:off x="4315472" y="1541486"/>
              <a:ext cx="562664" cy="407446"/>
            </a:xfrm>
            <a:custGeom>
              <a:avLst/>
              <a:gdLst>
                <a:gd name="T0" fmla="*/ 609 w 609"/>
                <a:gd name="T1" fmla="*/ 0 h 441"/>
                <a:gd name="T2" fmla="*/ 0 w 609"/>
                <a:gd name="T3" fmla="*/ 390 h 441"/>
                <a:gd name="T4" fmla="*/ 367 w 609"/>
                <a:gd name="T5" fmla="*/ 441 h 441"/>
                <a:gd name="T6" fmla="*/ 609 w 609"/>
                <a:gd name="T7" fmla="*/ 285 h 441"/>
                <a:gd name="T8" fmla="*/ 609 w 609"/>
                <a:gd name="T9" fmla="*/ 0 h 441"/>
              </a:gdLst>
              <a:ahLst/>
              <a:cxnLst>
                <a:cxn ang="0">
                  <a:pos x="T0" y="T1"/>
                </a:cxn>
                <a:cxn ang="0">
                  <a:pos x="T2" y="T3"/>
                </a:cxn>
                <a:cxn ang="0">
                  <a:pos x="T4" y="T5"/>
                </a:cxn>
                <a:cxn ang="0">
                  <a:pos x="T6" y="T7"/>
                </a:cxn>
                <a:cxn ang="0">
                  <a:pos x="T8" y="T9"/>
                </a:cxn>
              </a:cxnLst>
              <a:rect l="0" t="0" r="r" b="b"/>
              <a:pathLst>
                <a:path w="609" h="441">
                  <a:moveTo>
                    <a:pt x="609" y="0"/>
                  </a:moveTo>
                  <a:lnTo>
                    <a:pt x="0" y="390"/>
                  </a:lnTo>
                  <a:lnTo>
                    <a:pt x="367" y="441"/>
                  </a:lnTo>
                  <a:lnTo>
                    <a:pt x="609" y="285"/>
                  </a:lnTo>
                  <a:lnTo>
                    <a:pt x="609" y="0"/>
                  </a:lnTo>
                  <a:close/>
                </a:path>
              </a:pathLst>
            </a:custGeom>
            <a:pattFill prst="dkDnDiag">
              <a:fgClr>
                <a:schemeClr val="accent1"/>
              </a:fgClr>
              <a:bgClr>
                <a:schemeClr val="accent1">
                  <a:lumMod val="75000"/>
                </a:schemeClr>
              </a:bgClr>
            </a:pattFill>
            <a:ln w="3175">
              <a:solidFill>
                <a:schemeClr val="accent1">
                  <a:lumMod val="7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7" name="Freeform 8"/>
            <p:cNvSpPr>
              <a:spLocks/>
            </p:cNvSpPr>
            <p:nvPr/>
          </p:nvSpPr>
          <p:spPr bwMode="auto">
            <a:xfrm>
              <a:off x="4129765" y="1941540"/>
              <a:ext cx="1592827" cy="546957"/>
            </a:xfrm>
            <a:custGeom>
              <a:avLst/>
              <a:gdLst>
                <a:gd name="T0" fmla="*/ 1724 w 1724"/>
                <a:gd name="T1" fmla="*/ 592 h 592"/>
                <a:gd name="T2" fmla="*/ 0 w 1724"/>
                <a:gd name="T3" fmla="*/ 358 h 592"/>
                <a:gd name="T4" fmla="*/ 0 w 1724"/>
                <a:gd name="T5" fmla="*/ 0 h 592"/>
                <a:gd name="T6" fmla="*/ 1724 w 1724"/>
                <a:gd name="T7" fmla="*/ 236 h 592"/>
                <a:gd name="T8" fmla="*/ 1724 w 1724"/>
                <a:gd name="T9" fmla="*/ 592 h 592"/>
              </a:gdLst>
              <a:ahLst/>
              <a:cxnLst>
                <a:cxn ang="0">
                  <a:pos x="T0" y="T1"/>
                </a:cxn>
                <a:cxn ang="0">
                  <a:pos x="T2" y="T3"/>
                </a:cxn>
                <a:cxn ang="0">
                  <a:pos x="T4" y="T5"/>
                </a:cxn>
                <a:cxn ang="0">
                  <a:pos x="T6" y="T7"/>
                </a:cxn>
                <a:cxn ang="0">
                  <a:pos x="T8" y="T9"/>
                </a:cxn>
              </a:cxnLst>
              <a:rect l="0" t="0" r="r" b="b"/>
              <a:pathLst>
                <a:path w="1724" h="592">
                  <a:moveTo>
                    <a:pt x="1724" y="592"/>
                  </a:moveTo>
                  <a:lnTo>
                    <a:pt x="0" y="358"/>
                  </a:lnTo>
                  <a:lnTo>
                    <a:pt x="0" y="0"/>
                  </a:lnTo>
                  <a:lnTo>
                    <a:pt x="1724" y="236"/>
                  </a:lnTo>
                  <a:lnTo>
                    <a:pt x="1724" y="592"/>
                  </a:lnTo>
                  <a:close/>
                </a:path>
              </a:pathLst>
            </a:cu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75000"/>
                    </a:schemeClr>
                  </a:gs>
                  <a:gs pos="100000">
                    <a:schemeClr val="accent1">
                      <a:lumMod val="75000"/>
                    </a:schemeClr>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prstClr val="white"/>
                      </a:gs>
                      <a:gs pos="100000">
                        <a:prstClr val="white"/>
                      </a:gs>
                    </a:gsLst>
                    <a:lin ang="5400000" scaled="0"/>
                  </a:gradFill>
                  <a:latin typeface="Bebas Neue" pitchFamily="34" charset="0"/>
                  <a:ea typeface="+mj-ea"/>
                </a:rPr>
                <a:t>01</a:t>
              </a: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28" name="Freeform 9"/>
            <p:cNvSpPr>
              <a:spLocks noEditPoints="1"/>
            </p:cNvSpPr>
            <p:nvPr/>
          </p:nvSpPr>
          <p:spPr bwMode="auto">
            <a:xfrm>
              <a:off x="4129765" y="1474040"/>
              <a:ext cx="2325491" cy="685544"/>
            </a:xfrm>
            <a:custGeom>
              <a:avLst/>
              <a:gdLst>
                <a:gd name="T0" fmla="*/ 810 w 2517"/>
                <a:gd name="T1" fmla="*/ 73 h 742"/>
                <a:gd name="T2" fmla="*/ 2318 w 2517"/>
                <a:gd name="T3" fmla="*/ 278 h 742"/>
                <a:gd name="T4" fmla="*/ 1709 w 2517"/>
                <a:gd name="T5" fmla="*/ 667 h 742"/>
                <a:gd name="T6" fmla="*/ 201 w 2517"/>
                <a:gd name="T7" fmla="*/ 463 h 742"/>
                <a:gd name="T8" fmla="*/ 810 w 2517"/>
                <a:gd name="T9" fmla="*/ 73 h 742"/>
                <a:gd name="T10" fmla="*/ 792 w 2517"/>
                <a:gd name="T11" fmla="*/ 0 h 742"/>
                <a:gd name="T12" fmla="*/ 0 w 2517"/>
                <a:gd name="T13" fmla="*/ 506 h 742"/>
                <a:gd name="T14" fmla="*/ 1724 w 2517"/>
                <a:gd name="T15" fmla="*/ 742 h 742"/>
                <a:gd name="T16" fmla="*/ 2517 w 2517"/>
                <a:gd name="T17" fmla="*/ 234 h 742"/>
                <a:gd name="T18" fmla="*/ 792 w 2517"/>
                <a:gd name="T19" fmla="*/ 0 h 742"/>
                <a:gd name="T20" fmla="*/ 792 w 2517"/>
                <a:gd name="T21"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17" h="742">
                  <a:moveTo>
                    <a:pt x="810" y="73"/>
                  </a:moveTo>
                  <a:lnTo>
                    <a:pt x="2318" y="278"/>
                  </a:lnTo>
                  <a:lnTo>
                    <a:pt x="1709" y="667"/>
                  </a:lnTo>
                  <a:lnTo>
                    <a:pt x="201" y="463"/>
                  </a:lnTo>
                  <a:lnTo>
                    <a:pt x="810" y="73"/>
                  </a:lnTo>
                  <a:close/>
                  <a:moveTo>
                    <a:pt x="792" y="0"/>
                  </a:moveTo>
                  <a:lnTo>
                    <a:pt x="0" y="506"/>
                  </a:lnTo>
                  <a:lnTo>
                    <a:pt x="1724" y="742"/>
                  </a:lnTo>
                  <a:lnTo>
                    <a:pt x="2517" y="234"/>
                  </a:lnTo>
                  <a:lnTo>
                    <a:pt x="792" y="0"/>
                  </a:lnTo>
                  <a:lnTo>
                    <a:pt x="792" y="0"/>
                  </a:lnTo>
                  <a:close/>
                </a:path>
              </a:pathLst>
            </a:custGeom>
            <a:pattFill prst="pct10">
              <a:fgClr>
                <a:schemeClr val="bg1">
                  <a:lumMod val="65000"/>
                </a:schemeClr>
              </a:fgClr>
              <a:bgClr>
                <a:schemeClr val="bg1"/>
              </a:bgClr>
            </a:pattFill>
            <a:ln w="3175">
              <a:solidFill>
                <a:schemeClr val="bg1">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9" name="Freeform 10"/>
            <p:cNvSpPr>
              <a:spLocks noEditPoints="1"/>
            </p:cNvSpPr>
            <p:nvPr/>
          </p:nvSpPr>
          <p:spPr bwMode="auto">
            <a:xfrm>
              <a:off x="4129765" y="1474040"/>
              <a:ext cx="2325491" cy="685544"/>
            </a:xfrm>
            <a:custGeom>
              <a:avLst/>
              <a:gdLst>
                <a:gd name="T0" fmla="*/ 810 w 2517"/>
                <a:gd name="T1" fmla="*/ 73 h 742"/>
                <a:gd name="T2" fmla="*/ 2318 w 2517"/>
                <a:gd name="T3" fmla="*/ 278 h 742"/>
                <a:gd name="T4" fmla="*/ 1709 w 2517"/>
                <a:gd name="T5" fmla="*/ 667 h 742"/>
                <a:gd name="T6" fmla="*/ 201 w 2517"/>
                <a:gd name="T7" fmla="*/ 463 h 742"/>
                <a:gd name="T8" fmla="*/ 810 w 2517"/>
                <a:gd name="T9" fmla="*/ 73 h 742"/>
                <a:gd name="T10" fmla="*/ 792 w 2517"/>
                <a:gd name="T11" fmla="*/ 0 h 742"/>
                <a:gd name="T12" fmla="*/ 0 w 2517"/>
                <a:gd name="T13" fmla="*/ 506 h 742"/>
                <a:gd name="T14" fmla="*/ 1724 w 2517"/>
                <a:gd name="T15" fmla="*/ 742 h 742"/>
                <a:gd name="T16" fmla="*/ 2517 w 2517"/>
                <a:gd name="T17" fmla="*/ 234 h 742"/>
                <a:gd name="T18" fmla="*/ 792 w 2517"/>
                <a:gd name="T19" fmla="*/ 0 h 742"/>
                <a:gd name="T20" fmla="*/ 792 w 2517"/>
                <a:gd name="T21"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17" h="742">
                  <a:moveTo>
                    <a:pt x="810" y="73"/>
                  </a:moveTo>
                  <a:lnTo>
                    <a:pt x="2318" y="278"/>
                  </a:lnTo>
                  <a:lnTo>
                    <a:pt x="1709" y="667"/>
                  </a:lnTo>
                  <a:lnTo>
                    <a:pt x="201" y="463"/>
                  </a:lnTo>
                  <a:lnTo>
                    <a:pt x="810" y="73"/>
                  </a:lnTo>
                  <a:moveTo>
                    <a:pt x="792" y="0"/>
                  </a:moveTo>
                  <a:lnTo>
                    <a:pt x="0" y="506"/>
                  </a:lnTo>
                  <a:lnTo>
                    <a:pt x="1724" y="742"/>
                  </a:lnTo>
                  <a:lnTo>
                    <a:pt x="2517" y="234"/>
                  </a:lnTo>
                  <a:lnTo>
                    <a:pt x="792" y="0"/>
                  </a:lnTo>
                  <a:lnTo>
                    <a:pt x="792" y="0"/>
                  </a:lnTo>
                </a:path>
              </a:pathLst>
            </a:custGeom>
            <a:solidFill>
              <a:schemeClr val="accent1">
                <a:lumMod val="75000"/>
              </a:schemeClr>
            </a:solidFill>
            <a:ln w="3175">
              <a:solidFill>
                <a:schemeClr val="accent1">
                  <a:lumMod val="7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Tree>
    <p:extLst>
      <p:ext uri="{BB962C8B-B14F-4D97-AF65-F5344CB8AC3E}">
        <p14:creationId xmlns:p14="http://schemas.microsoft.com/office/powerpoint/2010/main" val="396220765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anim calcmode="lin" valueType="num">
                                      <p:cBhvr>
                                        <p:cTn id="8" dur="500" fill="hold"/>
                                        <p:tgtEl>
                                          <p:spTgt spid="12"/>
                                        </p:tgtEl>
                                        <p:attrNameLst>
                                          <p:attrName>ppt_x</p:attrName>
                                        </p:attrNameLst>
                                      </p:cBhvr>
                                      <p:tavLst>
                                        <p:tav tm="0">
                                          <p:val>
                                            <p:strVal val="#ppt_x"/>
                                          </p:val>
                                        </p:tav>
                                        <p:tav tm="100000">
                                          <p:val>
                                            <p:strVal val="#ppt_x"/>
                                          </p:val>
                                        </p:tav>
                                      </p:tavLst>
                                    </p:anim>
                                    <p:anim calcmode="lin" valueType="num">
                                      <p:cBhvr>
                                        <p:cTn id="9" dur="5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2" presetClass="entr" presetSubtype="2"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slide(fromRight)">
                                      <p:cBhvr>
                                        <p:cTn id="13" dur="500"/>
                                        <p:tgtEl>
                                          <p:spTgt spid="20"/>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116"/>
                                        </p:tgtEl>
                                        <p:attrNameLst>
                                          <p:attrName>style.visibility</p:attrName>
                                        </p:attrNameLst>
                                      </p:cBhvr>
                                      <p:to>
                                        <p:strVal val="visible"/>
                                      </p:to>
                                    </p:set>
                                    <p:animEffect transition="in" filter="fade">
                                      <p:cBhvr>
                                        <p:cTn id="17" dur="500"/>
                                        <p:tgtEl>
                                          <p:spTgt spid="116"/>
                                        </p:tgtEl>
                                      </p:cBhvr>
                                    </p:animEffect>
                                    <p:anim calcmode="lin" valueType="num">
                                      <p:cBhvr>
                                        <p:cTn id="18" dur="500" fill="hold"/>
                                        <p:tgtEl>
                                          <p:spTgt spid="116"/>
                                        </p:tgtEl>
                                        <p:attrNameLst>
                                          <p:attrName>ppt_x</p:attrName>
                                        </p:attrNameLst>
                                      </p:cBhvr>
                                      <p:tavLst>
                                        <p:tav tm="0">
                                          <p:val>
                                            <p:strVal val="#ppt_x"/>
                                          </p:val>
                                        </p:tav>
                                        <p:tav tm="100000">
                                          <p:val>
                                            <p:strVal val="#ppt_x"/>
                                          </p:val>
                                        </p:tav>
                                      </p:tavLst>
                                    </p:anim>
                                    <p:anim calcmode="lin" valueType="num">
                                      <p:cBhvr>
                                        <p:cTn id="19" dur="500" fill="hold"/>
                                        <p:tgtEl>
                                          <p:spTgt spid="116"/>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12" presetClass="entr" presetSubtype="8"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slide(fromLeft)">
                                      <p:cBhvr>
                                        <p:cTn id="23" dur="500"/>
                                        <p:tgtEl>
                                          <p:spTgt spid="21"/>
                                        </p:tgtEl>
                                      </p:cBhvr>
                                    </p:animEffect>
                                  </p:childTnLst>
                                </p:cTn>
                              </p:par>
                            </p:childTnLst>
                          </p:cTn>
                        </p:par>
                        <p:par>
                          <p:cTn id="24" fill="hold">
                            <p:stCondLst>
                              <p:cond delay="2000"/>
                            </p:stCondLst>
                            <p:childTnLst>
                              <p:par>
                                <p:cTn id="25" presetID="42" presetClass="entr" presetSubtype="0" fill="hold" nodeType="afterEffect">
                                  <p:stCondLst>
                                    <p:cond delay="0"/>
                                  </p:stCondLst>
                                  <p:childTnLst>
                                    <p:set>
                                      <p:cBhvr>
                                        <p:cTn id="26" dur="1" fill="hold">
                                          <p:stCondLst>
                                            <p:cond delay="0"/>
                                          </p:stCondLst>
                                        </p:cTn>
                                        <p:tgtEl>
                                          <p:spTgt spid="109"/>
                                        </p:tgtEl>
                                        <p:attrNameLst>
                                          <p:attrName>style.visibility</p:attrName>
                                        </p:attrNameLst>
                                      </p:cBhvr>
                                      <p:to>
                                        <p:strVal val="visible"/>
                                      </p:to>
                                    </p:set>
                                    <p:animEffect transition="in" filter="fade">
                                      <p:cBhvr>
                                        <p:cTn id="27" dur="500"/>
                                        <p:tgtEl>
                                          <p:spTgt spid="109"/>
                                        </p:tgtEl>
                                      </p:cBhvr>
                                    </p:animEffect>
                                    <p:anim calcmode="lin" valueType="num">
                                      <p:cBhvr>
                                        <p:cTn id="28" dur="500" fill="hold"/>
                                        <p:tgtEl>
                                          <p:spTgt spid="109"/>
                                        </p:tgtEl>
                                        <p:attrNameLst>
                                          <p:attrName>ppt_x</p:attrName>
                                        </p:attrNameLst>
                                      </p:cBhvr>
                                      <p:tavLst>
                                        <p:tav tm="0">
                                          <p:val>
                                            <p:strVal val="#ppt_x"/>
                                          </p:val>
                                        </p:tav>
                                        <p:tav tm="100000">
                                          <p:val>
                                            <p:strVal val="#ppt_x"/>
                                          </p:val>
                                        </p:tav>
                                      </p:tavLst>
                                    </p:anim>
                                    <p:anim calcmode="lin" valueType="num">
                                      <p:cBhvr>
                                        <p:cTn id="29" dur="500" fill="hold"/>
                                        <p:tgtEl>
                                          <p:spTgt spid="109"/>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12" presetClass="entr" presetSubtype="2" fill="hold"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slide(fromRight)">
                                      <p:cBhvr>
                                        <p:cTn id="33" dur="500"/>
                                        <p:tgtEl>
                                          <p:spTgt spid="23"/>
                                        </p:tgtEl>
                                      </p:cBhvr>
                                    </p:animEffect>
                                  </p:childTnLst>
                                </p:cTn>
                              </p:par>
                            </p:childTnLst>
                          </p:cTn>
                        </p:par>
                        <p:par>
                          <p:cTn id="34" fill="hold">
                            <p:stCondLst>
                              <p:cond delay="3000"/>
                            </p:stCondLst>
                            <p:childTnLst>
                              <p:par>
                                <p:cTn id="35" presetID="42" presetClass="entr" presetSubtype="0" fill="hold" nodeType="afterEffect">
                                  <p:stCondLst>
                                    <p:cond delay="0"/>
                                  </p:stCondLst>
                                  <p:childTnLst>
                                    <p:set>
                                      <p:cBhvr>
                                        <p:cTn id="36" dur="1" fill="hold">
                                          <p:stCondLst>
                                            <p:cond delay="0"/>
                                          </p:stCondLst>
                                        </p:cTn>
                                        <p:tgtEl>
                                          <p:spTgt spid="184"/>
                                        </p:tgtEl>
                                        <p:attrNameLst>
                                          <p:attrName>style.visibility</p:attrName>
                                        </p:attrNameLst>
                                      </p:cBhvr>
                                      <p:to>
                                        <p:strVal val="visible"/>
                                      </p:to>
                                    </p:set>
                                    <p:animEffect transition="in" filter="fade">
                                      <p:cBhvr>
                                        <p:cTn id="37" dur="500"/>
                                        <p:tgtEl>
                                          <p:spTgt spid="184"/>
                                        </p:tgtEl>
                                      </p:cBhvr>
                                    </p:animEffect>
                                    <p:anim calcmode="lin" valueType="num">
                                      <p:cBhvr>
                                        <p:cTn id="38" dur="500" fill="hold"/>
                                        <p:tgtEl>
                                          <p:spTgt spid="184"/>
                                        </p:tgtEl>
                                        <p:attrNameLst>
                                          <p:attrName>ppt_x</p:attrName>
                                        </p:attrNameLst>
                                      </p:cBhvr>
                                      <p:tavLst>
                                        <p:tav tm="0">
                                          <p:val>
                                            <p:strVal val="#ppt_x"/>
                                          </p:val>
                                        </p:tav>
                                        <p:tav tm="100000">
                                          <p:val>
                                            <p:strVal val="#ppt_x"/>
                                          </p:val>
                                        </p:tav>
                                      </p:tavLst>
                                    </p:anim>
                                    <p:anim calcmode="lin" valueType="num">
                                      <p:cBhvr>
                                        <p:cTn id="39" dur="500" fill="hold"/>
                                        <p:tgtEl>
                                          <p:spTgt spid="184"/>
                                        </p:tgtEl>
                                        <p:attrNameLst>
                                          <p:attrName>ppt_y</p:attrName>
                                        </p:attrNameLst>
                                      </p:cBhvr>
                                      <p:tavLst>
                                        <p:tav tm="0">
                                          <p:val>
                                            <p:strVal val="#ppt_y+.1"/>
                                          </p:val>
                                        </p:tav>
                                        <p:tav tm="100000">
                                          <p:val>
                                            <p:strVal val="#ppt_y"/>
                                          </p:val>
                                        </p:tav>
                                      </p:tavLst>
                                    </p:anim>
                                  </p:childTnLst>
                                </p:cTn>
                              </p:par>
                            </p:childTnLst>
                          </p:cTn>
                        </p:par>
                        <p:par>
                          <p:cTn id="40" fill="hold">
                            <p:stCondLst>
                              <p:cond delay="3500"/>
                            </p:stCondLst>
                            <p:childTnLst>
                              <p:par>
                                <p:cTn id="41" presetID="12" presetClass="entr" presetSubtype="8" fill="hold" nodeType="afterEffect">
                                  <p:stCondLst>
                                    <p:cond delay="0"/>
                                  </p:stCondLst>
                                  <p:childTnLst>
                                    <p:set>
                                      <p:cBhvr>
                                        <p:cTn id="42" dur="1" fill="hold">
                                          <p:stCondLst>
                                            <p:cond delay="0"/>
                                          </p:stCondLst>
                                        </p:cTn>
                                        <p:tgtEl>
                                          <p:spTgt spid="186"/>
                                        </p:tgtEl>
                                        <p:attrNameLst>
                                          <p:attrName>style.visibility</p:attrName>
                                        </p:attrNameLst>
                                      </p:cBhvr>
                                      <p:to>
                                        <p:strVal val="visible"/>
                                      </p:to>
                                    </p:set>
                                    <p:animEffect transition="in" filter="slide(fromLeft)">
                                      <p:cBhvr>
                                        <p:cTn id="43" dur="500"/>
                                        <p:tgtEl>
                                          <p:spTgt spid="186"/>
                                        </p:tgtEl>
                                      </p:cBhvr>
                                    </p:animEffect>
                                  </p:childTnLst>
                                </p:cTn>
                              </p:par>
                            </p:childTnLst>
                          </p:cTn>
                        </p:par>
                        <p:par>
                          <p:cTn id="44" fill="hold">
                            <p:stCondLst>
                              <p:cond delay="4000"/>
                            </p:stCondLst>
                            <p:childTnLst>
                              <p:par>
                                <p:cTn id="45" presetID="42" presetClass="entr" presetSubtype="0" fill="hold" nodeType="afterEffect">
                                  <p:stCondLst>
                                    <p:cond delay="0"/>
                                  </p:stCondLst>
                                  <p:childTnLst>
                                    <p:set>
                                      <p:cBhvr>
                                        <p:cTn id="46" dur="1" fill="hold">
                                          <p:stCondLst>
                                            <p:cond delay="0"/>
                                          </p:stCondLst>
                                        </p:cTn>
                                        <p:tgtEl>
                                          <p:spTgt spid="199"/>
                                        </p:tgtEl>
                                        <p:attrNameLst>
                                          <p:attrName>style.visibility</p:attrName>
                                        </p:attrNameLst>
                                      </p:cBhvr>
                                      <p:to>
                                        <p:strVal val="visible"/>
                                      </p:to>
                                    </p:set>
                                    <p:animEffect transition="in" filter="fade">
                                      <p:cBhvr>
                                        <p:cTn id="47" dur="500"/>
                                        <p:tgtEl>
                                          <p:spTgt spid="199"/>
                                        </p:tgtEl>
                                      </p:cBhvr>
                                    </p:animEffect>
                                    <p:anim calcmode="lin" valueType="num">
                                      <p:cBhvr>
                                        <p:cTn id="48" dur="500" fill="hold"/>
                                        <p:tgtEl>
                                          <p:spTgt spid="199"/>
                                        </p:tgtEl>
                                        <p:attrNameLst>
                                          <p:attrName>ppt_x</p:attrName>
                                        </p:attrNameLst>
                                      </p:cBhvr>
                                      <p:tavLst>
                                        <p:tav tm="0">
                                          <p:val>
                                            <p:strVal val="#ppt_x"/>
                                          </p:val>
                                        </p:tav>
                                        <p:tav tm="100000">
                                          <p:val>
                                            <p:strVal val="#ppt_x"/>
                                          </p:val>
                                        </p:tav>
                                      </p:tavLst>
                                    </p:anim>
                                    <p:anim calcmode="lin" valueType="num">
                                      <p:cBhvr>
                                        <p:cTn id="49" dur="500" fill="hold"/>
                                        <p:tgtEl>
                                          <p:spTgt spid="199"/>
                                        </p:tgtEl>
                                        <p:attrNameLst>
                                          <p:attrName>ppt_y</p:attrName>
                                        </p:attrNameLst>
                                      </p:cBhvr>
                                      <p:tavLst>
                                        <p:tav tm="0">
                                          <p:val>
                                            <p:strVal val="#ppt_y+.1"/>
                                          </p:val>
                                        </p:tav>
                                        <p:tav tm="100000">
                                          <p:val>
                                            <p:strVal val="#ppt_y"/>
                                          </p:val>
                                        </p:tav>
                                      </p:tavLst>
                                    </p:anim>
                                  </p:childTnLst>
                                </p:cTn>
                              </p:par>
                            </p:childTnLst>
                          </p:cTn>
                        </p:par>
                        <p:par>
                          <p:cTn id="50" fill="hold">
                            <p:stCondLst>
                              <p:cond delay="4500"/>
                            </p:stCondLst>
                            <p:childTnLst>
                              <p:par>
                                <p:cTn id="51" presetID="12" presetClass="entr" presetSubtype="2" fill="hold" nodeType="afterEffect">
                                  <p:stCondLst>
                                    <p:cond delay="0"/>
                                  </p:stCondLst>
                                  <p:childTnLst>
                                    <p:set>
                                      <p:cBhvr>
                                        <p:cTn id="52" dur="1" fill="hold">
                                          <p:stCondLst>
                                            <p:cond delay="0"/>
                                          </p:stCondLst>
                                        </p:cTn>
                                        <p:tgtEl>
                                          <p:spTgt spid="200"/>
                                        </p:tgtEl>
                                        <p:attrNameLst>
                                          <p:attrName>style.visibility</p:attrName>
                                        </p:attrNameLst>
                                      </p:cBhvr>
                                      <p:to>
                                        <p:strVal val="visible"/>
                                      </p:to>
                                    </p:set>
                                    <p:animEffect transition="in" filter="slide(fromRight)">
                                      <p:cBhvr>
                                        <p:cTn id="53" dur="500"/>
                                        <p:tgtEl>
                                          <p:spTgt spid="200"/>
                                        </p:tgtEl>
                                      </p:cBhvr>
                                    </p:animEffect>
                                  </p:childTnLst>
                                </p:cTn>
                              </p:par>
                            </p:childTnLst>
                          </p:cTn>
                        </p:par>
                        <p:par>
                          <p:cTn id="54" fill="hold">
                            <p:stCondLst>
                              <p:cond delay="5000"/>
                            </p:stCondLst>
                            <p:childTnLst>
                              <p:par>
                                <p:cTn id="55" presetID="42" presetClass="entr" presetSubtype="0" fill="hold" nodeType="afterEffect">
                                  <p:stCondLst>
                                    <p:cond delay="0"/>
                                  </p:stCondLst>
                                  <p:childTnLst>
                                    <p:set>
                                      <p:cBhvr>
                                        <p:cTn id="56" dur="1" fill="hold">
                                          <p:stCondLst>
                                            <p:cond delay="0"/>
                                          </p:stCondLst>
                                        </p:cTn>
                                        <p:tgtEl>
                                          <p:spTgt spid="224"/>
                                        </p:tgtEl>
                                        <p:attrNameLst>
                                          <p:attrName>style.visibility</p:attrName>
                                        </p:attrNameLst>
                                      </p:cBhvr>
                                      <p:to>
                                        <p:strVal val="visible"/>
                                      </p:to>
                                    </p:set>
                                    <p:animEffect transition="in" filter="fade">
                                      <p:cBhvr>
                                        <p:cTn id="57" dur="500"/>
                                        <p:tgtEl>
                                          <p:spTgt spid="224"/>
                                        </p:tgtEl>
                                      </p:cBhvr>
                                    </p:animEffect>
                                    <p:anim calcmode="lin" valueType="num">
                                      <p:cBhvr>
                                        <p:cTn id="58" dur="500" fill="hold"/>
                                        <p:tgtEl>
                                          <p:spTgt spid="224"/>
                                        </p:tgtEl>
                                        <p:attrNameLst>
                                          <p:attrName>ppt_x</p:attrName>
                                        </p:attrNameLst>
                                      </p:cBhvr>
                                      <p:tavLst>
                                        <p:tav tm="0">
                                          <p:val>
                                            <p:strVal val="#ppt_x"/>
                                          </p:val>
                                        </p:tav>
                                        <p:tav tm="100000">
                                          <p:val>
                                            <p:strVal val="#ppt_x"/>
                                          </p:val>
                                        </p:tav>
                                      </p:tavLst>
                                    </p:anim>
                                    <p:anim calcmode="lin" valueType="num">
                                      <p:cBhvr>
                                        <p:cTn id="59" dur="500" fill="hold"/>
                                        <p:tgtEl>
                                          <p:spTgt spid="224"/>
                                        </p:tgtEl>
                                        <p:attrNameLst>
                                          <p:attrName>ppt_y</p:attrName>
                                        </p:attrNameLst>
                                      </p:cBhvr>
                                      <p:tavLst>
                                        <p:tav tm="0">
                                          <p:val>
                                            <p:strVal val="#ppt_y+.1"/>
                                          </p:val>
                                        </p:tav>
                                        <p:tav tm="100000">
                                          <p:val>
                                            <p:strVal val="#ppt_y"/>
                                          </p:val>
                                        </p:tav>
                                      </p:tavLst>
                                    </p:anim>
                                  </p:childTnLst>
                                </p:cTn>
                              </p:par>
                            </p:childTnLst>
                          </p:cTn>
                        </p:par>
                        <p:par>
                          <p:cTn id="60" fill="hold">
                            <p:stCondLst>
                              <p:cond delay="5500"/>
                            </p:stCondLst>
                            <p:childTnLst>
                              <p:par>
                                <p:cTn id="61" presetID="12" presetClass="entr" presetSubtype="8" fill="hold" nodeType="afterEffect">
                                  <p:stCondLst>
                                    <p:cond delay="0"/>
                                  </p:stCondLst>
                                  <p:childTnLst>
                                    <p:set>
                                      <p:cBhvr>
                                        <p:cTn id="62" dur="1" fill="hold">
                                          <p:stCondLst>
                                            <p:cond delay="0"/>
                                          </p:stCondLst>
                                        </p:cTn>
                                        <p:tgtEl>
                                          <p:spTgt spid="225"/>
                                        </p:tgtEl>
                                        <p:attrNameLst>
                                          <p:attrName>style.visibility</p:attrName>
                                        </p:attrNameLst>
                                      </p:cBhvr>
                                      <p:to>
                                        <p:strVal val="visible"/>
                                      </p:to>
                                    </p:set>
                                    <p:animEffect transition="in" filter="slide(fromLeft)">
                                      <p:cBhvr>
                                        <p:cTn id="63" dur="500"/>
                                        <p:tgtEl>
                                          <p:spTgt spid="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7" name="그룹 166"/>
          <p:cNvGrpSpPr/>
          <p:nvPr/>
        </p:nvGrpSpPr>
        <p:grpSpPr>
          <a:xfrm>
            <a:off x="835335" y="3931437"/>
            <a:ext cx="1920761" cy="603295"/>
            <a:chOff x="3001435" y="1527493"/>
            <a:chExt cx="1920761" cy="603295"/>
          </a:xfrm>
        </p:grpSpPr>
        <p:sp>
          <p:nvSpPr>
            <p:cNvPr id="173" name="TextBox 172"/>
            <p:cNvSpPr txBox="1"/>
            <p:nvPr/>
          </p:nvSpPr>
          <p:spPr>
            <a:xfrm>
              <a:off x="3001435" y="1527493"/>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74" name="TextBox 173"/>
            <p:cNvSpPr txBox="1"/>
            <p:nvPr/>
          </p:nvSpPr>
          <p:spPr>
            <a:xfrm>
              <a:off x="3001435" y="1741191"/>
              <a:ext cx="95276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176" name="직선 연결선 175"/>
            <p:cNvCxnSpPr/>
            <p:nvPr/>
          </p:nvCxnSpPr>
          <p:spPr>
            <a:xfrm flipH="1">
              <a:off x="3972121" y="1622117"/>
              <a:ext cx="950075"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146" name="그룹 145"/>
          <p:cNvGrpSpPr/>
          <p:nvPr/>
        </p:nvGrpSpPr>
        <p:grpSpPr>
          <a:xfrm>
            <a:off x="4098513" y="3321839"/>
            <a:ext cx="1823437" cy="603295"/>
            <a:chOff x="6264613" y="1798923"/>
            <a:chExt cx="1823437" cy="603295"/>
          </a:xfrm>
        </p:grpSpPr>
        <p:cxnSp>
          <p:nvCxnSpPr>
            <p:cNvPr id="161" name="직선 연결선 160"/>
            <p:cNvCxnSpPr/>
            <p:nvPr/>
          </p:nvCxnSpPr>
          <p:spPr>
            <a:xfrm>
              <a:off x="6264613" y="1899639"/>
              <a:ext cx="822430"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162" name="그룹 161"/>
            <p:cNvGrpSpPr/>
            <p:nvPr/>
          </p:nvGrpSpPr>
          <p:grpSpPr>
            <a:xfrm>
              <a:off x="7135285" y="1798923"/>
              <a:ext cx="952765" cy="603295"/>
              <a:chOff x="2874435" y="2114678"/>
              <a:chExt cx="952765" cy="603295"/>
            </a:xfrm>
          </p:grpSpPr>
          <p:sp>
            <p:nvSpPr>
              <p:cNvPr id="163" name="TextBox 162"/>
              <p:cNvSpPr txBox="1"/>
              <p:nvPr/>
            </p:nvSpPr>
            <p:spPr>
              <a:xfrm>
                <a:off x="2874435" y="2114678"/>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64" name="TextBox 163"/>
              <p:cNvSpPr txBox="1"/>
              <p:nvPr/>
            </p:nvSpPr>
            <p:spPr>
              <a:xfrm>
                <a:off x="2874435" y="2328376"/>
                <a:ext cx="95276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grpSp>
        <p:nvGrpSpPr>
          <p:cNvPr id="133" name="그룹 132"/>
          <p:cNvGrpSpPr/>
          <p:nvPr/>
        </p:nvGrpSpPr>
        <p:grpSpPr>
          <a:xfrm>
            <a:off x="835335" y="2712239"/>
            <a:ext cx="1920761" cy="603295"/>
            <a:chOff x="3001435" y="1527493"/>
            <a:chExt cx="1920761" cy="603295"/>
          </a:xfrm>
        </p:grpSpPr>
        <p:sp>
          <p:nvSpPr>
            <p:cNvPr id="138" name="TextBox 137"/>
            <p:cNvSpPr txBox="1"/>
            <p:nvPr/>
          </p:nvSpPr>
          <p:spPr>
            <a:xfrm>
              <a:off x="3001435" y="1527493"/>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39" name="TextBox 138"/>
            <p:cNvSpPr txBox="1"/>
            <p:nvPr/>
          </p:nvSpPr>
          <p:spPr>
            <a:xfrm>
              <a:off x="3001435" y="1741191"/>
              <a:ext cx="95276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140" name="직선 연결선 139"/>
            <p:cNvCxnSpPr/>
            <p:nvPr/>
          </p:nvCxnSpPr>
          <p:spPr>
            <a:xfrm flipH="1">
              <a:off x="3972121" y="1622117"/>
              <a:ext cx="950075"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98" name="그룹 97"/>
          <p:cNvGrpSpPr/>
          <p:nvPr/>
        </p:nvGrpSpPr>
        <p:grpSpPr>
          <a:xfrm>
            <a:off x="4098513" y="2102639"/>
            <a:ext cx="1823437" cy="603295"/>
            <a:chOff x="6264613" y="1798923"/>
            <a:chExt cx="1823437" cy="603295"/>
          </a:xfrm>
        </p:grpSpPr>
        <p:cxnSp>
          <p:nvCxnSpPr>
            <p:cNvPr id="107" name="직선 연결선 106"/>
            <p:cNvCxnSpPr/>
            <p:nvPr/>
          </p:nvCxnSpPr>
          <p:spPr>
            <a:xfrm>
              <a:off x="6264613" y="1899639"/>
              <a:ext cx="822430"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108" name="그룹 107"/>
            <p:cNvGrpSpPr/>
            <p:nvPr/>
          </p:nvGrpSpPr>
          <p:grpSpPr>
            <a:xfrm>
              <a:off x="7135285" y="1798923"/>
              <a:ext cx="952765" cy="603295"/>
              <a:chOff x="2874435" y="2114678"/>
              <a:chExt cx="952765" cy="603295"/>
            </a:xfrm>
          </p:grpSpPr>
          <p:sp>
            <p:nvSpPr>
              <p:cNvPr id="123" name="TextBox 122"/>
              <p:cNvSpPr txBox="1"/>
              <p:nvPr/>
            </p:nvSpPr>
            <p:spPr>
              <a:xfrm>
                <a:off x="2874435" y="2114678"/>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30" name="TextBox 129"/>
              <p:cNvSpPr txBox="1"/>
              <p:nvPr/>
            </p:nvSpPr>
            <p:spPr>
              <a:xfrm>
                <a:off x="2874435" y="2328376"/>
                <a:ext cx="95276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grpSp>
        <p:nvGrpSpPr>
          <p:cNvPr id="169" name="그룹 168"/>
          <p:cNvGrpSpPr/>
          <p:nvPr/>
        </p:nvGrpSpPr>
        <p:grpSpPr>
          <a:xfrm>
            <a:off x="2708637" y="3350295"/>
            <a:ext cx="1437130" cy="1181491"/>
            <a:chOff x="5649913" y="2916238"/>
            <a:chExt cx="3074988" cy="2230438"/>
          </a:xfrm>
        </p:grpSpPr>
        <p:sp>
          <p:nvSpPr>
            <p:cNvPr id="170" name="Freeform 11"/>
            <p:cNvSpPr>
              <a:spLocks/>
            </p:cNvSpPr>
            <p:nvPr/>
          </p:nvSpPr>
          <p:spPr bwMode="auto">
            <a:xfrm>
              <a:off x="5649913" y="2916238"/>
              <a:ext cx="3074988" cy="1403350"/>
            </a:xfrm>
            <a:custGeom>
              <a:avLst/>
              <a:gdLst>
                <a:gd name="T0" fmla="*/ 985 w 985"/>
                <a:gd name="T1" fmla="*/ 265 h 449"/>
                <a:gd name="T2" fmla="*/ 492 w 985"/>
                <a:gd name="T3" fmla="*/ 0 h 449"/>
                <a:gd name="T4" fmla="*/ 0 w 985"/>
                <a:gd name="T5" fmla="*/ 265 h 449"/>
                <a:gd name="T6" fmla="*/ 0 w 985"/>
                <a:gd name="T7" fmla="*/ 449 h 449"/>
                <a:gd name="T8" fmla="*/ 492 w 985"/>
                <a:gd name="T9" fmla="*/ 183 h 449"/>
                <a:gd name="T10" fmla="*/ 985 w 985"/>
                <a:gd name="T11" fmla="*/ 449 h 449"/>
                <a:gd name="T12" fmla="*/ 985 w 985"/>
                <a:gd name="T13" fmla="*/ 265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265"/>
                  </a:moveTo>
                  <a:cubicBezTo>
                    <a:pt x="985" y="119"/>
                    <a:pt x="764" y="0"/>
                    <a:pt x="492" y="0"/>
                  </a:cubicBezTo>
                  <a:cubicBezTo>
                    <a:pt x="220" y="0"/>
                    <a:pt x="0" y="119"/>
                    <a:pt x="0" y="265"/>
                  </a:cubicBezTo>
                  <a:cubicBezTo>
                    <a:pt x="0" y="449"/>
                    <a:pt x="0" y="449"/>
                    <a:pt x="0" y="449"/>
                  </a:cubicBezTo>
                  <a:cubicBezTo>
                    <a:pt x="0" y="302"/>
                    <a:pt x="220" y="183"/>
                    <a:pt x="492" y="183"/>
                  </a:cubicBezTo>
                  <a:cubicBezTo>
                    <a:pt x="764" y="183"/>
                    <a:pt x="985" y="302"/>
                    <a:pt x="985" y="449"/>
                  </a:cubicBezTo>
                  <a:lnTo>
                    <a:pt x="985" y="265"/>
                  </a:lnTo>
                  <a:close/>
                </a:path>
              </a:pathLst>
            </a:custGeom>
            <a:pattFill prst="dkDnDiag">
              <a:fgClr>
                <a:schemeClr val="accent3">
                  <a:lumMod val="50000"/>
                </a:schemeClr>
              </a:fgClr>
              <a:bgClr>
                <a:schemeClr val="accent3">
                  <a:lumMod val="6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1" name="Freeform 12"/>
            <p:cNvSpPr>
              <a:spLocks noEditPoints="1"/>
            </p:cNvSpPr>
            <p:nvPr/>
          </p:nvSpPr>
          <p:spPr bwMode="auto">
            <a:xfrm>
              <a:off x="5649913" y="2916238"/>
              <a:ext cx="3074988" cy="1658938"/>
            </a:xfrm>
            <a:custGeom>
              <a:avLst/>
              <a:gdLst>
                <a:gd name="T0" fmla="*/ 492 w 985"/>
                <a:gd name="T1" fmla="*/ 60 h 531"/>
                <a:gd name="T2" fmla="*/ 925 w 985"/>
                <a:gd name="T3" fmla="*/ 265 h 531"/>
                <a:gd name="T4" fmla="*/ 492 w 985"/>
                <a:gd name="T5" fmla="*/ 471 h 531"/>
                <a:gd name="T6" fmla="*/ 60 w 985"/>
                <a:gd name="T7" fmla="*/ 265 h 531"/>
                <a:gd name="T8" fmla="*/ 492 w 985"/>
                <a:gd name="T9" fmla="*/ 60 h 531"/>
                <a:gd name="T10" fmla="*/ 492 w 985"/>
                <a:gd name="T11" fmla="*/ 0 h 531"/>
                <a:gd name="T12" fmla="*/ 0 w 985"/>
                <a:gd name="T13" fmla="*/ 265 h 531"/>
                <a:gd name="T14" fmla="*/ 492 w 985"/>
                <a:gd name="T15" fmla="*/ 531 h 531"/>
                <a:gd name="T16" fmla="*/ 985 w 985"/>
                <a:gd name="T17" fmla="*/ 265 h 531"/>
                <a:gd name="T18" fmla="*/ 492 w 985"/>
                <a:gd name="T19"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5" h="531">
                  <a:moveTo>
                    <a:pt x="492" y="60"/>
                  </a:moveTo>
                  <a:cubicBezTo>
                    <a:pt x="747" y="60"/>
                    <a:pt x="925" y="168"/>
                    <a:pt x="925" y="265"/>
                  </a:cubicBezTo>
                  <a:cubicBezTo>
                    <a:pt x="925" y="362"/>
                    <a:pt x="747" y="471"/>
                    <a:pt x="492" y="471"/>
                  </a:cubicBezTo>
                  <a:cubicBezTo>
                    <a:pt x="237" y="471"/>
                    <a:pt x="60" y="362"/>
                    <a:pt x="60" y="265"/>
                  </a:cubicBezTo>
                  <a:cubicBezTo>
                    <a:pt x="60" y="168"/>
                    <a:pt x="237" y="60"/>
                    <a:pt x="492" y="60"/>
                  </a:cubicBezTo>
                  <a:moveTo>
                    <a:pt x="492" y="0"/>
                  </a:moveTo>
                  <a:cubicBezTo>
                    <a:pt x="220" y="0"/>
                    <a:pt x="0" y="119"/>
                    <a:pt x="0" y="265"/>
                  </a:cubicBezTo>
                  <a:cubicBezTo>
                    <a:pt x="0" y="412"/>
                    <a:pt x="220" y="531"/>
                    <a:pt x="492" y="531"/>
                  </a:cubicBezTo>
                  <a:cubicBezTo>
                    <a:pt x="764" y="531"/>
                    <a:pt x="985" y="412"/>
                    <a:pt x="985" y="265"/>
                  </a:cubicBezTo>
                  <a:cubicBezTo>
                    <a:pt x="985" y="119"/>
                    <a:pt x="764" y="0"/>
                    <a:pt x="492" y="0"/>
                  </a:cubicBezTo>
                  <a:close/>
                </a:path>
              </a:pathLst>
            </a:custGeom>
            <a:gradFill>
              <a:gsLst>
                <a:gs pos="0">
                  <a:schemeClr val="accent3">
                    <a:lumMod val="65000"/>
                  </a:schemeClr>
                </a:gs>
                <a:gs pos="100000">
                  <a:schemeClr val="accent3">
                    <a:lumMod val="75000"/>
                  </a:schemeClr>
                </a:gs>
              </a:gsLst>
              <a:lin ang="5400000" scaled="1"/>
            </a:grad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2" name="Freeform 13"/>
            <p:cNvSpPr>
              <a:spLocks/>
            </p:cNvSpPr>
            <p:nvPr/>
          </p:nvSpPr>
          <p:spPr bwMode="auto">
            <a:xfrm>
              <a:off x="5649913" y="3744913"/>
              <a:ext cx="3074988" cy="1401763"/>
            </a:xfrm>
            <a:custGeom>
              <a:avLst/>
              <a:gdLst>
                <a:gd name="T0" fmla="*/ 985 w 985"/>
                <a:gd name="T1" fmla="*/ 184 h 449"/>
                <a:gd name="T2" fmla="*/ 492 w 985"/>
                <a:gd name="T3" fmla="*/ 449 h 449"/>
                <a:gd name="T4" fmla="*/ 0 w 985"/>
                <a:gd name="T5" fmla="*/ 184 h 449"/>
                <a:gd name="T6" fmla="*/ 0 w 985"/>
                <a:gd name="T7" fmla="*/ 0 h 449"/>
                <a:gd name="T8" fmla="*/ 492 w 985"/>
                <a:gd name="T9" fmla="*/ 266 h 449"/>
                <a:gd name="T10" fmla="*/ 985 w 985"/>
                <a:gd name="T11" fmla="*/ 0 h 449"/>
                <a:gd name="T12" fmla="*/ 985 w 985"/>
                <a:gd name="T13" fmla="*/ 184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184"/>
                  </a:moveTo>
                  <a:cubicBezTo>
                    <a:pt x="985" y="330"/>
                    <a:pt x="764" y="449"/>
                    <a:pt x="492" y="449"/>
                  </a:cubicBezTo>
                  <a:cubicBezTo>
                    <a:pt x="220" y="449"/>
                    <a:pt x="0" y="330"/>
                    <a:pt x="0" y="184"/>
                  </a:cubicBezTo>
                  <a:cubicBezTo>
                    <a:pt x="0" y="0"/>
                    <a:pt x="0" y="0"/>
                    <a:pt x="0" y="0"/>
                  </a:cubicBezTo>
                  <a:cubicBezTo>
                    <a:pt x="0" y="147"/>
                    <a:pt x="220" y="266"/>
                    <a:pt x="492" y="266"/>
                  </a:cubicBezTo>
                  <a:cubicBezTo>
                    <a:pt x="764" y="266"/>
                    <a:pt x="985" y="147"/>
                    <a:pt x="985" y="0"/>
                  </a:cubicBezTo>
                  <a:lnTo>
                    <a:pt x="985" y="184"/>
                  </a:lnTo>
                  <a:close/>
                </a:path>
              </a:pathLst>
            </a:custGeom>
            <a:solidFill>
              <a:schemeClr val="accent3">
                <a:lumMod val="8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endPar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a:p>
              <a:pPr algn="ctr">
                <a:spcAft>
                  <a:spcPts val="300"/>
                </a:spcAft>
              </a:pPr>
              <a:endPar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a:p>
              <a:pPr algn="ctr">
                <a:spcAft>
                  <a:spcPts val="300"/>
                </a:spcAft>
              </a:pPr>
              <a:r>
                <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rPr>
                <a:t>05</a:t>
              </a: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p:txBody>
        </p:sp>
      </p:grpSp>
      <p:grpSp>
        <p:nvGrpSpPr>
          <p:cNvPr id="148" name="그룹 147"/>
          <p:cNvGrpSpPr/>
          <p:nvPr/>
        </p:nvGrpSpPr>
        <p:grpSpPr>
          <a:xfrm>
            <a:off x="2708637" y="2740697"/>
            <a:ext cx="1437130" cy="1181491"/>
            <a:chOff x="5649913" y="2916238"/>
            <a:chExt cx="3074988" cy="2230438"/>
          </a:xfrm>
        </p:grpSpPr>
        <p:sp>
          <p:nvSpPr>
            <p:cNvPr id="149" name="Freeform 11"/>
            <p:cNvSpPr>
              <a:spLocks/>
            </p:cNvSpPr>
            <p:nvPr/>
          </p:nvSpPr>
          <p:spPr bwMode="auto">
            <a:xfrm>
              <a:off x="5649913" y="2916238"/>
              <a:ext cx="3074988" cy="1403350"/>
            </a:xfrm>
            <a:custGeom>
              <a:avLst/>
              <a:gdLst>
                <a:gd name="T0" fmla="*/ 985 w 985"/>
                <a:gd name="T1" fmla="*/ 265 h 449"/>
                <a:gd name="T2" fmla="*/ 492 w 985"/>
                <a:gd name="T3" fmla="*/ 0 h 449"/>
                <a:gd name="T4" fmla="*/ 0 w 985"/>
                <a:gd name="T5" fmla="*/ 265 h 449"/>
                <a:gd name="T6" fmla="*/ 0 w 985"/>
                <a:gd name="T7" fmla="*/ 449 h 449"/>
                <a:gd name="T8" fmla="*/ 492 w 985"/>
                <a:gd name="T9" fmla="*/ 183 h 449"/>
                <a:gd name="T10" fmla="*/ 985 w 985"/>
                <a:gd name="T11" fmla="*/ 449 h 449"/>
                <a:gd name="T12" fmla="*/ 985 w 985"/>
                <a:gd name="T13" fmla="*/ 265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265"/>
                  </a:moveTo>
                  <a:cubicBezTo>
                    <a:pt x="985" y="119"/>
                    <a:pt x="764" y="0"/>
                    <a:pt x="492" y="0"/>
                  </a:cubicBezTo>
                  <a:cubicBezTo>
                    <a:pt x="220" y="0"/>
                    <a:pt x="0" y="119"/>
                    <a:pt x="0" y="265"/>
                  </a:cubicBezTo>
                  <a:cubicBezTo>
                    <a:pt x="0" y="449"/>
                    <a:pt x="0" y="449"/>
                    <a:pt x="0" y="449"/>
                  </a:cubicBezTo>
                  <a:cubicBezTo>
                    <a:pt x="0" y="302"/>
                    <a:pt x="220" y="183"/>
                    <a:pt x="492" y="183"/>
                  </a:cubicBezTo>
                  <a:cubicBezTo>
                    <a:pt x="764" y="183"/>
                    <a:pt x="985" y="302"/>
                    <a:pt x="985" y="449"/>
                  </a:cubicBezTo>
                  <a:lnTo>
                    <a:pt x="985" y="265"/>
                  </a:lnTo>
                  <a:close/>
                </a:path>
              </a:pathLst>
            </a:custGeom>
            <a:pattFill prst="dkDnDiag">
              <a:fgClr>
                <a:schemeClr val="accent3">
                  <a:lumMod val="50000"/>
                </a:schemeClr>
              </a:fgClr>
              <a:bgClr>
                <a:schemeClr val="accent3">
                  <a:lumMod val="6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50" name="Freeform 12"/>
            <p:cNvSpPr>
              <a:spLocks noEditPoints="1"/>
            </p:cNvSpPr>
            <p:nvPr/>
          </p:nvSpPr>
          <p:spPr bwMode="auto">
            <a:xfrm>
              <a:off x="5649913" y="2916238"/>
              <a:ext cx="3074988" cy="1658938"/>
            </a:xfrm>
            <a:custGeom>
              <a:avLst/>
              <a:gdLst>
                <a:gd name="T0" fmla="*/ 492 w 985"/>
                <a:gd name="T1" fmla="*/ 60 h 531"/>
                <a:gd name="T2" fmla="*/ 925 w 985"/>
                <a:gd name="T3" fmla="*/ 265 h 531"/>
                <a:gd name="T4" fmla="*/ 492 w 985"/>
                <a:gd name="T5" fmla="*/ 471 h 531"/>
                <a:gd name="T6" fmla="*/ 60 w 985"/>
                <a:gd name="T7" fmla="*/ 265 h 531"/>
                <a:gd name="T8" fmla="*/ 492 w 985"/>
                <a:gd name="T9" fmla="*/ 60 h 531"/>
                <a:gd name="T10" fmla="*/ 492 w 985"/>
                <a:gd name="T11" fmla="*/ 0 h 531"/>
                <a:gd name="T12" fmla="*/ 0 w 985"/>
                <a:gd name="T13" fmla="*/ 265 h 531"/>
                <a:gd name="T14" fmla="*/ 492 w 985"/>
                <a:gd name="T15" fmla="*/ 531 h 531"/>
                <a:gd name="T16" fmla="*/ 985 w 985"/>
                <a:gd name="T17" fmla="*/ 265 h 531"/>
                <a:gd name="T18" fmla="*/ 492 w 985"/>
                <a:gd name="T19"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5" h="531">
                  <a:moveTo>
                    <a:pt x="492" y="60"/>
                  </a:moveTo>
                  <a:cubicBezTo>
                    <a:pt x="747" y="60"/>
                    <a:pt x="925" y="168"/>
                    <a:pt x="925" y="265"/>
                  </a:cubicBezTo>
                  <a:cubicBezTo>
                    <a:pt x="925" y="362"/>
                    <a:pt x="747" y="471"/>
                    <a:pt x="492" y="471"/>
                  </a:cubicBezTo>
                  <a:cubicBezTo>
                    <a:pt x="237" y="471"/>
                    <a:pt x="60" y="362"/>
                    <a:pt x="60" y="265"/>
                  </a:cubicBezTo>
                  <a:cubicBezTo>
                    <a:pt x="60" y="168"/>
                    <a:pt x="237" y="60"/>
                    <a:pt x="492" y="60"/>
                  </a:cubicBezTo>
                  <a:moveTo>
                    <a:pt x="492" y="0"/>
                  </a:moveTo>
                  <a:cubicBezTo>
                    <a:pt x="220" y="0"/>
                    <a:pt x="0" y="119"/>
                    <a:pt x="0" y="265"/>
                  </a:cubicBezTo>
                  <a:cubicBezTo>
                    <a:pt x="0" y="412"/>
                    <a:pt x="220" y="531"/>
                    <a:pt x="492" y="531"/>
                  </a:cubicBezTo>
                  <a:cubicBezTo>
                    <a:pt x="764" y="531"/>
                    <a:pt x="985" y="412"/>
                    <a:pt x="985" y="265"/>
                  </a:cubicBezTo>
                  <a:cubicBezTo>
                    <a:pt x="985" y="119"/>
                    <a:pt x="764" y="0"/>
                    <a:pt x="492" y="0"/>
                  </a:cubicBezTo>
                  <a:close/>
                </a:path>
              </a:pathLst>
            </a:custGeom>
            <a:gradFill>
              <a:gsLst>
                <a:gs pos="0">
                  <a:schemeClr val="accent3">
                    <a:lumMod val="65000"/>
                  </a:schemeClr>
                </a:gs>
                <a:gs pos="100000">
                  <a:schemeClr val="accent3">
                    <a:lumMod val="75000"/>
                  </a:schemeClr>
                </a:gs>
              </a:gsLst>
              <a:lin ang="5400000" scaled="1"/>
            </a:grad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51" name="Freeform 13"/>
            <p:cNvSpPr>
              <a:spLocks/>
            </p:cNvSpPr>
            <p:nvPr/>
          </p:nvSpPr>
          <p:spPr bwMode="auto">
            <a:xfrm>
              <a:off x="5649913" y="3744913"/>
              <a:ext cx="3074988" cy="1401763"/>
            </a:xfrm>
            <a:custGeom>
              <a:avLst/>
              <a:gdLst>
                <a:gd name="T0" fmla="*/ 985 w 985"/>
                <a:gd name="T1" fmla="*/ 184 h 449"/>
                <a:gd name="T2" fmla="*/ 492 w 985"/>
                <a:gd name="T3" fmla="*/ 449 h 449"/>
                <a:gd name="T4" fmla="*/ 0 w 985"/>
                <a:gd name="T5" fmla="*/ 184 h 449"/>
                <a:gd name="T6" fmla="*/ 0 w 985"/>
                <a:gd name="T7" fmla="*/ 0 h 449"/>
                <a:gd name="T8" fmla="*/ 492 w 985"/>
                <a:gd name="T9" fmla="*/ 266 h 449"/>
                <a:gd name="T10" fmla="*/ 985 w 985"/>
                <a:gd name="T11" fmla="*/ 0 h 449"/>
                <a:gd name="T12" fmla="*/ 985 w 985"/>
                <a:gd name="T13" fmla="*/ 184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184"/>
                  </a:moveTo>
                  <a:cubicBezTo>
                    <a:pt x="985" y="330"/>
                    <a:pt x="764" y="449"/>
                    <a:pt x="492" y="449"/>
                  </a:cubicBezTo>
                  <a:cubicBezTo>
                    <a:pt x="220" y="449"/>
                    <a:pt x="0" y="330"/>
                    <a:pt x="0" y="184"/>
                  </a:cubicBezTo>
                  <a:cubicBezTo>
                    <a:pt x="0" y="0"/>
                    <a:pt x="0" y="0"/>
                    <a:pt x="0" y="0"/>
                  </a:cubicBezTo>
                  <a:cubicBezTo>
                    <a:pt x="0" y="147"/>
                    <a:pt x="220" y="266"/>
                    <a:pt x="492" y="266"/>
                  </a:cubicBezTo>
                  <a:cubicBezTo>
                    <a:pt x="764" y="266"/>
                    <a:pt x="985" y="147"/>
                    <a:pt x="985" y="0"/>
                  </a:cubicBezTo>
                  <a:lnTo>
                    <a:pt x="985" y="184"/>
                  </a:lnTo>
                  <a:close/>
                </a:path>
              </a:pathLst>
            </a:custGeom>
            <a:solidFill>
              <a:schemeClr val="accent3">
                <a:lumMod val="8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endPar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a:p>
              <a:pPr algn="ctr">
                <a:spcAft>
                  <a:spcPts val="300"/>
                </a:spcAft>
              </a:pPr>
              <a:endPar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a:p>
              <a:pPr algn="ctr">
                <a:spcAft>
                  <a:spcPts val="300"/>
                </a:spcAft>
              </a:pPr>
              <a:r>
                <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rPr>
                <a:t>04</a:t>
              </a: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p:txBody>
        </p:sp>
      </p:grpSp>
      <p:grpSp>
        <p:nvGrpSpPr>
          <p:cNvPr id="134" name="그룹 133"/>
          <p:cNvGrpSpPr/>
          <p:nvPr/>
        </p:nvGrpSpPr>
        <p:grpSpPr>
          <a:xfrm>
            <a:off x="2708637" y="2131097"/>
            <a:ext cx="1437130" cy="1181491"/>
            <a:chOff x="5649913" y="2916238"/>
            <a:chExt cx="3074988" cy="2230438"/>
          </a:xfrm>
        </p:grpSpPr>
        <p:sp>
          <p:nvSpPr>
            <p:cNvPr id="135" name="Freeform 11"/>
            <p:cNvSpPr>
              <a:spLocks/>
            </p:cNvSpPr>
            <p:nvPr/>
          </p:nvSpPr>
          <p:spPr bwMode="auto">
            <a:xfrm>
              <a:off x="5649913" y="2916238"/>
              <a:ext cx="3074988" cy="1403350"/>
            </a:xfrm>
            <a:custGeom>
              <a:avLst/>
              <a:gdLst>
                <a:gd name="T0" fmla="*/ 985 w 985"/>
                <a:gd name="T1" fmla="*/ 265 h 449"/>
                <a:gd name="T2" fmla="*/ 492 w 985"/>
                <a:gd name="T3" fmla="*/ 0 h 449"/>
                <a:gd name="T4" fmla="*/ 0 w 985"/>
                <a:gd name="T5" fmla="*/ 265 h 449"/>
                <a:gd name="T6" fmla="*/ 0 w 985"/>
                <a:gd name="T7" fmla="*/ 449 h 449"/>
                <a:gd name="T8" fmla="*/ 492 w 985"/>
                <a:gd name="T9" fmla="*/ 183 h 449"/>
                <a:gd name="T10" fmla="*/ 985 w 985"/>
                <a:gd name="T11" fmla="*/ 449 h 449"/>
                <a:gd name="T12" fmla="*/ 985 w 985"/>
                <a:gd name="T13" fmla="*/ 265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265"/>
                  </a:moveTo>
                  <a:cubicBezTo>
                    <a:pt x="985" y="119"/>
                    <a:pt x="764" y="0"/>
                    <a:pt x="492" y="0"/>
                  </a:cubicBezTo>
                  <a:cubicBezTo>
                    <a:pt x="220" y="0"/>
                    <a:pt x="0" y="119"/>
                    <a:pt x="0" y="265"/>
                  </a:cubicBezTo>
                  <a:cubicBezTo>
                    <a:pt x="0" y="449"/>
                    <a:pt x="0" y="449"/>
                    <a:pt x="0" y="449"/>
                  </a:cubicBezTo>
                  <a:cubicBezTo>
                    <a:pt x="0" y="302"/>
                    <a:pt x="220" y="183"/>
                    <a:pt x="492" y="183"/>
                  </a:cubicBezTo>
                  <a:cubicBezTo>
                    <a:pt x="764" y="183"/>
                    <a:pt x="985" y="302"/>
                    <a:pt x="985" y="449"/>
                  </a:cubicBezTo>
                  <a:lnTo>
                    <a:pt x="985" y="265"/>
                  </a:lnTo>
                  <a:close/>
                </a:path>
              </a:pathLst>
            </a:custGeom>
            <a:pattFill prst="dkDnDiag">
              <a:fgClr>
                <a:schemeClr val="accent3">
                  <a:lumMod val="50000"/>
                </a:schemeClr>
              </a:fgClr>
              <a:bgClr>
                <a:schemeClr val="accent3">
                  <a:lumMod val="6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6" name="Freeform 12"/>
            <p:cNvSpPr>
              <a:spLocks noEditPoints="1"/>
            </p:cNvSpPr>
            <p:nvPr/>
          </p:nvSpPr>
          <p:spPr bwMode="auto">
            <a:xfrm>
              <a:off x="5649913" y="2916238"/>
              <a:ext cx="3074988" cy="1658938"/>
            </a:xfrm>
            <a:custGeom>
              <a:avLst/>
              <a:gdLst>
                <a:gd name="T0" fmla="*/ 492 w 985"/>
                <a:gd name="T1" fmla="*/ 60 h 531"/>
                <a:gd name="T2" fmla="*/ 925 w 985"/>
                <a:gd name="T3" fmla="*/ 265 h 531"/>
                <a:gd name="T4" fmla="*/ 492 w 985"/>
                <a:gd name="T5" fmla="*/ 471 h 531"/>
                <a:gd name="T6" fmla="*/ 60 w 985"/>
                <a:gd name="T7" fmla="*/ 265 h 531"/>
                <a:gd name="T8" fmla="*/ 492 w 985"/>
                <a:gd name="T9" fmla="*/ 60 h 531"/>
                <a:gd name="T10" fmla="*/ 492 w 985"/>
                <a:gd name="T11" fmla="*/ 0 h 531"/>
                <a:gd name="T12" fmla="*/ 0 w 985"/>
                <a:gd name="T13" fmla="*/ 265 h 531"/>
                <a:gd name="T14" fmla="*/ 492 w 985"/>
                <a:gd name="T15" fmla="*/ 531 h 531"/>
                <a:gd name="T16" fmla="*/ 985 w 985"/>
                <a:gd name="T17" fmla="*/ 265 h 531"/>
                <a:gd name="T18" fmla="*/ 492 w 985"/>
                <a:gd name="T19"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5" h="531">
                  <a:moveTo>
                    <a:pt x="492" y="60"/>
                  </a:moveTo>
                  <a:cubicBezTo>
                    <a:pt x="747" y="60"/>
                    <a:pt x="925" y="168"/>
                    <a:pt x="925" y="265"/>
                  </a:cubicBezTo>
                  <a:cubicBezTo>
                    <a:pt x="925" y="362"/>
                    <a:pt x="747" y="471"/>
                    <a:pt x="492" y="471"/>
                  </a:cubicBezTo>
                  <a:cubicBezTo>
                    <a:pt x="237" y="471"/>
                    <a:pt x="60" y="362"/>
                    <a:pt x="60" y="265"/>
                  </a:cubicBezTo>
                  <a:cubicBezTo>
                    <a:pt x="60" y="168"/>
                    <a:pt x="237" y="60"/>
                    <a:pt x="492" y="60"/>
                  </a:cubicBezTo>
                  <a:moveTo>
                    <a:pt x="492" y="0"/>
                  </a:moveTo>
                  <a:cubicBezTo>
                    <a:pt x="220" y="0"/>
                    <a:pt x="0" y="119"/>
                    <a:pt x="0" y="265"/>
                  </a:cubicBezTo>
                  <a:cubicBezTo>
                    <a:pt x="0" y="412"/>
                    <a:pt x="220" y="531"/>
                    <a:pt x="492" y="531"/>
                  </a:cubicBezTo>
                  <a:cubicBezTo>
                    <a:pt x="764" y="531"/>
                    <a:pt x="985" y="412"/>
                    <a:pt x="985" y="265"/>
                  </a:cubicBezTo>
                  <a:cubicBezTo>
                    <a:pt x="985" y="119"/>
                    <a:pt x="764" y="0"/>
                    <a:pt x="492" y="0"/>
                  </a:cubicBezTo>
                  <a:close/>
                </a:path>
              </a:pathLst>
            </a:custGeom>
            <a:gradFill>
              <a:gsLst>
                <a:gs pos="0">
                  <a:schemeClr val="accent3">
                    <a:lumMod val="65000"/>
                  </a:schemeClr>
                </a:gs>
                <a:gs pos="100000">
                  <a:schemeClr val="accent3">
                    <a:lumMod val="75000"/>
                  </a:schemeClr>
                </a:gs>
              </a:gsLst>
              <a:lin ang="5400000" scaled="1"/>
            </a:grad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7" name="Freeform 13"/>
            <p:cNvSpPr>
              <a:spLocks/>
            </p:cNvSpPr>
            <p:nvPr/>
          </p:nvSpPr>
          <p:spPr bwMode="auto">
            <a:xfrm>
              <a:off x="5649913" y="3744913"/>
              <a:ext cx="3074988" cy="1401763"/>
            </a:xfrm>
            <a:custGeom>
              <a:avLst/>
              <a:gdLst>
                <a:gd name="T0" fmla="*/ 985 w 985"/>
                <a:gd name="T1" fmla="*/ 184 h 449"/>
                <a:gd name="T2" fmla="*/ 492 w 985"/>
                <a:gd name="T3" fmla="*/ 449 h 449"/>
                <a:gd name="T4" fmla="*/ 0 w 985"/>
                <a:gd name="T5" fmla="*/ 184 h 449"/>
                <a:gd name="T6" fmla="*/ 0 w 985"/>
                <a:gd name="T7" fmla="*/ 0 h 449"/>
                <a:gd name="T8" fmla="*/ 492 w 985"/>
                <a:gd name="T9" fmla="*/ 266 h 449"/>
                <a:gd name="T10" fmla="*/ 985 w 985"/>
                <a:gd name="T11" fmla="*/ 0 h 449"/>
                <a:gd name="T12" fmla="*/ 985 w 985"/>
                <a:gd name="T13" fmla="*/ 184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184"/>
                  </a:moveTo>
                  <a:cubicBezTo>
                    <a:pt x="985" y="330"/>
                    <a:pt x="764" y="449"/>
                    <a:pt x="492" y="449"/>
                  </a:cubicBezTo>
                  <a:cubicBezTo>
                    <a:pt x="220" y="449"/>
                    <a:pt x="0" y="330"/>
                    <a:pt x="0" y="184"/>
                  </a:cubicBezTo>
                  <a:cubicBezTo>
                    <a:pt x="0" y="0"/>
                    <a:pt x="0" y="0"/>
                    <a:pt x="0" y="0"/>
                  </a:cubicBezTo>
                  <a:cubicBezTo>
                    <a:pt x="0" y="147"/>
                    <a:pt x="220" y="266"/>
                    <a:pt x="492" y="266"/>
                  </a:cubicBezTo>
                  <a:cubicBezTo>
                    <a:pt x="764" y="266"/>
                    <a:pt x="985" y="147"/>
                    <a:pt x="985" y="0"/>
                  </a:cubicBezTo>
                  <a:lnTo>
                    <a:pt x="985" y="184"/>
                  </a:lnTo>
                  <a:close/>
                </a:path>
              </a:pathLst>
            </a:custGeom>
            <a:solidFill>
              <a:schemeClr val="accent3">
                <a:lumMod val="8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endPar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a:p>
              <a:pPr algn="ctr">
                <a:spcAft>
                  <a:spcPts val="300"/>
                </a:spcAft>
              </a:pPr>
              <a:endPar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a:p>
              <a:pPr algn="ctr">
                <a:spcAft>
                  <a:spcPts val="300"/>
                </a:spcAft>
              </a:pPr>
              <a:r>
                <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rPr>
                <a:t>03</a:t>
              </a: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p:txBody>
        </p:sp>
      </p:grpSp>
      <p:grpSp>
        <p:nvGrpSpPr>
          <p:cNvPr id="100" name="그룹 99"/>
          <p:cNvGrpSpPr/>
          <p:nvPr/>
        </p:nvGrpSpPr>
        <p:grpSpPr>
          <a:xfrm>
            <a:off x="2708637" y="1521497"/>
            <a:ext cx="1437130" cy="1181491"/>
            <a:chOff x="5649913" y="2916238"/>
            <a:chExt cx="3074988" cy="2230438"/>
          </a:xfrm>
        </p:grpSpPr>
        <p:sp>
          <p:nvSpPr>
            <p:cNvPr id="101" name="Freeform 11"/>
            <p:cNvSpPr>
              <a:spLocks/>
            </p:cNvSpPr>
            <p:nvPr/>
          </p:nvSpPr>
          <p:spPr bwMode="auto">
            <a:xfrm>
              <a:off x="5649913" y="2916238"/>
              <a:ext cx="3074988" cy="1403350"/>
            </a:xfrm>
            <a:custGeom>
              <a:avLst/>
              <a:gdLst>
                <a:gd name="T0" fmla="*/ 985 w 985"/>
                <a:gd name="T1" fmla="*/ 265 h 449"/>
                <a:gd name="T2" fmla="*/ 492 w 985"/>
                <a:gd name="T3" fmla="*/ 0 h 449"/>
                <a:gd name="T4" fmla="*/ 0 w 985"/>
                <a:gd name="T5" fmla="*/ 265 h 449"/>
                <a:gd name="T6" fmla="*/ 0 w 985"/>
                <a:gd name="T7" fmla="*/ 449 h 449"/>
                <a:gd name="T8" fmla="*/ 492 w 985"/>
                <a:gd name="T9" fmla="*/ 183 h 449"/>
                <a:gd name="T10" fmla="*/ 985 w 985"/>
                <a:gd name="T11" fmla="*/ 449 h 449"/>
                <a:gd name="T12" fmla="*/ 985 w 985"/>
                <a:gd name="T13" fmla="*/ 265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265"/>
                  </a:moveTo>
                  <a:cubicBezTo>
                    <a:pt x="985" y="119"/>
                    <a:pt x="764" y="0"/>
                    <a:pt x="492" y="0"/>
                  </a:cubicBezTo>
                  <a:cubicBezTo>
                    <a:pt x="220" y="0"/>
                    <a:pt x="0" y="119"/>
                    <a:pt x="0" y="265"/>
                  </a:cubicBezTo>
                  <a:cubicBezTo>
                    <a:pt x="0" y="449"/>
                    <a:pt x="0" y="449"/>
                    <a:pt x="0" y="449"/>
                  </a:cubicBezTo>
                  <a:cubicBezTo>
                    <a:pt x="0" y="302"/>
                    <a:pt x="220" y="183"/>
                    <a:pt x="492" y="183"/>
                  </a:cubicBezTo>
                  <a:cubicBezTo>
                    <a:pt x="764" y="183"/>
                    <a:pt x="985" y="302"/>
                    <a:pt x="985" y="449"/>
                  </a:cubicBezTo>
                  <a:lnTo>
                    <a:pt x="985" y="265"/>
                  </a:lnTo>
                  <a:close/>
                </a:path>
              </a:pathLst>
            </a:custGeom>
            <a:pattFill prst="dkDnDiag">
              <a:fgClr>
                <a:schemeClr val="accent3">
                  <a:lumMod val="50000"/>
                </a:schemeClr>
              </a:fgClr>
              <a:bgClr>
                <a:schemeClr val="accent3">
                  <a:lumMod val="65000"/>
                </a:schemeClr>
              </a:bgClr>
            </a:patt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02" name="Freeform 12"/>
            <p:cNvSpPr>
              <a:spLocks noEditPoints="1"/>
            </p:cNvSpPr>
            <p:nvPr/>
          </p:nvSpPr>
          <p:spPr bwMode="auto">
            <a:xfrm>
              <a:off x="5649913" y="2916238"/>
              <a:ext cx="3074988" cy="1658938"/>
            </a:xfrm>
            <a:custGeom>
              <a:avLst/>
              <a:gdLst>
                <a:gd name="T0" fmla="*/ 492 w 985"/>
                <a:gd name="T1" fmla="*/ 60 h 531"/>
                <a:gd name="T2" fmla="*/ 925 w 985"/>
                <a:gd name="T3" fmla="*/ 265 h 531"/>
                <a:gd name="T4" fmla="*/ 492 w 985"/>
                <a:gd name="T5" fmla="*/ 471 h 531"/>
                <a:gd name="T6" fmla="*/ 60 w 985"/>
                <a:gd name="T7" fmla="*/ 265 h 531"/>
                <a:gd name="T8" fmla="*/ 492 w 985"/>
                <a:gd name="T9" fmla="*/ 60 h 531"/>
                <a:gd name="T10" fmla="*/ 492 w 985"/>
                <a:gd name="T11" fmla="*/ 0 h 531"/>
                <a:gd name="T12" fmla="*/ 0 w 985"/>
                <a:gd name="T13" fmla="*/ 265 h 531"/>
                <a:gd name="T14" fmla="*/ 492 w 985"/>
                <a:gd name="T15" fmla="*/ 531 h 531"/>
                <a:gd name="T16" fmla="*/ 985 w 985"/>
                <a:gd name="T17" fmla="*/ 265 h 531"/>
                <a:gd name="T18" fmla="*/ 492 w 985"/>
                <a:gd name="T19"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5" h="531">
                  <a:moveTo>
                    <a:pt x="492" y="60"/>
                  </a:moveTo>
                  <a:cubicBezTo>
                    <a:pt x="747" y="60"/>
                    <a:pt x="925" y="168"/>
                    <a:pt x="925" y="265"/>
                  </a:cubicBezTo>
                  <a:cubicBezTo>
                    <a:pt x="925" y="362"/>
                    <a:pt x="747" y="471"/>
                    <a:pt x="492" y="471"/>
                  </a:cubicBezTo>
                  <a:cubicBezTo>
                    <a:pt x="237" y="471"/>
                    <a:pt x="60" y="362"/>
                    <a:pt x="60" y="265"/>
                  </a:cubicBezTo>
                  <a:cubicBezTo>
                    <a:pt x="60" y="168"/>
                    <a:pt x="237" y="60"/>
                    <a:pt x="492" y="60"/>
                  </a:cubicBezTo>
                  <a:moveTo>
                    <a:pt x="492" y="0"/>
                  </a:moveTo>
                  <a:cubicBezTo>
                    <a:pt x="220" y="0"/>
                    <a:pt x="0" y="119"/>
                    <a:pt x="0" y="265"/>
                  </a:cubicBezTo>
                  <a:cubicBezTo>
                    <a:pt x="0" y="412"/>
                    <a:pt x="220" y="531"/>
                    <a:pt x="492" y="531"/>
                  </a:cubicBezTo>
                  <a:cubicBezTo>
                    <a:pt x="764" y="531"/>
                    <a:pt x="985" y="412"/>
                    <a:pt x="985" y="265"/>
                  </a:cubicBezTo>
                  <a:cubicBezTo>
                    <a:pt x="985" y="119"/>
                    <a:pt x="764" y="0"/>
                    <a:pt x="492" y="0"/>
                  </a:cubicBezTo>
                  <a:close/>
                </a:path>
              </a:pathLst>
            </a:custGeom>
            <a:gradFill>
              <a:gsLst>
                <a:gs pos="0">
                  <a:schemeClr val="accent3">
                    <a:lumMod val="65000"/>
                  </a:schemeClr>
                </a:gs>
                <a:gs pos="100000">
                  <a:schemeClr val="accent3">
                    <a:lumMod val="75000"/>
                  </a:schemeClr>
                </a:gs>
              </a:gsLst>
              <a:lin ang="5400000" scaled="1"/>
            </a:gradFill>
            <a:ln w="3175">
              <a:solidFill>
                <a:schemeClr val="accent3">
                  <a:lumMod val="50000"/>
                  <a:alpha val="7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03" name="Freeform 13"/>
            <p:cNvSpPr>
              <a:spLocks/>
            </p:cNvSpPr>
            <p:nvPr/>
          </p:nvSpPr>
          <p:spPr bwMode="auto">
            <a:xfrm>
              <a:off x="5649913" y="3744913"/>
              <a:ext cx="3074988" cy="1401763"/>
            </a:xfrm>
            <a:custGeom>
              <a:avLst/>
              <a:gdLst>
                <a:gd name="T0" fmla="*/ 985 w 985"/>
                <a:gd name="T1" fmla="*/ 184 h 449"/>
                <a:gd name="T2" fmla="*/ 492 w 985"/>
                <a:gd name="T3" fmla="*/ 449 h 449"/>
                <a:gd name="T4" fmla="*/ 0 w 985"/>
                <a:gd name="T5" fmla="*/ 184 h 449"/>
                <a:gd name="T6" fmla="*/ 0 w 985"/>
                <a:gd name="T7" fmla="*/ 0 h 449"/>
                <a:gd name="T8" fmla="*/ 492 w 985"/>
                <a:gd name="T9" fmla="*/ 266 h 449"/>
                <a:gd name="T10" fmla="*/ 985 w 985"/>
                <a:gd name="T11" fmla="*/ 0 h 449"/>
                <a:gd name="T12" fmla="*/ 985 w 985"/>
                <a:gd name="T13" fmla="*/ 184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184"/>
                  </a:moveTo>
                  <a:cubicBezTo>
                    <a:pt x="985" y="330"/>
                    <a:pt x="764" y="449"/>
                    <a:pt x="492" y="449"/>
                  </a:cubicBezTo>
                  <a:cubicBezTo>
                    <a:pt x="220" y="449"/>
                    <a:pt x="0" y="330"/>
                    <a:pt x="0" y="184"/>
                  </a:cubicBezTo>
                  <a:cubicBezTo>
                    <a:pt x="0" y="0"/>
                    <a:pt x="0" y="0"/>
                    <a:pt x="0" y="0"/>
                  </a:cubicBezTo>
                  <a:cubicBezTo>
                    <a:pt x="0" y="147"/>
                    <a:pt x="220" y="266"/>
                    <a:pt x="492" y="266"/>
                  </a:cubicBezTo>
                  <a:cubicBezTo>
                    <a:pt x="764" y="266"/>
                    <a:pt x="985" y="147"/>
                    <a:pt x="985" y="0"/>
                  </a:cubicBezTo>
                  <a:lnTo>
                    <a:pt x="985" y="184"/>
                  </a:lnTo>
                  <a:close/>
                </a:path>
              </a:pathLst>
            </a:custGeom>
            <a:solidFill>
              <a:schemeClr val="accent3">
                <a:lumMod val="85000"/>
              </a:schemeClr>
            </a:solidFill>
            <a:ln w="3175">
              <a:solidFill>
                <a:schemeClr val="accent3">
                  <a:lumMod val="50000"/>
                  <a:alpha val="70000"/>
                </a:schemeClr>
              </a:solidFill>
            </a:ln>
          </p:spPr>
          <p:txBody>
            <a:bodyPr vert="horz" wrap="square" lIns="0" tIns="0" rIns="0" bIns="0" numCol="1" anchor="ctr" anchorCtr="0" compatLnSpc="1">
              <a:prstTxWarp prst="textNoShape">
                <a:avLst/>
              </a:prstTxWarp>
            </a:bodyPr>
            <a:lstStyle/>
            <a:p>
              <a:pPr algn="ctr">
                <a:spcAft>
                  <a:spcPts val="300"/>
                </a:spcAft>
              </a:pPr>
              <a:endPar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a:p>
              <a:pPr algn="ctr">
                <a:spcAft>
                  <a:spcPts val="300"/>
                </a:spcAft>
              </a:pPr>
              <a:endPar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a:p>
              <a:pPr algn="ctr">
                <a:spcAft>
                  <a:spcPts val="300"/>
                </a:spcAft>
              </a:pPr>
              <a:r>
                <a:rPr lang="en-US" altLang="ko-KR"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rPr>
                <a:t>02</a:t>
              </a:r>
              <a:endParaRPr lang="ko-KR" altLang="en-US" sz="1200" b="1" dirty="0">
                <a:gradFill>
                  <a:gsLst>
                    <a:gs pos="0">
                      <a:schemeClr val="accent4">
                        <a:alpha val="50000"/>
                      </a:schemeClr>
                    </a:gs>
                    <a:gs pos="100000">
                      <a:schemeClr val="accent4">
                        <a:alpha val="50000"/>
                      </a:schemeClr>
                    </a:gs>
                  </a:gsLst>
                  <a:lin ang="5400000" scaled="0"/>
                </a:gradFill>
                <a:latin typeface="Bebas Neue" pitchFamily="34" charset="0"/>
                <a:ea typeface="Roboto Condensed Regular"/>
              </a:endParaRPr>
            </a:p>
          </p:txBody>
        </p:sp>
      </p:grpSp>
      <p:sp>
        <p:nvSpPr>
          <p:cNvPr id="11" name="Title 10"/>
          <p:cNvSpPr>
            <a:spLocks noGrp="1"/>
          </p:cNvSpPr>
          <p:nvPr>
            <p:ph type="title"/>
          </p:nvPr>
        </p:nvSpPr>
        <p:spPr/>
        <p:txBody>
          <a:bodyPr/>
          <a:lstStyle/>
          <a:p>
            <a:r>
              <a:rPr lang="en-US" altLang="ko-KR" dirty="0"/>
              <a:t>Structured diagram</a:t>
            </a:r>
            <a:r>
              <a:rPr lang="en-US" altLang="ko-KR" dirty="0">
                <a:gradFill>
                  <a:gsLst>
                    <a:gs pos="0">
                      <a:schemeClr val="bg2"/>
                    </a:gs>
                    <a:gs pos="100000">
                      <a:schemeClr val="bg2"/>
                    </a:gs>
                  </a:gsLst>
                  <a:lin ang="0" scaled="1"/>
                </a:gradFill>
              </a:rPr>
              <a:t> </a:t>
            </a:r>
            <a:r>
              <a:rPr lang="en-US" altLang="ko-KR" sz="3600" baseline="10000" dirty="0">
                <a:gradFill>
                  <a:gsLst>
                    <a:gs pos="0">
                      <a:schemeClr val="bg2"/>
                    </a:gs>
                    <a:gs pos="100000">
                      <a:schemeClr val="bg2"/>
                    </a:gs>
                  </a:gsLst>
                  <a:lin ang="0" scaled="1"/>
                </a:gradFill>
              </a:rPr>
              <a:t>:</a:t>
            </a:r>
            <a:r>
              <a:rPr lang="en-US" altLang="ko-KR" dirty="0">
                <a:gradFill>
                  <a:gsLst>
                    <a:gs pos="0">
                      <a:schemeClr val="bg2"/>
                    </a:gs>
                    <a:gs pos="100000">
                      <a:schemeClr val="bg2"/>
                    </a:gs>
                  </a:gsLst>
                  <a:lin ang="0" scaled="1"/>
                </a:gradFill>
              </a:rPr>
              <a:t> Layer</a:t>
            </a:r>
            <a:endParaRPr lang="en-US" dirty="0">
              <a:gradFill>
                <a:gsLst>
                  <a:gs pos="0">
                    <a:schemeClr val="bg2"/>
                  </a:gs>
                  <a:gs pos="100000">
                    <a:schemeClr val="bg2"/>
                  </a:gs>
                </a:gsLst>
                <a:lin ang="0" scaled="1"/>
              </a:gradFill>
            </a:endParaRPr>
          </a:p>
        </p:txBody>
      </p:sp>
      <p:grpSp>
        <p:nvGrpSpPr>
          <p:cNvPr id="20" name="그룹 19"/>
          <p:cNvGrpSpPr/>
          <p:nvPr/>
        </p:nvGrpSpPr>
        <p:grpSpPr>
          <a:xfrm>
            <a:off x="835335" y="1493039"/>
            <a:ext cx="1920761" cy="603295"/>
            <a:chOff x="3001435" y="1527493"/>
            <a:chExt cx="1920761" cy="603295"/>
          </a:xfrm>
        </p:grpSpPr>
        <p:sp>
          <p:nvSpPr>
            <p:cNvPr id="153" name="TextBox 152"/>
            <p:cNvSpPr txBox="1"/>
            <p:nvPr/>
          </p:nvSpPr>
          <p:spPr>
            <a:xfrm>
              <a:off x="3001435" y="1527493"/>
              <a:ext cx="952765" cy="193940"/>
            </a:xfrm>
            <a:prstGeom prst="rect">
              <a:avLst/>
            </a:prstGeom>
            <a:noFill/>
          </p:spPr>
          <p:txBody>
            <a:bodyPr wrap="square" lIns="72000" tIns="0" rIns="7200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Lorem Ipsum</a:t>
              </a:r>
              <a:endParaRPr lang="ko-KR" altLang="en-US" sz="1200" b="1" dirty="0">
                <a:gradFill>
                  <a:gsLst>
                    <a:gs pos="0">
                      <a:schemeClr val="accent1"/>
                    </a:gs>
                    <a:gs pos="100000">
                      <a:schemeClr val="accent1"/>
                    </a:gs>
                  </a:gsLst>
                  <a:lin ang="5400000" scaled="0"/>
                </a:gradFill>
                <a:latin typeface="Roboto Condensed Regular"/>
              </a:endParaRPr>
            </a:p>
          </p:txBody>
        </p:sp>
        <p:sp>
          <p:nvSpPr>
            <p:cNvPr id="154" name="TextBox 153"/>
            <p:cNvSpPr txBox="1"/>
            <p:nvPr/>
          </p:nvSpPr>
          <p:spPr>
            <a:xfrm>
              <a:off x="3001435" y="1741191"/>
              <a:ext cx="95276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152" name="직선 연결선 151"/>
            <p:cNvCxnSpPr/>
            <p:nvPr/>
          </p:nvCxnSpPr>
          <p:spPr>
            <a:xfrm flipH="1">
              <a:off x="3972121" y="1622117"/>
              <a:ext cx="950075" cy="0"/>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79" name="그룹 78"/>
          <p:cNvGrpSpPr/>
          <p:nvPr/>
        </p:nvGrpSpPr>
        <p:grpSpPr>
          <a:xfrm>
            <a:off x="2708637" y="911897"/>
            <a:ext cx="1437130" cy="1181491"/>
            <a:chOff x="5649913" y="2916238"/>
            <a:chExt cx="3074988" cy="2230438"/>
          </a:xfrm>
        </p:grpSpPr>
        <p:sp>
          <p:nvSpPr>
            <p:cNvPr id="80" name="Freeform 11"/>
            <p:cNvSpPr>
              <a:spLocks/>
            </p:cNvSpPr>
            <p:nvPr/>
          </p:nvSpPr>
          <p:spPr bwMode="auto">
            <a:xfrm>
              <a:off x="5649913" y="2916238"/>
              <a:ext cx="3074988" cy="1403350"/>
            </a:xfrm>
            <a:custGeom>
              <a:avLst/>
              <a:gdLst>
                <a:gd name="T0" fmla="*/ 985 w 985"/>
                <a:gd name="T1" fmla="*/ 265 h 449"/>
                <a:gd name="T2" fmla="*/ 492 w 985"/>
                <a:gd name="T3" fmla="*/ 0 h 449"/>
                <a:gd name="T4" fmla="*/ 0 w 985"/>
                <a:gd name="T5" fmla="*/ 265 h 449"/>
                <a:gd name="T6" fmla="*/ 0 w 985"/>
                <a:gd name="T7" fmla="*/ 449 h 449"/>
                <a:gd name="T8" fmla="*/ 492 w 985"/>
                <a:gd name="T9" fmla="*/ 183 h 449"/>
                <a:gd name="T10" fmla="*/ 985 w 985"/>
                <a:gd name="T11" fmla="*/ 449 h 449"/>
                <a:gd name="T12" fmla="*/ 985 w 985"/>
                <a:gd name="T13" fmla="*/ 265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265"/>
                  </a:moveTo>
                  <a:cubicBezTo>
                    <a:pt x="985" y="119"/>
                    <a:pt x="764" y="0"/>
                    <a:pt x="492" y="0"/>
                  </a:cubicBezTo>
                  <a:cubicBezTo>
                    <a:pt x="220" y="0"/>
                    <a:pt x="0" y="119"/>
                    <a:pt x="0" y="265"/>
                  </a:cubicBezTo>
                  <a:cubicBezTo>
                    <a:pt x="0" y="449"/>
                    <a:pt x="0" y="449"/>
                    <a:pt x="0" y="449"/>
                  </a:cubicBezTo>
                  <a:cubicBezTo>
                    <a:pt x="0" y="302"/>
                    <a:pt x="220" y="183"/>
                    <a:pt x="492" y="183"/>
                  </a:cubicBezTo>
                  <a:cubicBezTo>
                    <a:pt x="764" y="183"/>
                    <a:pt x="985" y="302"/>
                    <a:pt x="985" y="449"/>
                  </a:cubicBezTo>
                  <a:lnTo>
                    <a:pt x="985" y="265"/>
                  </a:lnTo>
                  <a:close/>
                </a:path>
              </a:pathLst>
            </a:custGeom>
            <a:pattFill prst="dkDnDiag">
              <a:fgClr>
                <a:schemeClr val="accent1"/>
              </a:fgClr>
              <a:bgClr>
                <a:schemeClr val="accent1">
                  <a:lumMod val="75000"/>
                </a:schemeClr>
              </a:bgClr>
            </a:pattFill>
            <a:ln w="3175">
              <a:solidFill>
                <a:schemeClr val="accent1">
                  <a:lumMod val="7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81" name="Freeform 12"/>
            <p:cNvSpPr>
              <a:spLocks noEditPoints="1"/>
            </p:cNvSpPr>
            <p:nvPr/>
          </p:nvSpPr>
          <p:spPr bwMode="auto">
            <a:xfrm>
              <a:off x="5649913" y="2916238"/>
              <a:ext cx="3074988" cy="1658937"/>
            </a:xfrm>
            <a:custGeom>
              <a:avLst/>
              <a:gdLst>
                <a:gd name="T0" fmla="*/ 492 w 985"/>
                <a:gd name="T1" fmla="*/ 60 h 531"/>
                <a:gd name="T2" fmla="*/ 925 w 985"/>
                <a:gd name="T3" fmla="*/ 265 h 531"/>
                <a:gd name="T4" fmla="*/ 492 w 985"/>
                <a:gd name="T5" fmla="*/ 471 h 531"/>
                <a:gd name="T6" fmla="*/ 60 w 985"/>
                <a:gd name="T7" fmla="*/ 265 h 531"/>
                <a:gd name="T8" fmla="*/ 492 w 985"/>
                <a:gd name="T9" fmla="*/ 60 h 531"/>
                <a:gd name="T10" fmla="*/ 492 w 985"/>
                <a:gd name="T11" fmla="*/ 0 h 531"/>
                <a:gd name="T12" fmla="*/ 0 w 985"/>
                <a:gd name="T13" fmla="*/ 265 h 531"/>
                <a:gd name="T14" fmla="*/ 492 w 985"/>
                <a:gd name="T15" fmla="*/ 531 h 531"/>
                <a:gd name="T16" fmla="*/ 985 w 985"/>
                <a:gd name="T17" fmla="*/ 265 h 531"/>
                <a:gd name="T18" fmla="*/ 492 w 985"/>
                <a:gd name="T19"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5" h="531">
                  <a:moveTo>
                    <a:pt x="492" y="60"/>
                  </a:moveTo>
                  <a:cubicBezTo>
                    <a:pt x="747" y="60"/>
                    <a:pt x="925" y="168"/>
                    <a:pt x="925" y="265"/>
                  </a:cubicBezTo>
                  <a:cubicBezTo>
                    <a:pt x="925" y="362"/>
                    <a:pt x="747" y="471"/>
                    <a:pt x="492" y="471"/>
                  </a:cubicBezTo>
                  <a:cubicBezTo>
                    <a:pt x="237" y="471"/>
                    <a:pt x="60" y="362"/>
                    <a:pt x="60" y="265"/>
                  </a:cubicBezTo>
                  <a:cubicBezTo>
                    <a:pt x="60" y="168"/>
                    <a:pt x="237" y="60"/>
                    <a:pt x="492" y="60"/>
                  </a:cubicBezTo>
                  <a:moveTo>
                    <a:pt x="492" y="0"/>
                  </a:moveTo>
                  <a:cubicBezTo>
                    <a:pt x="220" y="0"/>
                    <a:pt x="0" y="119"/>
                    <a:pt x="0" y="265"/>
                  </a:cubicBezTo>
                  <a:cubicBezTo>
                    <a:pt x="0" y="412"/>
                    <a:pt x="220" y="531"/>
                    <a:pt x="492" y="531"/>
                  </a:cubicBezTo>
                  <a:cubicBezTo>
                    <a:pt x="764" y="531"/>
                    <a:pt x="985" y="412"/>
                    <a:pt x="985" y="265"/>
                  </a:cubicBezTo>
                  <a:cubicBezTo>
                    <a:pt x="985" y="119"/>
                    <a:pt x="764" y="0"/>
                    <a:pt x="492" y="0"/>
                  </a:cubicBezTo>
                  <a:close/>
                </a:path>
              </a:pathLst>
            </a:custGeom>
            <a:gradFill>
              <a:gsLst>
                <a:gs pos="0">
                  <a:schemeClr val="accent1">
                    <a:lumMod val="75000"/>
                  </a:schemeClr>
                </a:gs>
                <a:gs pos="100000">
                  <a:schemeClr val="accent1">
                    <a:lumMod val="80000"/>
                  </a:schemeClr>
                </a:gs>
              </a:gsLst>
              <a:lin ang="5400000" scaled="1"/>
            </a:gradFill>
            <a:ln w="3175">
              <a:gradFill>
                <a:gsLst>
                  <a:gs pos="0">
                    <a:schemeClr val="accent2">
                      <a:lumMod val="60000"/>
                    </a:schemeClr>
                  </a:gs>
                  <a:gs pos="100000">
                    <a:schemeClr val="accent1">
                      <a:lumMod val="60000"/>
                    </a:schemeClr>
                  </a:gs>
                </a:gsLst>
                <a:lin ang="5400000" scaled="1"/>
              </a:gra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82" name="Freeform 13"/>
            <p:cNvSpPr>
              <a:spLocks/>
            </p:cNvSpPr>
            <p:nvPr/>
          </p:nvSpPr>
          <p:spPr bwMode="auto">
            <a:xfrm>
              <a:off x="5649913" y="3744913"/>
              <a:ext cx="3074988" cy="1401763"/>
            </a:xfrm>
            <a:custGeom>
              <a:avLst/>
              <a:gdLst>
                <a:gd name="T0" fmla="*/ 985 w 985"/>
                <a:gd name="T1" fmla="*/ 184 h 449"/>
                <a:gd name="T2" fmla="*/ 492 w 985"/>
                <a:gd name="T3" fmla="*/ 449 h 449"/>
                <a:gd name="T4" fmla="*/ 0 w 985"/>
                <a:gd name="T5" fmla="*/ 184 h 449"/>
                <a:gd name="T6" fmla="*/ 0 w 985"/>
                <a:gd name="T7" fmla="*/ 0 h 449"/>
                <a:gd name="T8" fmla="*/ 492 w 985"/>
                <a:gd name="T9" fmla="*/ 266 h 449"/>
                <a:gd name="T10" fmla="*/ 985 w 985"/>
                <a:gd name="T11" fmla="*/ 0 h 449"/>
                <a:gd name="T12" fmla="*/ 985 w 985"/>
                <a:gd name="T13" fmla="*/ 184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184"/>
                  </a:moveTo>
                  <a:cubicBezTo>
                    <a:pt x="985" y="330"/>
                    <a:pt x="764" y="449"/>
                    <a:pt x="492" y="449"/>
                  </a:cubicBezTo>
                  <a:cubicBezTo>
                    <a:pt x="220" y="449"/>
                    <a:pt x="0" y="330"/>
                    <a:pt x="0" y="184"/>
                  </a:cubicBezTo>
                  <a:cubicBezTo>
                    <a:pt x="0" y="0"/>
                    <a:pt x="0" y="0"/>
                    <a:pt x="0" y="0"/>
                  </a:cubicBezTo>
                  <a:cubicBezTo>
                    <a:pt x="0" y="147"/>
                    <a:pt x="220" y="266"/>
                    <a:pt x="492" y="266"/>
                  </a:cubicBezTo>
                  <a:cubicBezTo>
                    <a:pt x="764" y="266"/>
                    <a:pt x="985" y="147"/>
                    <a:pt x="985" y="0"/>
                  </a:cubicBezTo>
                  <a:lnTo>
                    <a:pt x="985" y="184"/>
                  </a:lnTo>
                  <a:close/>
                </a:path>
              </a:pathLst>
            </a:cu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75000"/>
                    </a:schemeClr>
                  </a:gs>
                  <a:gs pos="100000">
                    <a:schemeClr val="accent1">
                      <a:lumMod val="75000"/>
                    </a:schemeClr>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en-US" altLang="ko-KR" sz="1200" b="1" dirty="0">
                <a:gradFill>
                  <a:gsLst>
                    <a:gs pos="0">
                      <a:prstClr val="white"/>
                    </a:gs>
                    <a:gs pos="100000">
                      <a:prstClr val="white"/>
                    </a:gs>
                  </a:gsLst>
                  <a:lin ang="5400000" scaled="0"/>
                </a:gradFill>
                <a:latin typeface="Bebas Neue" pitchFamily="34" charset="0"/>
                <a:ea typeface="+mj-ea"/>
              </a:endParaRPr>
            </a:p>
            <a:p>
              <a:pPr algn="ctr">
                <a:spcAft>
                  <a:spcPts val="300"/>
                </a:spcAft>
              </a:pPr>
              <a:endParaRPr lang="en-US" altLang="ko-KR" sz="1200" b="1" dirty="0">
                <a:gradFill>
                  <a:gsLst>
                    <a:gs pos="0">
                      <a:prstClr val="white"/>
                    </a:gs>
                    <a:gs pos="100000">
                      <a:prstClr val="white"/>
                    </a:gs>
                  </a:gsLst>
                  <a:lin ang="5400000" scaled="0"/>
                </a:gradFill>
                <a:latin typeface="Bebas Neue" pitchFamily="34" charset="0"/>
                <a:ea typeface="+mj-ea"/>
              </a:endParaRPr>
            </a:p>
            <a:p>
              <a:pPr algn="ctr">
                <a:spcAft>
                  <a:spcPts val="300"/>
                </a:spcAft>
              </a:pPr>
              <a:r>
                <a:rPr lang="en-US" altLang="ko-KR" sz="1200" b="1" dirty="0">
                  <a:gradFill>
                    <a:gsLst>
                      <a:gs pos="0">
                        <a:prstClr val="white"/>
                      </a:gs>
                      <a:gs pos="100000">
                        <a:prstClr val="white"/>
                      </a:gs>
                    </a:gsLst>
                    <a:lin ang="5400000" scaled="0"/>
                  </a:gradFill>
                  <a:latin typeface="Bebas Neue" pitchFamily="34" charset="0"/>
                  <a:ea typeface="+mj-ea"/>
                </a:rPr>
                <a:t>01</a:t>
              </a: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Tree>
    <p:extLst>
      <p:ext uri="{BB962C8B-B14F-4D97-AF65-F5344CB8AC3E}">
        <p14:creationId xmlns:p14="http://schemas.microsoft.com/office/powerpoint/2010/main" val="91846575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fade">
                                      <p:cBhvr>
                                        <p:cTn id="7" dur="500"/>
                                        <p:tgtEl>
                                          <p:spTgt spid="79"/>
                                        </p:tgtEl>
                                      </p:cBhvr>
                                    </p:animEffect>
                                    <p:anim calcmode="lin" valueType="num">
                                      <p:cBhvr>
                                        <p:cTn id="8" dur="500" fill="hold"/>
                                        <p:tgtEl>
                                          <p:spTgt spid="79"/>
                                        </p:tgtEl>
                                        <p:attrNameLst>
                                          <p:attrName>ppt_x</p:attrName>
                                        </p:attrNameLst>
                                      </p:cBhvr>
                                      <p:tavLst>
                                        <p:tav tm="0">
                                          <p:val>
                                            <p:strVal val="#ppt_x"/>
                                          </p:val>
                                        </p:tav>
                                        <p:tav tm="100000">
                                          <p:val>
                                            <p:strVal val="#ppt_x"/>
                                          </p:val>
                                        </p:tav>
                                      </p:tavLst>
                                    </p:anim>
                                    <p:anim calcmode="lin" valueType="num">
                                      <p:cBhvr>
                                        <p:cTn id="9" dur="500" fill="hold"/>
                                        <p:tgtEl>
                                          <p:spTgt spid="7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2" presetClass="entr" presetSubtype="2"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slide(fromRight)">
                                      <p:cBhvr>
                                        <p:cTn id="13" dur="500"/>
                                        <p:tgtEl>
                                          <p:spTgt spid="20"/>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fade">
                                      <p:cBhvr>
                                        <p:cTn id="17" dur="500"/>
                                        <p:tgtEl>
                                          <p:spTgt spid="100"/>
                                        </p:tgtEl>
                                      </p:cBhvr>
                                    </p:animEffect>
                                    <p:anim calcmode="lin" valueType="num">
                                      <p:cBhvr>
                                        <p:cTn id="18" dur="500" fill="hold"/>
                                        <p:tgtEl>
                                          <p:spTgt spid="100"/>
                                        </p:tgtEl>
                                        <p:attrNameLst>
                                          <p:attrName>ppt_x</p:attrName>
                                        </p:attrNameLst>
                                      </p:cBhvr>
                                      <p:tavLst>
                                        <p:tav tm="0">
                                          <p:val>
                                            <p:strVal val="#ppt_x"/>
                                          </p:val>
                                        </p:tav>
                                        <p:tav tm="100000">
                                          <p:val>
                                            <p:strVal val="#ppt_x"/>
                                          </p:val>
                                        </p:tav>
                                      </p:tavLst>
                                    </p:anim>
                                    <p:anim calcmode="lin" valueType="num">
                                      <p:cBhvr>
                                        <p:cTn id="19" dur="500" fill="hold"/>
                                        <p:tgtEl>
                                          <p:spTgt spid="100"/>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12" presetClass="entr" presetSubtype="8" fill="hold" nodeType="afterEffect">
                                  <p:stCondLst>
                                    <p:cond delay="0"/>
                                  </p:stCondLst>
                                  <p:childTnLst>
                                    <p:set>
                                      <p:cBhvr>
                                        <p:cTn id="22" dur="1" fill="hold">
                                          <p:stCondLst>
                                            <p:cond delay="0"/>
                                          </p:stCondLst>
                                        </p:cTn>
                                        <p:tgtEl>
                                          <p:spTgt spid="98"/>
                                        </p:tgtEl>
                                        <p:attrNameLst>
                                          <p:attrName>style.visibility</p:attrName>
                                        </p:attrNameLst>
                                      </p:cBhvr>
                                      <p:to>
                                        <p:strVal val="visible"/>
                                      </p:to>
                                    </p:set>
                                    <p:animEffect transition="in" filter="slide(fromLeft)">
                                      <p:cBhvr>
                                        <p:cTn id="23" dur="500"/>
                                        <p:tgtEl>
                                          <p:spTgt spid="98"/>
                                        </p:tgtEl>
                                      </p:cBhvr>
                                    </p:animEffect>
                                  </p:childTnLst>
                                </p:cTn>
                              </p:par>
                            </p:childTnLst>
                          </p:cTn>
                        </p:par>
                        <p:par>
                          <p:cTn id="24" fill="hold">
                            <p:stCondLst>
                              <p:cond delay="2000"/>
                            </p:stCondLst>
                            <p:childTnLst>
                              <p:par>
                                <p:cTn id="25" presetID="42" presetClass="entr" presetSubtype="0" fill="hold" nodeType="afterEffect">
                                  <p:stCondLst>
                                    <p:cond delay="0"/>
                                  </p:stCondLst>
                                  <p:childTnLst>
                                    <p:set>
                                      <p:cBhvr>
                                        <p:cTn id="26" dur="1" fill="hold">
                                          <p:stCondLst>
                                            <p:cond delay="0"/>
                                          </p:stCondLst>
                                        </p:cTn>
                                        <p:tgtEl>
                                          <p:spTgt spid="134"/>
                                        </p:tgtEl>
                                        <p:attrNameLst>
                                          <p:attrName>style.visibility</p:attrName>
                                        </p:attrNameLst>
                                      </p:cBhvr>
                                      <p:to>
                                        <p:strVal val="visible"/>
                                      </p:to>
                                    </p:set>
                                    <p:animEffect transition="in" filter="fade">
                                      <p:cBhvr>
                                        <p:cTn id="27" dur="500"/>
                                        <p:tgtEl>
                                          <p:spTgt spid="134"/>
                                        </p:tgtEl>
                                      </p:cBhvr>
                                    </p:animEffect>
                                    <p:anim calcmode="lin" valueType="num">
                                      <p:cBhvr>
                                        <p:cTn id="28" dur="500" fill="hold"/>
                                        <p:tgtEl>
                                          <p:spTgt spid="134"/>
                                        </p:tgtEl>
                                        <p:attrNameLst>
                                          <p:attrName>ppt_x</p:attrName>
                                        </p:attrNameLst>
                                      </p:cBhvr>
                                      <p:tavLst>
                                        <p:tav tm="0">
                                          <p:val>
                                            <p:strVal val="#ppt_x"/>
                                          </p:val>
                                        </p:tav>
                                        <p:tav tm="100000">
                                          <p:val>
                                            <p:strVal val="#ppt_x"/>
                                          </p:val>
                                        </p:tav>
                                      </p:tavLst>
                                    </p:anim>
                                    <p:anim calcmode="lin" valueType="num">
                                      <p:cBhvr>
                                        <p:cTn id="29" dur="500" fill="hold"/>
                                        <p:tgtEl>
                                          <p:spTgt spid="134"/>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12" presetClass="entr" presetSubtype="2" fill="hold" nodeType="afterEffect">
                                  <p:stCondLst>
                                    <p:cond delay="0"/>
                                  </p:stCondLst>
                                  <p:childTnLst>
                                    <p:set>
                                      <p:cBhvr>
                                        <p:cTn id="32" dur="1" fill="hold">
                                          <p:stCondLst>
                                            <p:cond delay="0"/>
                                          </p:stCondLst>
                                        </p:cTn>
                                        <p:tgtEl>
                                          <p:spTgt spid="133"/>
                                        </p:tgtEl>
                                        <p:attrNameLst>
                                          <p:attrName>style.visibility</p:attrName>
                                        </p:attrNameLst>
                                      </p:cBhvr>
                                      <p:to>
                                        <p:strVal val="visible"/>
                                      </p:to>
                                    </p:set>
                                    <p:animEffect transition="in" filter="slide(fromRight)">
                                      <p:cBhvr>
                                        <p:cTn id="33" dur="500"/>
                                        <p:tgtEl>
                                          <p:spTgt spid="133"/>
                                        </p:tgtEl>
                                      </p:cBhvr>
                                    </p:animEffect>
                                  </p:childTnLst>
                                </p:cTn>
                              </p:par>
                            </p:childTnLst>
                          </p:cTn>
                        </p:par>
                        <p:par>
                          <p:cTn id="34" fill="hold">
                            <p:stCondLst>
                              <p:cond delay="3000"/>
                            </p:stCondLst>
                            <p:childTnLst>
                              <p:par>
                                <p:cTn id="35" presetID="42" presetClass="entr" presetSubtype="0" fill="hold" nodeType="afterEffect">
                                  <p:stCondLst>
                                    <p:cond delay="0"/>
                                  </p:stCondLst>
                                  <p:childTnLst>
                                    <p:set>
                                      <p:cBhvr>
                                        <p:cTn id="36" dur="1" fill="hold">
                                          <p:stCondLst>
                                            <p:cond delay="0"/>
                                          </p:stCondLst>
                                        </p:cTn>
                                        <p:tgtEl>
                                          <p:spTgt spid="148"/>
                                        </p:tgtEl>
                                        <p:attrNameLst>
                                          <p:attrName>style.visibility</p:attrName>
                                        </p:attrNameLst>
                                      </p:cBhvr>
                                      <p:to>
                                        <p:strVal val="visible"/>
                                      </p:to>
                                    </p:set>
                                    <p:animEffect transition="in" filter="fade">
                                      <p:cBhvr>
                                        <p:cTn id="37" dur="500"/>
                                        <p:tgtEl>
                                          <p:spTgt spid="148"/>
                                        </p:tgtEl>
                                      </p:cBhvr>
                                    </p:animEffect>
                                    <p:anim calcmode="lin" valueType="num">
                                      <p:cBhvr>
                                        <p:cTn id="38" dur="500" fill="hold"/>
                                        <p:tgtEl>
                                          <p:spTgt spid="148"/>
                                        </p:tgtEl>
                                        <p:attrNameLst>
                                          <p:attrName>ppt_x</p:attrName>
                                        </p:attrNameLst>
                                      </p:cBhvr>
                                      <p:tavLst>
                                        <p:tav tm="0">
                                          <p:val>
                                            <p:strVal val="#ppt_x"/>
                                          </p:val>
                                        </p:tav>
                                        <p:tav tm="100000">
                                          <p:val>
                                            <p:strVal val="#ppt_x"/>
                                          </p:val>
                                        </p:tav>
                                      </p:tavLst>
                                    </p:anim>
                                    <p:anim calcmode="lin" valueType="num">
                                      <p:cBhvr>
                                        <p:cTn id="39" dur="500" fill="hold"/>
                                        <p:tgtEl>
                                          <p:spTgt spid="148"/>
                                        </p:tgtEl>
                                        <p:attrNameLst>
                                          <p:attrName>ppt_y</p:attrName>
                                        </p:attrNameLst>
                                      </p:cBhvr>
                                      <p:tavLst>
                                        <p:tav tm="0">
                                          <p:val>
                                            <p:strVal val="#ppt_y+.1"/>
                                          </p:val>
                                        </p:tav>
                                        <p:tav tm="100000">
                                          <p:val>
                                            <p:strVal val="#ppt_y"/>
                                          </p:val>
                                        </p:tav>
                                      </p:tavLst>
                                    </p:anim>
                                  </p:childTnLst>
                                </p:cTn>
                              </p:par>
                            </p:childTnLst>
                          </p:cTn>
                        </p:par>
                        <p:par>
                          <p:cTn id="40" fill="hold">
                            <p:stCondLst>
                              <p:cond delay="3500"/>
                            </p:stCondLst>
                            <p:childTnLst>
                              <p:par>
                                <p:cTn id="41" presetID="12" presetClass="entr" presetSubtype="8" fill="hold" nodeType="afterEffect">
                                  <p:stCondLst>
                                    <p:cond delay="0"/>
                                  </p:stCondLst>
                                  <p:childTnLst>
                                    <p:set>
                                      <p:cBhvr>
                                        <p:cTn id="42" dur="1" fill="hold">
                                          <p:stCondLst>
                                            <p:cond delay="0"/>
                                          </p:stCondLst>
                                        </p:cTn>
                                        <p:tgtEl>
                                          <p:spTgt spid="146"/>
                                        </p:tgtEl>
                                        <p:attrNameLst>
                                          <p:attrName>style.visibility</p:attrName>
                                        </p:attrNameLst>
                                      </p:cBhvr>
                                      <p:to>
                                        <p:strVal val="visible"/>
                                      </p:to>
                                    </p:set>
                                    <p:animEffect transition="in" filter="slide(fromLeft)">
                                      <p:cBhvr>
                                        <p:cTn id="43" dur="500"/>
                                        <p:tgtEl>
                                          <p:spTgt spid="146"/>
                                        </p:tgtEl>
                                      </p:cBhvr>
                                    </p:animEffect>
                                  </p:childTnLst>
                                </p:cTn>
                              </p:par>
                            </p:childTnLst>
                          </p:cTn>
                        </p:par>
                        <p:par>
                          <p:cTn id="44" fill="hold">
                            <p:stCondLst>
                              <p:cond delay="4000"/>
                            </p:stCondLst>
                            <p:childTnLst>
                              <p:par>
                                <p:cTn id="45" presetID="42" presetClass="entr" presetSubtype="0" fill="hold" nodeType="afterEffect">
                                  <p:stCondLst>
                                    <p:cond delay="0"/>
                                  </p:stCondLst>
                                  <p:childTnLst>
                                    <p:set>
                                      <p:cBhvr>
                                        <p:cTn id="46" dur="1" fill="hold">
                                          <p:stCondLst>
                                            <p:cond delay="0"/>
                                          </p:stCondLst>
                                        </p:cTn>
                                        <p:tgtEl>
                                          <p:spTgt spid="169"/>
                                        </p:tgtEl>
                                        <p:attrNameLst>
                                          <p:attrName>style.visibility</p:attrName>
                                        </p:attrNameLst>
                                      </p:cBhvr>
                                      <p:to>
                                        <p:strVal val="visible"/>
                                      </p:to>
                                    </p:set>
                                    <p:animEffect transition="in" filter="fade">
                                      <p:cBhvr>
                                        <p:cTn id="47" dur="500"/>
                                        <p:tgtEl>
                                          <p:spTgt spid="169"/>
                                        </p:tgtEl>
                                      </p:cBhvr>
                                    </p:animEffect>
                                    <p:anim calcmode="lin" valueType="num">
                                      <p:cBhvr>
                                        <p:cTn id="48" dur="500" fill="hold"/>
                                        <p:tgtEl>
                                          <p:spTgt spid="169"/>
                                        </p:tgtEl>
                                        <p:attrNameLst>
                                          <p:attrName>ppt_x</p:attrName>
                                        </p:attrNameLst>
                                      </p:cBhvr>
                                      <p:tavLst>
                                        <p:tav tm="0">
                                          <p:val>
                                            <p:strVal val="#ppt_x"/>
                                          </p:val>
                                        </p:tav>
                                        <p:tav tm="100000">
                                          <p:val>
                                            <p:strVal val="#ppt_x"/>
                                          </p:val>
                                        </p:tav>
                                      </p:tavLst>
                                    </p:anim>
                                    <p:anim calcmode="lin" valueType="num">
                                      <p:cBhvr>
                                        <p:cTn id="49" dur="500" fill="hold"/>
                                        <p:tgtEl>
                                          <p:spTgt spid="169"/>
                                        </p:tgtEl>
                                        <p:attrNameLst>
                                          <p:attrName>ppt_y</p:attrName>
                                        </p:attrNameLst>
                                      </p:cBhvr>
                                      <p:tavLst>
                                        <p:tav tm="0">
                                          <p:val>
                                            <p:strVal val="#ppt_y+.1"/>
                                          </p:val>
                                        </p:tav>
                                        <p:tav tm="100000">
                                          <p:val>
                                            <p:strVal val="#ppt_y"/>
                                          </p:val>
                                        </p:tav>
                                      </p:tavLst>
                                    </p:anim>
                                  </p:childTnLst>
                                </p:cTn>
                              </p:par>
                            </p:childTnLst>
                          </p:cTn>
                        </p:par>
                        <p:par>
                          <p:cTn id="50" fill="hold">
                            <p:stCondLst>
                              <p:cond delay="4500"/>
                            </p:stCondLst>
                            <p:childTnLst>
                              <p:par>
                                <p:cTn id="51" presetID="12" presetClass="entr" presetSubtype="2" fill="hold" nodeType="afterEffect">
                                  <p:stCondLst>
                                    <p:cond delay="0"/>
                                  </p:stCondLst>
                                  <p:childTnLst>
                                    <p:set>
                                      <p:cBhvr>
                                        <p:cTn id="52" dur="1" fill="hold">
                                          <p:stCondLst>
                                            <p:cond delay="0"/>
                                          </p:stCondLst>
                                        </p:cTn>
                                        <p:tgtEl>
                                          <p:spTgt spid="167"/>
                                        </p:tgtEl>
                                        <p:attrNameLst>
                                          <p:attrName>style.visibility</p:attrName>
                                        </p:attrNameLst>
                                      </p:cBhvr>
                                      <p:to>
                                        <p:strVal val="visible"/>
                                      </p:to>
                                    </p:set>
                                    <p:animEffect transition="in" filter="slide(fromRight)">
                                      <p:cBhvr>
                                        <p:cTn id="53" dur="500"/>
                                        <p:tgtEl>
                                          <p:spTgt spid="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그룹 42"/>
          <p:cNvGrpSpPr/>
          <p:nvPr/>
        </p:nvGrpSpPr>
        <p:grpSpPr>
          <a:xfrm>
            <a:off x="639765" y="1173815"/>
            <a:ext cx="2726494" cy="2797461"/>
            <a:chOff x="2888996" y="1033135"/>
            <a:chExt cx="2726494" cy="2797461"/>
          </a:xfrm>
        </p:grpSpPr>
        <p:sp>
          <p:nvSpPr>
            <p:cNvPr id="111" name="타원 110"/>
            <p:cNvSpPr/>
            <p:nvPr/>
          </p:nvSpPr>
          <p:spPr>
            <a:xfrm>
              <a:off x="2888996" y="1104102"/>
              <a:ext cx="2726494" cy="2726494"/>
            </a:xfrm>
            <a:prstGeom prst="ellipse">
              <a:avLst/>
            </a:prstGeom>
            <a:pattFill prst="dkDnDiag">
              <a:fgClr>
                <a:schemeClr val="accent3">
                  <a:lumMod val="65000"/>
                </a:schemeClr>
              </a:fgClr>
              <a:bgClr>
                <a:schemeClr val="accent3">
                  <a:lumMod val="50000"/>
                </a:schemeClr>
              </a:bgClr>
            </a:pattFill>
            <a:ln w="3175">
              <a:solidFill>
                <a:schemeClr val="accent3">
                  <a:lumMod val="50000"/>
                </a:schemeClr>
              </a:solidFill>
            </a:ln>
            <a:effectLst>
              <a:outerShdw dist="25400" dir="27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40" name="타원 39"/>
            <p:cNvSpPr/>
            <p:nvPr/>
          </p:nvSpPr>
          <p:spPr>
            <a:xfrm>
              <a:off x="2888996" y="1033135"/>
              <a:ext cx="2726494" cy="2726494"/>
            </a:xfrm>
            <a:prstGeom prst="ellipse">
              <a:avLst/>
            </a:prstGeom>
            <a:solidFill>
              <a:schemeClr val="accent3">
                <a:lumMod val="75000"/>
              </a:schemeClr>
            </a:solidFill>
            <a:ln w="3175">
              <a:solidFill>
                <a:schemeClr val="accent3">
                  <a:lumMod val="50000"/>
                </a:schemeClr>
              </a:solidFill>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13" name="TextBox 112"/>
            <p:cNvSpPr txBox="1"/>
            <p:nvPr/>
          </p:nvSpPr>
          <p:spPr>
            <a:xfrm>
              <a:off x="3756827" y="3120142"/>
              <a:ext cx="990831" cy="203603"/>
            </a:xfrm>
            <a:prstGeom prst="rect">
              <a:avLst/>
            </a:prstGeom>
            <a:noFill/>
          </p:spPr>
          <p:txBody>
            <a:bodyPr wrap="square" lIns="0" tIns="0" rIns="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sz="1000" dirty="0">
                  <a:gradFill>
                    <a:gsLst>
                      <a:gs pos="0">
                        <a:schemeClr val="accent3"/>
                      </a:gs>
                      <a:gs pos="100000">
                        <a:schemeClr val="accent3"/>
                      </a:gs>
                    </a:gsLst>
                    <a:lin ang="5400000" scaled="0"/>
                  </a:gradFill>
                </a:rPr>
                <a:t>LOREM IPSUM</a:t>
              </a:r>
              <a:endParaRPr lang="ko-KR" altLang="en-US" sz="1000" dirty="0">
                <a:gradFill>
                  <a:gsLst>
                    <a:gs pos="0">
                      <a:schemeClr val="accent3"/>
                    </a:gs>
                    <a:gs pos="100000">
                      <a:schemeClr val="accent3"/>
                    </a:gs>
                  </a:gsLst>
                  <a:lin ang="5400000" scaled="0"/>
                </a:gradFill>
              </a:endParaRPr>
            </a:p>
          </p:txBody>
        </p:sp>
        <p:sp>
          <p:nvSpPr>
            <p:cNvPr id="114" name="TextBox 113"/>
            <p:cNvSpPr txBox="1"/>
            <p:nvPr/>
          </p:nvSpPr>
          <p:spPr>
            <a:xfrm>
              <a:off x="3756827" y="3328126"/>
              <a:ext cx="990831" cy="332397"/>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accent3"/>
                      </a:gs>
                      <a:gs pos="100000">
                        <a:schemeClr val="accent3"/>
                      </a:gs>
                    </a:gsLst>
                    <a:lin ang="5400000" scaled="0"/>
                  </a:gradFill>
                  <a:ea typeface="Roboto Light" pitchFamily="2" charset="0"/>
                  <a:cs typeface="Roboto Condensed Regular"/>
                </a:rPr>
                <a:t>Vestibulum tincidunt malesuada tellus. </a:t>
              </a:r>
            </a:p>
          </p:txBody>
        </p:sp>
      </p:grpSp>
      <p:grpSp>
        <p:nvGrpSpPr>
          <p:cNvPr id="41" name="그룹 40"/>
          <p:cNvGrpSpPr/>
          <p:nvPr/>
        </p:nvGrpSpPr>
        <p:grpSpPr>
          <a:xfrm>
            <a:off x="1070877" y="1244783"/>
            <a:ext cx="1864270" cy="1919215"/>
            <a:chOff x="3320108" y="1104102"/>
            <a:chExt cx="1864270" cy="1919215"/>
          </a:xfrm>
        </p:grpSpPr>
        <p:sp>
          <p:nvSpPr>
            <p:cNvPr id="94" name="타원 93"/>
            <p:cNvSpPr/>
            <p:nvPr/>
          </p:nvSpPr>
          <p:spPr>
            <a:xfrm>
              <a:off x="3320108" y="1159047"/>
              <a:ext cx="1864270" cy="1864270"/>
            </a:xfrm>
            <a:prstGeom prst="ellipse">
              <a:avLst/>
            </a:prstGeom>
            <a:pattFill prst="dkDnDiag">
              <a:fgClr>
                <a:schemeClr val="accent3">
                  <a:lumMod val="50000"/>
                </a:schemeClr>
              </a:fgClr>
              <a:bgClr>
                <a:schemeClr val="accent4">
                  <a:lumMod val="65000"/>
                  <a:lumOff val="35000"/>
                </a:schemeClr>
              </a:bgClr>
            </a:pattFill>
            <a:ln w="3175" cap="flat" cmpd="sng" algn="ctr">
              <a:solidFill>
                <a:schemeClr val="accent4">
                  <a:lumMod val="65000"/>
                  <a:lumOff val="35000"/>
                </a:schemeClr>
              </a:solidFill>
              <a:prstDash val="solid"/>
            </a:ln>
            <a:effectLst>
              <a:outerShdw dist="25400" dir="27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45" name="타원 44"/>
            <p:cNvSpPr/>
            <p:nvPr/>
          </p:nvSpPr>
          <p:spPr>
            <a:xfrm>
              <a:off x="3320108" y="1104102"/>
              <a:ext cx="1864270" cy="1864270"/>
            </a:xfrm>
            <a:prstGeom prst="ellipse">
              <a:avLst/>
            </a:prstGeom>
            <a:solidFill>
              <a:schemeClr val="accent3">
                <a:lumMod val="50000"/>
              </a:schemeClr>
            </a:solidFill>
            <a:ln w="3175">
              <a:solidFill>
                <a:schemeClr val="accent4">
                  <a:lumMod val="65000"/>
                  <a:lumOff val="35000"/>
                </a:schemeClr>
              </a:solidFill>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03" name="TextBox 102"/>
            <p:cNvSpPr txBox="1"/>
            <p:nvPr/>
          </p:nvSpPr>
          <p:spPr>
            <a:xfrm>
              <a:off x="3756827" y="2335444"/>
              <a:ext cx="990831" cy="203603"/>
            </a:xfrm>
            <a:prstGeom prst="rect">
              <a:avLst/>
            </a:prstGeom>
            <a:noFill/>
          </p:spPr>
          <p:txBody>
            <a:bodyPr wrap="square" lIns="0" tIns="0" rIns="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sz="1000" dirty="0">
                  <a:gradFill>
                    <a:gsLst>
                      <a:gs pos="0">
                        <a:schemeClr val="accent3"/>
                      </a:gs>
                      <a:gs pos="100000">
                        <a:schemeClr val="accent3"/>
                      </a:gs>
                    </a:gsLst>
                    <a:lin ang="5400000" scaled="0"/>
                  </a:gradFill>
                </a:rPr>
                <a:t>LOREM IPSUM</a:t>
              </a:r>
              <a:endParaRPr lang="ko-KR" altLang="en-US" sz="1000" dirty="0">
                <a:gradFill>
                  <a:gsLst>
                    <a:gs pos="0">
                      <a:schemeClr val="accent3"/>
                    </a:gs>
                    <a:gs pos="100000">
                      <a:schemeClr val="accent3"/>
                    </a:gs>
                  </a:gsLst>
                  <a:lin ang="5400000" scaled="0"/>
                </a:gradFill>
              </a:endParaRPr>
            </a:p>
          </p:txBody>
        </p:sp>
        <p:sp>
          <p:nvSpPr>
            <p:cNvPr id="107" name="TextBox 106"/>
            <p:cNvSpPr txBox="1"/>
            <p:nvPr/>
          </p:nvSpPr>
          <p:spPr>
            <a:xfrm>
              <a:off x="3756827" y="2543428"/>
              <a:ext cx="990831" cy="332397"/>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accent3"/>
                      </a:gs>
                      <a:gs pos="100000">
                        <a:schemeClr val="accent3"/>
                      </a:gs>
                    </a:gsLst>
                    <a:lin ang="5400000" scaled="0"/>
                  </a:gradFill>
                  <a:ea typeface="Roboto Light" pitchFamily="2" charset="0"/>
                  <a:cs typeface="Roboto Condensed Regular"/>
                </a:rPr>
                <a:t>Vestibulum tincidunt malesuada tellus. </a:t>
              </a:r>
            </a:p>
          </p:txBody>
        </p:sp>
      </p:grpSp>
      <p:grpSp>
        <p:nvGrpSpPr>
          <p:cNvPr id="39" name="그룹 38"/>
          <p:cNvGrpSpPr/>
          <p:nvPr/>
        </p:nvGrpSpPr>
        <p:grpSpPr>
          <a:xfrm>
            <a:off x="1507598" y="1315747"/>
            <a:ext cx="990831" cy="1045676"/>
            <a:chOff x="3756827" y="1175069"/>
            <a:chExt cx="990831" cy="1045676"/>
          </a:xfrm>
        </p:grpSpPr>
        <p:sp>
          <p:nvSpPr>
            <p:cNvPr id="88" name="타원 87"/>
            <p:cNvSpPr/>
            <p:nvPr/>
          </p:nvSpPr>
          <p:spPr>
            <a:xfrm>
              <a:off x="3756827" y="1229914"/>
              <a:ext cx="990831" cy="990831"/>
            </a:xfrm>
            <a:prstGeom prst="ellipse">
              <a:avLst/>
            </a:prstGeom>
            <a:pattFill prst="dkDnDiag">
              <a:fgClr>
                <a:schemeClr val="accent1"/>
              </a:fgClr>
              <a:bgClr>
                <a:schemeClr val="accent1">
                  <a:lumMod val="75000"/>
                </a:schemeClr>
              </a:bgClr>
            </a:pattFill>
            <a:ln w="3175">
              <a:solidFill>
                <a:schemeClr val="accent1">
                  <a:lumMod val="7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0" name="타원 49"/>
            <p:cNvSpPr/>
            <p:nvPr/>
          </p:nvSpPr>
          <p:spPr>
            <a:xfrm>
              <a:off x="3756827" y="1175069"/>
              <a:ext cx="990831" cy="990831"/>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75000"/>
                    </a:schemeClr>
                  </a:gs>
                  <a:gs pos="100000">
                    <a:schemeClr val="accent1">
                      <a:lumMod val="75000"/>
                    </a:schemeClr>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89" name="TextBox 88"/>
            <p:cNvSpPr txBox="1"/>
            <p:nvPr/>
          </p:nvSpPr>
          <p:spPr>
            <a:xfrm>
              <a:off x="3756827" y="1600119"/>
              <a:ext cx="990831" cy="203603"/>
            </a:xfrm>
            <a:prstGeom prst="rect">
              <a:avLst/>
            </a:prstGeom>
            <a:noFill/>
          </p:spPr>
          <p:txBody>
            <a:bodyPr wrap="square" lIns="0" tIns="0" rIns="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sz="1000" dirty="0">
                  <a:gradFill>
                    <a:gsLst>
                      <a:gs pos="0">
                        <a:schemeClr val="accent3"/>
                      </a:gs>
                      <a:gs pos="100000">
                        <a:schemeClr val="accent3"/>
                      </a:gs>
                    </a:gsLst>
                    <a:lin ang="5400000" scaled="0"/>
                  </a:gradFill>
                </a:rPr>
                <a:t>LOREM IPSUM</a:t>
              </a:r>
              <a:endParaRPr lang="ko-KR" altLang="en-US" sz="1000" dirty="0">
                <a:gradFill>
                  <a:gsLst>
                    <a:gs pos="0">
                      <a:schemeClr val="accent3"/>
                    </a:gs>
                    <a:gs pos="100000">
                      <a:schemeClr val="accent3"/>
                    </a:gs>
                  </a:gsLst>
                  <a:lin ang="5400000" scaled="0"/>
                </a:gradFill>
              </a:endParaRPr>
            </a:p>
          </p:txBody>
        </p:sp>
        <p:sp>
          <p:nvSpPr>
            <p:cNvPr id="93" name="TextBox 92"/>
            <p:cNvSpPr txBox="1"/>
            <p:nvPr/>
          </p:nvSpPr>
          <p:spPr>
            <a:xfrm>
              <a:off x="3756827" y="1808103"/>
              <a:ext cx="990831" cy="332397"/>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accent3"/>
                      </a:gs>
                      <a:gs pos="100000">
                        <a:schemeClr val="accent3"/>
                      </a:gs>
                    </a:gsLst>
                    <a:lin ang="5400000" scaled="0"/>
                  </a:gradFill>
                  <a:ea typeface="Roboto Light" pitchFamily="2" charset="0"/>
                  <a:cs typeface="Roboto Condensed Regular"/>
                </a:rPr>
                <a:t>Vestibulum tincidunt malesuada tellus. </a:t>
              </a:r>
            </a:p>
          </p:txBody>
        </p:sp>
        <p:sp>
          <p:nvSpPr>
            <p:cNvPr id="42" name="직사각형 41"/>
            <p:cNvSpPr/>
            <p:nvPr/>
          </p:nvSpPr>
          <p:spPr>
            <a:xfrm>
              <a:off x="3921834" y="1252852"/>
              <a:ext cx="660815" cy="505397"/>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ts val="2500"/>
                </a:lnSpc>
              </a:pPr>
              <a:endParaRPr lang="en-US" altLang="ko-KR" sz="2500" dirty="0">
                <a:solidFill>
                  <a:schemeClr val="accent3"/>
                </a:solidFill>
                <a:latin typeface="Heydings Icons" panose="02000509000000000000" pitchFamily="49" charset="0"/>
                <a:ea typeface="Roboto Light" pitchFamily="2" charset="0"/>
                <a:cs typeface="Roboto Condensed Regular"/>
              </a:endParaRPr>
            </a:p>
          </p:txBody>
        </p:sp>
      </p:grpSp>
      <p:sp>
        <p:nvSpPr>
          <p:cNvPr id="11" name="Title 10"/>
          <p:cNvSpPr>
            <a:spLocks noGrp="1"/>
          </p:cNvSpPr>
          <p:nvPr>
            <p:ph type="title"/>
          </p:nvPr>
        </p:nvSpPr>
        <p:spPr/>
        <p:txBody>
          <a:bodyPr/>
          <a:lstStyle/>
          <a:p>
            <a:r>
              <a:rPr lang="en-US" altLang="ko-KR" dirty="0"/>
              <a:t>Structured diagram</a:t>
            </a:r>
            <a:r>
              <a:rPr lang="en-US" altLang="ko-KR" dirty="0">
                <a:gradFill>
                  <a:gsLst>
                    <a:gs pos="0">
                      <a:schemeClr val="bg2"/>
                    </a:gs>
                    <a:gs pos="100000">
                      <a:schemeClr val="bg2"/>
                    </a:gs>
                  </a:gsLst>
                  <a:lin ang="0" scaled="1"/>
                </a:gradFill>
              </a:rPr>
              <a:t> </a:t>
            </a:r>
            <a:r>
              <a:rPr lang="en-US" altLang="ko-KR" sz="3600" baseline="10000" dirty="0">
                <a:gradFill>
                  <a:gsLst>
                    <a:gs pos="0">
                      <a:schemeClr val="bg2"/>
                    </a:gs>
                    <a:gs pos="100000">
                      <a:schemeClr val="bg2"/>
                    </a:gs>
                  </a:gsLst>
                  <a:lin ang="0" scaled="1"/>
                </a:gradFill>
              </a:rPr>
              <a:t>:</a:t>
            </a:r>
            <a:r>
              <a:rPr lang="en-US" altLang="ko-KR" dirty="0">
                <a:gradFill>
                  <a:gsLst>
                    <a:gs pos="0">
                      <a:schemeClr val="bg2"/>
                    </a:gs>
                    <a:gs pos="100000">
                      <a:schemeClr val="bg2"/>
                    </a:gs>
                  </a:gsLst>
                  <a:lin ang="0" scaled="1"/>
                </a:gradFill>
              </a:rPr>
              <a:t> Layer</a:t>
            </a:r>
            <a:endParaRPr lang="en-US" dirty="0"/>
          </a:p>
        </p:txBody>
      </p:sp>
      <p:sp>
        <p:nvSpPr>
          <p:cNvPr id="36" name="직사각형 35"/>
          <p:cNvSpPr/>
          <p:nvPr/>
        </p:nvSpPr>
        <p:spPr>
          <a:xfrm>
            <a:off x="4088179" y="1842600"/>
            <a:ext cx="1977854" cy="1520023"/>
          </a:xfrm>
          <a:prstGeom prst="rect">
            <a:avLst/>
          </a:prstGeom>
          <a:pattFill prst="dkDnDiag">
            <a:fgClr>
              <a:schemeClr val="bg2">
                <a:lumMod val="7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3" name="그룹 2"/>
          <p:cNvGrpSpPr/>
          <p:nvPr/>
        </p:nvGrpSpPr>
        <p:grpSpPr>
          <a:xfrm>
            <a:off x="3980163" y="1321532"/>
            <a:ext cx="2193880" cy="767025"/>
            <a:chOff x="4466352" y="1689845"/>
            <a:chExt cx="2193880" cy="767025"/>
          </a:xfrm>
        </p:grpSpPr>
        <p:sp>
          <p:nvSpPr>
            <p:cNvPr id="57" name="모서리가 둥근 직사각형 56"/>
            <p:cNvSpPr/>
            <p:nvPr/>
          </p:nvSpPr>
          <p:spPr>
            <a:xfrm>
              <a:off x="4466352" y="1689845"/>
              <a:ext cx="2193880" cy="767025"/>
            </a:xfrm>
            <a:prstGeom prst="roundRect">
              <a:avLst>
                <a:gd name="adj" fmla="val 10000"/>
              </a:avLst>
            </a:prstGeom>
            <a:gradFill>
              <a:gsLst>
                <a:gs pos="0">
                  <a:schemeClr val="accent6"/>
                </a:gs>
                <a:gs pos="100000">
                  <a:schemeClr val="accent6"/>
                </a:gs>
              </a:gsLst>
              <a:lin ang="5400000" scaled="1"/>
            </a:gradFill>
            <a:ln w="3175" cap="flat" cmpd="sng" algn="ctr">
              <a:gradFill>
                <a:gsLst>
                  <a:gs pos="0">
                    <a:schemeClr val="accent6">
                      <a:lumMod val="75000"/>
                    </a:schemeClr>
                  </a:gs>
                  <a:gs pos="100000">
                    <a:schemeClr val="accent6">
                      <a:lumMod val="75000"/>
                    </a:schemeClr>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58" name="모서리가 둥근 직사각형 57"/>
            <p:cNvSpPr/>
            <p:nvPr/>
          </p:nvSpPr>
          <p:spPr>
            <a:xfrm>
              <a:off x="4517283" y="1749142"/>
              <a:ext cx="2087783" cy="215979"/>
            </a:xfrm>
            <a:prstGeom prst="roundRect">
              <a:avLst>
                <a:gd name="adj" fmla="val 20000"/>
              </a:avLst>
            </a:prstGeom>
            <a:solidFill>
              <a:schemeClr val="accent1"/>
            </a:solidFill>
            <a:ln w="3175">
              <a:gradFill>
                <a:gsLst>
                  <a:gs pos="0">
                    <a:schemeClr val="accent1">
                      <a:lumMod val="80000"/>
                    </a:schemeClr>
                  </a:gs>
                  <a:gs pos="100000">
                    <a:schemeClr val="accent1">
                      <a:lumMod val="80000"/>
                    </a:schemeClr>
                  </a:gs>
                </a:gsLst>
                <a:lin ang="2700000" scaled="0"/>
              </a:gradFill>
            </a:ln>
            <a:effectLst>
              <a:innerShdw dist="12700" dir="5400000">
                <a:prstClr val="black">
                  <a:alpha val="10000"/>
                </a:prstClr>
              </a:inn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59" name="TextBox 58"/>
            <p:cNvSpPr txBox="1"/>
            <p:nvPr/>
          </p:nvSpPr>
          <p:spPr>
            <a:xfrm>
              <a:off x="4568825" y="2016883"/>
              <a:ext cx="1990725" cy="323165"/>
            </a:xfrm>
            <a:prstGeom prst="rect">
              <a:avLst/>
            </a:prstGeom>
            <a:noFill/>
          </p:spPr>
          <p:txBody>
            <a:bodyPr wrap="square" lIns="0" tIns="0" rIns="0" bIns="0" rtlCol="0">
              <a:spAutoFit/>
            </a:bodyPr>
            <a:lstStyle/>
            <a:p>
              <a:pPr lvl="0">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a:t>
              </a:r>
            </a:p>
          </p:txBody>
        </p:sp>
        <p:sp>
          <p:nvSpPr>
            <p:cNvPr id="84" name="TextBox 83"/>
            <p:cNvSpPr txBox="1"/>
            <p:nvPr/>
          </p:nvSpPr>
          <p:spPr>
            <a:xfrm>
              <a:off x="4716017" y="1761518"/>
              <a:ext cx="1696666" cy="203603"/>
            </a:xfrm>
            <a:prstGeom prst="rect">
              <a:avLst/>
            </a:prstGeom>
            <a:noFill/>
          </p:spPr>
          <p:txBody>
            <a:bodyPr wrap="square" lIns="0" tIns="0" rIns="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sz="1000" dirty="0">
                  <a:gradFill>
                    <a:gsLst>
                      <a:gs pos="0">
                        <a:schemeClr val="accent3"/>
                      </a:gs>
                      <a:gs pos="100000">
                        <a:schemeClr val="accent3"/>
                      </a:gs>
                    </a:gsLst>
                    <a:lin ang="5400000" scaled="0"/>
                  </a:gradFill>
                </a:rPr>
                <a:t>LOREM IPSUM</a:t>
              </a:r>
              <a:endParaRPr lang="ko-KR" altLang="en-US" sz="1000" dirty="0">
                <a:gradFill>
                  <a:gsLst>
                    <a:gs pos="0">
                      <a:schemeClr val="accent3"/>
                    </a:gs>
                    <a:gs pos="100000">
                      <a:schemeClr val="accent3"/>
                    </a:gs>
                  </a:gsLst>
                  <a:lin ang="5400000" scaled="0"/>
                </a:gradFill>
              </a:endParaRPr>
            </a:p>
          </p:txBody>
        </p:sp>
      </p:grpSp>
      <p:grpSp>
        <p:nvGrpSpPr>
          <p:cNvPr id="115" name="그룹 114"/>
          <p:cNvGrpSpPr/>
          <p:nvPr/>
        </p:nvGrpSpPr>
        <p:grpSpPr>
          <a:xfrm>
            <a:off x="3980163" y="2219435"/>
            <a:ext cx="2193880" cy="767025"/>
            <a:chOff x="4466352" y="1689845"/>
            <a:chExt cx="2193880" cy="767025"/>
          </a:xfrm>
        </p:grpSpPr>
        <p:sp>
          <p:nvSpPr>
            <p:cNvPr id="116" name="모서리가 둥근 직사각형 115"/>
            <p:cNvSpPr/>
            <p:nvPr/>
          </p:nvSpPr>
          <p:spPr>
            <a:xfrm>
              <a:off x="4466352" y="1689845"/>
              <a:ext cx="2193880" cy="767025"/>
            </a:xfrm>
            <a:prstGeom prst="roundRect">
              <a:avLst>
                <a:gd name="adj" fmla="val 10000"/>
              </a:avLst>
            </a:prstGeom>
            <a:gradFill>
              <a:gsLst>
                <a:gs pos="0">
                  <a:schemeClr val="accent6"/>
                </a:gs>
                <a:gs pos="100000">
                  <a:schemeClr val="accent6"/>
                </a:gs>
              </a:gsLst>
              <a:lin ang="5400000" scaled="1"/>
            </a:gradFill>
            <a:ln w="3175" cap="flat" cmpd="sng" algn="ctr">
              <a:gradFill>
                <a:gsLst>
                  <a:gs pos="0">
                    <a:schemeClr val="accent6">
                      <a:lumMod val="75000"/>
                    </a:schemeClr>
                  </a:gs>
                  <a:gs pos="100000">
                    <a:schemeClr val="accent6">
                      <a:lumMod val="75000"/>
                    </a:schemeClr>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117" name="모서리가 둥근 직사각형 116"/>
            <p:cNvSpPr/>
            <p:nvPr/>
          </p:nvSpPr>
          <p:spPr>
            <a:xfrm>
              <a:off x="4517283" y="1749142"/>
              <a:ext cx="2087783" cy="215979"/>
            </a:xfrm>
            <a:prstGeom prst="roundRect">
              <a:avLst>
                <a:gd name="adj" fmla="val 20000"/>
              </a:avLst>
            </a:prstGeom>
            <a:solidFill>
              <a:schemeClr val="accent3">
                <a:lumMod val="50000"/>
              </a:schemeClr>
            </a:solidFill>
            <a:ln w="3175">
              <a:solidFill>
                <a:schemeClr val="accent4">
                  <a:lumMod val="65000"/>
                  <a:lumOff val="35000"/>
                </a:schemeClr>
              </a:solidFill>
            </a:ln>
            <a:effectLst>
              <a:innerShdw dist="12700" dir="5400000">
                <a:prstClr val="black">
                  <a:alpha val="10000"/>
                </a:prstClr>
              </a:inn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18" name="TextBox 117"/>
            <p:cNvSpPr txBox="1"/>
            <p:nvPr/>
          </p:nvSpPr>
          <p:spPr>
            <a:xfrm>
              <a:off x="4568825" y="2016883"/>
              <a:ext cx="1990725" cy="323165"/>
            </a:xfrm>
            <a:prstGeom prst="rect">
              <a:avLst/>
            </a:prstGeom>
            <a:noFill/>
          </p:spPr>
          <p:txBody>
            <a:bodyPr wrap="square" lIns="0" tIns="0" rIns="0" bIns="0" rtlCol="0">
              <a:spAutoFit/>
            </a:bodyPr>
            <a:lstStyle/>
            <a:p>
              <a:pPr>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a:t>
              </a:r>
            </a:p>
          </p:txBody>
        </p:sp>
        <p:sp>
          <p:nvSpPr>
            <p:cNvPr id="120" name="TextBox 119"/>
            <p:cNvSpPr txBox="1"/>
            <p:nvPr/>
          </p:nvSpPr>
          <p:spPr>
            <a:xfrm>
              <a:off x="4716017" y="1761518"/>
              <a:ext cx="1696666" cy="203603"/>
            </a:xfrm>
            <a:prstGeom prst="rect">
              <a:avLst/>
            </a:prstGeom>
            <a:noFill/>
          </p:spPr>
          <p:txBody>
            <a:bodyPr wrap="square" lIns="0" tIns="0" rIns="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sz="1000" dirty="0">
                  <a:gradFill>
                    <a:gsLst>
                      <a:gs pos="0">
                        <a:schemeClr val="accent3"/>
                      </a:gs>
                      <a:gs pos="100000">
                        <a:schemeClr val="accent3"/>
                      </a:gs>
                    </a:gsLst>
                    <a:lin ang="5400000" scaled="0"/>
                  </a:gradFill>
                </a:rPr>
                <a:t>LOREM IPSUM</a:t>
              </a:r>
              <a:endParaRPr lang="ko-KR" altLang="en-US" sz="1000" dirty="0">
                <a:gradFill>
                  <a:gsLst>
                    <a:gs pos="0">
                      <a:schemeClr val="accent3"/>
                    </a:gs>
                    <a:gs pos="100000">
                      <a:schemeClr val="accent3"/>
                    </a:gs>
                  </a:gsLst>
                  <a:lin ang="5400000" scaled="0"/>
                </a:gradFill>
              </a:endParaRPr>
            </a:p>
          </p:txBody>
        </p:sp>
      </p:grpSp>
      <p:grpSp>
        <p:nvGrpSpPr>
          <p:cNvPr id="121" name="그룹 120"/>
          <p:cNvGrpSpPr/>
          <p:nvPr/>
        </p:nvGrpSpPr>
        <p:grpSpPr>
          <a:xfrm>
            <a:off x="3980163" y="3117341"/>
            <a:ext cx="2193880" cy="767025"/>
            <a:chOff x="4466352" y="1689845"/>
            <a:chExt cx="2193880" cy="767025"/>
          </a:xfrm>
        </p:grpSpPr>
        <p:sp>
          <p:nvSpPr>
            <p:cNvPr id="122" name="모서리가 둥근 직사각형 121"/>
            <p:cNvSpPr/>
            <p:nvPr/>
          </p:nvSpPr>
          <p:spPr>
            <a:xfrm>
              <a:off x="4466352" y="1689845"/>
              <a:ext cx="2193880" cy="767025"/>
            </a:xfrm>
            <a:prstGeom prst="roundRect">
              <a:avLst>
                <a:gd name="adj" fmla="val 10000"/>
              </a:avLst>
            </a:prstGeom>
            <a:gradFill>
              <a:gsLst>
                <a:gs pos="0">
                  <a:schemeClr val="accent6"/>
                </a:gs>
                <a:gs pos="100000">
                  <a:schemeClr val="accent6"/>
                </a:gs>
              </a:gsLst>
              <a:lin ang="5400000" scaled="1"/>
            </a:gradFill>
            <a:ln w="3175" cap="flat" cmpd="sng" algn="ctr">
              <a:gradFill>
                <a:gsLst>
                  <a:gs pos="0">
                    <a:schemeClr val="accent6">
                      <a:lumMod val="75000"/>
                    </a:schemeClr>
                  </a:gs>
                  <a:gs pos="100000">
                    <a:schemeClr val="accent6">
                      <a:lumMod val="75000"/>
                    </a:schemeClr>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123" name="모서리가 둥근 직사각형 122"/>
            <p:cNvSpPr/>
            <p:nvPr/>
          </p:nvSpPr>
          <p:spPr>
            <a:xfrm>
              <a:off x="4517283" y="1749142"/>
              <a:ext cx="2087783" cy="215979"/>
            </a:xfrm>
            <a:prstGeom prst="roundRect">
              <a:avLst>
                <a:gd name="adj" fmla="val 20000"/>
              </a:avLst>
            </a:prstGeom>
            <a:solidFill>
              <a:schemeClr val="accent3">
                <a:lumMod val="75000"/>
              </a:schemeClr>
            </a:solidFill>
            <a:ln w="3175">
              <a:solidFill>
                <a:schemeClr val="accent3">
                  <a:lumMod val="65000"/>
                </a:schemeClr>
              </a:solidFill>
            </a:ln>
            <a:effectLst>
              <a:innerShdw dist="12700" dir="5400000">
                <a:prstClr val="black">
                  <a:alpha val="10000"/>
                </a:prstClr>
              </a:inn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24" name="TextBox 123"/>
            <p:cNvSpPr txBox="1"/>
            <p:nvPr/>
          </p:nvSpPr>
          <p:spPr>
            <a:xfrm>
              <a:off x="4568825" y="2016883"/>
              <a:ext cx="1990725" cy="323165"/>
            </a:xfrm>
            <a:prstGeom prst="rect">
              <a:avLst/>
            </a:prstGeom>
            <a:noFill/>
          </p:spPr>
          <p:txBody>
            <a:bodyPr wrap="square" lIns="0" tIns="0" rIns="0" bIns="0" rtlCol="0">
              <a:spAutoFit/>
            </a:bodyPr>
            <a:lstStyle/>
            <a:p>
              <a:pPr>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a:t>
              </a:r>
            </a:p>
          </p:txBody>
        </p:sp>
        <p:sp>
          <p:nvSpPr>
            <p:cNvPr id="125" name="TextBox 124"/>
            <p:cNvSpPr txBox="1"/>
            <p:nvPr/>
          </p:nvSpPr>
          <p:spPr>
            <a:xfrm>
              <a:off x="4716017" y="1761518"/>
              <a:ext cx="1696666" cy="203603"/>
            </a:xfrm>
            <a:prstGeom prst="rect">
              <a:avLst/>
            </a:prstGeom>
            <a:noFill/>
          </p:spPr>
          <p:txBody>
            <a:bodyPr wrap="square" lIns="0" tIns="0" rIns="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sz="1000" dirty="0">
                  <a:gradFill>
                    <a:gsLst>
                      <a:gs pos="0">
                        <a:schemeClr val="accent3"/>
                      </a:gs>
                      <a:gs pos="100000">
                        <a:schemeClr val="accent3"/>
                      </a:gs>
                    </a:gsLst>
                    <a:lin ang="5400000" scaled="0"/>
                  </a:gradFill>
                </a:rPr>
                <a:t>LOREM IPSUM</a:t>
              </a:r>
              <a:endParaRPr lang="ko-KR" altLang="en-US" sz="1000" dirty="0">
                <a:gradFill>
                  <a:gsLst>
                    <a:gs pos="0">
                      <a:schemeClr val="accent3"/>
                    </a:gs>
                    <a:gs pos="100000">
                      <a:schemeClr val="accent3"/>
                    </a:gs>
                  </a:gsLst>
                  <a:lin ang="5400000" scaled="0"/>
                </a:gradFill>
              </a:endParaRPr>
            </a:p>
          </p:txBody>
        </p:sp>
      </p:grpSp>
      <p:cxnSp>
        <p:nvCxnSpPr>
          <p:cNvPr id="126" name="직선 연결선 125"/>
          <p:cNvCxnSpPr/>
          <p:nvPr/>
        </p:nvCxnSpPr>
        <p:spPr>
          <a:xfrm flipH="1">
            <a:off x="2242723" y="1488817"/>
            <a:ext cx="1839912" cy="0"/>
          </a:xfrm>
          <a:prstGeom prst="line">
            <a:avLst/>
          </a:prstGeom>
          <a:ln w="3175">
            <a:solidFill>
              <a:schemeClr val="accent1">
                <a:lumMod val="7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27" name="직선 연결선 126"/>
          <p:cNvCxnSpPr/>
          <p:nvPr/>
        </p:nvCxnSpPr>
        <p:spPr>
          <a:xfrm flipH="1">
            <a:off x="2585425" y="2392908"/>
            <a:ext cx="1497212"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28" name="직선 연결선 127"/>
          <p:cNvCxnSpPr/>
          <p:nvPr/>
        </p:nvCxnSpPr>
        <p:spPr>
          <a:xfrm flipH="1">
            <a:off x="2585425" y="3290812"/>
            <a:ext cx="1497212"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891173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par>
                                <p:cTn id="8" presetID="22" presetClass="entr" presetSubtype="8" fill="hold" nodeType="withEffect">
                                  <p:stCondLst>
                                    <p:cond delay="0"/>
                                  </p:stCondLst>
                                  <p:childTnLst>
                                    <p:set>
                                      <p:cBhvr>
                                        <p:cTn id="9" dur="1" fill="hold">
                                          <p:stCondLst>
                                            <p:cond delay="0"/>
                                          </p:stCondLst>
                                        </p:cTn>
                                        <p:tgtEl>
                                          <p:spTgt spid="126"/>
                                        </p:tgtEl>
                                        <p:attrNameLst>
                                          <p:attrName>style.visibility</p:attrName>
                                        </p:attrNameLst>
                                      </p:cBhvr>
                                      <p:to>
                                        <p:strVal val="visible"/>
                                      </p:to>
                                    </p:set>
                                    <p:animEffect transition="in" filter="wipe(left)">
                                      <p:cBhvr>
                                        <p:cTn id="10" dur="500"/>
                                        <p:tgtEl>
                                          <p:spTgt spid="126"/>
                                        </p:tgtEl>
                                      </p:cBhvr>
                                    </p:animEffect>
                                  </p:childTnLst>
                                </p:cTn>
                              </p:par>
                              <p:par>
                                <p:cTn id="11" presetID="42"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anim calcmode="lin" valueType="num">
                                      <p:cBhvr>
                                        <p:cTn id="14" dur="500" fill="hold"/>
                                        <p:tgtEl>
                                          <p:spTgt spid="3"/>
                                        </p:tgtEl>
                                        <p:attrNameLst>
                                          <p:attrName>ppt_x</p:attrName>
                                        </p:attrNameLst>
                                      </p:cBhvr>
                                      <p:tavLst>
                                        <p:tav tm="0">
                                          <p:val>
                                            <p:strVal val="#ppt_x"/>
                                          </p:val>
                                        </p:tav>
                                        <p:tav tm="100000">
                                          <p:val>
                                            <p:strVal val="#ppt_x"/>
                                          </p:val>
                                        </p:tav>
                                      </p:tavLst>
                                    </p:anim>
                                    <p:anim calcmode="lin" valueType="num">
                                      <p:cBhvr>
                                        <p:cTn id="15" dur="5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500"/>
                            </p:stCondLst>
                            <p:childTnLst>
                              <p:par>
                                <p:cTn id="17" presetID="9" presetClass="entr" presetSubtype="0"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dissolve">
                                      <p:cBhvr>
                                        <p:cTn id="19" dur="500"/>
                                        <p:tgtEl>
                                          <p:spTgt spid="41"/>
                                        </p:tgtEl>
                                      </p:cBhvr>
                                    </p:animEffect>
                                  </p:childTnLst>
                                </p:cTn>
                              </p:par>
                              <p:par>
                                <p:cTn id="20" presetID="22" presetClass="entr" presetSubtype="8" fill="hold" nodeType="withEffect">
                                  <p:stCondLst>
                                    <p:cond delay="0"/>
                                  </p:stCondLst>
                                  <p:childTnLst>
                                    <p:set>
                                      <p:cBhvr>
                                        <p:cTn id="21" dur="1" fill="hold">
                                          <p:stCondLst>
                                            <p:cond delay="0"/>
                                          </p:stCondLst>
                                        </p:cTn>
                                        <p:tgtEl>
                                          <p:spTgt spid="127"/>
                                        </p:tgtEl>
                                        <p:attrNameLst>
                                          <p:attrName>style.visibility</p:attrName>
                                        </p:attrNameLst>
                                      </p:cBhvr>
                                      <p:to>
                                        <p:strVal val="visible"/>
                                      </p:to>
                                    </p:set>
                                    <p:animEffect transition="in" filter="wipe(left)">
                                      <p:cBhvr>
                                        <p:cTn id="22" dur="500"/>
                                        <p:tgtEl>
                                          <p:spTgt spid="127"/>
                                        </p:tgtEl>
                                      </p:cBhvr>
                                    </p:animEffect>
                                  </p:childTnLst>
                                </p:cTn>
                              </p:par>
                              <p:par>
                                <p:cTn id="23" presetID="42" presetClass="entr" presetSubtype="0" fill="hold" nodeType="withEffect">
                                  <p:stCondLst>
                                    <p:cond delay="0"/>
                                  </p:stCondLst>
                                  <p:childTnLst>
                                    <p:set>
                                      <p:cBhvr>
                                        <p:cTn id="24" dur="1" fill="hold">
                                          <p:stCondLst>
                                            <p:cond delay="0"/>
                                          </p:stCondLst>
                                        </p:cTn>
                                        <p:tgtEl>
                                          <p:spTgt spid="115"/>
                                        </p:tgtEl>
                                        <p:attrNameLst>
                                          <p:attrName>style.visibility</p:attrName>
                                        </p:attrNameLst>
                                      </p:cBhvr>
                                      <p:to>
                                        <p:strVal val="visible"/>
                                      </p:to>
                                    </p:set>
                                    <p:animEffect transition="in" filter="fade">
                                      <p:cBhvr>
                                        <p:cTn id="25" dur="500"/>
                                        <p:tgtEl>
                                          <p:spTgt spid="115"/>
                                        </p:tgtEl>
                                      </p:cBhvr>
                                    </p:animEffect>
                                    <p:anim calcmode="lin" valueType="num">
                                      <p:cBhvr>
                                        <p:cTn id="26" dur="500" fill="hold"/>
                                        <p:tgtEl>
                                          <p:spTgt spid="115"/>
                                        </p:tgtEl>
                                        <p:attrNameLst>
                                          <p:attrName>ppt_x</p:attrName>
                                        </p:attrNameLst>
                                      </p:cBhvr>
                                      <p:tavLst>
                                        <p:tav tm="0">
                                          <p:val>
                                            <p:strVal val="#ppt_x"/>
                                          </p:val>
                                        </p:tav>
                                        <p:tav tm="100000">
                                          <p:val>
                                            <p:strVal val="#ppt_x"/>
                                          </p:val>
                                        </p:tav>
                                      </p:tavLst>
                                    </p:anim>
                                    <p:anim calcmode="lin" valueType="num">
                                      <p:cBhvr>
                                        <p:cTn id="27" dur="500" fill="hold"/>
                                        <p:tgtEl>
                                          <p:spTgt spid="115"/>
                                        </p:tgtEl>
                                        <p:attrNameLst>
                                          <p:attrName>ppt_y</p:attrName>
                                        </p:attrNameLst>
                                      </p:cBhvr>
                                      <p:tavLst>
                                        <p:tav tm="0">
                                          <p:val>
                                            <p:strVal val="#ppt_y+.1"/>
                                          </p:val>
                                        </p:tav>
                                        <p:tav tm="100000">
                                          <p:val>
                                            <p:strVal val="#ppt_y"/>
                                          </p:val>
                                        </p:tav>
                                      </p:tavLst>
                                    </p:anim>
                                  </p:childTnLst>
                                </p:cTn>
                              </p:par>
                            </p:childTnLst>
                          </p:cTn>
                        </p:par>
                        <p:par>
                          <p:cTn id="28" fill="hold">
                            <p:stCondLst>
                              <p:cond delay="1000"/>
                            </p:stCondLst>
                            <p:childTnLst>
                              <p:par>
                                <p:cTn id="29" presetID="9" presetClass="entr" presetSubtype="0" fill="hold" nodeType="after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dissolve">
                                      <p:cBhvr>
                                        <p:cTn id="31" dur="500"/>
                                        <p:tgtEl>
                                          <p:spTgt spid="43"/>
                                        </p:tgtEl>
                                      </p:cBhvr>
                                    </p:animEffect>
                                  </p:childTnLst>
                                </p:cTn>
                              </p:par>
                              <p:par>
                                <p:cTn id="32" presetID="22" presetClass="entr" presetSubtype="8" fill="hold" nodeType="withEffect">
                                  <p:stCondLst>
                                    <p:cond delay="0"/>
                                  </p:stCondLst>
                                  <p:childTnLst>
                                    <p:set>
                                      <p:cBhvr>
                                        <p:cTn id="33" dur="1" fill="hold">
                                          <p:stCondLst>
                                            <p:cond delay="0"/>
                                          </p:stCondLst>
                                        </p:cTn>
                                        <p:tgtEl>
                                          <p:spTgt spid="128"/>
                                        </p:tgtEl>
                                        <p:attrNameLst>
                                          <p:attrName>style.visibility</p:attrName>
                                        </p:attrNameLst>
                                      </p:cBhvr>
                                      <p:to>
                                        <p:strVal val="visible"/>
                                      </p:to>
                                    </p:set>
                                    <p:animEffect transition="in" filter="wipe(left)">
                                      <p:cBhvr>
                                        <p:cTn id="34" dur="500"/>
                                        <p:tgtEl>
                                          <p:spTgt spid="128"/>
                                        </p:tgtEl>
                                      </p:cBhvr>
                                    </p:animEffect>
                                  </p:childTnLst>
                                </p:cTn>
                              </p:par>
                              <p:par>
                                <p:cTn id="35" presetID="42" presetClass="entr" presetSubtype="0" fill="hold" nodeType="withEffect">
                                  <p:stCondLst>
                                    <p:cond delay="0"/>
                                  </p:stCondLst>
                                  <p:childTnLst>
                                    <p:set>
                                      <p:cBhvr>
                                        <p:cTn id="36" dur="1" fill="hold">
                                          <p:stCondLst>
                                            <p:cond delay="0"/>
                                          </p:stCondLst>
                                        </p:cTn>
                                        <p:tgtEl>
                                          <p:spTgt spid="121"/>
                                        </p:tgtEl>
                                        <p:attrNameLst>
                                          <p:attrName>style.visibility</p:attrName>
                                        </p:attrNameLst>
                                      </p:cBhvr>
                                      <p:to>
                                        <p:strVal val="visible"/>
                                      </p:to>
                                    </p:set>
                                    <p:animEffect transition="in" filter="fade">
                                      <p:cBhvr>
                                        <p:cTn id="37" dur="500"/>
                                        <p:tgtEl>
                                          <p:spTgt spid="121"/>
                                        </p:tgtEl>
                                      </p:cBhvr>
                                    </p:animEffect>
                                    <p:anim calcmode="lin" valueType="num">
                                      <p:cBhvr>
                                        <p:cTn id="38" dur="500" fill="hold"/>
                                        <p:tgtEl>
                                          <p:spTgt spid="121"/>
                                        </p:tgtEl>
                                        <p:attrNameLst>
                                          <p:attrName>ppt_x</p:attrName>
                                        </p:attrNameLst>
                                      </p:cBhvr>
                                      <p:tavLst>
                                        <p:tav tm="0">
                                          <p:val>
                                            <p:strVal val="#ppt_x"/>
                                          </p:val>
                                        </p:tav>
                                        <p:tav tm="100000">
                                          <p:val>
                                            <p:strVal val="#ppt_x"/>
                                          </p:val>
                                        </p:tav>
                                      </p:tavLst>
                                    </p:anim>
                                    <p:anim calcmode="lin" valueType="num">
                                      <p:cBhvr>
                                        <p:cTn id="39" dur="500" fill="hold"/>
                                        <p:tgtEl>
                                          <p:spTgt spid="121"/>
                                        </p:tgtEl>
                                        <p:attrNameLst>
                                          <p:attrName>ppt_y</p:attrName>
                                        </p:attrNameLst>
                                      </p:cBhvr>
                                      <p:tavLst>
                                        <p:tav tm="0">
                                          <p:val>
                                            <p:strVal val="#ppt_y+.1"/>
                                          </p:val>
                                        </p:tav>
                                        <p:tav tm="100000">
                                          <p:val>
                                            <p:strVal val="#ppt_y"/>
                                          </p:val>
                                        </p:tav>
                                      </p:tavLst>
                                    </p:anim>
                                  </p:childTnLst>
                                </p:cTn>
                              </p:par>
                              <p:par>
                                <p:cTn id="40" presetID="10" presetClass="entr" presetSubtype="0"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Cluster Diagram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Connection</a:t>
            </a:r>
            <a:endParaRPr lang="en-US" dirty="0">
              <a:gradFill>
                <a:gsLst>
                  <a:gs pos="0">
                    <a:schemeClr val="accent1"/>
                  </a:gs>
                  <a:gs pos="100000">
                    <a:schemeClr val="accent1"/>
                  </a:gs>
                </a:gsLst>
                <a:lin ang="0" scaled="1"/>
              </a:gradFill>
            </a:endParaRPr>
          </a:p>
        </p:txBody>
      </p:sp>
      <p:grpSp>
        <p:nvGrpSpPr>
          <p:cNvPr id="236" name="그룹 235"/>
          <p:cNvGrpSpPr/>
          <p:nvPr/>
        </p:nvGrpSpPr>
        <p:grpSpPr>
          <a:xfrm flipH="1" flipV="1">
            <a:off x="1244431" y="2416784"/>
            <a:ext cx="4369138" cy="1906907"/>
            <a:chOff x="3493330" y="1125600"/>
            <a:chExt cx="4124190" cy="1800000"/>
          </a:xfrm>
        </p:grpSpPr>
        <p:grpSp>
          <p:nvGrpSpPr>
            <p:cNvPr id="237" name="그룹 236"/>
            <p:cNvGrpSpPr/>
            <p:nvPr/>
          </p:nvGrpSpPr>
          <p:grpSpPr>
            <a:xfrm>
              <a:off x="3493330" y="1125600"/>
              <a:ext cx="2266795" cy="1800000"/>
              <a:chOff x="3493331" y="1125600"/>
              <a:chExt cx="2266795" cy="1800000"/>
            </a:xfrm>
          </p:grpSpPr>
          <p:sp>
            <p:nvSpPr>
              <p:cNvPr id="242" name="직사각형 241"/>
              <p:cNvSpPr/>
              <p:nvPr/>
            </p:nvSpPr>
            <p:spPr>
              <a:xfrm rot="19431508">
                <a:off x="3493331" y="2013789"/>
                <a:ext cx="2266795" cy="36000"/>
              </a:xfrm>
              <a:prstGeom prst="rect">
                <a:avLst/>
              </a:prstGeom>
              <a:pattFill prst="narHorz">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43" name="직사각형 242"/>
              <p:cNvSpPr/>
              <p:nvPr/>
            </p:nvSpPr>
            <p:spPr>
              <a:xfrm rot="18568246">
                <a:off x="4122753" y="2007600"/>
                <a:ext cx="1800000" cy="36000"/>
              </a:xfrm>
              <a:prstGeom prst="rect">
                <a:avLst/>
              </a:prstGeom>
              <a:pattFill prst="narHorz">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44" name="직사각형 243"/>
              <p:cNvSpPr/>
              <p:nvPr/>
            </p:nvSpPr>
            <p:spPr>
              <a:xfrm rot="17140938">
                <a:off x="4659867" y="1977762"/>
                <a:ext cx="1440000" cy="36000"/>
              </a:xfrm>
              <a:prstGeom prst="rect">
                <a:avLst/>
              </a:prstGeom>
              <a:pattFill prst="narHorz">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238" name="그룹 237"/>
            <p:cNvGrpSpPr/>
            <p:nvPr/>
          </p:nvGrpSpPr>
          <p:grpSpPr>
            <a:xfrm>
              <a:off x="5350725" y="1125600"/>
              <a:ext cx="2266795" cy="1800000"/>
              <a:chOff x="5350725" y="1125600"/>
              <a:chExt cx="2266795" cy="1800000"/>
            </a:xfrm>
          </p:grpSpPr>
          <p:sp>
            <p:nvSpPr>
              <p:cNvPr id="239" name="직사각형 238"/>
              <p:cNvSpPr/>
              <p:nvPr/>
            </p:nvSpPr>
            <p:spPr>
              <a:xfrm rot="2168492" flipH="1">
                <a:off x="5350725" y="2013789"/>
                <a:ext cx="2266795" cy="36000"/>
              </a:xfrm>
              <a:prstGeom prst="rect">
                <a:avLst/>
              </a:prstGeom>
              <a:pattFill prst="narHorz">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40" name="직사각형 239"/>
              <p:cNvSpPr/>
              <p:nvPr/>
            </p:nvSpPr>
            <p:spPr>
              <a:xfrm rot="3031754" flipH="1">
                <a:off x="5188098" y="2007600"/>
                <a:ext cx="1800000" cy="36000"/>
              </a:xfrm>
              <a:prstGeom prst="rect">
                <a:avLst/>
              </a:prstGeom>
              <a:pattFill prst="narHorz">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41" name="직사각형 240"/>
              <p:cNvSpPr/>
              <p:nvPr/>
            </p:nvSpPr>
            <p:spPr>
              <a:xfrm rot="4459062" flipH="1">
                <a:off x="5010984" y="1977762"/>
                <a:ext cx="1440000" cy="36000"/>
              </a:xfrm>
              <a:prstGeom prst="rect">
                <a:avLst/>
              </a:prstGeom>
              <a:pattFill prst="narHorz">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grpSp>
        <p:nvGrpSpPr>
          <p:cNvPr id="2" name="그룹 1"/>
          <p:cNvGrpSpPr/>
          <p:nvPr/>
        </p:nvGrpSpPr>
        <p:grpSpPr>
          <a:xfrm>
            <a:off x="1244431" y="1001448"/>
            <a:ext cx="4369138" cy="1906907"/>
            <a:chOff x="3370706" y="1001443"/>
            <a:chExt cx="4369138" cy="1906907"/>
          </a:xfrm>
        </p:grpSpPr>
        <p:sp>
          <p:nvSpPr>
            <p:cNvPr id="29" name="직사각형 28"/>
            <p:cNvSpPr/>
            <p:nvPr/>
          </p:nvSpPr>
          <p:spPr>
            <a:xfrm rot="19431508">
              <a:off x="3370706" y="1942385"/>
              <a:ext cx="2401427" cy="38138"/>
            </a:xfrm>
            <a:prstGeom prst="rect">
              <a:avLst/>
            </a:prstGeom>
            <a:pattFill prst="narHorz">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27" name="직사각형 226"/>
            <p:cNvSpPr/>
            <p:nvPr/>
          </p:nvSpPr>
          <p:spPr>
            <a:xfrm rot="18568246">
              <a:off x="4037512" y="1935828"/>
              <a:ext cx="1906907" cy="38138"/>
            </a:xfrm>
            <a:prstGeom prst="rect">
              <a:avLst/>
            </a:prstGeom>
            <a:pattFill prst="narHorz">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28" name="직사각형 227"/>
            <p:cNvSpPr/>
            <p:nvPr/>
          </p:nvSpPr>
          <p:spPr>
            <a:xfrm rot="17140938">
              <a:off x="4606526" y="1904218"/>
              <a:ext cx="1525526" cy="38138"/>
            </a:xfrm>
            <a:prstGeom prst="rect">
              <a:avLst/>
            </a:prstGeom>
            <a:pattFill prst="narHorz">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30" name="직사각형 229"/>
            <p:cNvSpPr/>
            <p:nvPr/>
          </p:nvSpPr>
          <p:spPr>
            <a:xfrm rot="2168492" flipH="1">
              <a:off x="5338417" y="1942385"/>
              <a:ext cx="2401427" cy="38138"/>
            </a:xfrm>
            <a:prstGeom prst="rect">
              <a:avLst/>
            </a:prstGeom>
            <a:pattFill prst="narHorz">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31" name="직사각형 230"/>
            <p:cNvSpPr/>
            <p:nvPr/>
          </p:nvSpPr>
          <p:spPr>
            <a:xfrm rot="3031754" flipH="1">
              <a:off x="5166131" y="1935828"/>
              <a:ext cx="1906907" cy="38138"/>
            </a:xfrm>
            <a:prstGeom prst="rect">
              <a:avLst/>
            </a:prstGeom>
            <a:pattFill prst="narHorz">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32" name="직사각형 231"/>
            <p:cNvSpPr/>
            <p:nvPr/>
          </p:nvSpPr>
          <p:spPr>
            <a:xfrm rot="4459062" flipH="1">
              <a:off x="4978498" y="1904218"/>
              <a:ext cx="1525526" cy="38138"/>
            </a:xfrm>
            <a:prstGeom prst="rect">
              <a:avLst/>
            </a:prstGeom>
            <a:pattFill prst="narHorz">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43" name="TextBox 142"/>
          <p:cNvSpPr txBox="1"/>
          <p:nvPr/>
        </p:nvSpPr>
        <p:spPr>
          <a:xfrm>
            <a:off x="2481752" y="4416884"/>
            <a:ext cx="1908023" cy="407555"/>
          </a:xfrm>
          <a:prstGeom prst="rect">
            <a:avLst/>
          </a:prstGeom>
          <a:noFill/>
        </p:spPr>
        <p:txBody>
          <a:bodyPr wrap="square" lIns="0" tIns="0" rIns="0" bIns="0" rtlCol="0" anchor="t">
            <a:noAutofit/>
          </a:bodyPr>
          <a:lstStyle/>
          <a:p>
            <a:pPr lvl="0" algn="ctr"/>
            <a:r>
              <a:rPr lang="en-US" altLang="ko-KR" sz="1600" dirty="0">
                <a:gradFill>
                  <a:gsLst>
                    <a:gs pos="0">
                      <a:schemeClr val="accent1"/>
                    </a:gs>
                    <a:gs pos="100000">
                      <a:schemeClr val="accent1"/>
                    </a:gs>
                  </a:gsLst>
                  <a:lin ang="0" scaled="1"/>
                </a:gradFill>
                <a:latin typeface="Bebas Neue"/>
                <a:ea typeface="Roboto Condensed Regular"/>
                <a:cs typeface="+mj-cs"/>
              </a:rPr>
              <a:t>Core values</a:t>
            </a:r>
            <a:endParaRPr lang="nb-NO" altLang="ko-KR" sz="1600" b="1" dirty="0">
              <a:gradFill>
                <a:gsLst>
                  <a:gs pos="0">
                    <a:schemeClr val="accent1"/>
                  </a:gs>
                  <a:gs pos="100000">
                    <a:schemeClr val="accent1"/>
                  </a:gs>
                </a:gsLst>
                <a:lin ang="0" scaled="1"/>
              </a:gradFill>
              <a:latin typeface="Bebas Neue" pitchFamily="34" charset="0"/>
              <a:ea typeface="Roboto Light" pitchFamily="2" charset="0"/>
              <a:cs typeface="Roboto Condensed Regular"/>
            </a:endParaRPr>
          </a:p>
        </p:txBody>
      </p:sp>
      <p:grpSp>
        <p:nvGrpSpPr>
          <p:cNvPr id="12" name="그룹 11"/>
          <p:cNvGrpSpPr/>
          <p:nvPr/>
        </p:nvGrpSpPr>
        <p:grpSpPr>
          <a:xfrm>
            <a:off x="1153736" y="2319521"/>
            <a:ext cx="631184" cy="631183"/>
            <a:chOff x="3407719" y="2420577"/>
            <a:chExt cx="595798" cy="595797"/>
          </a:xfrm>
        </p:grpSpPr>
        <p:sp>
          <p:nvSpPr>
            <p:cNvPr id="178" name="타원 177"/>
            <p:cNvSpPr/>
            <p:nvPr/>
          </p:nvSpPr>
          <p:spPr>
            <a:xfrm>
              <a:off x="3407719" y="2420577"/>
              <a:ext cx="595798" cy="59579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bg2"/>
                      </a:gs>
                      <a:gs pos="100000">
                        <a:schemeClr val="bg2"/>
                      </a:gs>
                    </a:gsLst>
                    <a:lin ang="5400000" scaled="0"/>
                  </a:gradFill>
                  <a:latin typeface="Bebas Neue" pitchFamily="34" charset="0"/>
                  <a:ea typeface="+mj-ea"/>
                </a:rPr>
                <a:t>Core Value</a:t>
              </a:r>
              <a:endParaRPr lang="ko-KR" altLang="en-US" sz="1200" b="1" dirty="0">
                <a:gradFill>
                  <a:gsLst>
                    <a:gs pos="0">
                      <a:schemeClr val="bg2"/>
                    </a:gs>
                    <a:gs pos="100000">
                      <a:schemeClr val="bg2"/>
                    </a:gs>
                  </a:gsLst>
                  <a:lin ang="5400000" scaled="0"/>
                </a:gradFill>
                <a:latin typeface="Bebas Neue" pitchFamily="34" charset="0"/>
                <a:ea typeface="+mj-ea"/>
              </a:endParaRPr>
            </a:p>
          </p:txBody>
        </p:sp>
        <p:sp>
          <p:nvSpPr>
            <p:cNvPr id="179" name="타원 111"/>
            <p:cNvSpPr/>
            <p:nvPr/>
          </p:nvSpPr>
          <p:spPr>
            <a:xfrm>
              <a:off x="356854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3" name="그룹 12"/>
          <p:cNvGrpSpPr/>
          <p:nvPr/>
        </p:nvGrpSpPr>
        <p:grpSpPr>
          <a:xfrm>
            <a:off x="1938677" y="2319521"/>
            <a:ext cx="631184" cy="631183"/>
            <a:chOff x="4148654" y="2420577"/>
            <a:chExt cx="595798" cy="595797"/>
          </a:xfrm>
        </p:grpSpPr>
        <p:sp>
          <p:nvSpPr>
            <p:cNvPr id="185" name="타원 184"/>
            <p:cNvSpPr/>
            <p:nvPr/>
          </p:nvSpPr>
          <p:spPr>
            <a:xfrm>
              <a:off x="4148654" y="2420577"/>
              <a:ext cx="595798" cy="59579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bg2"/>
                      </a:gs>
                      <a:gs pos="100000">
                        <a:schemeClr val="bg2"/>
                      </a:gs>
                    </a:gsLst>
                    <a:lin ang="5400000" scaled="0"/>
                  </a:gradFill>
                  <a:latin typeface="Bebas Neue" pitchFamily="34" charset="0"/>
                  <a:ea typeface="+mj-ea"/>
                </a:rPr>
                <a:t>Core Value</a:t>
              </a:r>
              <a:endParaRPr lang="ko-KR" altLang="en-US" sz="1200" b="1" dirty="0">
                <a:gradFill>
                  <a:gsLst>
                    <a:gs pos="0">
                      <a:schemeClr val="bg2"/>
                    </a:gs>
                    <a:gs pos="100000">
                      <a:schemeClr val="bg2"/>
                    </a:gs>
                  </a:gsLst>
                  <a:lin ang="5400000" scaled="0"/>
                </a:gradFill>
                <a:latin typeface="Bebas Neue" pitchFamily="34" charset="0"/>
                <a:ea typeface="+mj-ea"/>
              </a:endParaRPr>
            </a:p>
          </p:txBody>
        </p:sp>
        <p:sp>
          <p:nvSpPr>
            <p:cNvPr id="186" name="타원 111"/>
            <p:cNvSpPr/>
            <p:nvPr/>
          </p:nvSpPr>
          <p:spPr>
            <a:xfrm>
              <a:off x="4309480"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4" name="그룹 13"/>
          <p:cNvGrpSpPr/>
          <p:nvPr/>
        </p:nvGrpSpPr>
        <p:grpSpPr>
          <a:xfrm>
            <a:off x="2723618" y="2319521"/>
            <a:ext cx="631184" cy="631183"/>
            <a:chOff x="4889589" y="2420577"/>
            <a:chExt cx="595798" cy="595797"/>
          </a:xfrm>
        </p:grpSpPr>
        <p:sp>
          <p:nvSpPr>
            <p:cNvPr id="189" name="타원 188"/>
            <p:cNvSpPr/>
            <p:nvPr/>
          </p:nvSpPr>
          <p:spPr>
            <a:xfrm>
              <a:off x="4889589" y="2420577"/>
              <a:ext cx="595798" cy="59579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bg2"/>
                      </a:gs>
                      <a:gs pos="100000">
                        <a:schemeClr val="bg2"/>
                      </a:gs>
                    </a:gsLst>
                    <a:lin ang="5400000" scaled="0"/>
                  </a:gradFill>
                  <a:latin typeface="Bebas Neue" pitchFamily="34" charset="0"/>
                  <a:ea typeface="+mj-ea"/>
                </a:rPr>
                <a:t>Core Value</a:t>
              </a:r>
              <a:endParaRPr lang="ko-KR" altLang="en-US" sz="1200" b="1" dirty="0">
                <a:gradFill>
                  <a:gsLst>
                    <a:gs pos="0">
                      <a:schemeClr val="bg2"/>
                    </a:gs>
                    <a:gs pos="100000">
                      <a:schemeClr val="bg2"/>
                    </a:gs>
                  </a:gsLst>
                  <a:lin ang="5400000" scaled="0"/>
                </a:gradFill>
                <a:latin typeface="Bebas Neue" pitchFamily="34" charset="0"/>
                <a:ea typeface="+mj-ea"/>
              </a:endParaRPr>
            </a:p>
          </p:txBody>
        </p:sp>
        <p:sp>
          <p:nvSpPr>
            <p:cNvPr id="191" name="타원 111"/>
            <p:cNvSpPr/>
            <p:nvPr/>
          </p:nvSpPr>
          <p:spPr>
            <a:xfrm>
              <a:off x="505041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5" name="그룹 14"/>
          <p:cNvGrpSpPr/>
          <p:nvPr/>
        </p:nvGrpSpPr>
        <p:grpSpPr>
          <a:xfrm>
            <a:off x="3508559" y="2319521"/>
            <a:ext cx="631184" cy="631183"/>
            <a:chOff x="5630524" y="2420577"/>
            <a:chExt cx="595798" cy="595797"/>
          </a:xfrm>
        </p:grpSpPr>
        <p:sp>
          <p:nvSpPr>
            <p:cNvPr id="194" name="타원 193"/>
            <p:cNvSpPr/>
            <p:nvPr/>
          </p:nvSpPr>
          <p:spPr>
            <a:xfrm>
              <a:off x="5630524" y="2420577"/>
              <a:ext cx="595798" cy="59579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bg2"/>
                      </a:gs>
                      <a:gs pos="100000">
                        <a:schemeClr val="bg2"/>
                      </a:gs>
                    </a:gsLst>
                    <a:lin ang="5400000" scaled="0"/>
                  </a:gradFill>
                  <a:latin typeface="Bebas Neue" pitchFamily="34" charset="0"/>
                  <a:ea typeface="+mj-ea"/>
                </a:rPr>
                <a:t>Core Value</a:t>
              </a:r>
              <a:endParaRPr lang="ko-KR" altLang="en-US" sz="1200" b="1" dirty="0">
                <a:gradFill>
                  <a:gsLst>
                    <a:gs pos="0">
                      <a:schemeClr val="bg2"/>
                    </a:gs>
                    <a:gs pos="100000">
                      <a:schemeClr val="bg2"/>
                    </a:gs>
                  </a:gsLst>
                  <a:lin ang="5400000" scaled="0"/>
                </a:gradFill>
                <a:latin typeface="Bebas Neue" pitchFamily="34" charset="0"/>
                <a:ea typeface="+mj-ea"/>
              </a:endParaRPr>
            </a:p>
          </p:txBody>
        </p:sp>
        <p:sp>
          <p:nvSpPr>
            <p:cNvPr id="195" name="타원 111"/>
            <p:cNvSpPr/>
            <p:nvPr/>
          </p:nvSpPr>
          <p:spPr>
            <a:xfrm>
              <a:off x="5791350"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6" name="그룹 15"/>
          <p:cNvGrpSpPr/>
          <p:nvPr/>
        </p:nvGrpSpPr>
        <p:grpSpPr>
          <a:xfrm>
            <a:off x="4293500" y="2319521"/>
            <a:ext cx="631184" cy="631183"/>
            <a:chOff x="6371459" y="2420577"/>
            <a:chExt cx="595798" cy="595797"/>
          </a:xfrm>
        </p:grpSpPr>
        <p:sp>
          <p:nvSpPr>
            <p:cNvPr id="198" name="타원 197"/>
            <p:cNvSpPr/>
            <p:nvPr/>
          </p:nvSpPr>
          <p:spPr>
            <a:xfrm>
              <a:off x="6371459" y="2420577"/>
              <a:ext cx="595798" cy="59579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bg2"/>
                      </a:gs>
                      <a:gs pos="100000">
                        <a:schemeClr val="bg2"/>
                      </a:gs>
                    </a:gsLst>
                    <a:lin ang="5400000" scaled="0"/>
                  </a:gradFill>
                  <a:latin typeface="Bebas Neue" pitchFamily="34" charset="0"/>
                  <a:ea typeface="+mj-ea"/>
                </a:rPr>
                <a:t>Core Value</a:t>
              </a:r>
              <a:endParaRPr lang="ko-KR" altLang="en-US" sz="1200" b="1" dirty="0">
                <a:gradFill>
                  <a:gsLst>
                    <a:gs pos="0">
                      <a:schemeClr val="bg2"/>
                    </a:gs>
                    <a:gs pos="100000">
                      <a:schemeClr val="bg2"/>
                    </a:gs>
                  </a:gsLst>
                  <a:lin ang="5400000" scaled="0"/>
                </a:gradFill>
                <a:latin typeface="Bebas Neue" pitchFamily="34" charset="0"/>
                <a:ea typeface="+mj-ea"/>
              </a:endParaRPr>
            </a:p>
          </p:txBody>
        </p:sp>
        <p:sp>
          <p:nvSpPr>
            <p:cNvPr id="199" name="타원 111"/>
            <p:cNvSpPr/>
            <p:nvPr/>
          </p:nvSpPr>
          <p:spPr>
            <a:xfrm>
              <a:off x="653228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7" name="그룹 16"/>
          <p:cNvGrpSpPr/>
          <p:nvPr/>
        </p:nvGrpSpPr>
        <p:grpSpPr>
          <a:xfrm>
            <a:off x="5078441" y="2319521"/>
            <a:ext cx="631184" cy="631183"/>
            <a:chOff x="7112393" y="2420577"/>
            <a:chExt cx="595798" cy="595797"/>
          </a:xfrm>
        </p:grpSpPr>
        <p:sp>
          <p:nvSpPr>
            <p:cNvPr id="202" name="타원 201"/>
            <p:cNvSpPr/>
            <p:nvPr/>
          </p:nvSpPr>
          <p:spPr>
            <a:xfrm>
              <a:off x="7112393" y="2420577"/>
              <a:ext cx="595798" cy="59579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bg2"/>
                      </a:gs>
                      <a:gs pos="100000">
                        <a:schemeClr val="bg2"/>
                      </a:gs>
                    </a:gsLst>
                    <a:lin ang="5400000" scaled="0"/>
                  </a:gradFill>
                  <a:latin typeface="Bebas Neue" pitchFamily="34" charset="0"/>
                  <a:ea typeface="+mj-ea"/>
                </a:rPr>
                <a:t>Core Value</a:t>
              </a:r>
              <a:endParaRPr lang="ko-KR" altLang="en-US" sz="1200" b="1" dirty="0">
                <a:gradFill>
                  <a:gsLst>
                    <a:gs pos="0">
                      <a:schemeClr val="bg2"/>
                    </a:gs>
                    <a:gs pos="100000">
                      <a:schemeClr val="bg2"/>
                    </a:gs>
                  </a:gsLst>
                  <a:lin ang="5400000" scaled="0"/>
                </a:gradFill>
                <a:latin typeface="Bebas Neue" pitchFamily="34" charset="0"/>
                <a:ea typeface="+mj-ea"/>
              </a:endParaRPr>
            </a:p>
          </p:txBody>
        </p:sp>
        <p:sp>
          <p:nvSpPr>
            <p:cNvPr id="203" name="타원 111"/>
            <p:cNvSpPr/>
            <p:nvPr/>
          </p:nvSpPr>
          <p:spPr>
            <a:xfrm>
              <a:off x="7273219"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45" name="그룹 44"/>
          <p:cNvGrpSpPr/>
          <p:nvPr/>
        </p:nvGrpSpPr>
        <p:grpSpPr>
          <a:xfrm>
            <a:off x="3063494" y="919621"/>
            <a:ext cx="736370" cy="736370"/>
            <a:chOff x="3063494" y="919621"/>
            <a:chExt cx="736370" cy="736370"/>
          </a:xfrm>
        </p:grpSpPr>
        <p:grpSp>
          <p:nvGrpSpPr>
            <p:cNvPr id="117" name="그룹 116"/>
            <p:cNvGrpSpPr/>
            <p:nvPr/>
          </p:nvGrpSpPr>
          <p:grpSpPr>
            <a:xfrm>
              <a:off x="3063494" y="919621"/>
              <a:ext cx="736370" cy="736370"/>
              <a:chOff x="1385191" y="2138097"/>
              <a:chExt cx="805348" cy="805347"/>
            </a:xfrm>
          </p:grpSpPr>
          <p:sp>
            <p:nvSpPr>
              <p:cNvPr id="122" name="타원 121"/>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3000"/>
                  </a:lnSpc>
                </a:pPr>
                <a:endParaRPr lang="en-US" altLang="ko-KR" sz="60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24"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44" name="Freeform 42"/>
            <p:cNvSpPr>
              <a:spLocks noEditPoints="1"/>
            </p:cNvSpPr>
            <p:nvPr/>
          </p:nvSpPr>
          <p:spPr bwMode="auto">
            <a:xfrm>
              <a:off x="3201034" y="1124369"/>
              <a:ext cx="430357" cy="336999"/>
            </a:xfrm>
            <a:custGeom>
              <a:avLst/>
              <a:gdLst/>
              <a:ahLst/>
              <a:cxnLst>
                <a:cxn ang="0">
                  <a:pos x="338" y="76"/>
                </a:cxn>
                <a:cxn ang="0">
                  <a:pos x="338" y="38"/>
                </a:cxn>
                <a:cxn ang="0">
                  <a:pos x="300" y="38"/>
                </a:cxn>
                <a:cxn ang="0">
                  <a:pos x="300" y="0"/>
                </a:cxn>
                <a:cxn ang="0">
                  <a:pos x="0" y="0"/>
                </a:cxn>
                <a:cxn ang="0">
                  <a:pos x="0" y="218"/>
                </a:cxn>
                <a:cxn ang="0">
                  <a:pos x="38" y="218"/>
                </a:cxn>
                <a:cxn ang="0">
                  <a:pos x="38" y="256"/>
                </a:cxn>
                <a:cxn ang="0">
                  <a:pos x="76" y="256"/>
                </a:cxn>
                <a:cxn ang="0">
                  <a:pos x="76" y="296"/>
                </a:cxn>
                <a:cxn ang="0">
                  <a:pos x="378" y="296"/>
                </a:cxn>
                <a:cxn ang="0">
                  <a:pos x="378" y="76"/>
                </a:cxn>
                <a:cxn ang="0">
                  <a:pos x="338" y="76"/>
                </a:cxn>
                <a:cxn ang="0">
                  <a:pos x="24" y="194"/>
                </a:cxn>
                <a:cxn ang="0">
                  <a:pos x="24" y="24"/>
                </a:cxn>
                <a:cxn ang="0">
                  <a:pos x="276" y="24"/>
                </a:cxn>
                <a:cxn ang="0">
                  <a:pos x="276" y="194"/>
                </a:cxn>
                <a:cxn ang="0">
                  <a:pos x="24" y="194"/>
                </a:cxn>
                <a:cxn ang="0">
                  <a:pos x="62" y="232"/>
                </a:cxn>
                <a:cxn ang="0">
                  <a:pos x="62" y="218"/>
                </a:cxn>
                <a:cxn ang="0">
                  <a:pos x="300" y="218"/>
                </a:cxn>
                <a:cxn ang="0">
                  <a:pos x="300" y="62"/>
                </a:cxn>
                <a:cxn ang="0">
                  <a:pos x="314" y="62"/>
                </a:cxn>
                <a:cxn ang="0">
                  <a:pos x="314" y="232"/>
                </a:cxn>
                <a:cxn ang="0">
                  <a:pos x="62" y="232"/>
                </a:cxn>
                <a:cxn ang="0">
                  <a:pos x="353" y="272"/>
                </a:cxn>
                <a:cxn ang="0">
                  <a:pos x="100" y="272"/>
                </a:cxn>
                <a:cxn ang="0">
                  <a:pos x="100" y="256"/>
                </a:cxn>
                <a:cxn ang="0">
                  <a:pos x="338" y="256"/>
                </a:cxn>
                <a:cxn ang="0">
                  <a:pos x="338" y="100"/>
                </a:cxn>
                <a:cxn ang="0">
                  <a:pos x="353" y="100"/>
                </a:cxn>
                <a:cxn ang="0">
                  <a:pos x="353" y="272"/>
                </a:cxn>
              </a:cxnLst>
              <a:rect l="0" t="0" r="r" b="b"/>
              <a:pathLst>
                <a:path w="378" h="296">
                  <a:moveTo>
                    <a:pt x="338" y="76"/>
                  </a:moveTo>
                  <a:lnTo>
                    <a:pt x="338" y="38"/>
                  </a:lnTo>
                  <a:lnTo>
                    <a:pt x="300" y="38"/>
                  </a:lnTo>
                  <a:lnTo>
                    <a:pt x="300" y="0"/>
                  </a:lnTo>
                  <a:lnTo>
                    <a:pt x="0" y="0"/>
                  </a:lnTo>
                  <a:lnTo>
                    <a:pt x="0" y="218"/>
                  </a:lnTo>
                  <a:lnTo>
                    <a:pt x="38" y="218"/>
                  </a:lnTo>
                  <a:lnTo>
                    <a:pt x="38" y="256"/>
                  </a:lnTo>
                  <a:lnTo>
                    <a:pt x="76" y="256"/>
                  </a:lnTo>
                  <a:lnTo>
                    <a:pt x="76" y="296"/>
                  </a:lnTo>
                  <a:lnTo>
                    <a:pt x="378" y="296"/>
                  </a:lnTo>
                  <a:lnTo>
                    <a:pt x="378" y="76"/>
                  </a:lnTo>
                  <a:lnTo>
                    <a:pt x="338" y="76"/>
                  </a:lnTo>
                  <a:close/>
                  <a:moveTo>
                    <a:pt x="24" y="194"/>
                  </a:moveTo>
                  <a:lnTo>
                    <a:pt x="24" y="24"/>
                  </a:lnTo>
                  <a:lnTo>
                    <a:pt x="276" y="24"/>
                  </a:lnTo>
                  <a:lnTo>
                    <a:pt x="276" y="194"/>
                  </a:lnTo>
                  <a:lnTo>
                    <a:pt x="24" y="194"/>
                  </a:lnTo>
                  <a:close/>
                  <a:moveTo>
                    <a:pt x="62" y="232"/>
                  </a:moveTo>
                  <a:lnTo>
                    <a:pt x="62" y="218"/>
                  </a:lnTo>
                  <a:lnTo>
                    <a:pt x="300" y="218"/>
                  </a:lnTo>
                  <a:lnTo>
                    <a:pt x="300" y="62"/>
                  </a:lnTo>
                  <a:lnTo>
                    <a:pt x="314" y="62"/>
                  </a:lnTo>
                  <a:lnTo>
                    <a:pt x="314" y="232"/>
                  </a:lnTo>
                  <a:lnTo>
                    <a:pt x="62" y="232"/>
                  </a:lnTo>
                  <a:close/>
                  <a:moveTo>
                    <a:pt x="353" y="272"/>
                  </a:moveTo>
                  <a:lnTo>
                    <a:pt x="100" y="272"/>
                  </a:lnTo>
                  <a:lnTo>
                    <a:pt x="100" y="256"/>
                  </a:lnTo>
                  <a:lnTo>
                    <a:pt x="338" y="256"/>
                  </a:lnTo>
                  <a:lnTo>
                    <a:pt x="338" y="100"/>
                  </a:lnTo>
                  <a:lnTo>
                    <a:pt x="353" y="100"/>
                  </a:lnTo>
                  <a:lnTo>
                    <a:pt x="353" y="272"/>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47" name="그룹 46"/>
          <p:cNvGrpSpPr/>
          <p:nvPr/>
        </p:nvGrpSpPr>
        <p:grpSpPr>
          <a:xfrm>
            <a:off x="3063494" y="3614227"/>
            <a:ext cx="736370" cy="736370"/>
            <a:chOff x="3063494" y="3614227"/>
            <a:chExt cx="736370" cy="736370"/>
          </a:xfrm>
        </p:grpSpPr>
        <p:grpSp>
          <p:nvGrpSpPr>
            <p:cNvPr id="206" name="그룹 205"/>
            <p:cNvGrpSpPr/>
            <p:nvPr/>
          </p:nvGrpSpPr>
          <p:grpSpPr>
            <a:xfrm>
              <a:off x="3063494" y="3614227"/>
              <a:ext cx="736370" cy="736370"/>
              <a:chOff x="1385191" y="2138097"/>
              <a:chExt cx="805348" cy="805347"/>
            </a:xfrm>
          </p:grpSpPr>
          <p:sp>
            <p:nvSpPr>
              <p:cNvPr id="211" name="타원 210"/>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3000"/>
                  </a:lnSpc>
                </a:pPr>
                <a:endParaRPr lang="en-US" altLang="ko-KR" sz="60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212"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46" name="Freeform 34"/>
            <p:cNvSpPr>
              <a:spLocks noEditPoints="1"/>
            </p:cNvSpPr>
            <p:nvPr/>
          </p:nvSpPr>
          <p:spPr bwMode="auto">
            <a:xfrm>
              <a:off x="3246810" y="3780862"/>
              <a:ext cx="369737" cy="369737"/>
            </a:xfrm>
            <a:custGeom>
              <a:avLst/>
              <a:gdLst/>
              <a:ahLst/>
              <a:cxnLst>
                <a:cxn ang="0">
                  <a:pos x="175" y="56"/>
                </a:cxn>
                <a:cxn ang="0">
                  <a:pos x="96" y="3"/>
                </a:cxn>
                <a:cxn ang="0">
                  <a:pos x="83" y="3"/>
                </a:cxn>
                <a:cxn ang="0">
                  <a:pos x="5" y="56"/>
                </a:cxn>
                <a:cxn ang="0">
                  <a:pos x="0" y="66"/>
                </a:cxn>
                <a:cxn ang="0">
                  <a:pos x="0" y="167"/>
                </a:cxn>
                <a:cxn ang="0">
                  <a:pos x="11" y="179"/>
                </a:cxn>
                <a:cxn ang="0">
                  <a:pos x="168" y="179"/>
                </a:cxn>
                <a:cxn ang="0">
                  <a:pos x="180" y="167"/>
                </a:cxn>
                <a:cxn ang="0">
                  <a:pos x="180" y="66"/>
                </a:cxn>
                <a:cxn ang="0">
                  <a:pos x="175" y="56"/>
                </a:cxn>
                <a:cxn ang="0">
                  <a:pos x="168" y="82"/>
                </a:cxn>
                <a:cxn ang="0">
                  <a:pos x="90" y="135"/>
                </a:cxn>
                <a:cxn ang="0">
                  <a:pos x="11" y="82"/>
                </a:cxn>
                <a:cxn ang="0">
                  <a:pos x="11" y="71"/>
                </a:cxn>
                <a:cxn ang="0">
                  <a:pos x="17" y="65"/>
                </a:cxn>
                <a:cxn ang="0">
                  <a:pos x="162" y="65"/>
                </a:cxn>
                <a:cxn ang="0">
                  <a:pos x="168" y="71"/>
                </a:cxn>
                <a:cxn ang="0">
                  <a:pos x="168" y="82"/>
                </a:cxn>
                <a:cxn ang="0">
                  <a:pos x="97" y="84"/>
                </a:cxn>
                <a:cxn ang="0">
                  <a:pos x="90" y="77"/>
                </a:cxn>
                <a:cxn ang="0">
                  <a:pos x="82" y="84"/>
                </a:cxn>
                <a:cxn ang="0">
                  <a:pos x="82" y="109"/>
                </a:cxn>
                <a:cxn ang="0">
                  <a:pos x="66" y="109"/>
                </a:cxn>
                <a:cxn ang="0">
                  <a:pos x="90" y="125"/>
                </a:cxn>
                <a:cxn ang="0">
                  <a:pos x="113" y="109"/>
                </a:cxn>
                <a:cxn ang="0">
                  <a:pos x="97" y="109"/>
                </a:cxn>
                <a:cxn ang="0">
                  <a:pos x="97" y="84"/>
                </a:cxn>
              </a:cxnLst>
              <a:rect l="0" t="0" r="r" b="b"/>
              <a:pathLst>
                <a:path w="180" h="179">
                  <a:moveTo>
                    <a:pt x="175" y="56"/>
                  </a:moveTo>
                  <a:cubicBezTo>
                    <a:pt x="96" y="3"/>
                    <a:pt x="96" y="3"/>
                    <a:pt x="96" y="3"/>
                  </a:cubicBezTo>
                  <a:cubicBezTo>
                    <a:pt x="92" y="0"/>
                    <a:pt x="87" y="0"/>
                    <a:pt x="83" y="3"/>
                  </a:cubicBezTo>
                  <a:cubicBezTo>
                    <a:pt x="5" y="56"/>
                    <a:pt x="5" y="56"/>
                    <a:pt x="5" y="56"/>
                  </a:cubicBezTo>
                  <a:cubicBezTo>
                    <a:pt x="2" y="58"/>
                    <a:pt x="0" y="62"/>
                    <a:pt x="0" y="66"/>
                  </a:cubicBezTo>
                  <a:cubicBezTo>
                    <a:pt x="0" y="167"/>
                    <a:pt x="0" y="167"/>
                    <a:pt x="0" y="167"/>
                  </a:cubicBezTo>
                  <a:cubicBezTo>
                    <a:pt x="0" y="174"/>
                    <a:pt x="5" y="179"/>
                    <a:pt x="11" y="179"/>
                  </a:cubicBezTo>
                  <a:cubicBezTo>
                    <a:pt x="168" y="179"/>
                    <a:pt x="168" y="179"/>
                    <a:pt x="168" y="179"/>
                  </a:cubicBezTo>
                  <a:cubicBezTo>
                    <a:pt x="175" y="179"/>
                    <a:pt x="180" y="174"/>
                    <a:pt x="180" y="167"/>
                  </a:cubicBezTo>
                  <a:cubicBezTo>
                    <a:pt x="180" y="66"/>
                    <a:pt x="180" y="66"/>
                    <a:pt x="180" y="66"/>
                  </a:cubicBezTo>
                  <a:cubicBezTo>
                    <a:pt x="180" y="62"/>
                    <a:pt x="178" y="58"/>
                    <a:pt x="175" y="56"/>
                  </a:cubicBezTo>
                  <a:close/>
                  <a:moveTo>
                    <a:pt x="168" y="82"/>
                  </a:moveTo>
                  <a:cubicBezTo>
                    <a:pt x="90" y="135"/>
                    <a:pt x="90" y="135"/>
                    <a:pt x="90" y="135"/>
                  </a:cubicBezTo>
                  <a:cubicBezTo>
                    <a:pt x="11" y="82"/>
                    <a:pt x="11" y="82"/>
                    <a:pt x="11" y="82"/>
                  </a:cubicBezTo>
                  <a:cubicBezTo>
                    <a:pt x="11" y="71"/>
                    <a:pt x="11" y="71"/>
                    <a:pt x="11" y="71"/>
                  </a:cubicBezTo>
                  <a:cubicBezTo>
                    <a:pt x="11" y="68"/>
                    <a:pt x="14" y="65"/>
                    <a:pt x="17" y="65"/>
                  </a:cubicBezTo>
                  <a:cubicBezTo>
                    <a:pt x="162" y="65"/>
                    <a:pt x="162" y="65"/>
                    <a:pt x="162" y="65"/>
                  </a:cubicBezTo>
                  <a:cubicBezTo>
                    <a:pt x="166" y="65"/>
                    <a:pt x="168" y="68"/>
                    <a:pt x="168" y="71"/>
                  </a:cubicBezTo>
                  <a:lnTo>
                    <a:pt x="168" y="82"/>
                  </a:lnTo>
                  <a:close/>
                  <a:moveTo>
                    <a:pt x="97" y="84"/>
                  </a:moveTo>
                  <a:cubicBezTo>
                    <a:pt x="97" y="80"/>
                    <a:pt x="94" y="77"/>
                    <a:pt x="90" y="77"/>
                  </a:cubicBezTo>
                  <a:cubicBezTo>
                    <a:pt x="86" y="77"/>
                    <a:pt x="82" y="80"/>
                    <a:pt x="82" y="84"/>
                  </a:cubicBezTo>
                  <a:cubicBezTo>
                    <a:pt x="82" y="109"/>
                    <a:pt x="82" y="109"/>
                    <a:pt x="82" y="109"/>
                  </a:cubicBezTo>
                  <a:cubicBezTo>
                    <a:pt x="66" y="109"/>
                    <a:pt x="66" y="109"/>
                    <a:pt x="66" y="109"/>
                  </a:cubicBezTo>
                  <a:cubicBezTo>
                    <a:pt x="90" y="125"/>
                    <a:pt x="90" y="125"/>
                    <a:pt x="90" y="125"/>
                  </a:cubicBezTo>
                  <a:cubicBezTo>
                    <a:pt x="113" y="109"/>
                    <a:pt x="113" y="109"/>
                    <a:pt x="113" y="109"/>
                  </a:cubicBezTo>
                  <a:cubicBezTo>
                    <a:pt x="97" y="109"/>
                    <a:pt x="97" y="109"/>
                    <a:pt x="97" y="109"/>
                  </a:cubicBezTo>
                  <a:lnTo>
                    <a:pt x="97" y="8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138125054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ppt_w</p:attrName>
                                        </p:attrNameLst>
                                      </p:cBhvr>
                                      <p:tavLst>
                                        <p:tav tm="0">
                                          <p:val>
                                            <p:fltVal val="0"/>
                                          </p:val>
                                        </p:tav>
                                        <p:tav tm="100000">
                                          <p:val>
                                            <p:strVal val="#ppt_w"/>
                                          </p:val>
                                        </p:tav>
                                      </p:tavLst>
                                    </p:anim>
                                    <p:anim calcmode="lin" valueType="num">
                                      <p:cBhvr>
                                        <p:cTn id="8" dur="500" fill="hold"/>
                                        <p:tgtEl>
                                          <p:spTgt spid="45"/>
                                        </p:tgtEl>
                                        <p:attrNameLst>
                                          <p:attrName>ppt_h</p:attrName>
                                        </p:attrNameLst>
                                      </p:cBhvr>
                                      <p:tavLst>
                                        <p:tav tm="0">
                                          <p:val>
                                            <p:fltVal val="0"/>
                                          </p:val>
                                        </p:tav>
                                        <p:tav tm="100000">
                                          <p:val>
                                            <p:strVal val="#ppt_h"/>
                                          </p:val>
                                        </p:tav>
                                      </p:tavLst>
                                    </p:anim>
                                    <p:animEffect transition="in" filter="fade">
                                      <p:cBhvr>
                                        <p:cTn id="9" dur="500"/>
                                        <p:tgtEl>
                                          <p:spTgt spid="45"/>
                                        </p:tgtEl>
                                      </p:cBhvr>
                                    </p:animEffect>
                                  </p:childTnLst>
                                </p:cTn>
                              </p:par>
                              <p:par>
                                <p:cTn id="10" presetID="17" presetClass="entr" presetSubtype="1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strVal val="#ppt_h"/>
                                          </p:val>
                                        </p:tav>
                                        <p:tav tm="100000">
                                          <p:val>
                                            <p:strVal val="#ppt_h"/>
                                          </p:val>
                                        </p:tav>
                                      </p:tavLst>
                                    </p:anim>
                                  </p:childTnLst>
                                </p:cTn>
                              </p:par>
                              <p:par>
                                <p:cTn id="14" presetID="17" presetClass="entr" presetSubtype="1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strVal val="#ppt_h"/>
                                          </p:val>
                                        </p:tav>
                                        <p:tav tm="100000">
                                          <p:val>
                                            <p:strVal val="#ppt_h"/>
                                          </p:val>
                                        </p:tav>
                                      </p:tavLst>
                                    </p:anim>
                                  </p:childTnLst>
                                </p:cTn>
                              </p:par>
                              <p:par>
                                <p:cTn id="18" presetID="17" presetClass="entr" presetSubtype="10"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strVal val="#ppt_h"/>
                                          </p:val>
                                        </p:tav>
                                        <p:tav tm="100000">
                                          <p:val>
                                            <p:strVal val="#ppt_h"/>
                                          </p:val>
                                        </p:tav>
                                      </p:tavLst>
                                    </p:anim>
                                  </p:childTnLst>
                                </p:cTn>
                              </p:par>
                              <p:par>
                                <p:cTn id="22" presetID="17" presetClass="entr" presetSubtype="1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p:cTn id="24" dur="500" fill="hold"/>
                                        <p:tgtEl>
                                          <p:spTgt spid="15"/>
                                        </p:tgtEl>
                                        <p:attrNameLst>
                                          <p:attrName>ppt_w</p:attrName>
                                        </p:attrNameLst>
                                      </p:cBhvr>
                                      <p:tavLst>
                                        <p:tav tm="0">
                                          <p:val>
                                            <p:fltVal val="0"/>
                                          </p:val>
                                        </p:tav>
                                        <p:tav tm="100000">
                                          <p:val>
                                            <p:strVal val="#ppt_w"/>
                                          </p:val>
                                        </p:tav>
                                      </p:tavLst>
                                    </p:anim>
                                    <p:anim calcmode="lin" valueType="num">
                                      <p:cBhvr>
                                        <p:cTn id="25" dur="500" fill="hold"/>
                                        <p:tgtEl>
                                          <p:spTgt spid="15"/>
                                        </p:tgtEl>
                                        <p:attrNameLst>
                                          <p:attrName>ppt_h</p:attrName>
                                        </p:attrNameLst>
                                      </p:cBhvr>
                                      <p:tavLst>
                                        <p:tav tm="0">
                                          <p:val>
                                            <p:strVal val="#ppt_h"/>
                                          </p:val>
                                        </p:tav>
                                        <p:tav tm="100000">
                                          <p:val>
                                            <p:strVal val="#ppt_h"/>
                                          </p:val>
                                        </p:tav>
                                      </p:tavLst>
                                    </p:anim>
                                  </p:childTnLst>
                                </p:cTn>
                              </p:par>
                              <p:par>
                                <p:cTn id="26" presetID="17" presetClass="entr" presetSubtype="1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fill="hold"/>
                                        <p:tgtEl>
                                          <p:spTgt spid="16"/>
                                        </p:tgtEl>
                                        <p:attrNameLst>
                                          <p:attrName>ppt_w</p:attrName>
                                        </p:attrNameLst>
                                      </p:cBhvr>
                                      <p:tavLst>
                                        <p:tav tm="0">
                                          <p:val>
                                            <p:fltVal val="0"/>
                                          </p:val>
                                        </p:tav>
                                        <p:tav tm="100000">
                                          <p:val>
                                            <p:strVal val="#ppt_w"/>
                                          </p:val>
                                        </p:tav>
                                      </p:tavLst>
                                    </p:anim>
                                    <p:anim calcmode="lin" valueType="num">
                                      <p:cBhvr>
                                        <p:cTn id="29" dur="500" fill="hold"/>
                                        <p:tgtEl>
                                          <p:spTgt spid="16"/>
                                        </p:tgtEl>
                                        <p:attrNameLst>
                                          <p:attrName>ppt_h</p:attrName>
                                        </p:attrNameLst>
                                      </p:cBhvr>
                                      <p:tavLst>
                                        <p:tav tm="0">
                                          <p:val>
                                            <p:strVal val="#ppt_h"/>
                                          </p:val>
                                        </p:tav>
                                        <p:tav tm="100000">
                                          <p:val>
                                            <p:strVal val="#ppt_h"/>
                                          </p:val>
                                        </p:tav>
                                      </p:tavLst>
                                    </p:anim>
                                  </p:childTnLst>
                                </p:cTn>
                              </p:par>
                              <p:par>
                                <p:cTn id="30" presetID="17" presetClass="entr" presetSubtype="1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500" fill="hold"/>
                                        <p:tgtEl>
                                          <p:spTgt spid="17"/>
                                        </p:tgtEl>
                                        <p:attrNameLst>
                                          <p:attrName>ppt_w</p:attrName>
                                        </p:attrNameLst>
                                      </p:cBhvr>
                                      <p:tavLst>
                                        <p:tav tm="0">
                                          <p:val>
                                            <p:fltVal val="0"/>
                                          </p:val>
                                        </p:tav>
                                        <p:tav tm="100000">
                                          <p:val>
                                            <p:strVal val="#ppt_w"/>
                                          </p:val>
                                        </p:tav>
                                      </p:tavLst>
                                    </p:anim>
                                    <p:anim calcmode="lin" valueType="num">
                                      <p:cBhvr>
                                        <p:cTn id="33" dur="500" fill="hold"/>
                                        <p:tgtEl>
                                          <p:spTgt spid="17"/>
                                        </p:tgtEl>
                                        <p:attrNameLst>
                                          <p:attrName>ppt_h</p:attrName>
                                        </p:attrNameLst>
                                      </p:cBhvr>
                                      <p:tavLst>
                                        <p:tav tm="0">
                                          <p:val>
                                            <p:strVal val="#ppt_h"/>
                                          </p:val>
                                        </p:tav>
                                        <p:tav tm="100000">
                                          <p:val>
                                            <p:strVal val="#ppt_h"/>
                                          </p:val>
                                        </p:tav>
                                      </p:tavLst>
                                    </p:anim>
                                  </p:childTnLst>
                                </p:cTn>
                              </p:par>
                              <p:par>
                                <p:cTn id="34" presetID="53" presetClass="entr" presetSubtype="0" fill="hold" nodeType="withEffect">
                                  <p:stCondLst>
                                    <p:cond delay="0"/>
                                  </p:stCondLst>
                                  <p:childTnLst>
                                    <p:set>
                                      <p:cBhvr>
                                        <p:cTn id="35" dur="1" fill="hold">
                                          <p:stCondLst>
                                            <p:cond delay="0"/>
                                          </p:stCondLst>
                                        </p:cTn>
                                        <p:tgtEl>
                                          <p:spTgt spid="47"/>
                                        </p:tgtEl>
                                        <p:attrNameLst>
                                          <p:attrName>style.visibility</p:attrName>
                                        </p:attrNameLst>
                                      </p:cBhvr>
                                      <p:to>
                                        <p:strVal val="visible"/>
                                      </p:to>
                                    </p:set>
                                    <p:anim calcmode="lin" valueType="num">
                                      <p:cBhvr>
                                        <p:cTn id="36" dur="500" fill="hold"/>
                                        <p:tgtEl>
                                          <p:spTgt spid="47"/>
                                        </p:tgtEl>
                                        <p:attrNameLst>
                                          <p:attrName>ppt_w</p:attrName>
                                        </p:attrNameLst>
                                      </p:cBhvr>
                                      <p:tavLst>
                                        <p:tav tm="0">
                                          <p:val>
                                            <p:fltVal val="0"/>
                                          </p:val>
                                        </p:tav>
                                        <p:tav tm="100000">
                                          <p:val>
                                            <p:strVal val="#ppt_w"/>
                                          </p:val>
                                        </p:tav>
                                      </p:tavLst>
                                    </p:anim>
                                    <p:anim calcmode="lin" valueType="num">
                                      <p:cBhvr>
                                        <p:cTn id="37" dur="500" fill="hold"/>
                                        <p:tgtEl>
                                          <p:spTgt spid="47"/>
                                        </p:tgtEl>
                                        <p:attrNameLst>
                                          <p:attrName>ppt_h</p:attrName>
                                        </p:attrNameLst>
                                      </p:cBhvr>
                                      <p:tavLst>
                                        <p:tav tm="0">
                                          <p:val>
                                            <p:fltVal val="0"/>
                                          </p:val>
                                        </p:tav>
                                        <p:tav tm="100000">
                                          <p:val>
                                            <p:strVal val="#ppt_h"/>
                                          </p:val>
                                        </p:tav>
                                      </p:tavLst>
                                    </p:anim>
                                    <p:animEffect transition="in" filter="fade">
                                      <p:cBhvr>
                                        <p:cTn id="38" dur="500"/>
                                        <p:tgtEl>
                                          <p:spTgt spid="47"/>
                                        </p:tgtEl>
                                      </p:cBhvr>
                                    </p:animEffect>
                                  </p:childTnLst>
                                </p:cTn>
                              </p:par>
                            </p:childTnLst>
                          </p:cTn>
                        </p:par>
                        <p:par>
                          <p:cTn id="39" fill="hold">
                            <p:stCondLst>
                              <p:cond delay="500"/>
                            </p:stCondLst>
                            <p:childTnLst>
                              <p:par>
                                <p:cTn id="40" presetID="17" presetClass="entr" presetSubtype="10" fill="hold" nodeType="after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p:cTn id="42" dur="500" fill="hold"/>
                                        <p:tgtEl>
                                          <p:spTgt spid="2"/>
                                        </p:tgtEl>
                                        <p:attrNameLst>
                                          <p:attrName>ppt_w</p:attrName>
                                        </p:attrNameLst>
                                      </p:cBhvr>
                                      <p:tavLst>
                                        <p:tav tm="0">
                                          <p:val>
                                            <p:fltVal val="0"/>
                                          </p:val>
                                        </p:tav>
                                        <p:tav tm="100000">
                                          <p:val>
                                            <p:strVal val="#ppt_w"/>
                                          </p:val>
                                        </p:tav>
                                      </p:tavLst>
                                    </p:anim>
                                    <p:anim calcmode="lin" valueType="num">
                                      <p:cBhvr>
                                        <p:cTn id="43" dur="500" fill="hold"/>
                                        <p:tgtEl>
                                          <p:spTgt spid="2"/>
                                        </p:tgtEl>
                                        <p:attrNameLst>
                                          <p:attrName>ppt_h</p:attrName>
                                        </p:attrNameLst>
                                      </p:cBhvr>
                                      <p:tavLst>
                                        <p:tav tm="0">
                                          <p:val>
                                            <p:strVal val="#ppt_h"/>
                                          </p:val>
                                        </p:tav>
                                        <p:tav tm="100000">
                                          <p:val>
                                            <p:strVal val="#ppt_h"/>
                                          </p:val>
                                        </p:tav>
                                      </p:tavLst>
                                    </p:anim>
                                  </p:childTnLst>
                                </p:cTn>
                              </p:par>
                              <p:par>
                                <p:cTn id="44" presetID="17" presetClass="entr" presetSubtype="10" fill="hold" nodeType="withEffect">
                                  <p:stCondLst>
                                    <p:cond delay="0"/>
                                  </p:stCondLst>
                                  <p:childTnLst>
                                    <p:set>
                                      <p:cBhvr>
                                        <p:cTn id="45" dur="1" fill="hold">
                                          <p:stCondLst>
                                            <p:cond delay="0"/>
                                          </p:stCondLst>
                                        </p:cTn>
                                        <p:tgtEl>
                                          <p:spTgt spid="236"/>
                                        </p:tgtEl>
                                        <p:attrNameLst>
                                          <p:attrName>style.visibility</p:attrName>
                                        </p:attrNameLst>
                                      </p:cBhvr>
                                      <p:to>
                                        <p:strVal val="visible"/>
                                      </p:to>
                                    </p:set>
                                    <p:anim calcmode="lin" valueType="num">
                                      <p:cBhvr>
                                        <p:cTn id="46" dur="500" fill="hold"/>
                                        <p:tgtEl>
                                          <p:spTgt spid="236"/>
                                        </p:tgtEl>
                                        <p:attrNameLst>
                                          <p:attrName>ppt_w</p:attrName>
                                        </p:attrNameLst>
                                      </p:cBhvr>
                                      <p:tavLst>
                                        <p:tav tm="0">
                                          <p:val>
                                            <p:fltVal val="0"/>
                                          </p:val>
                                        </p:tav>
                                        <p:tav tm="100000">
                                          <p:val>
                                            <p:strVal val="#ppt_w"/>
                                          </p:val>
                                        </p:tav>
                                      </p:tavLst>
                                    </p:anim>
                                    <p:anim calcmode="lin" valueType="num">
                                      <p:cBhvr>
                                        <p:cTn id="47" dur="500" fill="hold"/>
                                        <p:tgtEl>
                                          <p:spTgt spid="236"/>
                                        </p:tgtEl>
                                        <p:attrNameLst>
                                          <p:attrName>ppt_h</p:attrName>
                                        </p:attrNameLst>
                                      </p:cBhvr>
                                      <p:tavLst>
                                        <p:tav tm="0">
                                          <p:val>
                                            <p:strVal val="#ppt_h"/>
                                          </p:val>
                                        </p:tav>
                                        <p:tav tm="100000">
                                          <p:val>
                                            <p:strVal val="#ppt_h"/>
                                          </p:val>
                                        </p:tav>
                                      </p:tavLst>
                                    </p:anim>
                                  </p:childTnLst>
                                </p:cTn>
                              </p:par>
                              <p:par>
                                <p:cTn id="48" presetID="12" presetClass="entr" presetSubtype="4" fill="hold" grpId="0" nodeType="withEffect">
                                  <p:stCondLst>
                                    <p:cond delay="0"/>
                                  </p:stCondLst>
                                  <p:childTnLst>
                                    <p:set>
                                      <p:cBhvr>
                                        <p:cTn id="49" dur="1" fill="hold">
                                          <p:stCondLst>
                                            <p:cond delay="0"/>
                                          </p:stCondLst>
                                        </p:cTn>
                                        <p:tgtEl>
                                          <p:spTgt spid="143"/>
                                        </p:tgtEl>
                                        <p:attrNameLst>
                                          <p:attrName>style.visibility</p:attrName>
                                        </p:attrNameLst>
                                      </p:cBhvr>
                                      <p:to>
                                        <p:strVal val="visible"/>
                                      </p:to>
                                    </p:set>
                                    <p:animEffect transition="in" filter="slide(fromBottom)">
                                      <p:cBhvr>
                                        <p:cTn id="50"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그룹 56"/>
          <p:cNvGrpSpPr/>
          <p:nvPr/>
        </p:nvGrpSpPr>
        <p:grpSpPr>
          <a:xfrm>
            <a:off x="4528790" y="1506599"/>
            <a:ext cx="1982339" cy="2296839"/>
            <a:chOff x="5813451" y="1506594"/>
            <a:chExt cx="1982339" cy="2296839"/>
          </a:xfrm>
        </p:grpSpPr>
        <p:sp>
          <p:nvSpPr>
            <p:cNvPr id="231" name="직사각형 230"/>
            <p:cNvSpPr/>
            <p:nvPr/>
          </p:nvSpPr>
          <p:spPr>
            <a:xfrm rot="21314021" flipH="1">
              <a:off x="5813451" y="2737281"/>
              <a:ext cx="782246" cy="39112"/>
            </a:xfrm>
            <a:prstGeom prst="rect">
              <a:avLst/>
            </a:prstGeom>
            <a:pattFill prst="dkDnDiag">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00" name="직사각형 99"/>
            <p:cNvSpPr/>
            <p:nvPr/>
          </p:nvSpPr>
          <p:spPr>
            <a:xfrm rot="20189431" flipH="1">
              <a:off x="6696611" y="2555900"/>
              <a:ext cx="782246" cy="39112"/>
            </a:xfrm>
            <a:prstGeom prst="rect">
              <a:avLst/>
            </a:prstGeom>
            <a:pattFill prst="dkDnDiag">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07" name="직사각형 106"/>
            <p:cNvSpPr/>
            <p:nvPr/>
          </p:nvSpPr>
          <p:spPr>
            <a:xfrm rot="3224871" flipH="1">
              <a:off x="6483998" y="3019957"/>
              <a:ext cx="782246" cy="39112"/>
            </a:xfrm>
            <a:prstGeom prst="rect">
              <a:avLst/>
            </a:prstGeom>
            <a:pattFill prst="dkUpDiag">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08" name="직사각형 107"/>
            <p:cNvSpPr/>
            <p:nvPr/>
          </p:nvSpPr>
          <p:spPr>
            <a:xfrm rot="16200000" flipH="1">
              <a:off x="6242382" y="2265068"/>
              <a:ext cx="782246" cy="39112"/>
            </a:xfrm>
            <a:prstGeom prst="rect">
              <a:avLst/>
            </a:prstGeom>
            <a:pattFill prst="dkDnDiag">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12" name="그룹 11"/>
            <p:cNvGrpSpPr/>
            <p:nvPr/>
          </p:nvGrpSpPr>
          <p:grpSpPr>
            <a:xfrm>
              <a:off x="6286111" y="1506594"/>
              <a:ext cx="647306" cy="647305"/>
              <a:chOff x="3407719" y="2420577"/>
              <a:chExt cx="595798" cy="595797"/>
            </a:xfrm>
          </p:grpSpPr>
          <p:sp>
            <p:nvSpPr>
              <p:cNvPr id="178" name="타원 177"/>
              <p:cNvSpPr/>
              <p:nvPr/>
            </p:nvSpPr>
            <p:spPr>
              <a:xfrm>
                <a:off x="3407719" y="2420577"/>
                <a:ext cx="595798" cy="595796"/>
              </a:xfrm>
              <a:prstGeom prst="ellipse">
                <a:avLst/>
              </a:prstGeom>
              <a:gradFill>
                <a:gsLst>
                  <a:gs pos="0">
                    <a:schemeClr val="accent6">
                      <a:lumMod val="85000"/>
                    </a:schemeClr>
                  </a:gs>
                  <a:gs pos="100000">
                    <a:schemeClr val="accent6">
                      <a:lumMod val="75000"/>
                    </a:schemeClr>
                  </a:gs>
                </a:gsLst>
                <a:lin ang="2700000" scaled="0"/>
              </a:gradFill>
              <a:ln w="3175" cap="flat" cmpd="sng" algn="ctr">
                <a:solidFill>
                  <a:schemeClr val="accent6">
                    <a:lumMod val="7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700" dirty="0">
                    <a:gradFill>
                      <a:gsLst>
                        <a:gs pos="0">
                          <a:schemeClr val="tx2">
                            <a:lumMod val="75000"/>
                          </a:schemeClr>
                        </a:gs>
                        <a:gs pos="100000">
                          <a:schemeClr val="tx2">
                            <a:lumMod val="75000"/>
                          </a:schemeClr>
                        </a:gs>
                      </a:gsLst>
                      <a:lin ang="2700000" scaled="0"/>
                    </a:gradFill>
                    <a:cs typeface="Roboto Condensed Regular"/>
                  </a:rPr>
                  <a:t>Vestibulum lacinia arcu eget nulla. </a:t>
                </a:r>
              </a:p>
            </p:txBody>
          </p:sp>
          <p:sp>
            <p:nvSpPr>
              <p:cNvPr id="179" name="타원 111"/>
              <p:cNvSpPr/>
              <p:nvPr/>
            </p:nvSpPr>
            <p:spPr>
              <a:xfrm>
                <a:off x="356854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5000"/>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60" name="그룹 59"/>
            <p:cNvGrpSpPr/>
            <p:nvPr/>
          </p:nvGrpSpPr>
          <p:grpSpPr>
            <a:xfrm>
              <a:off x="7148484" y="2077034"/>
              <a:ext cx="647306" cy="647305"/>
              <a:chOff x="3407719" y="2420577"/>
              <a:chExt cx="595798" cy="595797"/>
            </a:xfrm>
          </p:grpSpPr>
          <p:sp>
            <p:nvSpPr>
              <p:cNvPr id="61" name="타원 60"/>
              <p:cNvSpPr/>
              <p:nvPr/>
            </p:nvSpPr>
            <p:spPr>
              <a:xfrm>
                <a:off x="3407719" y="2420577"/>
                <a:ext cx="595798" cy="595796"/>
              </a:xfrm>
              <a:prstGeom prst="ellipse">
                <a:avLst/>
              </a:prstGeom>
              <a:gradFill>
                <a:gsLst>
                  <a:gs pos="0">
                    <a:schemeClr val="accent6">
                      <a:lumMod val="85000"/>
                    </a:schemeClr>
                  </a:gs>
                  <a:gs pos="100000">
                    <a:schemeClr val="accent6">
                      <a:lumMod val="75000"/>
                    </a:schemeClr>
                  </a:gs>
                </a:gsLst>
                <a:lin ang="2700000" scaled="0"/>
              </a:gradFill>
              <a:ln w="3175" cap="flat" cmpd="sng" algn="ctr">
                <a:solidFill>
                  <a:schemeClr val="accent6">
                    <a:lumMod val="7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700" dirty="0">
                    <a:gradFill>
                      <a:gsLst>
                        <a:gs pos="0">
                          <a:schemeClr val="tx2">
                            <a:lumMod val="75000"/>
                          </a:schemeClr>
                        </a:gs>
                        <a:gs pos="100000">
                          <a:schemeClr val="tx2">
                            <a:lumMod val="75000"/>
                          </a:schemeClr>
                        </a:gs>
                      </a:gsLst>
                      <a:lin ang="2700000" scaled="0"/>
                    </a:gradFill>
                    <a:cs typeface="Roboto Condensed Regular"/>
                  </a:rPr>
                  <a:t>Vestibulum lacinia arcu eget nulla. </a:t>
                </a:r>
              </a:p>
            </p:txBody>
          </p:sp>
          <p:sp>
            <p:nvSpPr>
              <p:cNvPr id="62" name="타원 111"/>
              <p:cNvSpPr/>
              <p:nvPr/>
            </p:nvSpPr>
            <p:spPr>
              <a:xfrm>
                <a:off x="356854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5000"/>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67" name="그룹 66"/>
            <p:cNvGrpSpPr/>
            <p:nvPr/>
          </p:nvGrpSpPr>
          <p:grpSpPr>
            <a:xfrm>
              <a:off x="6310258" y="2407585"/>
              <a:ext cx="647306" cy="647305"/>
              <a:chOff x="3407719" y="2420577"/>
              <a:chExt cx="595798" cy="595797"/>
            </a:xfrm>
          </p:grpSpPr>
          <p:sp>
            <p:nvSpPr>
              <p:cNvPr id="68" name="타원 67"/>
              <p:cNvSpPr/>
              <p:nvPr/>
            </p:nvSpPr>
            <p:spPr>
              <a:xfrm>
                <a:off x="3407719" y="2420577"/>
                <a:ext cx="595798" cy="59579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bg2"/>
                        </a:gs>
                        <a:gs pos="100000">
                          <a:schemeClr val="bg2"/>
                        </a:gs>
                      </a:gsLst>
                      <a:lin ang="5400000" scaled="0"/>
                    </a:gradFill>
                    <a:latin typeface="Bebas Neue" pitchFamily="34" charset="0"/>
                    <a:ea typeface="+mj-ea"/>
                  </a:rPr>
                  <a:t>Core Value</a:t>
                </a:r>
                <a:endParaRPr lang="ko-KR" altLang="en-US" sz="1200" b="1" dirty="0">
                  <a:gradFill>
                    <a:gsLst>
                      <a:gs pos="0">
                        <a:schemeClr val="bg2"/>
                      </a:gs>
                      <a:gs pos="100000">
                        <a:schemeClr val="bg2"/>
                      </a:gs>
                    </a:gsLst>
                    <a:lin ang="5400000" scaled="0"/>
                  </a:gradFill>
                  <a:latin typeface="Bebas Neue" pitchFamily="34" charset="0"/>
                  <a:ea typeface="+mj-ea"/>
                </a:endParaRPr>
              </a:p>
            </p:txBody>
          </p:sp>
          <p:sp>
            <p:nvSpPr>
              <p:cNvPr id="69" name="타원 111"/>
              <p:cNvSpPr/>
              <p:nvPr/>
            </p:nvSpPr>
            <p:spPr>
              <a:xfrm>
                <a:off x="356854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70" name="그룹 69"/>
            <p:cNvGrpSpPr/>
            <p:nvPr/>
          </p:nvGrpSpPr>
          <p:grpSpPr>
            <a:xfrm>
              <a:off x="6831729" y="3156128"/>
              <a:ext cx="647306" cy="647305"/>
              <a:chOff x="3407719" y="2420577"/>
              <a:chExt cx="595798" cy="595797"/>
            </a:xfrm>
          </p:grpSpPr>
          <p:sp>
            <p:nvSpPr>
              <p:cNvPr id="71" name="타원 70"/>
              <p:cNvSpPr/>
              <p:nvPr/>
            </p:nvSpPr>
            <p:spPr>
              <a:xfrm>
                <a:off x="3407719" y="2420577"/>
                <a:ext cx="595798" cy="595796"/>
              </a:xfrm>
              <a:prstGeom prst="ellipse">
                <a:avLst/>
              </a:prstGeom>
              <a:gradFill>
                <a:gsLst>
                  <a:gs pos="0">
                    <a:schemeClr val="accent6">
                      <a:lumMod val="85000"/>
                    </a:schemeClr>
                  </a:gs>
                  <a:gs pos="100000">
                    <a:schemeClr val="accent6">
                      <a:lumMod val="75000"/>
                    </a:schemeClr>
                  </a:gs>
                </a:gsLst>
                <a:lin ang="2700000" scaled="0"/>
              </a:gradFill>
              <a:ln w="3175" cap="flat" cmpd="sng" algn="ctr">
                <a:solidFill>
                  <a:schemeClr val="accent6">
                    <a:lumMod val="7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700" dirty="0">
                    <a:gradFill>
                      <a:gsLst>
                        <a:gs pos="0">
                          <a:schemeClr val="tx2">
                            <a:lumMod val="75000"/>
                          </a:schemeClr>
                        </a:gs>
                        <a:gs pos="100000">
                          <a:schemeClr val="tx2">
                            <a:lumMod val="75000"/>
                          </a:schemeClr>
                        </a:gs>
                      </a:gsLst>
                      <a:lin ang="2700000" scaled="0"/>
                    </a:gradFill>
                    <a:cs typeface="Roboto Condensed Regular"/>
                  </a:rPr>
                  <a:t>Vestibulum lacinia arcu eget nulla. </a:t>
                </a:r>
              </a:p>
            </p:txBody>
          </p:sp>
          <p:sp>
            <p:nvSpPr>
              <p:cNvPr id="72" name="타원 111"/>
              <p:cNvSpPr/>
              <p:nvPr/>
            </p:nvSpPr>
            <p:spPr>
              <a:xfrm>
                <a:off x="356854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5000"/>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grpSp>
        <p:nvGrpSpPr>
          <p:cNvPr id="56" name="그룹 55"/>
          <p:cNvGrpSpPr/>
          <p:nvPr/>
        </p:nvGrpSpPr>
        <p:grpSpPr>
          <a:xfrm>
            <a:off x="2513013" y="3115525"/>
            <a:ext cx="2217648" cy="1462829"/>
            <a:chOff x="3797679" y="3115520"/>
            <a:chExt cx="2217648" cy="1462829"/>
          </a:xfrm>
        </p:grpSpPr>
        <p:sp>
          <p:nvSpPr>
            <p:cNvPr id="110" name="직사각형 109"/>
            <p:cNvSpPr/>
            <p:nvPr/>
          </p:nvSpPr>
          <p:spPr>
            <a:xfrm rot="18975775" flipH="1">
              <a:off x="4959571" y="3130959"/>
              <a:ext cx="782246" cy="39112"/>
            </a:xfrm>
            <a:prstGeom prst="rect">
              <a:avLst/>
            </a:prstGeom>
            <a:pattFill prst="dkDnDiag">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04" name="직사각형 103"/>
            <p:cNvSpPr/>
            <p:nvPr/>
          </p:nvSpPr>
          <p:spPr>
            <a:xfrm rot="21029100" flipH="1">
              <a:off x="4199640" y="3500193"/>
              <a:ext cx="782246" cy="39112"/>
            </a:xfrm>
            <a:prstGeom prst="rect">
              <a:avLst/>
            </a:prstGeom>
            <a:pattFill prst="dkDnDiag">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05" name="직사각형 104"/>
            <p:cNvSpPr/>
            <p:nvPr/>
          </p:nvSpPr>
          <p:spPr>
            <a:xfrm rot="2533554" flipH="1">
              <a:off x="4964526" y="3695239"/>
              <a:ext cx="782246" cy="39112"/>
            </a:xfrm>
            <a:prstGeom prst="rect">
              <a:avLst/>
            </a:prstGeom>
            <a:pattFill prst="dkUpDiag">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06" name="직사각형 105"/>
            <p:cNvSpPr/>
            <p:nvPr/>
          </p:nvSpPr>
          <p:spPr>
            <a:xfrm rot="17147860" flipH="1">
              <a:off x="4511134" y="3832828"/>
              <a:ext cx="782246" cy="39112"/>
            </a:xfrm>
            <a:prstGeom prst="rect">
              <a:avLst/>
            </a:prstGeom>
            <a:pattFill prst="dkDnDiag">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73" name="그룹 72"/>
            <p:cNvGrpSpPr/>
            <p:nvPr/>
          </p:nvGrpSpPr>
          <p:grpSpPr>
            <a:xfrm>
              <a:off x="4701445" y="3115520"/>
              <a:ext cx="647306" cy="647305"/>
              <a:chOff x="3407719" y="2420577"/>
              <a:chExt cx="595798" cy="595797"/>
            </a:xfrm>
          </p:grpSpPr>
          <p:sp>
            <p:nvSpPr>
              <p:cNvPr id="74" name="타원 73"/>
              <p:cNvSpPr/>
              <p:nvPr/>
            </p:nvSpPr>
            <p:spPr>
              <a:xfrm>
                <a:off x="3407719" y="2420577"/>
                <a:ext cx="595798" cy="59579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bg2"/>
                        </a:gs>
                        <a:gs pos="100000">
                          <a:schemeClr val="bg2"/>
                        </a:gs>
                      </a:gsLst>
                      <a:lin ang="5400000" scaled="0"/>
                    </a:gradFill>
                    <a:latin typeface="Bebas Neue" pitchFamily="34" charset="0"/>
                    <a:ea typeface="+mj-ea"/>
                  </a:rPr>
                  <a:t>Core Value</a:t>
                </a:r>
                <a:endParaRPr lang="ko-KR" altLang="en-US" sz="1200" b="1" dirty="0">
                  <a:gradFill>
                    <a:gsLst>
                      <a:gs pos="0">
                        <a:schemeClr val="bg2"/>
                      </a:gs>
                      <a:gs pos="100000">
                        <a:schemeClr val="bg2"/>
                      </a:gs>
                    </a:gsLst>
                    <a:lin ang="5400000" scaled="0"/>
                  </a:gradFill>
                  <a:latin typeface="Bebas Neue" pitchFamily="34" charset="0"/>
                  <a:ea typeface="+mj-ea"/>
                </a:endParaRPr>
              </a:p>
            </p:txBody>
          </p:sp>
          <p:sp>
            <p:nvSpPr>
              <p:cNvPr id="75" name="타원 111"/>
              <p:cNvSpPr/>
              <p:nvPr/>
            </p:nvSpPr>
            <p:spPr>
              <a:xfrm>
                <a:off x="356854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82" name="그룹 81"/>
            <p:cNvGrpSpPr/>
            <p:nvPr/>
          </p:nvGrpSpPr>
          <p:grpSpPr>
            <a:xfrm>
              <a:off x="3797679" y="3267191"/>
              <a:ext cx="647306" cy="647305"/>
              <a:chOff x="3407719" y="2420577"/>
              <a:chExt cx="595798" cy="595797"/>
            </a:xfrm>
          </p:grpSpPr>
          <p:sp>
            <p:nvSpPr>
              <p:cNvPr id="83" name="타원 82"/>
              <p:cNvSpPr/>
              <p:nvPr/>
            </p:nvSpPr>
            <p:spPr>
              <a:xfrm>
                <a:off x="3407719" y="2420577"/>
                <a:ext cx="595798" cy="595796"/>
              </a:xfrm>
              <a:prstGeom prst="ellipse">
                <a:avLst/>
              </a:prstGeom>
              <a:gradFill>
                <a:gsLst>
                  <a:gs pos="0">
                    <a:schemeClr val="accent6">
                      <a:lumMod val="85000"/>
                    </a:schemeClr>
                  </a:gs>
                  <a:gs pos="100000">
                    <a:schemeClr val="accent6">
                      <a:lumMod val="75000"/>
                    </a:schemeClr>
                  </a:gs>
                </a:gsLst>
                <a:lin ang="2700000" scaled="0"/>
              </a:gradFill>
              <a:ln w="3175" cap="flat" cmpd="sng" algn="ctr">
                <a:solidFill>
                  <a:schemeClr val="accent6">
                    <a:lumMod val="7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700" dirty="0">
                    <a:gradFill>
                      <a:gsLst>
                        <a:gs pos="0">
                          <a:schemeClr val="tx2">
                            <a:lumMod val="75000"/>
                          </a:schemeClr>
                        </a:gs>
                        <a:gs pos="100000">
                          <a:schemeClr val="tx2">
                            <a:lumMod val="75000"/>
                          </a:schemeClr>
                        </a:gs>
                      </a:gsLst>
                      <a:lin ang="2700000" scaled="0"/>
                    </a:gradFill>
                    <a:cs typeface="Roboto Condensed Regular"/>
                  </a:rPr>
                  <a:t>Vestibulum lacinia arcu eget nulla. </a:t>
                </a:r>
              </a:p>
            </p:txBody>
          </p:sp>
          <p:sp>
            <p:nvSpPr>
              <p:cNvPr id="84" name="타원 111"/>
              <p:cNvSpPr/>
              <p:nvPr/>
            </p:nvSpPr>
            <p:spPr>
              <a:xfrm>
                <a:off x="356854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5000"/>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85" name="그룹 84"/>
            <p:cNvGrpSpPr/>
            <p:nvPr/>
          </p:nvGrpSpPr>
          <p:grpSpPr>
            <a:xfrm>
              <a:off x="4444985" y="3931044"/>
              <a:ext cx="647306" cy="647305"/>
              <a:chOff x="3407719" y="2420577"/>
              <a:chExt cx="595798" cy="595797"/>
            </a:xfrm>
          </p:grpSpPr>
          <p:sp>
            <p:nvSpPr>
              <p:cNvPr id="86" name="타원 85"/>
              <p:cNvSpPr/>
              <p:nvPr/>
            </p:nvSpPr>
            <p:spPr>
              <a:xfrm>
                <a:off x="3407719" y="2420577"/>
                <a:ext cx="595798" cy="595796"/>
              </a:xfrm>
              <a:prstGeom prst="ellipse">
                <a:avLst/>
              </a:prstGeom>
              <a:gradFill>
                <a:gsLst>
                  <a:gs pos="0">
                    <a:schemeClr val="accent6">
                      <a:lumMod val="85000"/>
                    </a:schemeClr>
                  </a:gs>
                  <a:gs pos="100000">
                    <a:schemeClr val="accent6">
                      <a:lumMod val="75000"/>
                    </a:schemeClr>
                  </a:gs>
                </a:gsLst>
                <a:lin ang="2700000" scaled="0"/>
              </a:gradFill>
              <a:ln w="3175" cap="flat" cmpd="sng" algn="ctr">
                <a:solidFill>
                  <a:schemeClr val="accent6">
                    <a:lumMod val="7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700" dirty="0">
                    <a:gradFill>
                      <a:gsLst>
                        <a:gs pos="0">
                          <a:schemeClr val="tx2">
                            <a:lumMod val="75000"/>
                          </a:schemeClr>
                        </a:gs>
                        <a:gs pos="100000">
                          <a:schemeClr val="tx2">
                            <a:lumMod val="75000"/>
                          </a:schemeClr>
                        </a:gs>
                      </a:gsLst>
                      <a:lin ang="2700000" scaled="0"/>
                    </a:gradFill>
                    <a:cs typeface="Roboto Condensed Regular"/>
                  </a:rPr>
                  <a:t>Vestibulum lacinia arcu eget nulla. </a:t>
                </a:r>
              </a:p>
            </p:txBody>
          </p:sp>
          <p:sp>
            <p:nvSpPr>
              <p:cNvPr id="87" name="타원 111"/>
              <p:cNvSpPr/>
              <p:nvPr/>
            </p:nvSpPr>
            <p:spPr>
              <a:xfrm>
                <a:off x="356854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5000"/>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88" name="그룹 87"/>
            <p:cNvGrpSpPr/>
            <p:nvPr/>
          </p:nvGrpSpPr>
          <p:grpSpPr>
            <a:xfrm>
              <a:off x="5368021" y="3660508"/>
              <a:ext cx="647306" cy="647305"/>
              <a:chOff x="3407719" y="2420577"/>
              <a:chExt cx="595798" cy="595797"/>
            </a:xfrm>
          </p:grpSpPr>
          <p:sp>
            <p:nvSpPr>
              <p:cNvPr id="89" name="타원 88"/>
              <p:cNvSpPr/>
              <p:nvPr/>
            </p:nvSpPr>
            <p:spPr>
              <a:xfrm>
                <a:off x="3407719" y="2420577"/>
                <a:ext cx="595798" cy="595796"/>
              </a:xfrm>
              <a:prstGeom prst="ellipse">
                <a:avLst/>
              </a:prstGeom>
              <a:gradFill>
                <a:gsLst>
                  <a:gs pos="0">
                    <a:schemeClr val="accent6">
                      <a:lumMod val="85000"/>
                    </a:schemeClr>
                  </a:gs>
                  <a:gs pos="100000">
                    <a:schemeClr val="accent6">
                      <a:lumMod val="75000"/>
                    </a:schemeClr>
                  </a:gs>
                </a:gsLst>
                <a:lin ang="2700000" scaled="0"/>
              </a:gradFill>
              <a:ln w="3175" cap="flat" cmpd="sng" algn="ctr">
                <a:solidFill>
                  <a:schemeClr val="accent6">
                    <a:lumMod val="7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700" dirty="0">
                    <a:gradFill>
                      <a:gsLst>
                        <a:gs pos="0">
                          <a:schemeClr val="tx2">
                            <a:lumMod val="75000"/>
                          </a:schemeClr>
                        </a:gs>
                        <a:gs pos="100000">
                          <a:schemeClr val="tx2">
                            <a:lumMod val="75000"/>
                          </a:schemeClr>
                        </a:gs>
                      </a:gsLst>
                      <a:lin ang="2700000" scaled="0"/>
                    </a:gradFill>
                    <a:cs typeface="Roboto Condensed Regular"/>
                  </a:rPr>
                  <a:t>Vestibulum lacinia arcu eget nulla. </a:t>
                </a:r>
              </a:p>
            </p:txBody>
          </p:sp>
          <p:sp>
            <p:nvSpPr>
              <p:cNvPr id="90" name="타원 111"/>
              <p:cNvSpPr/>
              <p:nvPr/>
            </p:nvSpPr>
            <p:spPr>
              <a:xfrm>
                <a:off x="356854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5000"/>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grpSp>
        <p:nvGrpSpPr>
          <p:cNvPr id="58" name="그룹 57"/>
          <p:cNvGrpSpPr/>
          <p:nvPr/>
        </p:nvGrpSpPr>
        <p:grpSpPr>
          <a:xfrm>
            <a:off x="2513018" y="1055687"/>
            <a:ext cx="1523725" cy="1743025"/>
            <a:chOff x="3797679" y="1055682"/>
            <a:chExt cx="1523725" cy="1743025"/>
          </a:xfrm>
        </p:grpSpPr>
        <p:sp>
          <p:nvSpPr>
            <p:cNvPr id="101" name="직사각형 100"/>
            <p:cNvSpPr/>
            <p:nvPr/>
          </p:nvSpPr>
          <p:spPr>
            <a:xfrm rot="2847244" flipH="1">
              <a:off x="4910725" y="2388028"/>
              <a:ext cx="782246" cy="39112"/>
            </a:xfrm>
            <a:prstGeom prst="rect">
              <a:avLst/>
            </a:prstGeom>
            <a:pattFill prst="dkUpDiag">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02" name="직사각형 101"/>
            <p:cNvSpPr/>
            <p:nvPr/>
          </p:nvSpPr>
          <p:spPr>
            <a:xfrm rot="3825143" flipH="1">
              <a:off x="4388453" y="1725781"/>
              <a:ext cx="782246" cy="39112"/>
            </a:xfrm>
            <a:prstGeom prst="rect">
              <a:avLst/>
            </a:prstGeom>
            <a:pattFill prst="dkUpDiag">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03" name="직사각형 102"/>
            <p:cNvSpPr/>
            <p:nvPr/>
          </p:nvSpPr>
          <p:spPr>
            <a:xfrm flipH="1">
              <a:off x="4161122" y="2065669"/>
              <a:ext cx="782246" cy="39112"/>
            </a:xfrm>
            <a:prstGeom prst="rect">
              <a:avLst/>
            </a:prstGeom>
            <a:pattFill prst="dkDnDiag">
              <a:fgClr>
                <a:schemeClr val="accent3">
                  <a:lumMod val="6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91" name="그룹 90"/>
            <p:cNvGrpSpPr/>
            <p:nvPr/>
          </p:nvGrpSpPr>
          <p:grpSpPr>
            <a:xfrm>
              <a:off x="4619715" y="1768793"/>
              <a:ext cx="647306" cy="647305"/>
              <a:chOff x="3407719" y="2420577"/>
              <a:chExt cx="595798" cy="595797"/>
            </a:xfrm>
          </p:grpSpPr>
          <p:sp>
            <p:nvSpPr>
              <p:cNvPr id="92" name="타원 91"/>
              <p:cNvSpPr/>
              <p:nvPr/>
            </p:nvSpPr>
            <p:spPr>
              <a:xfrm>
                <a:off x="3407719" y="2420577"/>
                <a:ext cx="595798" cy="59579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1200" b="1" dirty="0">
                    <a:gradFill>
                      <a:gsLst>
                        <a:gs pos="0">
                          <a:schemeClr val="bg2"/>
                        </a:gs>
                        <a:gs pos="100000">
                          <a:schemeClr val="bg2"/>
                        </a:gs>
                      </a:gsLst>
                      <a:lin ang="5400000" scaled="0"/>
                    </a:gradFill>
                    <a:latin typeface="Bebas Neue" pitchFamily="34" charset="0"/>
                    <a:ea typeface="+mj-ea"/>
                  </a:rPr>
                  <a:t>Core Value</a:t>
                </a:r>
                <a:endParaRPr lang="ko-KR" altLang="en-US" sz="1200" b="1" dirty="0">
                  <a:gradFill>
                    <a:gsLst>
                      <a:gs pos="0">
                        <a:schemeClr val="bg2"/>
                      </a:gs>
                      <a:gs pos="100000">
                        <a:schemeClr val="bg2"/>
                      </a:gs>
                    </a:gsLst>
                    <a:lin ang="5400000" scaled="0"/>
                  </a:gradFill>
                  <a:latin typeface="Bebas Neue" pitchFamily="34" charset="0"/>
                  <a:ea typeface="+mj-ea"/>
                </a:endParaRPr>
              </a:p>
            </p:txBody>
          </p:sp>
          <p:sp>
            <p:nvSpPr>
              <p:cNvPr id="93" name="타원 111"/>
              <p:cNvSpPr/>
              <p:nvPr/>
            </p:nvSpPr>
            <p:spPr>
              <a:xfrm>
                <a:off x="356854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94" name="그룹 93"/>
            <p:cNvGrpSpPr/>
            <p:nvPr/>
          </p:nvGrpSpPr>
          <p:grpSpPr>
            <a:xfrm>
              <a:off x="3797679" y="1723684"/>
              <a:ext cx="647306" cy="647305"/>
              <a:chOff x="3407719" y="2420577"/>
              <a:chExt cx="595798" cy="595797"/>
            </a:xfrm>
          </p:grpSpPr>
          <p:sp>
            <p:nvSpPr>
              <p:cNvPr id="95" name="타원 94"/>
              <p:cNvSpPr/>
              <p:nvPr/>
            </p:nvSpPr>
            <p:spPr>
              <a:xfrm>
                <a:off x="3407719" y="2420577"/>
                <a:ext cx="595798" cy="595796"/>
              </a:xfrm>
              <a:prstGeom prst="ellipse">
                <a:avLst/>
              </a:prstGeom>
              <a:gradFill>
                <a:gsLst>
                  <a:gs pos="0">
                    <a:schemeClr val="accent6">
                      <a:lumMod val="85000"/>
                    </a:schemeClr>
                  </a:gs>
                  <a:gs pos="100000">
                    <a:schemeClr val="accent6">
                      <a:lumMod val="75000"/>
                    </a:schemeClr>
                  </a:gs>
                </a:gsLst>
                <a:lin ang="2700000" scaled="0"/>
              </a:gradFill>
              <a:ln w="3175" cap="flat" cmpd="sng" algn="ctr">
                <a:solidFill>
                  <a:schemeClr val="accent6">
                    <a:lumMod val="7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700" dirty="0">
                    <a:gradFill>
                      <a:gsLst>
                        <a:gs pos="0">
                          <a:schemeClr val="tx2">
                            <a:lumMod val="75000"/>
                          </a:schemeClr>
                        </a:gs>
                        <a:gs pos="100000">
                          <a:schemeClr val="tx2">
                            <a:lumMod val="75000"/>
                          </a:schemeClr>
                        </a:gs>
                      </a:gsLst>
                      <a:lin ang="2700000" scaled="0"/>
                    </a:gradFill>
                    <a:cs typeface="Roboto Condensed Regular"/>
                  </a:rPr>
                  <a:t>Vestibulum lacinia arcu eget nulla. </a:t>
                </a:r>
              </a:p>
            </p:txBody>
          </p:sp>
          <p:sp>
            <p:nvSpPr>
              <p:cNvPr id="96" name="타원 111"/>
              <p:cNvSpPr/>
              <p:nvPr/>
            </p:nvSpPr>
            <p:spPr>
              <a:xfrm>
                <a:off x="356854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5000"/>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97" name="그룹 96"/>
            <p:cNvGrpSpPr/>
            <p:nvPr/>
          </p:nvGrpSpPr>
          <p:grpSpPr>
            <a:xfrm>
              <a:off x="4276376" y="1055682"/>
              <a:ext cx="647306" cy="647305"/>
              <a:chOff x="3407719" y="2420577"/>
              <a:chExt cx="595798" cy="595797"/>
            </a:xfrm>
          </p:grpSpPr>
          <p:sp>
            <p:nvSpPr>
              <p:cNvPr id="98" name="타원 97"/>
              <p:cNvSpPr/>
              <p:nvPr/>
            </p:nvSpPr>
            <p:spPr>
              <a:xfrm>
                <a:off x="3407719" y="2420577"/>
                <a:ext cx="595798" cy="595796"/>
              </a:xfrm>
              <a:prstGeom prst="ellipse">
                <a:avLst/>
              </a:prstGeom>
              <a:gradFill>
                <a:gsLst>
                  <a:gs pos="0">
                    <a:schemeClr val="accent6">
                      <a:lumMod val="85000"/>
                    </a:schemeClr>
                  </a:gs>
                  <a:gs pos="100000">
                    <a:schemeClr val="accent6">
                      <a:lumMod val="75000"/>
                    </a:schemeClr>
                  </a:gs>
                </a:gsLst>
                <a:lin ang="2700000" scaled="0"/>
              </a:gradFill>
              <a:ln w="3175" cap="flat" cmpd="sng" algn="ctr">
                <a:solidFill>
                  <a:schemeClr val="accent6">
                    <a:lumMod val="7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700" dirty="0">
                    <a:gradFill>
                      <a:gsLst>
                        <a:gs pos="0">
                          <a:schemeClr val="tx2">
                            <a:lumMod val="75000"/>
                          </a:schemeClr>
                        </a:gs>
                        <a:gs pos="100000">
                          <a:schemeClr val="tx2">
                            <a:lumMod val="75000"/>
                          </a:schemeClr>
                        </a:gs>
                      </a:gsLst>
                      <a:lin ang="2700000" scaled="0"/>
                    </a:gradFill>
                    <a:cs typeface="Roboto Condensed Regular"/>
                  </a:rPr>
                  <a:t>Vestibulum lacinia arcu eget nulla. </a:t>
                </a:r>
              </a:p>
            </p:txBody>
          </p:sp>
          <p:sp>
            <p:nvSpPr>
              <p:cNvPr id="99" name="타원 111"/>
              <p:cNvSpPr/>
              <p:nvPr/>
            </p:nvSpPr>
            <p:spPr>
              <a:xfrm>
                <a:off x="3568545" y="2548820"/>
                <a:ext cx="434972" cy="467554"/>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5000"/>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sp>
        <p:nvSpPr>
          <p:cNvPr id="11" name="Title 10"/>
          <p:cNvSpPr>
            <a:spLocks noGrp="1"/>
          </p:cNvSpPr>
          <p:nvPr>
            <p:ph type="title"/>
          </p:nvPr>
        </p:nvSpPr>
        <p:spPr/>
        <p:txBody>
          <a:bodyPr/>
          <a:lstStyle/>
          <a:p>
            <a:r>
              <a:rPr lang="en-US" altLang="ko-KR" dirty="0"/>
              <a:t>Cluster Diagram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Connection</a:t>
            </a:r>
            <a:endParaRPr lang="en-US" dirty="0">
              <a:gradFill>
                <a:gsLst>
                  <a:gs pos="0">
                    <a:schemeClr val="accent1"/>
                  </a:gs>
                  <a:gs pos="100000">
                    <a:schemeClr val="accent1"/>
                  </a:gs>
                </a:gsLst>
                <a:lin ang="0" scaled="1"/>
              </a:gradFill>
            </a:endParaRPr>
          </a:p>
        </p:txBody>
      </p:sp>
      <p:sp>
        <p:nvSpPr>
          <p:cNvPr id="2" name="텍스트 개체 틀 1"/>
          <p:cNvSpPr>
            <a:spLocks noGrp="1"/>
          </p:cNvSpPr>
          <p:nvPr>
            <p:ph type="body" sz="quarter" idx="10"/>
          </p:nvPr>
        </p:nvSpPr>
        <p:spPr/>
        <p:txBody>
          <a:bodyPr/>
          <a:lstStyle/>
          <a:p>
            <a:pPr lvl="0" defTabSz="914400"/>
            <a:r>
              <a:rPr lang="en-US" altLang="ko-KR" b="1" dirty="0">
                <a:latin typeface="Roboto Condensed Regular"/>
              </a:rPr>
              <a:t>First Section :</a:t>
            </a:r>
            <a:r>
              <a:rPr lang="en-US" altLang="ko-KR" dirty="0"/>
              <a:t> dolor sit amen, </a:t>
            </a:r>
            <a:r>
              <a:rPr lang="en-US" altLang="ko-KR" dirty="0" err="1"/>
              <a:t>consectetur</a:t>
            </a:r>
            <a:r>
              <a:rPr lang="en-US" altLang="ko-KR" dirty="0"/>
              <a:t> </a:t>
            </a:r>
            <a:r>
              <a:rPr lang="en-US" altLang="ko-KR" dirty="0" err="1"/>
              <a:t>adipiscing</a:t>
            </a:r>
            <a:r>
              <a:rPr lang="en-US" altLang="ko-KR" dirty="0"/>
              <a:t> </a:t>
            </a:r>
            <a:r>
              <a:rPr lang="en-US" altLang="ko-KR" dirty="0" err="1"/>
              <a:t>elit</a:t>
            </a:r>
            <a:r>
              <a:rPr lang="en-US" altLang="ko-KR" dirty="0"/>
              <a:t>. Integer </a:t>
            </a:r>
            <a:r>
              <a:rPr lang="en-US" altLang="ko-KR" dirty="0" err="1"/>
              <a:t>nec</a:t>
            </a:r>
            <a:r>
              <a:rPr lang="en-US" altLang="ko-KR" dirty="0"/>
              <a:t> </a:t>
            </a:r>
            <a:r>
              <a:rPr lang="en-US" altLang="ko-KR" dirty="0" err="1"/>
              <a:t>odio</a:t>
            </a:r>
            <a:r>
              <a:rPr lang="en-US" altLang="ko-KR" dirty="0"/>
              <a:t>. </a:t>
            </a:r>
            <a:r>
              <a:rPr lang="en-US" altLang="ko-KR" dirty="0" err="1"/>
              <a:t>Praesent</a:t>
            </a:r>
            <a:r>
              <a:rPr lang="en-US" altLang="ko-KR" dirty="0"/>
              <a:t> lib </a:t>
            </a:r>
            <a:r>
              <a:rPr lang="en-US" altLang="ko-KR" dirty="0" err="1"/>
              <a:t>ero</a:t>
            </a:r>
            <a:r>
              <a:rPr lang="en-US" altLang="ko-KR" dirty="0"/>
              <a:t>. </a:t>
            </a:r>
            <a:r>
              <a:rPr lang="en-US" altLang="ko-KR" dirty="0" err="1"/>
              <a:t>Sed</a:t>
            </a:r>
            <a:r>
              <a:rPr lang="en-US" altLang="ko-KR" dirty="0"/>
              <a:t> </a:t>
            </a:r>
            <a:r>
              <a:rPr lang="en-US" altLang="ko-KR" dirty="0" err="1"/>
              <a:t>cursus</a:t>
            </a:r>
            <a:r>
              <a:rPr lang="en-US" altLang="ko-KR" dirty="0"/>
              <a:t> ante </a:t>
            </a:r>
            <a:r>
              <a:rPr lang="en-US" altLang="ko-KR" dirty="0" err="1"/>
              <a:t>dapibus</a:t>
            </a:r>
            <a:r>
              <a:rPr lang="en-US" altLang="ko-KR" dirty="0"/>
              <a:t> diam. </a:t>
            </a:r>
            <a:r>
              <a:rPr lang="en-US" altLang="ko-KR" dirty="0" err="1"/>
              <a:t>Sed</a:t>
            </a:r>
            <a:r>
              <a:rPr lang="en-US" altLang="ko-KR" dirty="0"/>
              <a:t> nisi. </a:t>
            </a:r>
            <a:r>
              <a:rPr lang="en-US" altLang="ko-KR" dirty="0" err="1"/>
              <a:t>Nulla</a:t>
            </a:r>
            <a:r>
              <a:rPr lang="en-US" altLang="ko-KR" dirty="0"/>
              <a:t> </a:t>
            </a:r>
            <a:r>
              <a:rPr lang="en-US" altLang="ko-KR" dirty="0" err="1"/>
              <a:t>quis</a:t>
            </a:r>
            <a:r>
              <a:rPr lang="en-US" altLang="ko-KR" dirty="0"/>
              <a:t> </a:t>
            </a:r>
            <a:r>
              <a:rPr lang="en-US" altLang="ko-KR" dirty="0" err="1"/>
              <a:t>sem</a:t>
            </a:r>
            <a:r>
              <a:rPr lang="en-US" altLang="ko-KR" dirty="0"/>
              <a:t> at </a:t>
            </a:r>
            <a:r>
              <a:rPr lang="en-US" altLang="ko-KR" dirty="0" err="1"/>
              <a:t>nibh</a:t>
            </a:r>
            <a:r>
              <a:rPr lang="en-US" altLang="ko-KR" dirty="0"/>
              <a:t> </a:t>
            </a:r>
            <a:r>
              <a:rPr lang="en-US" altLang="ko-KR" dirty="0" err="1"/>
              <a:t>elementum</a:t>
            </a:r>
            <a:r>
              <a:rPr lang="en-US" altLang="ko-KR" dirty="0"/>
              <a:t> </a:t>
            </a:r>
            <a:r>
              <a:rPr lang="en-US" altLang="ko-KR" dirty="0" err="1"/>
              <a:t>imperdiet</a:t>
            </a:r>
            <a:r>
              <a:rPr lang="en-US" altLang="ko-KR" dirty="0"/>
              <a:t>. </a:t>
            </a:r>
            <a:r>
              <a:rPr lang="en-US" altLang="ko-KR" dirty="0" err="1"/>
              <a:t>Duis</a:t>
            </a:r>
            <a:r>
              <a:rPr lang="en-US" altLang="ko-KR" dirty="0"/>
              <a:t> </a:t>
            </a:r>
            <a:r>
              <a:rPr lang="en-US" altLang="ko-KR" dirty="0" err="1"/>
              <a:t>sagittis</a:t>
            </a:r>
            <a:r>
              <a:rPr lang="en-US" altLang="ko-KR" dirty="0"/>
              <a:t> </a:t>
            </a:r>
            <a:r>
              <a:rPr lang="en-US" altLang="ko-KR" dirty="0" err="1"/>
              <a:t>ipsum</a:t>
            </a:r>
            <a:r>
              <a:rPr lang="en-US" altLang="ko-KR" dirty="0"/>
              <a:t>. </a:t>
            </a:r>
            <a:r>
              <a:rPr lang="en-US" altLang="ko-KR" dirty="0" err="1"/>
              <a:t>Praesent</a:t>
            </a:r>
            <a:r>
              <a:rPr lang="en-US" altLang="ko-KR" dirty="0"/>
              <a:t> </a:t>
            </a:r>
            <a:r>
              <a:rPr lang="en-US" altLang="ko-KR" dirty="0" err="1"/>
              <a:t>mauris</a:t>
            </a:r>
            <a:r>
              <a:rPr lang="en-US" altLang="ko-KR" dirty="0"/>
              <a:t>. </a:t>
            </a:r>
            <a:r>
              <a:rPr lang="en-US" altLang="ko-KR" dirty="0" err="1"/>
              <a:t>Fusce</a:t>
            </a:r>
            <a:r>
              <a:rPr lang="en-US" altLang="ko-KR" dirty="0"/>
              <a:t> </a:t>
            </a:r>
            <a:r>
              <a:rPr lang="en-US" altLang="ko-KR" dirty="0" err="1"/>
              <a:t>nec</a:t>
            </a:r>
            <a:r>
              <a:rPr lang="en-US" altLang="ko-KR" dirty="0"/>
              <a:t> </a:t>
            </a:r>
            <a:r>
              <a:rPr lang="en-US" altLang="ko-KR" dirty="0" err="1"/>
              <a:t>tellus</a:t>
            </a:r>
            <a:r>
              <a:rPr lang="en-US" altLang="ko-KR" dirty="0"/>
              <a:t> </a:t>
            </a:r>
            <a:r>
              <a:rPr lang="en-US" altLang="ko-KR" dirty="0" err="1"/>
              <a:t>sed</a:t>
            </a:r>
            <a:r>
              <a:rPr lang="en-US" altLang="ko-KR" dirty="0"/>
              <a:t> </a:t>
            </a:r>
            <a:r>
              <a:rPr lang="en-US" altLang="ko-KR" dirty="0" err="1"/>
              <a:t>augue</a:t>
            </a:r>
            <a:r>
              <a:rPr lang="en-US" altLang="ko-KR" dirty="0"/>
              <a:t> semper </a:t>
            </a:r>
            <a:r>
              <a:rPr lang="en-US" altLang="ko-KR" dirty="0" err="1"/>
              <a:t>porta</a:t>
            </a:r>
            <a:r>
              <a:rPr lang="en-US" altLang="ko-KR" dirty="0"/>
              <a:t>. </a:t>
            </a:r>
            <a:r>
              <a:rPr lang="en-US" altLang="ko-KR" dirty="0" err="1"/>
              <a:t>Mauris</a:t>
            </a:r>
            <a:r>
              <a:rPr lang="en-US" altLang="ko-KR" dirty="0"/>
              <a:t> </a:t>
            </a:r>
            <a:r>
              <a:rPr lang="en-US" altLang="ko-KR" dirty="0" err="1"/>
              <a:t>massa</a:t>
            </a:r>
            <a:r>
              <a:rPr lang="en-US" altLang="ko-KR" dirty="0"/>
              <a:t>. </a:t>
            </a:r>
            <a:r>
              <a:rPr lang="en-US" altLang="ko-KR" dirty="0" err="1"/>
              <a:t>Vestibulum</a:t>
            </a:r>
            <a:r>
              <a:rPr lang="en-US" altLang="ko-KR" dirty="0"/>
              <a:t> </a:t>
            </a:r>
            <a:r>
              <a:rPr lang="en-US" altLang="ko-KR" dirty="0" err="1"/>
              <a:t>lacinia</a:t>
            </a:r>
            <a:r>
              <a:rPr lang="en-US" altLang="ko-KR" dirty="0"/>
              <a:t> </a:t>
            </a:r>
            <a:r>
              <a:rPr lang="en-US" altLang="ko-KR" dirty="0" err="1"/>
              <a:t>arcu</a:t>
            </a:r>
            <a:r>
              <a:rPr lang="en-US" altLang="ko-KR" dirty="0"/>
              <a:t> </a:t>
            </a:r>
            <a:r>
              <a:rPr lang="en-US" altLang="ko-KR" dirty="0" err="1"/>
              <a:t>eget</a:t>
            </a:r>
            <a:r>
              <a:rPr lang="en-US" altLang="ko-KR" dirty="0"/>
              <a:t> </a:t>
            </a:r>
            <a:r>
              <a:rPr lang="en-US" altLang="ko-KR" dirty="0" err="1"/>
              <a:t>nulla</a:t>
            </a:r>
            <a:r>
              <a:rPr lang="en-US" altLang="ko-KR" dirty="0"/>
              <a:t>. </a:t>
            </a:r>
          </a:p>
          <a:p>
            <a:pPr lvl="0" defTabSz="914400"/>
            <a:br>
              <a:rPr lang="en-US" altLang="ko-KR" dirty="0"/>
            </a:br>
            <a:r>
              <a:rPr lang="en-US" altLang="ko-KR" b="1" dirty="0">
                <a:latin typeface="Roboto Condensed Regular"/>
              </a:rPr>
              <a:t>Second Section :</a:t>
            </a:r>
            <a:r>
              <a:rPr lang="en-US" altLang="ko-KR" dirty="0"/>
              <a:t> </a:t>
            </a:r>
            <a:r>
              <a:rPr lang="en-US" altLang="ko-KR" dirty="0" err="1"/>
              <a:t>Nulla</a:t>
            </a:r>
            <a:r>
              <a:rPr lang="en-US" altLang="ko-KR" dirty="0"/>
              <a:t> </a:t>
            </a:r>
            <a:r>
              <a:rPr lang="en-US" altLang="ko-KR" dirty="0" err="1"/>
              <a:t>quis</a:t>
            </a:r>
            <a:r>
              <a:rPr lang="en-US" altLang="ko-KR" dirty="0"/>
              <a:t> </a:t>
            </a:r>
            <a:r>
              <a:rPr lang="en-US" altLang="ko-KR" dirty="0" err="1"/>
              <a:t>sem</a:t>
            </a:r>
            <a:r>
              <a:rPr lang="en-US" altLang="ko-KR" dirty="0"/>
              <a:t> at </a:t>
            </a:r>
            <a:r>
              <a:rPr lang="en-US" altLang="ko-KR" dirty="0" err="1"/>
              <a:t>nibh</a:t>
            </a:r>
            <a:r>
              <a:rPr lang="en-US" altLang="ko-KR" dirty="0"/>
              <a:t> </a:t>
            </a:r>
            <a:r>
              <a:rPr lang="en-US" altLang="ko-KR" dirty="0" err="1"/>
              <a:t>elem</a:t>
            </a:r>
            <a:r>
              <a:rPr lang="en-US" altLang="ko-KR" dirty="0"/>
              <a:t> </a:t>
            </a:r>
            <a:r>
              <a:rPr lang="en-US" altLang="ko-KR" dirty="0" err="1"/>
              <a:t>entum</a:t>
            </a:r>
            <a:r>
              <a:rPr lang="en-US" altLang="ko-KR" dirty="0"/>
              <a:t> </a:t>
            </a:r>
            <a:r>
              <a:rPr lang="en-US" altLang="ko-KR" dirty="0" err="1"/>
              <a:t>imperdiet</a:t>
            </a:r>
            <a:r>
              <a:rPr lang="en-US" altLang="ko-KR" dirty="0"/>
              <a:t>. </a:t>
            </a:r>
            <a:r>
              <a:rPr lang="en-US" altLang="ko-KR" dirty="0" err="1"/>
              <a:t>Duis</a:t>
            </a:r>
            <a:r>
              <a:rPr lang="en-US" altLang="ko-KR" dirty="0"/>
              <a:t> </a:t>
            </a:r>
            <a:r>
              <a:rPr lang="en-US" altLang="ko-KR" dirty="0" err="1"/>
              <a:t>sagittis</a:t>
            </a:r>
            <a:r>
              <a:rPr lang="en-US" altLang="ko-KR" dirty="0"/>
              <a:t> </a:t>
            </a:r>
            <a:r>
              <a:rPr lang="en-US" altLang="ko-KR" dirty="0" err="1"/>
              <a:t>ipsum</a:t>
            </a:r>
            <a:r>
              <a:rPr lang="en-US" altLang="ko-KR" dirty="0"/>
              <a:t>. </a:t>
            </a:r>
            <a:r>
              <a:rPr lang="en-US" altLang="ko-KR" dirty="0" err="1"/>
              <a:t>Praes</a:t>
            </a:r>
            <a:r>
              <a:rPr lang="en-US" altLang="ko-KR" dirty="0"/>
              <a:t> </a:t>
            </a:r>
            <a:r>
              <a:rPr lang="en-US" altLang="ko-KR" dirty="0" err="1"/>
              <a:t>ent</a:t>
            </a:r>
            <a:r>
              <a:rPr lang="en-US" altLang="ko-KR" dirty="0"/>
              <a:t> </a:t>
            </a:r>
            <a:r>
              <a:rPr lang="en-US" altLang="ko-KR" dirty="0" err="1"/>
              <a:t>mauris</a:t>
            </a:r>
            <a:r>
              <a:rPr lang="en-US" altLang="ko-KR" dirty="0"/>
              <a:t>. </a:t>
            </a:r>
            <a:r>
              <a:rPr lang="en-US" altLang="ko-KR" dirty="0" err="1"/>
              <a:t>Fusce</a:t>
            </a:r>
            <a:r>
              <a:rPr lang="en-US" altLang="ko-KR" dirty="0"/>
              <a:t> </a:t>
            </a:r>
            <a:r>
              <a:rPr lang="en-US" altLang="ko-KR" dirty="0" err="1"/>
              <a:t>nec</a:t>
            </a:r>
            <a:r>
              <a:rPr lang="en-US" altLang="ko-KR" dirty="0"/>
              <a:t> </a:t>
            </a:r>
            <a:r>
              <a:rPr lang="en-US" altLang="ko-KR" dirty="0" err="1"/>
              <a:t>tellus</a:t>
            </a:r>
            <a:r>
              <a:rPr lang="en-US" altLang="ko-KR" dirty="0"/>
              <a:t> </a:t>
            </a:r>
            <a:r>
              <a:rPr lang="en-US" altLang="ko-KR" dirty="0" err="1"/>
              <a:t>sed</a:t>
            </a:r>
            <a:r>
              <a:rPr lang="en-US" altLang="ko-KR" dirty="0"/>
              <a:t> </a:t>
            </a:r>
            <a:r>
              <a:rPr lang="en-US" altLang="ko-KR" dirty="0" err="1"/>
              <a:t>augue</a:t>
            </a:r>
            <a:r>
              <a:rPr lang="en-US" altLang="ko-KR" dirty="0"/>
              <a:t> </a:t>
            </a:r>
            <a:r>
              <a:rPr lang="en-US" altLang="ko-KR" dirty="0" err="1"/>
              <a:t>sem</a:t>
            </a:r>
            <a:r>
              <a:rPr lang="en-US" altLang="ko-KR" dirty="0"/>
              <a:t> per </a:t>
            </a:r>
            <a:r>
              <a:rPr lang="en-US" altLang="ko-KR" dirty="0" err="1"/>
              <a:t>porta</a:t>
            </a:r>
            <a:r>
              <a:rPr lang="en-US" altLang="ko-KR" dirty="0"/>
              <a:t>. </a:t>
            </a:r>
            <a:r>
              <a:rPr lang="en-US" altLang="ko-KR" dirty="0" err="1"/>
              <a:t>Mauris</a:t>
            </a:r>
            <a:r>
              <a:rPr lang="en-US" altLang="ko-KR" dirty="0"/>
              <a:t> </a:t>
            </a:r>
            <a:r>
              <a:rPr lang="en-US" altLang="ko-KR" dirty="0" err="1"/>
              <a:t>massa</a:t>
            </a:r>
            <a:r>
              <a:rPr lang="en-US" altLang="ko-KR" dirty="0"/>
              <a:t>. </a:t>
            </a:r>
            <a:r>
              <a:rPr lang="en-US" altLang="ko-KR" dirty="0" err="1"/>
              <a:t>Vestibulum</a:t>
            </a:r>
            <a:r>
              <a:rPr lang="en-US" altLang="ko-KR" dirty="0"/>
              <a:t> </a:t>
            </a:r>
            <a:r>
              <a:rPr lang="en-US" altLang="ko-KR" dirty="0" err="1"/>
              <a:t>lacinia</a:t>
            </a:r>
            <a:r>
              <a:rPr lang="en-US" altLang="ko-KR" dirty="0"/>
              <a:t> </a:t>
            </a:r>
            <a:r>
              <a:rPr lang="en-US" altLang="ko-KR" dirty="0" err="1"/>
              <a:t>arcu</a:t>
            </a:r>
            <a:r>
              <a:rPr lang="en-US" altLang="ko-KR" dirty="0"/>
              <a:t> </a:t>
            </a:r>
            <a:r>
              <a:rPr lang="en-US" altLang="ko-KR" dirty="0" err="1"/>
              <a:t>eget</a:t>
            </a:r>
            <a:r>
              <a:rPr lang="en-US" altLang="ko-KR" dirty="0"/>
              <a:t> </a:t>
            </a:r>
            <a:r>
              <a:rPr lang="en-US" altLang="ko-KR" dirty="0" err="1"/>
              <a:t>nulla</a:t>
            </a:r>
            <a:r>
              <a:rPr lang="en-US" altLang="ko-KR" dirty="0"/>
              <a:t>. </a:t>
            </a:r>
          </a:p>
          <a:p>
            <a:endParaRPr lang="ko-KR" altLang="en-US" dirty="0"/>
          </a:p>
        </p:txBody>
      </p:sp>
      <p:grpSp>
        <p:nvGrpSpPr>
          <p:cNvPr id="63" name="그룹 62"/>
          <p:cNvGrpSpPr/>
          <p:nvPr/>
        </p:nvGrpSpPr>
        <p:grpSpPr>
          <a:xfrm>
            <a:off x="3990163" y="1725957"/>
            <a:ext cx="845259" cy="1445320"/>
            <a:chOff x="3990163" y="1725957"/>
            <a:chExt cx="845259" cy="1445320"/>
          </a:xfrm>
        </p:grpSpPr>
        <p:grpSp>
          <p:nvGrpSpPr>
            <p:cNvPr id="117" name="그룹 116"/>
            <p:cNvGrpSpPr/>
            <p:nvPr/>
          </p:nvGrpSpPr>
          <p:grpSpPr>
            <a:xfrm>
              <a:off x="4035203" y="2416098"/>
              <a:ext cx="755179" cy="755179"/>
              <a:chOff x="1385191" y="2138097"/>
              <a:chExt cx="805348" cy="805347"/>
            </a:xfrm>
          </p:grpSpPr>
          <p:sp>
            <p:nvSpPr>
              <p:cNvPr id="122" name="타원 121"/>
              <p:cNvSpPr/>
              <p:nvPr/>
            </p:nvSpPr>
            <p:spPr>
              <a:xfrm>
                <a:off x="1385191" y="2138097"/>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2800"/>
                  </a:lnSpc>
                </a:pPr>
                <a:endParaRPr lang="ko-KR" altLang="en-US" sz="6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24" name="타원 111"/>
              <p:cNvSpPr/>
              <p:nvPr/>
            </p:nvSpPr>
            <p:spPr>
              <a:xfrm>
                <a:off x="1602581" y="2311445"/>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43" name="TextBox 142"/>
            <p:cNvSpPr txBox="1"/>
            <p:nvPr/>
          </p:nvSpPr>
          <p:spPr>
            <a:xfrm>
              <a:off x="3990163" y="1725957"/>
              <a:ext cx="845259" cy="835930"/>
            </a:xfrm>
            <a:prstGeom prst="rect">
              <a:avLst/>
            </a:prstGeom>
            <a:noFill/>
          </p:spPr>
          <p:txBody>
            <a:bodyPr wrap="square" lIns="0" tIns="0" rIns="0" bIns="0" rtlCol="0" anchor="ctr">
              <a:noAutofit/>
            </a:bodyPr>
            <a:lstStyle/>
            <a:p>
              <a:pPr algn="ctr">
                <a:lnSpc>
                  <a:spcPts val="2000"/>
                </a:lnSpc>
              </a:pPr>
              <a:r>
                <a:rPr lang="en-US" altLang="ko-KR" sz="2200" dirty="0">
                  <a:gradFill>
                    <a:gsLst>
                      <a:gs pos="0">
                        <a:schemeClr val="accent1"/>
                      </a:gs>
                      <a:gs pos="100000">
                        <a:schemeClr val="accent1"/>
                      </a:gs>
                    </a:gsLst>
                    <a:lin ang="0" scaled="1"/>
                  </a:gradFill>
                  <a:latin typeface="Bebas Neue"/>
                  <a:ea typeface="Roboto Condensed Regular"/>
                  <a:cs typeface="+mj-cs"/>
                </a:rPr>
                <a:t>Our </a:t>
              </a:r>
            </a:p>
            <a:p>
              <a:pPr algn="ctr">
                <a:lnSpc>
                  <a:spcPts val="2000"/>
                </a:lnSpc>
              </a:pPr>
              <a:r>
                <a:rPr lang="en-US" altLang="ko-KR" sz="2200" dirty="0">
                  <a:gradFill>
                    <a:gsLst>
                      <a:gs pos="0">
                        <a:schemeClr val="accent1"/>
                      </a:gs>
                      <a:gs pos="100000">
                        <a:schemeClr val="accent1"/>
                      </a:gs>
                    </a:gsLst>
                    <a:lin ang="0" scaled="1"/>
                  </a:gradFill>
                  <a:latin typeface="Bebas Neue"/>
                  <a:ea typeface="Roboto Condensed Regular"/>
                  <a:cs typeface="+mj-cs"/>
                </a:rPr>
                <a:t>System</a:t>
              </a:r>
              <a:endParaRPr lang="nb-NO" altLang="ko-KR" sz="2200" b="1" dirty="0">
                <a:gradFill>
                  <a:gsLst>
                    <a:gs pos="0">
                      <a:schemeClr val="accent1"/>
                    </a:gs>
                    <a:gs pos="100000">
                      <a:schemeClr val="accent1"/>
                    </a:gs>
                  </a:gsLst>
                  <a:lin ang="0" scaled="1"/>
                </a:gradFill>
                <a:latin typeface="Bebas Neue" pitchFamily="34" charset="0"/>
                <a:ea typeface="Roboto Light" pitchFamily="2" charset="0"/>
                <a:cs typeface="Roboto Condensed Regular"/>
              </a:endParaRPr>
            </a:p>
          </p:txBody>
        </p:sp>
        <p:sp>
          <p:nvSpPr>
            <p:cNvPr id="59" name="Freeform 29"/>
            <p:cNvSpPr>
              <a:spLocks noEditPoints="1"/>
            </p:cNvSpPr>
            <p:nvPr/>
          </p:nvSpPr>
          <p:spPr bwMode="auto">
            <a:xfrm>
              <a:off x="4232494" y="2562394"/>
              <a:ext cx="360595" cy="453531"/>
            </a:xfrm>
            <a:custGeom>
              <a:avLst/>
              <a:gdLst/>
              <a:ahLst/>
              <a:cxnLst>
                <a:cxn ang="0">
                  <a:pos x="191" y="37"/>
                </a:cxn>
                <a:cxn ang="0">
                  <a:pos x="178" y="25"/>
                </a:cxn>
                <a:cxn ang="0">
                  <a:pos x="134" y="115"/>
                </a:cxn>
                <a:cxn ang="0">
                  <a:pos x="120" y="108"/>
                </a:cxn>
                <a:cxn ang="0">
                  <a:pos x="166" y="12"/>
                </a:cxn>
                <a:cxn ang="0">
                  <a:pos x="154" y="0"/>
                </a:cxn>
                <a:cxn ang="0">
                  <a:pos x="37" y="0"/>
                </a:cxn>
                <a:cxn ang="0">
                  <a:pos x="25" y="12"/>
                </a:cxn>
                <a:cxn ang="0">
                  <a:pos x="71" y="108"/>
                </a:cxn>
                <a:cxn ang="0">
                  <a:pos x="57" y="115"/>
                </a:cxn>
                <a:cxn ang="0">
                  <a:pos x="13" y="25"/>
                </a:cxn>
                <a:cxn ang="0">
                  <a:pos x="0" y="37"/>
                </a:cxn>
                <a:cxn ang="0">
                  <a:pos x="44" y="127"/>
                </a:cxn>
                <a:cxn ang="0">
                  <a:pos x="27" y="171"/>
                </a:cxn>
                <a:cxn ang="0">
                  <a:pos x="95" y="240"/>
                </a:cxn>
                <a:cxn ang="0">
                  <a:pos x="164" y="171"/>
                </a:cxn>
                <a:cxn ang="0">
                  <a:pos x="147" y="127"/>
                </a:cxn>
                <a:cxn ang="0">
                  <a:pos x="191" y="37"/>
                </a:cxn>
                <a:cxn ang="0">
                  <a:pos x="46" y="17"/>
                </a:cxn>
                <a:cxn ang="0">
                  <a:pos x="145" y="17"/>
                </a:cxn>
                <a:cxn ang="0">
                  <a:pos x="137" y="34"/>
                </a:cxn>
                <a:cxn ang="0">
                  <a:pos x="54" y="34"/>
                </a:cxn>
                <a:cxn ang="0">
                  <a:pos x="46" y="17"/>
                </a:cxn>
                <a:cxn ang="0">
                  <a:pos x="63" y="52"/>
                </a:cxn>
                <a:cxn ang="0">
                  <a:pos x="128" y="52"/>
                </a:cxn>
                <a:cxn ang="0">
                  <a:pos x="103" y="104"/>
                </a:cxn>
                <a:cxn ang="0">
                  <a:pos x="95" y="103"/>
                </a:cxn>
                <a:cxn ang="0">
                  <a:pos x="88" y="104"/>
                </a:cxn>
                <a:cxn ang="0">
                  <a:pos x="63" y="52"/>
                </a:cxn>
                <a:cxn ang="0">
                  <a:pos x="149" y="171"/>
                </a:cxn>
                <a:cxn ang="0">
                  <a:pos x="95" y="225"/>
                </a:cxn>
                <a:cxn ang="0">
                  <a:pos x="42" y="171"/>
                </a:cxn>
                <a:cxn ang="0">
                  <a:pos x="95" y="118"/>
                </a:cxn>
                <a:cxn ang="0">
                  <a:pos x="149" y="171"/>
                </a:cxn>
                <a:cxn ang="0">
                  <a:pos x="95" y="122"/>
                </a:cxn>
                <a:cxn ang="0">
                  <a:pos x="46" y="171"/>
                </a:cxn>
                <a:cxn ang="0">
                  <a:pos x="95" y="220"/>
                </a:cxn>
                <a:cxn ang="0">
                  <a:pos x="145" y="171"/>
                </a:cxn>
                <a:cxn ang="0">
                  <a:pos x="95" y="122"/>
                </a:cxn>
                <a:cxn ang="0">
                  <a:pos x="95" y="215"/>
                </a:cxn>
                <a:cxn ang="0">
                  <a:pos x="52" y="171"/>
                </a:cxn>
                <a:cxn ang="0">
                  <a:pos x="95" y="127"/>
                </a:cxn>
                <a:cxn ang="0">
                  <a:pos x="139" y="171"/>
                </a:cxn>
                <a:cxn ang="0">
                  <a:pos x="95" y="215"/>
                </a:cxn>
                <a:cxn ang="0">
                  <a:pos x="103" y="142"/>
                </a:cxn>
                <a:cxn ang="0">
                  <a:pos x="96" y="142"/>
                </a:cxn>
                <a:cxn ang="0">
                  <a:pos x="80" y="151"/>
                </a:cxn>
                <a:cxn ang="0">
                  <a:pos x="80" y="159"/>
                </a:cxn>
                <a:cxn ang="0">
                  <a:pos x="92" y="159"/>
                </a:cxn>
                <a:cxn ang="0">
                  <a:pos x="92" y="193"/>
                </a:cxn>
                <a:cxn ang="0">
                  <a:pos x="85" y="193"/>
                </a:cxn>
                <a:cxn ang="0">
                  <a:pos x="85" y="201"/>
                </a:cxn>
                <a:cxn ang="0">
                  <a:pos x="110" y="201"/>
                </a:cxn>
                <a:cxn ang="0">
                  <a:pos x="110" y="193"/>
                </a:cxn>
                <a:cxn ang="0">
                  <a:pos x="103" y="193"/>
                </a:cxn>
                <a:cxn ang="0">
                  <a:pos x="103" y="142"/>
                </a:cxn>
              </a:cxnLst>
              <a:rect l="0" t="0" r="r" b="b"/>
              <a:pathLst>
                <a:path w="191" h="240">
                  <a:moveTo>
                    <a:pt x="191" y="37"/>
                  </a:moveTo>
                  <a:cubicBezTo>
                    <a:pt x="178" y="25"/>
                    <a:pt x="178" y="25"/>
                    <a:pt x="178" y="25"/>
                  </a:cubicBezTo>
                  <a:cubicBezTo>
                    <a:pt x="134" y="115"/>
                    <a:pt x="134" y="115"/>
                    <a:pt x="134" y="115"/>
                  </a:cubicBezTo>
                  <a:cubicBezTo>
                    <a:pt x="130" y="112"/>
                    <a:pt x="125" y="110"/>
                    <a:pt x="120" y="108"/>
                  </a:cubicBezTo>
                  <a:cubicBezTo>
                    <a:pt x="166" y="12"/>
                    <a:pt x="166" y="12"/>
                    <a:pt x="166" y="12"/>
                  </a:cubicBezTo>
                  <a:cubicBezTo>
                    <a:pt x="154" y="0"/>
                    <a:pt x="154" y="0"/>
                    <a:pt x="154" y="0"/>
                  </a:cubicBezTo>
                  <a:cubicBezTo>
                    <a:pt x="37" y="0"/>
                    <a:pt x="37" y="0"/>
                    <a:pt x="37" y="0"/>
                  </a:cubicBezTo>
                  <a:cubicBezTo>
                    <a:pt x="25" y="12"/>
                    <a:pt x="25" y="12"/>
                    <a:pt x="25" y="12"/>
                  </a:cubicBezTo>
                  <a:cubicBezTo>
                    <a:pt x="71" y="108"/>
                    <a:pt x="71" y="108"/>
                    <a:pt x="71" y="108"/>
                  </a:cubicBezTo>
                  <a:cubicBezTo>
                    <a:pt x="66" y="110"/>
                    <a:pt x="61" y="112"/>
                    <a:pt x="57" y="115"/>
                  </a:cubicBezTo>
                  <a:cubicBezTo>
                    <a:pt x="13" y="25"/>
                    <a:pt x="13" y="25"/>
                    <a:pt x="13" y="25"/>
                  </a:cubicBezTo>
                  <a:cubicBezTo>
                    <a:pt x="0" y="37"/>
                    <a:pt x="0" y="37"/>
                    <a:pt x="0" y="37"/>
                  </a:cubicBezTo>
                  <a:cubicBezTo>
                    <a:pt x="44" y="127"/>
                    <a:pt x="44" y="127"/>
                    <a:pt x="44" y="127"/>
                  </a:cubicBezTo>
                  <a:cubicBezTo>
                    <a:pt x="34" y="139"/>
                    <a:pt x="27" y="154"/>
                    <a:pt x="27" y="171"/>
                  </a:cubicBezTo>
                  <a:cubicBezTo>
                    <a:pt x="27" y="209"/>
                    <a:pt x="58" y="240"/>
                    <a:pt x="95" y="240"/>
                  </a:cubicBezTo>
                  <a:cubicBezTo>
                    <a:pt x="133" y="240"/>
                    <a:pt x="164" y="209"/>
                    <a:pt x="164" y="171"/>
                  </a:cubicBezTo>
                  <a:cubicBezTo>
                    <a:pt x="164" y="154"/>
                    <a:pt x="157" y="139"/>
                    <a:pt x="147" y="127"/>
                  </a:cubicBezTo>
                  <a:lnTo>
                    <a:pt x="191" y="37"/>
                  </a:lnTo>
                  <a:close/>
                  <a:moveTo>
                    <a:pt x="46" y="17"/>
                  </a:moveTo>
                  <a:cubicBezTo>
                    <a:pt x="145" y="17"/>
                    <a:pt x="145" y="17"/>
                    <a:pt x="145" y="17"/>
                  </a:cubicBezTo>
                  <a:cubicBezTo>
                    <a:pt x="137" y="34"/>
                    <a:pt x="137" y="34"/>
                    <a:pt x="137" y="34"/>
                  </a:cubicBezTo>
                  <a:cubicBezTo>
                    <a:pt x="54" y="34"/>
                    <a:pt x="54" y="34"/>
                    <a:pt x="54" y="34"/>
                  </a:cubicBezTo>
                  <a:lnTo>
                    <a:pt x="46" y="17"/>
                  </a:lnTo>
                  <a:close/>
                  <a:moveTo>
                    <a:pt x="63" y="52"/>
                  </a:moveTo>
                  <a:cubicBezTo>
                    <a:pt x="128" y="52"/>
                    <a:pt x="128" y="52"/>
                    <a:pt x="128" y="52"/>
                  </a:cubicBezTo>
                  <a:cubicBezTo>
                    <a:pt x="103" y="104"/>
                    <a:pt x="103" y="104"/>
                    <a:pt x="103" y="104"/>
                  </a:cubicBezTo>
                  <a:cubicBezTo>
                    <a:pt x="101" y="103"/>
                    <a:pt x="98" y="103"/>
                    <a:pt x="95" y="103"/>
                  </a:cubicBezTo>
                  <a:cubicBezTo>
                    <a:pt x="93" y="103"/>
                    <a:pt x="90" y="103"/>
                    <a:pt x="88" y="104"/>
                  </a:cubicBezTo>
                  <a:lnTo>
                    <a:pt x="63" y="52"/>
                  </a:lnTo>
                  <a:close/>
                  <a:moveTo>
                    <a:pt x="149" y="171"/>
                  </a:moveTo>
                  <a:cubicBezTo>
                    <a:pt x="149" y="201"/>
                    <a:pt x="125" y="225"/>
                    <a:pt x="95" y="225"/>
                  </a:cubicBezTo>
                  <a:cubicBezTo>
                    <a:pt x="66" y="225"/>
                    <a:pt x="42" y="201"/>
                    <a:pt x="42" y="171"/>
                  </a:cubicBezTo>
                  <a:cubicBezTo>
                    <a:pt x="42" y="142"/>
                    <a:pt x="66" y="118"/>
                    <a:pt x="95" y="118"/>
                  </a:cubicBezTo>
                  <a:cubicBezTo>
                    <a:pt x="125" y="118"/>
                    <a:pt x="149" y="142"/>
                    <a:pt x="149" y="171"/>
                  </a:cubicBezTo>
                  <a:close/>
                  <a:moveTo>
                    <a:pt x="95" y="122"/>
                  </a:moveTo>
                  <a:cubicBezTo>
                    <a:pt x="68" y="122"/>
                    <a:pt x="46" y="144"/>
                    <a:pt x="46" y="171"/>
                  </a:cubicBezTo>
                  <a:cubicBezTo>
                    <a:pt x="46" y="198"/>
                    <a:pt x="68" y="220"/>
                    <a:pt x="95" y="220"/>
                  </a:cubicBezTo>
                  <a:cubicBezTo>
                    <a:pt x="123" y="220"/>
                    <a:pt x="145" y="198"/>
                    <a:pt x="145" y="171"/>
                  </a:cubicBezTo>
                  <a:cubicBezTo>
                    <a:pt x="145" y="144"/>
                    <a:pt x="123" y="122"/>
                    <a:pt x="95" y="122"/>
                  </a:cubicBezTo>
                  <a:close/>
                  <a:moveTo>
                    <a:pt x="95" y="215"/>
                  </a:moveTo>
                  <a:cubicBezTo>
                    <a:pt x="71" y="215"/>
                    <a:pt x="52" y="196"/>
                    <a:pt x="52" y="171"/>
                  </a:cubicBezTo>
                  <a:cubicBezTo>
                    <a:pt x="52" y="147"/>
                    <a:pt x="71" y="127"/>
                    <a:pt x="95" y="127"/>
                  </a:cubicBezTo>
                  <a:cubicBezTo>
                    <a:pt x="120" y="127"/>
                    <a:pt x="139" y="147"/>
                    <a:pt x="139" y="171"/>
                  </a:cubicBezTo>
                  <a:cubicBezTo>
                    <a:pt x="139" y="196"/>
                    <a:pt x="120" y="215"/>
                    <a:pt x="95" y="215"/>
                  </a:cubicBezTo>
                  <a:close/>
                  <a:moveTo>
                    <a:pt x="103" y="142"/>
                  </a:moveTo>
                  <a:cubicBezTo>
                    <a:pt x="96" y="142"/>
                    <a:pt x="96" y="142"/>
                    <a:pt x="96" y="142"/>
                  </a:cubicBezTo>
                  <a:cubicBezTo>
                    <a:pt x="96" y="142"/>
                    <a:pt x="92" y="151"/>
                    <a:pt x="80" y="151"/>
                  </a:cubicBezTo>
                  <a:cubicBezTo>
                    <a:pt x="80" y="159"/>
                    <a:pt x="80" y="159"/>
                    <a:pt x="80" y="159"/>
                  </a:cubicBezTo>
                  <a:cubicBezTo>
                    <a:pt x="92" y="159"/>
                    <a:pt x="92" y="159"/>
                    <a:pt x="92" y="159"/>
                  </a:cubicBezTo>
                  <a:cubicBezTo>
                    <a:pt x="92" y="193"/>
                    <a:pt x="92" y="193"/>
                    <a:pt x="92" y="193"/>
                  </a:cubicBezTo>
                  <a:cubicBezTo>
                    <a:pt x="85" y="193"/>
                    <a:pt x="85" y="193"/>
                    <a:pt x="85" y="193"/>
                  </a:cubicBezTo>
                  <a:cubicBezTo>
                    <a:pt x="85" y="201"/>
                    <a:pt x="85" y="201"/>
                    <a:pt x="85" y="201"/>
                  </a:cubicBezTo>
                  <a:cubicBezTo>
                    <a:pt x="110" y="201"/>
                    <a:pt x="110" y="201"/>
                    <a:pt x="110" y="201"/>
                  </a:cubicBezTo>
                  <a:cubicBezTo>
                    <a:pt x="110" y="193"/>
                    <a:pt x="110" y="193"/>
                    <a:pt x="110" y="193"/>
                  </a:cubicBezTo>
                  <a:cubicBezTo>
                    <a:pt x="103" y="193"/>
                    <a:pt x="103" y="193"/>
                    <a:pt x="103" y="193"/>
                  </a:cubicBezTo>
                  <a:lnTo>
                    <a:pt x="103" y="142"/>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319051035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cBhvr>
                                        <p:cTn id="7" dur="500" fill="hold"/>
                                        <p:tgtEl>
                                          <p:spTgt spid="63"/>
                                        </p:tgtEl>
                                        <p:attrNameLst>
                                          <p:attrName>ppt_w</p:attrName>
                                        </p:attrNameLst>
                                      </p:cBhvr>
                                      <p:tavLst>
                                        <p:tav tm="0">
                                          <p:val>
                                            <p:fltVal val="0"/>
                                          </p:val>
                                        </p:tav>
                                        <p:tav tm="100000">
                                          <p:val>
                                            <p:strVal val="#ppt_w"/>
                                          </p:val>
                                        </p:tav>
                                      </p:tavLst>
                                    </p:anim>
                                    <p:anim calcmode="lin" valueType="num">
                                      <p:cBhvr>
                                        <p:cTn id="8" dur="500" fill="hold"/>
                                        <p:tgtEl>
                                          <p:spTgt spid="63"/>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dissolve">
                                      <p:cBhvr>
                                        <p:cTn id="12" dur="500"/>
                                        <p:tgtEl>
                                          <p:spTgt spid="58"/>
                                        </p:tgtEl>
                                      </p:cBhvr>
                                    </p:animEffect>
                                  </p:childTnLst>
                                </p:cTn>
                              </p:par>
                            </p:childTnLst>
                          </p:cTn>
                        </p:par>
                        <p:par>
                          <p:cTn id="13" fill="hold">
                            <p:stCondLst>
                              <p:cond delay="1000"/>
                            </p:stCondLst>
                            <p:childTnLst>
                              <p:par>
                                <p:cTn id="14" presetID="9" presetClass="entr" presetSubtype="0" fill="hold" nodeType="after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dissolve">
                                      <p:cBhvr>
                                        <p:cTn id="16" dur="500"/>
                                        <p:tgtEl>
                                          <p:spTgt spid="57"/>
                                        </p:tgtEl>
                                      </p:cBhvr>
                                    </p:animEffect>
                                  </p:childTnLst>
                                </p:cTn>
                              </p:par>
                            </p:childTnLst>
                          </p:cTn>
                        </p:par>
                        <p:par>
                          <p:cTn id="17" fill="hold">
                            <p:stCondLst>
                              <p:cond delay="1500"/>
                            </p:stCondLst>
                            <p:childTnLst>
                              <p:par>
                                <p:cTn id="18" presetID="9" presetClass="entr" presetSubtype="0" fill="hold" nodeType="afterEffect">
                                  <p:stCondLst>
                                    <p:cond delay="0"/>
                                  </p:stCondLst>
                                  <p:childTnLst>
                                    <p:set>
                                      <p:cBhvr>
                                        <p:cTn id="19" dur="1" fill="hold">
                                          <p:stCondLst>
                                            <p:cond delay="0"/>
                                          </p:stCondLst>
                                        </p:cTn>
                                        <p:tgtEl>
                                          <p:spTgt spid="56"/>
                                        </p:tgtEl>
                                        <p:attrNameLst>
                                          <p:attrName>style.visibility</p:attrName>
                                        </p:attrNameLst>
                                      </p:cBhvr>
                                      <p:to>
                                        <p:strVal val="visible"/>
                                      </p:to>
                                    </p:set>
                                    <p:animEffect transition="in" filter="dissolve">
                                      <p:cBhvr>
                                        <p:cTn id="20"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Arrow Diagram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Focusing</a:t>
            </a:r>
            <a:endParaRPr lang="en-US" dirty="0">
              <a:gradFill>
                <a:gsLst>
                  <a:gs pos="0">
                    <a:schemeClr val="accent1"/>
                  </a:gs>
                  <a:gs pos="100000">
                    <a:schemeClr val="accent1"/>
                  </a:gs>
                </a:gsLst>
                <a:lin ang="0" scaled="1"/>
              </a:gradFill>
            </a:endParaRPr>
          </a:p>
        </p:txBody>
      </p:sp>
      <p:grpSp>
        <p:nvGrpSpPr>
          <p:cNvPr id="18" name="그룹 17"/>
          <p:cNvGrpSpPr/>
          <p:nvPr/>
        </p:nvGrpSpPr>
        <p:grpSpPr>
          <a:xfrm>
            <a:off x="2658203" y="2042564"/>
            <a:ext cx="1535730" cy="1535730"/>
            <a:chOff x="5190959" y="2429074"/>
            <a:chExt cx="1042776" cy="1042776"/>
          </a:xfrm>
        </p:grpSpPr>
        <p:sp>
          <p:nvSpPr>
            <p:cNvPr id="8" name="타원 7"/>
            <p:cNvSpPr/>
            <p:nvPr/>
          </p:nvSpPr>
          <p:spPr>
            <a:xfrm>
              <a:off x="5190959" y="2429074"/>
              <a:ext cx="1042776" cy="1042776"/>
            </a:xfrm>
            <a:prstGeom prst="ellips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7" name="타원 6"/>
            <p:cNvSpPr/>
            <p:nvPr/>
          </p:nvSpPr>
          <p:spPr>
            <a:xfrm>
              <a:off x="5252869" y="2490984"/>
              <a:ext cx="918956" cy="918956"/>
            </a:xfrm>
            <a:prstGeom prst="ellipse">
              <a:avLst/>
            </a:prstGeom>
            <a:solidFill>
              <a:schemeClr val="bg2"/>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6" name="타원 5"/>
            <p:cNvSpPr/>
            <p:nvPr/>
          </p:nvSpPr>
          <p:spPr>
            <a:xfrm>
              <a:off x="5370853" y="2608968"/>
              <a:ext cx="682987" cy="682987"/>
            </a:xfrm>
            <a:prstGeom prst="ellips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 name="타원 4"/>
            <p:cNvSpPr/>
            <p:nvPr/>
          </p:nvSpPr>
          <p:spPr>
            <a:xfrm>
              <a:off x="5482298" y="2720413"/>
              <a:ext cx="460098" cy="460098"/>
            </a:xfrm>
            <a:prstGeom prst="ellipse">
              <a:avLst/>
            </a:prstGeom>
            <a:solidFill>
              <a:schemeClr val="bg2"/>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 name="타원 3"/>
            <p:cNvSpPr/>
            <p:nvPr/>
          </p:nvSpPr>
          <p:spPr>
            <a:xfrm>
              <a:off x="5599002" y="2837117"/>
              <a:ext cx="226690" cy="226690"/>
            </a:xfrm>
            <a:prstGeom prst="ellipse">
              <a:avLst/>
            </a:prstGeom>
            <a:pattFill prst="dkDnDiag">
              <a:fgClr>
                <a:schemeClr val="accent1"/>
              </a:fgClr>
              <a:bgClr>
                <a:schemeClr val="bg2"/>
              </a:bgClr>
            </a:patt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00" name="그룹 99"/>
          <p:cNvGrpSpPr/>
          <p:nvPr/>
        </p:nvGrpSpPr>
        <p:grpSpPr>
          <a:xfrm>
            <a:off x="3070895" y="1029383"/>
            <a:ext cx="709533" cy="1131453"/>
            <a:chOff x="5217810" y="1029380"/>
            <a:chExt cx="709533" cy="1131453"/>
          </a:xfrm>
        </p:grpSpPr>
        <p:grpSp>
          <p:nvGrpSpPr>
            <p:cNvPr id="86" name="그룹 85"/>
            <p:cNvGrpSpPr/>
            <p:nvPr/>
          </p:nvGrpSpPr>
          <p:grpSpPr>
            <a:xfrm>
              <a:off x="5217810" y="1029380"/>
              <a:ext cx="709533" cy="1131453"/>
              <a:chOff x="5217810" y="1029380"/>
              <a:chExt cx="709533" cy="1131453"/>
            </a:xfrm>
          </p:grpSpPr>
          <p:sp>
            <p:nvSpPr>
              <p:cNvPr id="75" name="Freeform 5"/>
              <p:cNvSpPr>
                <a:spLocks/>
              </p:cNvSpPr>
              <p:nvPr/>
            </p:nvSpPr>
            <p:spPr bwMode="auto">
              <a:xfrm>
                <a:off x="5217810" y="1029380"/>
                <a:ext cx="709533" cy="1131453"/>
              </a:xfrm>
              <a:custGeom>
                <a:avLst/>
                <a:gdLst/>
                <a:ahLst/>
                <a:cxnLst/>
                <a:rect l="l" t="t" r="r" b="b"/>
                <a:pathLst>
                  <a:path w="709533" h="1131453">
                    <a:moveTo>
                      <a:pt x="355178" y="0"/>
                    </a:moveTo>
                    <a:cubicBezTo>
                      <a:pt x="407007" y="0"/>
                      <a:pt x="449118" y="42332"/>
                      <a:pt x="449118" y="94433"/>
                    </a:cubicBezTo>
                    <a:cubicBezTo>
                      <a:pt x="449118" y="487936"/>
                      <a:pt x="449118" y="682058"/>
                      <a:pt x="449118" y="777822"/>
                    </a:cubicBezTo>
                    <a:cubicBezTo>
                      <a:pt x="548837" y="680417"/>
                      <a:pt x="548837" y="680417"/>
                      <a:pt x="548837" y="680417"/>
                    </a:cubicBezTo>
                    <a:cubicBezTo>
                      <a:pt x="586211" y="642966"/>
                      <a:pt x="646334" y="644594"/>
                      <a:pt x="683708" y="682045"/>
                    </a:cubicBezTo>
                    <a:cubicBezTo>
                      <a:pt x="719456" y="719496"/>
                      <a:pt x="717831" y="779742"/>
                      <a:pt x="680458" y="815565"/>
                    </a:cubicBezTo>
                    <a:lnTo>
                      <a:pt x="355469" y="1131453"/>
                    </a:lnTo>
                    <a:cubicBezTo>
                      <a:pt x="28855" y="815565"/>
                      <a:pt x="28855" y="815565"/>
                      <a:pt x="28855" y="815565"/>
                    </a:cubicBezTo>
                    <a:cubicBezTo>
                      <a:pt x="-8518" y="779742"/>
                      <a:pt x="-10143" y="719496"/>
                      <a:pt x="27230" y="682045"/>
                    </a:cubicBezTo>
                    <a:cubicBezTo>
                      <a:pt x="62979" y="644594"/>
                      <a:pt x="123102" y="642966"/>
                      <a:pt x="160476" y="680417"/>
                    </a:cubicBezTo>
                    <a:cubicBezTo>
                      <a:pt x="202450" y="721076"/>
                      <a:pt x="235389" y="752982"/>
                      <a:pt x="261238" y="778021"/>
                    </a:cubicBezTo>
                    <a:cubicBezTo>
                      <a:pt x="261238" y="94433"/>
                      <a:pt x="261238" y="94433"/>
                      <a:pt x="261238" y="94433"/>
                    </a:cubicBezTo>
                    <a:cubicBezTo>
                      <a:pt x="261238" y="42332"/>
                      <a:pt x="303349" y="0"/>
                      <a:pt x="355178" y="0"/>
                    </a:cubicBezTo>
                    <a:close/>
                  </a:path>
                </a:pathLst>
              </a:custGeom>
              <a:gradFill>
                <a:gsLst>
                  <a:gs pos="0">
                    <a:schemeClr val="accent1"/>
                  </a:gs>
                  <a:gs pos="50000">
                    <a:schemeClr val="accent1">
                      <a:lumMod val="100000"/>
                    </a:schemeClr>
                  </a:gs>
                  <a:gs pos="100000">
                    <a:schemeClr val="accent1">
                      <a:lumMod val="90000"/>
                    </a:schemeClr>
                  </a:gs>
                </a:gsLst>
                <a:lin ang="2700000" scaled="0"/>
              </a:gradFill>
              <a:ln w="3175" cap="flat" cmpd="sng" algn="ctr">
                <a:solidFill>
                  <a:schemeClr val="accent1">
                    <a:lumMod val="75000"/>
                  </a:schemeClr>
                </a:solidFill>
                <a:prstDash val="solid"/>
              </a:ln>
              <a:effectLst>
                <a:outerShdw dist="25400" dir="27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69" name="TextBox 168"/>
              <p:cNvSpPr txBox="1"/>
              <p:nvPr/>
            </p:nvSpPr>
            <p:spPr>
              <a:xfrm rot="16200000">
                <a:off x="5099561" y="1467870"/>
                <a:ext cx="952765" cy="193940"/>
              </a:xfrm>
              <a:prstGeom prst="rect">
                <a:avLst/>
              </a:prstGeom>
              <a:noFill/>
            </p:spPr>
            <p:txBody>
              <a:bodyPr wrap="square" lIns="72000" tIns="0" rIns="72000" bIns="0" rtlCol="0" anchor="ctr">
                <a:noAutofit/>
              </a:bodyPr>
              <a:lstStyle/>
              <a:p>
                <a:pPr lvl="0"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sp>
          <p:nvSpPr>
            <p:cNvPr id="20" name="타원 19"/>
            <p:cNvSpPr/>
            <p:nvPr/>
          </p:nvSpPr>
          <p:spPr>
            <a:xfrm>
              <a:off x="5518530" y="1063565"/>
              <a:ext cx="114222" cy="114222"/>
            </a:xfrm>
            <a:prstGeom prst="ellipse">
              <a:avLst/>
            </a:prstGeom>
            <a:solidFill>
              <a:schemeClr val="bg2"/>
            </a:solidFill>
            <a:ln w="3175" cap="flat" cmpd="sng" algn="ctr">
              <a:gradFill>
                <a:gsLst>
                  <a:gs pos="0">
                    <a:schemeClr val="accent1">
                      <a:lumMod val="75000"/>
                      <a:alpha val="50000"/>
                    </a:schemeClr>
                  </a:gs>
                  <a:gs pos="100000">
                    <a:schemeClr val="accent1">
                      <a:lumMod val="75000"/>
                      <a:alpha val="50000"/>
                    </a:schemeClr>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09" name="그룹 108"/>
          <p:cNvGrpSpPr/>
          <p:nvPr/>
        </p:nvGrpSpPr>
        <p:grpSpPr>
          <a:xfrm>
            <a:off x="3818528" y="1029385"/>
            <a:ext cx="952765" cy="603295"/>
            <a:chOff x="5965443" y="1029380"/>
            <a:chExt cx="952765" cy="603295"/>
          </a:xfrm>
        </p:grpSpPr>
        <p:sp>
          <p:nvSpPr>
            <p:cNvPr id="166" name="TextBox 165"/>
            <p:cNvSpPr txBox="1"/>
            <p:nvPr/>
          </p:nvSpPr>
          <p:spPr>
            <a:xfrm>
              <a:off x="5965443" y="1029380"/>
              <a:ext cx="952765" cy="193940"/>
            </a:xfrm>
            <a:prstGeom prst="rect">
              <a:avLst/>
            </a:prstGeom>
            <a:noFill/>
          </p:spPr>
          <p:txBody>
            <a:bodyPr wrap="square" lIns="0" tIns="0" rIns="0" bIns="0" rtlCol="0">
              <a:noAutofit/>
            </a:bodyPr>
            <a:lstStyle/>
            <a:p>
              <a:pPr lvl="0"/>
              <a:r>
                <a:rPr lang="en-US" altLang="ko-KR" sz="1200" b="1" dirty="0">
                  <a:gradFill>
                    <a:gsLst>
                      <a:gs pos="0">
                        <a:schemeClr val="accent1"/>
                      </a:gs>
                      <a:gs pos="100000">
                        <a:schemeClr val="accent1">
                          <a:lumMod val="100000"/>
                        </a:schemeClr>
                      </a:gs>
                    </a:gsLst>
                    <a:lin ang="5400000" scaled="0"/>
                  </a:gradFill>
                  <a:latin typeface="Roboto Condensed Regular"/>
                </a:rPr>
                <a:t>First Arrow</a:t>
              </a:r>
              <a:endParaRPr lang="ko-KR" altLang="en-US" sz="1200" b="1" dirty="0">
                <a:gradFill>
                  <a:gsLst>
                    <a:gs pos="0">
                      <a:schemeClr val="accent1"/>
                    </a:gs>
                    <a:gs pos="100000">
                      <a:schemeClr val="accent1">
                        <a:lumMod val="100000"/>
                      </a:schemeClr>
                    </a:gs>
                  </a:gsLst>
                  <a:lin ang="5400000" scaled="0"/>
                </a:gradFill>
                <a:latin typeface="Roboto Condensed Regular"/>
              </a:endParaRPr>
            </a:p>
          </p:txBody>
        </p:sp>
        <p:sp>
          <p:nvSpPr>
            <p:cNvPr id="167" name="TextBox 166"/>
            <p:cNvSpPr txBox="1"/>
            <p:nvPr/>
          </p:nvSpPr>
          <p:spPr>
            <a:xfrm>
              <a:off x="5965443" y="1243078"/>
              <a:ext cx="952765" cy="389597"/>
            </a:xfrm>
            <a:prstGeom prst="rect">
              <a:avLst/>
            </a:prstGeom>
            <a:noFill/>
          </p:spPr>
          <p:txBody>
            <a:bodyPr wrap="square" lIns="0" tIns="0" rIns="0" bIns="0" rtlCol="0">
              <a:noAutofit/>
            </a:bodyPr>
            <a:lstStyle/>
            <a:p>
              <a:pPr>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168" name="직선 연결선 167"/>
          <p:cNvCxnSpPr/>
          <p:nvPr/>
        </p:nvCxnSpPr>
        <p:spPr>
          <a:xfrm flipH="1">
            <a:off x="3429293" y="1120676"/>
            <a:ext cx="310737" cy="0"/>
          </a:xfrm>
          <a:prstGeom prst="line">
            <a:avLst/>
          </a:prstGeom>
          <a:ln w="3175">
            <a:solidFill>
              <a:schemeClr val="accent1"/>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01" name="그룹 100"/>
          <p:cNvGrpSpPr/>
          <p:nvPr/>
        </p:nvGrpSpPr>
        <p:grpSpPr>
          <a:xfrm>
            <a:off x="3914824" y="1661345"/>
            <a:ext cx="952765" cy="800595"/>
            <a:chOff x="6061739" y="1661340"/>
            <a:chExt cx="952765" cy="800595"/>
          </a:xfrm>
        </p:grpSpPr>
        <p:grpSp>
          <p:nvGrpSpPr>
            <p:cNvPr id="94" name="그룹 93"/>
            <p:cNvGrpSpPr/>
            <p:nvPr/>
          </p:nvGrpSpPr>
          <p:grpSpPr>
            <a:xfrm>
              <a:off x="6061739" y="1661340"/>
              <a:ext cx="952765" cy="800595"/>
              <a:chOff x="6061739" y="1661340"/>
              <a:chExt cx="952765" cy="800595"/>
            </a:xfrm>
          </p:grpSpPr>
          <p:sp>
            <p:nvSpPr>
              <p:cNvPr id="87" name="Freeform 17"/>
              <p:cNvSpPr>
                <a:spLocks/>
              </p:cNvSpPr>
              <p:nvPr/>
            </p:nvSpPr>
            <p:spPr bwMode="auto">
              <a:xfrm>
                <a:off x="6076088" y="1661340"/>
                <a:ext cx="904482" cy="800595"/>
              </a:xfrm>
              <a:custGeom>
                <a:avLst/>
                <a:gdLst/>
                <a:ahLst/>
                <a:cxnLst/>
                <a:rect l="l" t="t" r="r" b="b"/>
                <a:pathLst>
                  <a:path w="904482" h="800595">
                    <a:moveTo>
                      <a:pt x="820313" y="649"/>
                    </a:moveTo>
                    <a:cubicBezTo>
                      <a:pt x="844496" y="3496"/>
                      <a:pt x="867662" y="15696"/>
                      <a:pt x="883920" y="36842"/>
                    </a:cubicBezTo>
                    <a:cubicBezTo>
                      <a:pt x="916434" y="77508"/>
                      <a:pt x="909931" y="136067"/>
                      <a:pt x="867663" y="168599"/>
                    </a:cubicBezTo>
                    <a:cubicBezTo>
                      <a:pt x="560172" y="414233"/>
                      <a:pt x="409023" y="534976"/>
                      <a:pt x="334725" y="594328"/>
                    </a:cubicBezTo>
                    <a:cubicBezTo>
                      <a:pt x="474791" y="612890"/>
                      <a:pt x="474791" y="612890"/>
                      <a:pt x="474791" y="612890"/>
                    </a:cubicBezTo>
                    <a:cubicBezTo>
                      <a:pt x="526823" y="619393"/>
                      <a:pt x="562595" y="666542"/>
                      <a:pt x="556091" y="718568"/>
                    </a:cubicBezTo>
                    <a:cubicBezTo>
                      <a:pt x="549587" y="768969"/>
                      <a:pt x="502433" y="806363"/>
                      <a:pt x="450401" y="799860"/>
                    </a:cubicBezTo>
                    <a:lnTo>
                      <a:pt x="0" y="741330"/>
                    </a:lnTo>
                    <a:cubicBezTo>
                      <a:pt x="43902" y="289350"/>
                      <a:pt x="43902" y="289350"/>
                      <a:pt x="43902" y="289350"/>
                    </a:cubicBezTo>
                    <a:cubicBezTo>
                      <a:pt x="48780" y="237323"/>
                      <a:pt x="94308" y="199929"/>
                      <a:pt x="146340" y="204807"/>
                    </a:cubicBezTo>
                    <a:cubicBezTo>
                      <a:pt x="198372" y="209684"/>
                      <a:pt x="237396" y="255207"/>
                      <a:pt x="230892" y="307234"/>
                    </a:cubicBezTo>
                    <a:cubicBezTo>
                      <a:pt x="225287" y="365374"/>
                      <a:pt x="220890" y="410990"/>
                      <a:pt x="217440" y="446779"/>
                    </a:cubicBezTo>
                    <a:cubicBezTo>
                      <a:pt x="750611" y="20576"/>
                      <a:pt x="750611" y="20576"/>
                      <a:pt x="750611" y="20576"/>
                    </a:cubicBezTo>
                    <a:cubicBezTo>
                      <a:pt x="770932" y="4309"/>
                      <a:pt x="796131" y="-2197"/>
                      <a:pt x="820313" y="649"/>
                    </a:cubicBezTo>
                    <a:close/>
                  </a:path>
                </a:pathLst>
              </a:custGeom>
              <a:pattFill prst="pct10">
                <a:fgClr>
                  <a:schemeClr val="accent3">
                    <a:lumMod val="85000"/>
                  </a:schemeClr>
                </a:fgClr>
                <a:bgClr>
                  <a:schemeClr val="accent3">
                    <a:lumMod val="75000"/>
                  </a:schemeClr>
                </a:bgClr>
              </a:pattFill>
              <a:ln w="3175">
                <a:solidFill>
                  <a:schemeClr val="accent3">
                    <a:lumMod val="50000"/>
                    <a:alpha val="70000"/>
                  </a:schemeClr>
                </a:solidFill>
              </a:ln>
              <a:effectLst>
                <a:outerShdw dist="25400" dir="27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88" name="TextBox 87"/>
              <p:cNvSpPr txBox="1"/>
              <p:nvPr/>
            </p:nvSpPr>
            <p:spPr>
              <a:xfrm rot="19280514">
                <a:off x="6061739" y="1939492"/>
                <a:ext cx="952765" cy="193940"/>
              </a:xfrm>
              <a:prstGeom prst="rect">
                <a:avLst/>
              </a:prstGeom>
              <a:noFill/>
            </p:spPr>
            <p:txBody>
              <a:bodyPr wrap="square" lIns="72000" tIns="0" rIns="72000" bIns="0" rtlCol="0" anchor="ctr">
                <a:noAutofit/>
              </a:bodyPr>
              <a:lstStyle/>
              <a:p>
                <a:pPr lvl="0"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sp>
          <p:nvSpPr>
            <p:cNvPr id="173" name="타원 172"/>
            <p:cNvSpPr/>
            <p:nvPr/>
          </p:nvSpPr>
          <p:spPr>
            <a:xfrm>
              <a:off x="6826630" y="1699494"/>
              <a:ext cx="114222" cy="114222"/>
            </a:xfrm>
            <a:prstGeom prst="ellipse">
              <a:avLst/>
            </a:prstGeom>
            <a:solidFill>
              <a:schemeClr val="bg2"/>
            </a:solidFill>
            <a:ln w="3175" cap="flat" cmpd="sng" algn="ctr">
              <a:solidFill>
                <a:schemeClr val="bg2">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10" name="그룹 109"/>
          <p:cNvGrpSpPr/>
          <p:nvPr/>
        </p:nvGrpSpPr>
        <p:grpSpPr>
          <a:xfrm>
            <a:off x="5126628" y="1665314"/>
            <a:ext cx="952765" cy="603295"/>
            <a:chOff x="7273543" y="1665309"/>
            <a:chExt cx="952765" cy="603295"/>
          </a:xfrm>
        </p:grpSpPr>
        <p:sp>
          <p:nvSpPr>
            <p:cNvPr id="175" name="TextBox 174"/>
            <p:cNvSpPr txBox="1"/>
            <p:nvPr/>
          </p:nvSpPr>
          <p:spPr>
            <a:xfrm>
              <a:off x="7273543" y="1665309"/>
              <a:ext cx="952765" cy="193940"/>
            </a:xfrm>
            <a:prstGeom prst="rect">
              <a:avLst/>
            </a:prstGeom>
            <a:noFill/>
          </p:spPr>
          <p:txBody>
            <a:bodyPr wrap="square" lIns="0" tIns="0" rIns="0" bIns="0" rtlCol="0">
              <a:noAutofit/>
            </a:bodyPr>
            <a:lstStyle/>
            <a:p>
              <a:r>
                <a:rPr lang="en-US" altLang="ko-KR" sz="1200" b="1" dirty="0">
                  <a:gradFill>
                    <a:gsLst>
                      <a:gs pos="0">
                        <a:schemeClr val="tx2">
                          <a:alpha val="70000"/>
                        </a:schemeClr>
                      </a:gs>
                      <a:gs pos="100000">
                        <a:schemeClr val="tx2">
                          <a:alpha val="70000"/>
                        </a:schemeClr>
                      </a:gs>
                    </a:gsLst>
                    <a:lin ang="5400000" scaled="0"/>
                  </a:gradFill>
                  <a:latin typeface="Roboto Condensed Regular"/>
                </a:rPr>
                <a:t>Second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76" name="TextBox 175"/>
            <p:cNvSpPr txBox="1"/>
            <p:nvPr/>
          </p:nvSpPr>
          <p:spPr>
            <a:xfrm>
              <a:off x="7273543" y="1879007"/>
              <a:ext cx="952765" cy="389597"/>
            </a:xfrm>
            <a:prstGeom prst="rect">
              <a:avLst/>
            </a:prstGeom>
            <a:noFill/>
          </p:spPr>
          <p:txBody>
            <a:bodyPr wrap="square" lIns="0" tIns="0" rIns="0" bIns="0" rtlCol="0">
              <a:noAutofit/>
            </a:bodyPr>
            <a:lstStyle/>
            <a:p>
              <a:pPr>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174" name="직선 연결선 173"/>
          <p:cNvCxnSpPr/>
          <p:nvPr/>
        </p:nvCxnSpPr>
        <p:spPr>
          <a:xfrm flipH="1">
            <a:off x="4737392" y="1756605"/>
            <a:ext cx="310737"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11" name="그룹 110"/>
          <p:cNvGrpSpPr/>
          <p:nvPr/>
        </p:nvGrpSpPr>
        <p:grpSpPr>
          <a:xfrm>
            <a:off x="5451691" y="3086213"/>
            <a:ext cx="952765" cy="603295"/>
            <a:chOff x="7598606" y="3086208"/>
            <a:chExt cx="952765" cy="603295"/>
          </a:xfrm>
        </p:grpSpPr>
        <p:sp>
          <p:nvSpPr>
            <p:cNvPr id="190" name="TextBox 189"/>
            <p:cNvSpPr txBox="1"/>
            <p:nvPr/>
          </p:nvSpPr>
          <p:spPr>
            <a:xfrm>
              <a:off x="7598606" y="3086208"/>
              <a:ext cx="952765" cy="193940"/>
            </a:xfrm>
            <a:prstGeom prst="rect">
              <a:avLst/>
            </a:prstGeom>
            <a:noFill/>
          </p:spPr>
          <p:txBody>
            <a:bodyPr wrap="square" lIns="0" tIns="0" rIns="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Third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91" name="TextBox 190"/>
            <p:cNvSpPr txBox="1"/>
            <p:nvPr/>
          </p:nvSpPr>
          <p:spPr>
            <a:xfrm>
              <a:off x="7598607" y="3299906"/>
              <a:ext cx="846894" cy="389597"/>
            </a:xfrm>
            <a:prstGeom prst="rect">
              <a:avLst/>
            </a:prstGeom>
            <a:noFill/>
          </p:spPr>
          <p:txBody>
            <a:bodyPr wrap="square" lIns="0" tIns="0" rIns="0" bIns="0" rtlCol="0">
              <a:noAutofit/>
            </a:bodyPr>
            <a:lstStyle/>
            <a:p>
              <a:pPr>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102" name="그룹 101"/>
          <p:cNvGrpSpPr/>
          <p:nvPr/>
        </p:nvGrpSpPr>
        <p:grpSpPr>
          <a:xfrm>
            <a:off x="4052338" y="2684375"/>
            <a:ext cx="1104685" cy="696615"/>
            <a:chOff x="6199253" y="2684371"/>
            <a:chExt cx="1104685" cy="696615"/>
          </a:xfrm>
        </p:grpSpPr>
        <p:grpSp>
          <p:nvGrpSpPr>
            <p:cNvPr id="95" name="그룹 94"/>
            <p:cNvGrpSpPr/>
            <p:nvPr/>
          </p:nvGrpSpPr>
          <p:grpSpPr>
            <a:xfrm>
              <a:off x="6199253" y="2684371"/>
              <a:ext cx="1104685" cy="696615"/>
              <a:chOff x="6199253" y="2684371"/>
              <a:chExt cx="1104685" cy="696615"/>
            </a:xfrm>
          </p:grpSpPr>
          <p:sp>
            <p:nvSpPr>
              <p:cNvPr id="85" name="Freeform 15"/>
              <p:cNvSpPr>
                <a:spLocks/>
              </p:cNvSpPr>
              <p:nvPr/>
            </p:nvSpPr>
            <p:spPr bwMode="auto">
              <a:xfrm>
                <a:off x="6199253" y="2684371"/>
                <a:ext cx="1104685" cy="696615"/>
              </a:xfrm>
              <a:custGeom>
                <a:avLst/>
                <a:gdLst/>
                <a:ahLst/>
                <a:cxnLst/>
                <a:rect l="l" t="t" r="r" b="b"/>
                <a:pathLst>
                  <a:path w="1104685" h="696615">
                    <a:moveTo>
                      <a:pt x="415315" y="1243"/>
                    </a:moveTo>
                    <a:cubicBezTo>
                      <a:pt x="451658" y="-4700"/>
                      <a:pt x="490057" y="10844"/>
                      <a:pt x="512000" y="43760"/>
                    </a:cubicBezTo>
                    <a:cubicBezTo>
                      <a:pt x="539632" y="86022"/>
                      <a:pt x="528254" y="144539"/>
                      <a:pt x="484369" y="173798"/>
                    </a:cubicBezTo>
                    <a:cubicBezTo>
                      <a:pt x="435832" y="205348"/>
                      <a:pt x="397648" y="230169"/>
                      <a:pt x="367608" y="249696"/>
                    </a:cubicBezTo>
                    <a:cubicBezTo>
                      <a:pt x="1032428" y="401296"/>
                      <a:pt x="1032428" y="401296"/>
                      <a:pt x="1032428" y="401296"/>
                    </a:cubicBezTo>
                    <a:cubicBezTo>
                      <a:pt x="1082822" y="412679"/>
                      <a:pt x="1113708" y="463090"/>
                      <a:pt x="1102329" y="515126"/>
                    </a:cubicBezTo>
                    <a:cubicBezTo>
                      <a:pt x="1090950" y="565536"/>
                      <a:pt x="1040556" y="596433"/>
                      <a:pt x="990162" y="585050"/>
                    </a:cubicBezTo>
                    <a:cubicBezTo>
                      <a:pt x="606247" y="497505"/>
                      <a:pt x="417317" y="454423"/>
                      <a:pt x="324342" y="433222"/>
                    </a:cubicBezTo>
                    <a:cubicBezTo>
                      <a:pt x="396597" y="552534"/>
                      <a:pt x="396597" y="552534"/>
                      <a:pt x="396597" y="552534"/>
                    </a:cubicBezTo>
                    <a:cubicBezTo>
                      <a:pt x="424229" y="598047"/>
                      <a:pt x="409600" y="654939"/>
                      <a:pt x="365715" y="682572"/>
                    </a:cubicBezTo>
                    <a:cubicBezTo>
                      <a:pt x="320204" y="710205"/>
                      <a:pt x="263315" y="695576"/>
                      <a:pt x="235683" y="651688"/>
                    </a:cubicBezTo>
                    <a:lnTo>
                      <a:pt x="0" y="263199"/>
                    </a:lnTo>
                    <a:cubicBezTo>
                      <a:pt x="380343" y="14501"/>
                      <a:pt x="380343" y="14501"/>
                      <a:pt x="380343" y="14501"/>
                    </a:cubicBezTo>
                    <a:cubicBezTo>
                      <a:pt x="391315" y="7593"/>
                      <a:pt x="403200" y="3224"/>
                      <a:pt x="415315" y="1243"/>
                    </a:cubicBezTo>
                    <a:close/>
                  </a:path>
                </a:pathLst>
              </a:custGeom>
              <a:pattFill prst="pct10">
                <a:fgClr>
                  <a:schemeClr val="accent3">
                    <a:lumMod val="85000"/>
                  </a:schemeClr>
                </a:fgClr>
                <a:bgClr>
                  <a:schemeClr val="accent3">
                    <a:lumMod val="75000"/>
                  </a:schemeClr>
                </a:bgClr>
              </a:pattFill>
              <a:ln w="3175">
                <a:solidFill>
                  <a:schemeClr val="accent3">
                    <a:lumMod val="50000"/>
                    <a:alpha val="70000"/>
                  </a:schemeClr>
                </a:solidFill>
              </a:ln>
              <a:effectLst>
                <a:outerShdw dist="25400" dir="27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89" name="TextBox 88"/>
              <p:cNvSpPr txBox="1"/>
              <p:nvPr/>
            </p:nvSpPr>
            <p:spPr>
              <a:xfrm rot="777013">
                <a:off x="6306126" y="2984086"/>
                <a:ext cx="952765" cy="193940"/>
              </a:xfrm>
              <a:prstGeom prst="rect">
                <a:avLst/>
              </a:prstGeom>
              <a:noFill/>
            </p:spPr>
            <p:txBody>
              <a:bodyPr wrap="square" lIns="72000" tIns="0" rIns="72000" bIns="0" rtlCol="0" anchor="ctr">
                <a:noAutofit/>
              </a:bodyPr>
              <a:lstStyle/>
              <a:p>
                <a:pPr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sp>
          <p:nvSpPr>
            <p:cNvPr id="188" name="타원 187"/>
            <p:cNvSpPr/>
            <p:nvPr/>
          </p:nvSpPr>
          <p:spPr>
            <a:xfrm>
              <a:off x="7151693" y="3120393"/>
              <a:ext cx="114222" cy="114222"/>
            </a:xfrm>
            <a:prstGeom prst="ellipse">
              <a:avLst/>
            </a:prstGeom>
            <a:solidFill>
              <a:schemeClr val="bg2"/>
            </a:solidFill>
            <a:ln w="3175" cap="flat" cmpd="sng" algn="ctr">
              <a:solidFill>
                <a:schemeClr val="bg2">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cxnSp>
        <p:nvCxnSpPr>
          <p:cNvPr id="189" name="직선 연결선 188"/>
          <p:cNvCxnSpPr/>
          <p:nvPr/>
        </p:nvCxnSpPr>
        <p:spPr>
          <a:xfrm flipH="1">
            <a:off x="5062457" y="3177504"/>
            <a:ext cx="310737"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12" name="그룹 111"/>
          <p:cNvGrpSpPr/>
          <p:nvPr/>
        </p:nvGrpSpPr>
        <p:grpSpPr>
          <a:xfrm>
            <a:off x="4544393" y="4225285"/>
            <a:ext cx="952765" cy="603295"/>
            <a:chOff x="6691308" y="4225280"/>
            <a:chExt cx="952765" cy="603295"/>
          </a:xfrm>
        </p:grpSpPr>
        <p:sp>
          <p:nvSpPr>
            <p:cNvPr id="198" name="TextBox 197"/>
            <p:cNvSpPr txBox="1"/>
            <p:nvPr/>
          </p:nvSpPr>
          <p:spPr>
            <a:xfrm>
              <a:off x="6691308" y="4225280"/>
              <a:ext cx="952765" cy="193940"/>
            </a:xfrm>
            <a:prstGeom prst="rect">
              <a:avLst/>
            </a:prstGeom>
            <a:noFill/>
          </p:spPr>
          <p:txBody>
            <a:bodyPr wrap="square" lIns="0" tIns="0" rIns="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Forth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99" name="TextBox 198"/>
            <p:cNvSpPr txBox="1"/>
            <p:nvPr/>
          </p:nvSpPr>
          <p:spPr>
            <a:xfrm>
              <a:off x="6691308" y="4438978"/>
              <a:ext cx="952765" cy="389597"/>
            </a:xfrm>
            <a:prstGeom prst="rect">
              <a:avLst/>
            </a:prstGeom>
            <a:noFill/>
          </p:spPr>
          <p:txBody>
            <a:bodyPr wrap="square" lIns="0" tIns="0" rIns="0" bIns="0" rtlCol="0">
              <a:noAutofit/>
            </a:bodyPr>
            <a:lstStyle/>
            <a:p>
              <a:pPr>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103" name="그룹 102"/>
          <p:cNvGrpSpPr/>
          <p:nvPr/>
        </p:nvGrpSpPr>
        <p:grpSpPr>
          <a:xfrm>
            <a:off x="3542481" y="3383099"/>
            <a:ext cx="706390" cy="1029201"/>
            <a:chOff x="5689399" y="3383094"/>
            <a:chExt cx="706390" cy="1029201"/>
          </a:xfrm>
        </p:grpSpPr>
        <p:grpSp>
          <p:nvGrpSpPr>
            <p:cNvPr id="96" name="그룹 95"/>
            <p:cNvGrpSpPr/>
            <p:nvPr/>
          </p:nvGrpSpPr>
          <p:grpSpPr>
            <a:xfrm>
              <a:off x="5689399" y="3383094"/>
              <a:ext cx="706390" cy="1029201"/>
              <a:chOff x="5689399" y="3383094"/>
              <a:chExt cx="706390" cy="1029201"/>
            </a:xfrm>
          </p:grpSpPr>
          <p:sp>
            <p:nvSpPr>
              <p:cNvPr id="83" name="Freeform 13"/>
              <p:cNvSpPr>
                <a:spLocks/>
              </p:cNvSpPr>
              <p:nvPr/>
            </p:nvSpPr>
            <p:spPr bwMode="auto">
              <a:xfrm>
                <a:off x="5689399" y="3383094"/>
                <a:ext cx="706390" cy="1029201"/>
              </a:xfrm>
              <a:custGeom>
                <a:avLst/>
                <a:gdLst/>
                <a:ahLst/>
                <a:cxnLst/>
                <a:rect l="l" t="t" r="r" b="b"/>
                <a:pathLst>
                  <a:path w="706390" h="1029201">
                    <a:moveTo>
                      <a:pt x="162022" y="0"/>
                    </a:moveTo>
                    <a:cubicBezTo>
                      <a:pt x="593097" y="143321"/>
                      <a:pt x="593097" y="143321"/>
                      <a:pt x="593097" y="143321"/>
                    </a:cubicBezTo>
                    <a:cubicBezTo>
                      <a:pt x="643525" y="159608"/>
                      <a:pt x="669552" y="213353"/>
                      <a:pt x="653285" y="263841"/>
                    </a:cubicBezTo>
                    <a:cubicBezTo>
                      <a:pt x="637018" y="312701"/>
                      <a:pt x="583337" y="340388"/>
                      <a:pt x="534536" y="322473"/>
                    </a:cubicBezTo>
                    <a:cubicBezTo>
                      <a:pt x="478464" y="304112"/>
                      <a:pt x="434547" y="289733"/>
                      <a:pt x="400152" y="278470"/>
                    </a:cubicBezTo>
                    <a:cubicBezTo>
                      <a:pt x="696891" y="893223"/>
                      <a:pt x="696891" y="893223"/>
                      <a:pt x="696891" y="893223"/>
                    </a:cubicBezTo>
                    <a:cubicBezTo>
                      <a:pt x="719651" y="940351"/>
                      <a:pt x="700143" y="997230"/>
                      <a:pt x="652997" y="1019981"/>
                    </a:cubicBezTo>
                    <a:cubicBezTo>
                      <a:pt x="605852" y="1042732"/>
                      <a:pt x="548953" y="1021606"/>
                      <a:pt x="526193" y="976103"/>
                    </a:cubicBezTo>
                    <a:cubicBezTo>
                      <a:pt x="355997" y="620972"/>
                      <a:pt x="272296" y="446321"/>
                      <a:pt x="231132" y="360429"/>
                    </a:cubicBezTo>
                    <a:cubicBezTo>
                      <a:pt x="183170" y="491852"/>
                      <a:pt x="183170" y="491852"/>
                      <a:pt x="183170" y="491852"/>
                    </a:cubicBezTo>
                    <a:cubicBezTo>
                      <a:pt x="165276" y="540712"/>
                      <a:pt x="109968" y="566770"/>
                      <a:pt x="61167" y="548855"/>
                    </a:cubicBezTo>
                    <a:cubicBezTo>
                      <a:pt x="12366" y="530940"/>
                      <a:pt x="-12034" y="475566"/>
                      <a:pt x="5859" y="426706"/>
                    </a:cubicBezTo>
                    <a:close/>
                  </a:path>
                </a:pathLst>
              </a:custGeom>
              <a:pattFill prst="pct10">
                <a:fgClr>
                  <a:schemeClr val="accent3">
                    <a:lumMod val="85000"/>
                  </a:schemeClr>
                </a:fgClr>
                <a:bgClr>
                  <a:schemeClr val="accent3">
                    <a:lumMod val="75000"/>
                  </a:schemeClr>
                </a:bgClr>
              </a:pattFill>
              <a:ln w="3175">
                <a:solidFill>
                  <a:schemeClr val="accent3">
                    <a:lumMod val="50000"/>
                    <a:alpha val="70000"/>
                  </a:schemeClr>
                </a:solidFill>
              </a:ln>
              <a:effectLst>
                <a:outerShdw dist="25400" dir="27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90" name="TextBox 89"/>
              <p:cNvSpPr txBox="1"/>
              <p:nvPr/>
            </p:nvSpPr>
            <p:spPr>
              <a:xfrm rot="3845432">
                <a:off x="5641248" y="3832841"/>
                <a:ext cx="952765" cy="193940"/>
              </a:xfrm>
              <a:prstGeom prst="rect">
                <a:avLst/>
              </a:prstGeom>
              <a:noFill/>
            </p:spPr>
            <p:txBody>
              <a:bodyPr wrap="square" lIns="72000" tIns="0" rIns="72000" bIns="0" rtlCol="0" anchor="ctr">
                <a:noAutofit/>
              </a:bodyPr>
              <a:lstStyle/>
              <a:p>
                <a:pPr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sp>
          <p:nvSpPr>
            <p:cNvPr id="196" name="타원 195"/>
            <p:cNvSpPr/>
            <p:nvPr/>
          </p:nvSpPr>
          <p:spPr>
            <a:xfrm>
              <a:off x="6244395" y="4259465"/>
              <a:ext cx="114222" cy="114222"/>
            </a:xfrm>
            <a:prstGeom prst="ellipse">
              <a:avLst/>
            </a:prstGeom>
            <a:solidFill>
              <a:schemeClr val="bg2"/>
            </a:solidFill>
            <a:ln w="3175" cap="flat" cmpd="sng" algn="ctr">
              <a:solidFill>
                <a:schemeClr val="bg2">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cxnSp>
        <p:nvCxnSpPr>
          <p:cNvPr id="197" name="직선 연결선 196"/>
          <p:cNvCxnSpPr/>
          <p:nvPr/>
        </p:nvCxnSpPr>
        <p:spPr>
          <a:xfrm flipH="1">
            <a:off x="4155158" y="4316576"/>
            <a:ext cx="310737"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13" name="그룹 112"/>
          <p:cNvGrpSpPr/>
          <p:nvPr/>
        </p:nvGrpSpPr>
        <p:grpSpPr>
          <a:xfrm>
            <a:off x="1369858" y="4225285"/>
            <a:ext cx="952765" cy="603295"/>
            <a:chOff x="3516773" y="4225280"/>
            <a:chExt cx="952765" cy="603295"/>
          </a:xfrm>
        </p:grpSpPr>
        <p:sp>
          <p:nvSpPr>
            <p:cNvPr id="205" name="TextBox 204"/>
            <p:cNvSpPr txBox="1"/>
            <p:nvPr/>
          </p:nvSpPr>
          <p:spPr>
            <a:xfrm>
              <a:off x="3516773" y="4225280"/>
              <a:ext cx="952765" cy="193940"/>
            </a:xfrm>
            <a:prstGeom prst="rect">
              <a:avLst/>
            </a:prstGeom>
            <a:noFill/>
          </p:spPr>
          <p:txBody>
            <a:bodyPr wrap="square" lIns="0" tIns="0" rIns="0" bIns="0" rtlCol="0">
              <a:noAutofit/>
            </a:bodyPr>
            <a:lstStyle/>
            <a:p>
              <a:pPr lvl="0" algn="r"/>
              <a:r>
                <a:rPr lang="en-US" altLang="ko-KR" sz="1200" b="1" dirty="0">
                  <a:gradFill>
                    <a:gsLst>
                      <a:gs pos="0">
                        <a:schemeClr val="tx2">
                          <a:alpha val="70000"/>
                        </a:schemeClr>
                      </a:gs>
                      <a:gs pos="100000">
                        <a:schemeClr val="tx2">
                          <a:alpha val="70000"/>
                        </a:schemeClr>
                      </a:gs>
                    </a:gsLst>
                    <a:lin ang="5400000" scaled="0"/>
                  </a:gradFill>
                  <a:latin typeface="Roboto Condensed Regular"/>
                </a:rPr>
                <a:t>Fifth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206" name="TextBox 205"/>
            <p:cNvSpPr txBox="1"/>
            <p:nvPr/>
          </p:nvSpPr>
          <p:spPr>
            <a:xfrm>
              <a:off x="3516773" y="4438978"/>
              <a:ext cx="952765" cy="389597"/>
            </a:xfrm>
            <a:prstGeom prst="rect">
              <a:avLst/>
            </a:prstGeom>
            <a:noFill/>
          </p:spPr>
          <p:txBody>
            <a:bodyPr wrap="square" lIns="0" tIns="0" rIns="0" bIns="0" rtlCol="0">
              <a:noAutofit/>
            </a:bodyPr>
            <a:lstStyle/>
            <a:p>
              <a:pPr algn="r">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104" name="그룹 103"/>
          <p:cNvGrpSpPr/>
          <p:nvPr/>
        </p:nvGrpSpPr>
        <p:grpSpPr>
          <a:xfrm>
            <a:off x="2602205" y="3383099"/>
            <a:ext cx="706494" cy="1029201"/>
            <a:chOff x="4749125" y="3383094"/>
            <a:chExt cx="706494" cy="1029201"/>
          </a:xfrm>
        </p:grpSpPr>
        <p:grpSp>
          <p:nvGrpSpPr>
            <p:cNvPr id="97" name="그룹 96"/>
            <p:cNvGrpSpPr/>
            <p:nvPr/>
          </p:nvGrpSpPr>
          <p:grpSpPr>
            <a:xfrm>
              <a:off x="4749125" y="3383094"/>
              <a:ext cx="706494" cy="1029201"/>
              <a:chOff x="4749125" y="3383094"/>
              <a:chExt cx="706494" cy="1029201"/>
            </a:xfrm>
          </p:grpSpPr>
          <p:sp>
            <p:nvSpPr>
              <p:cNvPr id="81" name="Freeform 11"/>
              <p:cNvSpPr>
                <a:spLocks/>
              </p:cNvSpPr>
              <p:nvPr/>
            </p:nvSpPr>
            <p:spPr bwMode="auto">
              <a:xfrm>
                <a:off x="4749125" y="3383094"/>
                <a:ext cx="706494" cy="1029201"/>
              </a:xfrm>
              <a:custGeom>
                <a:avLst/>
                <a:gdLst/>
                <a:ahLst/>
                <a:cxnLst/>
                <a:rect l="l" t="t" r="r" b="b"/>
                <a:pathLst>
                  <a:path w="706494" h="1029201">
                    <a:moveTo>
                      <a:pt x="543952" y="0"/>
                    </a:moveTo>
                    <a:cubicBezTo>
                      <a:pt x="699982" y="426706"/>
                      <a:pt x="699982" y="426706"/>
                      <a:pt x="699982" y="426706"/>
                    </a:cubicBezTo>
                    <a:cubicBezTo>
                      <a:pt x="719485" y="475566"/>
                      <a:pt x="693480" y="530940"/>
                      <a:pt x="644721" y="548855"/>
                    </a:cubicBezTo>
                    <a:cubicBezTo>
                      <a:pt x="595962" y="566770"/>
                      <a:pt x="540701" y="540712"/>
                      <a:pt x="522823" y="491852"/>
                    </a:cubicBezTo>
                    <a:cubicBezTo>
                      <a:pt x="503154" y="437910"/>
                      <a:pt x="487661" y="395421"/>
                      <a:pt x="475457" y="361953"/>
                    </a:cubicBezTo>
                    <a:cubicBezTo>
                      <a:pt x="180009" y="976103"/>
                      <a:pt x="180009" y="976103"/>
                      <a:pt x="180009" y="976103"/>
                    </a:cubicBezTo>
                    <a:cubicBezTo>
                      <a:pt x="157273" y="1021606"/>
                      <a:pt x="100434" y="1042732"/>
                      <a:pt x="53338" y="1019981"/>
                    </a:cubicBezTo>
                    <a:cubicBezTo>
                      <a:pt x="6242" y="997230"/>
                      <a:pt x="-13246" y="940351"/>
                      <a:pt x="9490" y="893223"/>
                    </a:cubicBezTo>
                    <a:cubicBezTo>
                      <a:pt x="180440" y="538694"/>
                      <a:pt x="264457" y="364454"/>
                      <a:pt x="305749" y="278819"/>
                    </a:cubicBezTo>
                    <a:cubicBezTo>
                      <a:pt x="173382" y="322473"/>
                      <a:pt x="173382" y="322473"/>
                      <a:pt x="173382" y="322473"/>
                    </a:cubicBezTo>
                    <a:cubicBezTo>
                      <a:pt x="122998" y="340388"/>
                      <a:pt x="69362" y="312701"/>
                      <a:pt x="53109" y="263841"/>
                    </a:cubicBezTo>
                    <a:cubicBezTo>
                      <a:pt x="36856" y="213353"/>
                      <a:pt x="64486" y="159608"/>
                      <a:pt x="113246" y="143321"/>
                    </a:cubicBezTo>
                    <a:close/>
                  </a:path>
                </a:pathLst>
              </a:custGeom>
              <a:pattFill prst="pct10">
                <a:fgClr>
                  <a:schemeClr val="accent3">
                    <a:lumMod val="85000"/>
                  </a:schemeClr>
                </a:fgClr>
                <a:bgClr>
                  <a:schemeClr val="accent3">
                    <a:lumMod val="75000"/>
                  </a:schemeClr>
                </a:bgClr>
              </a:pattFill>
              <a:ln w="3175">
                <a:solidFill>
                  <a:schemeClr val="accent3">
                    <a:lumMod val="50000"/>
                    <a:alpha val="70000"/>
                  </a:schemeClr>
                </a:solidFill>
              </a:ln>
              <a:effectLst>
                <a:outerShdw dist="25400" dir="27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91" name="TextBox 90"/>
              <p:cNvSpPr txBox="1"/>
              <p:nvPr/>
            </p:nvSpPr>
            <p:spPr>
              <a:xfrm rot="17731571">
                <a:off x="4576806" y="3800043"/>
                <a:ext cx="952765" cy="193940"/>
              </a:xfrm>
              <a:prstGeom prst="rect">
                <a:avLst/>
              </a:prstGeom>
              <a:noFill/>
            </p:spPr>
            <p:txBody>
              <a:bodyPr wrap="square" lIns="72000" tIns="0" rIns="72000" bIns="0" rtlCol="0" anchor="ctr">
                <a:noAutofit/>
              </a:bodyPr>
              <a:lstStyle/>
              <a:p>
                <a:pPr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sp>
          <p:nvSpPr>
            <p:cNvPr id="203" name="타원 202"/>
            <p:cNvSpPr/>
            <p:nvPr/>
          </p:nvSpPr>
          <p:spPr>
            <a:xfrm flipH="1">
              <a:off x="4788251" y="4259465"/>
              <a:ext cx="114222" cy="114222"/>
            </a:xfrm>
            <a:prstGeom prst="ellipse">
              <a:avLst/>
            </a:prstGeom>
            <a:solidFill>
              <a:schemeClr val="bg2"/>
            </a:solidFill>
            <a:ln w="3175" cap="flat" cmpd="sng" algn="ctr">
              <a:solidFill>
                <a:schemeClr val="bg2">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cxnSp>
        <p:nvCxnSpPr>
          <p:cNvPr id="204" name="직선 연결선 203"/>
          <p:cNvCxnSpPr/>
          <p:nvPr/>
        </p:nvCxnSpPr>
        <p:spPr>
          <a:xfrm>
            <a:off x="2387141" y="4316576"/>
            <a:ext cx="310737"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14" name="그룹 113"/>
          <p:cNvGrpSpPr/>
          <p:nvPr/>
        </p:nvGrpSpPr>
        <p:grpSpPr>
          <a:xfrm>
            <a:off x="454190" y="3086213"/>
            <a:ext cx="952765" cy="603295"/>
            <a:chOff x="2601105" y="3086208"/>
            <a:chExt cx="952765" cy="603295"/>
          </a:xfrm>
        </p:grpSpPr>
        <p:sp>
          <p:nvSpPr>
            <p:cNvPr id="215" name="TextBox 214"/>
            <p:cNvSpPr txBox="1"/>
            <p:nvPr/>
          </p:nvSpPr>
          <p:spPr>
            <a:xfrm>
              <a:off x="2601105" y="3086208"/>
              <a:ext cx="952765" cy="193940"/>
            </a:xfrm>
            <a:prstGeom prst="rect">
              <a:avLst/>
            </a:prstGeom>
            <a:noFill/>
          </p:spPr>
          <p:txBody>
            <a:bodyPr wrap="square" lIns="0" tIns="0" rIns="0" bIns="0" rtlCol="0">
              <a:noAutofit/>
            </a:bodyPr>
            <a:lstStyle/>
            <a:p>
              <a:pPr lvl="0" algn="r"/>
              <a:r>
                <a:rPr lang="en-US" altLang="ko-KR" sz="1200" b="1" dirty="0">
                  <a:gradFill>
                    <a:gsLst>
                      <a:gs pos="0">
                        <a:schemeClr val="tx2">
                          <a:alpha val="70000"/>
                        </a:schemeClr>
                      </a:gs>
                      <a:gs pos="100000">
                        <a:schemeClr val="tx2">
                          <a:alpha val="70000"/>
                        </a:schemeClr>
                      </a:gs>
                    </a:gsLst>
                    <a:lin ang="5400000" scaled="0"/>
                  </a:gradFill>
                  <a:latin typeface="Roboto Condensed Regular"/>
                </a:rPr>
                <a:t>Sixth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216" name="TextBox 215"/>
            <p:cNvSpPr txBox="1"/>
            <p:nvPr/>
          </p:nvSpPr>
          <p:spPr>
            <a:xfrm>
              <a:off x="2686050" y="3299906"/>
              <a:ext cx="867820" cy="389597"/>
            </a:xfrm>
            <a:prstGeom prst="rect">
              <a:avLst/>
            </a:prstGeom>
            <a:noFill/>
          </p:spPr>
          <p:txBody>
            <a:bodyPr wrap="square" lIns="0" tIns="0" rIns="0" bIns="0" rtlCol="0">
              <a:noAutofit/>
            </a:bodyPr>
            <a:lstStyle/>
            <a:p>
              <a:pPr algn="r">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105" name="그룹 104"/>
          <p:cNvGrpSpPr/>
          <p:nvPr/>
        </p:nvGrpSpPr>
        <p:grpSpPr>
          <a:xfrm>
            <a:off x="1694081" y="2684375"/>
            <a:ext cx="1104681" cy="696615"/>
            <a:chOff x="3840998" y="2684371"/>
            <a:chExt cx="1104681" cy="696615"/>
          </a:xfrm>
        </p:grpSpPr>
        <p:grpSp>
          <p:nvGrpSpPr>
            <p:cNvPr id="98" name="그룹 97"/>
            <p:cNvGrpSpPr/>
            <p:nvPr/>
          </p:nvGrpSpPr>
          <p:grpSpPr>
            <a:xfrm>
              <a:off x="3840998" y="2684371"/>
              <a:ext cx="1104681" cy="696615"/>
              <a:chOff x="3840998" y="2684371"/>
              <a:chExt cx="1104681" cy="696615"/>
            </a:xfrm>
          </p:grpSpPr>
          <p:sp>
            <p:nvSpPr>
              <p:cNvPr id="79" name="Freeform 9"/>
              <p:cNvSpPr>
                <a:spLocks/>
              </p:cNvSpPr>
              <p:nvPr/>
            </p:nvSpPr>
            <p:spPr bwMode="auto">
              <a:xfrm>
                <a:off x="3840998" y="2684371"/>
                <a:ext cx="1104681" cy="696615"/>
              </a:xfrm>
              <a:custGeom>
                <a:avLst/>
                <a:gdLst/>
                <a:ahLst/>
                <a:cxnLst/>
                <a:rect l="l" t="t" r="r" b="b"/>
                <a:pathLst>
                  <a:path w="1104681" h="696615">
                    <a:moveTo>
                      <a:pt x="689392" y="1243"/>
                    </a:moveTo>
                    <a:cubicBezTo>
                      <a:pt x="701481" y="3224"/>
                      <a:pt x="713367" y="7593"/>
                      <a:pt x="724338" y="14501"/>
                    </a:cubicBezTo>
                    <a:lnTo>
                      <a:pt x="1104681" y="263199"/>
                    </a:lnTo>
                    <a:cubicBezTo>
                      <a:pt x="868999" y="651688"/>
                      <a:pt x="868999" y="651688"/>
                      <a:pt x="868999" y="651688"/>
                    </a:cubicBezTo>
                    <a:cubicBezTo>
                      <a:pt x="842992" y="695576"/>
                      <a:pt x="784478" y="710205"/>
                      <a:pt x="738967" y="682572"/>
                    </a:cubicBezTo>
                    <a:cubicBezTo>
                      <a:pt x="695081" y="654939"/>
                      <a:pt x="680452" y="598047"/>
                      <a:pt x="708084" y="552534"/>
                    </a:cubicBezTo>
                    <a:cubicBezTo>
                      <a:pt x="738170" y="502855"/>
                      <a:pt x="761780" y="463869"/>
                      <a:pt x="780309" y="433273"/>
                    </a:cubicBezTo>
                    <a:cubicBezTo>
                      <a:pt x="116145" y="585050"/>
                      <a:pt x="116145" y="585050"/>
                      <a:pt x="116145" y="585050"/>
                    </a:cubicBezTo>
                    <a:cubicBezTo>
                      <a:pt x="64126" y="596433"/>
                      <a:pt x="13732" y="565536"/>
                      <a:pt x="2352" y="515126"/>
                    </a:cubicBezTo>
                    <a:cubicBezTo>
                      <a:pt x="-9027" y="463090"/>
                      <a:pt x="21860" y="412679"/>
                      <a:pt x="73879" y="401296"/>
                    </a:cubicBezTo>
                    <a:cubicBezTo>
                      <a:pt x="456204" y="313926"/>
                      <a:pt x="644739" y="270842"/>
                      <a:pt x="737711" y="249595"/>
                    </a:cubicBezTo>
                    <a:cubicBezTo>
                      <a:pt x="621938" y="173798"/>
                      <a:pt x="621938" y="173798"/>
                      <a:pt x="621938" y="173798"/>
                    </a:cubicBezTo>
                    <a:cubicBezTo>
                      <a:pt x="578052" y="144539"/>
                      <a:pt x="565049" y="86022"/>
                      <a:pt x="594306" y="43760"/>
                    </a:cubicBezTo>
                    <a:cubicBezTo>
                      <a:pt x="615030" y="10844"/>
                      <a:pt x="653125" y="-4700"/>
                      <a:pt x="689392" y="1243"/>
                    </a:cubicBezTo>
                    <a:close/>
                  </a:path>
                </a:pathLst>
              </a:custGeom>
              <a:pattFill prst="pct10">
                <a:fgClr>
                  <a:schemeClr val="accent3">
                    <a:lumMod val="85000"/>
                  </a:schemeClr>
                </a:fgClr>
                <a:bgClr>
                  <a:schemeClr val="accent3">
                    <a:lumMod val="75000"/>
                  </a:schemeClr>
                </a:bgClr>
              </a:pattFill>
              <a:ln w="3175">
                <a:solidFill>
                  <a:schemeClr val="accent3">
                    <a:lumMod val="50000"/>
                    <a:alpha val="70000"/>
                  </a:schemeClr>
                </a:solidFill>
              </a:ln>
              <a:effectLst>
                <a:outerShdw dist="25400" dir="27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92" name="TextBox 91"/>
              <p:cNvSpPr txBox="1"/>
              <p:nvPr/>
            </p:nvSpPr>
            <p:spPr>
              <a:xfrm rot="20823001">
                <a:off x="3891315" y="2985654"/>
                <a:ext cx="952765" cy="193940"/>
              </a:xfrm>
              <a:prstGeom prst="rect">
                <a:avLst/>
              </a:prstGeom>
              <a:noFill/>
            </p:spPr>
            <p:txBody>
              <a:bodyPr wrap="square" lIns="72000" tIns="0" rIns="72000" bIns="0" rtlCol="0" anchor="ctr">
                <a:noAutofit/>
              </a:bodyPr>
              <a:lstStyle/>
              <a:p>
                <a:pPr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sp>
          <p:nvSpPr>
            <p:cNvPr id="213" name="타원 212"/>
            <p:cNvSpPr/>
            <p:nvPr/>
          </p:nvSpPr>
          <p:spPr>
            <a:xfrm flipH="1">
              <a:off x="3872583" y="3120393"/>
              <a:ext cx="114222" cy="114222"/>
            </a:xfrm>
            <a:prstGeom prst="ellipse">
              <a:avLst/>
            </a:prstGeom>
            <a:solidFill>
              <a:schemeClr val="bg2"/>
            </a:solidFill>
            <a:ln w="3175" cap="flat" cmpd="sng" algn="ctr">
              <a:solidFill>
                <a:schemeClr val="bg2">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cxnSp>
        <p:nvCxnSpPr>
          <p:cNvPr id="214" name="직선 연결선 213"/>
          <p:cNvCxnSpPr/>
          <p:nvPr/>
        </p:nvCxnSpPr>
        <p:spPr>
          <a:xfrm>
            <a:off x="1471472" y="3177504"/>
            <a:ext cx="310737"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15" name="그룹 114"/>
          <p:cNvGrpSpPr/>
          <p:nvPr/>
        </p:nvGrpSpPr>
        <p:grpSpPr>
          <a:xfrm>
            <a:off x="785073" y="1665314"/>
            <a:ext cx="952765" cy="603295"/>
            <a:chOff x="2931988" y="1665309"/>
            <a:chExt cx="952765" cy="603295"/>
          </a:xfrm>
        </p:grpSpPr>
        <p:sp>
          <p:nvSpPr>
            <p:cNvPr id="222" name="TextBox 221"/>
            <p:cNvSpPr txBox="1"/>
            <p:nvPr/>
          </p:nvSpPr>
          <p:spPr>
            <a:xfrm>
              <a:off x="2931988" y="1665309"/>
              <a:ext cx="952765" cy="193940"/>
            </a:xfrm>
            <a:prstGeom prst="rect">
              <a:avLst/>
            </a:prstGeom>
            <a:noFill/>
          </p:spPr>
          <p:txBody>
            <a:bodyPr wrap="square" lIns="0" tIns="0" rIns="0" bIns="0" rtlCol="0">
              <a:noAutofit/>
            </a:bodyPr>
            <a:lstStyle/>
            <a:p>
              <a:pPr lvl="0" algn="r"/>
              <a:r>
                <a:rPr lang="en-US" altLang="ko-KR" sz="1200" b="1" dirty="0">
                  <a:gradFill>
                    <a:gsLst>
                      <a:gs pos="0">
                        <a:schemeClr val="tx2">
                          <a:alpha val="70000"/>
                        </a:schemeClr>
                      </a:gs>
                      <a:gs pos="100000">
                        <a:schemeClr val="tx2">
                          <a:alpha val="70000"/>
                        </a:schemeClr>
                      </a:gs>
                    </a:gsLst>
                    <a:lin ang="5400000" scaled="0"/>
                  </a:gradFill>
                  <a:latin typeface="Roboto Condensed Regular"/>
                </a:rPr>
                <a:t>Seventh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223" name="TextBox 222"/>
            <p:cNvSpPr txBox="1"/>
            <p:nvPr/>
          </p:nvSpPr>
          <p:spPr>
            <a:xfrm>
              <a:off x="2931988" y="1879007"/>
              <a:ext cx="952765" cy="389597"/>
            </a:xfrm>
            <a:prstGeom prst="rect">
              <a:avLst/>
            </a:prstGeom>
            <a:noFill/>
          </p:spPr>
          <p:txBody>
            <a:bodyPr wrap="square" lIns="0" tIns="0" rIns="0" bIns="0" rtlCol="0">
              <a:noAutofit/>
            </a:bodyPr>
            <a:lstStyle/>
            <a:p>
              <a:pPr algn="r">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106" name="그룹 105"/>
          <p:cNvGrpSpPr/>
          <p:nvPr/>
        </p:nvGrpSpPr>
        <p:grpSpPr>
          <a:xfrm>
            <a:off x="1980430" y="1661345"/>
            <a:ext cx="952765" cy="800595"/>
            <a:chOff x="4127345" y="1661340"/>
            <a:chExt cx="952765" cy="800595"/>
          </a:xfrm>
        </p:grpSpPr>
        <p:grpSp>
          <p:nvGrpSpPr>
            <p:cNvPr id="99" name="그룹 98"/>
            <p:cNvGrpSpPr/>
            <p:nvPr/>
          </p:nvGrpSpPr>
          <p:grpSpPr>
            <a:xfrm>
              <a:off x="4127345" y="1661340"/>
              <a:ext cx="952765" cy="800595"/>
              <a:chOff x="4127345" y="1661340"/>
              <a:chExt cx="952765" cy="800595"/>
            </a:xfrm>
          </p:grpSpPr>
          <p:sp>
            <p:nvSpPr>
              <p:cNvPr id="77" name="Freeform 7"/>
              <p:cNvSpPr>
                <a:spLocks/>
              </p:cNvSpPr>
              <p:nvPr/>
            </p:nvSpPr>
            <p:spPr bwMode="auto">
              <a:xfrm>
                <a:off x="4165288" y="1661340"/>
                <a:ext cx="905645" cy="800595"/>
              </a:xfrm>
              <a:custGeom>
                <a:avLst/>
                <a:gdLst/>
                <a:ahLst/>
                <a:cxnLst/>
                <a:rect l="l" t="t" r="r" b="b"/>
                <a:pathLst>
                  <a:path w="905645" h="800595">
                    <a:moveTo>
                      <a:pt x="83542" y="649"/>
                    </a:moveTo>
                    <a:cubicBezTo>
                      <a:pt x="107335" y="-2197"/>
                      <a:pt x="132145" y="4309"/>
                      <a:pt x="152481" y="20576"/>
                    </a:cubicBezTo>
                    <a:cubicBezTo>
                      <a:pt x="459917" y="266157"/>
                      <a:pt x="611596" y="387320"/>
                      <a:pt x="686431" y="447098"/>
                    </a:cubicBezTo>
                    <a:cubicBezTo>
                      <a:pt x="672937" y="307234"/>
                      <a:pt x="672937" y="307234"/>
                      <a:pt x="672937" y="307234"/>
                    </a:cubicBezTo>
                    <a:cubicBezTo>
                      <a:pt x="668055" y="255207"/>
                      <a:pt x="705484" y="209684"/>
                      <a:pt x="757558" y="204807"/>
                    </a:cubicBezTo>
                    <a:cubicBezTo>
                      <a:pt x="809633" y="199929"/>
                      <a:pt x="855198" y="237323"/>
                      <a:pt x="861707" y="289350"/>
                    </a:cubicBezTo>
                    <a:lnTo>
                      <a:pt x="905645" y="741330"/>
                    </a:lnTo>
                    <a:cubicBezTo>
                      <a:pt x="453248" y="799860"/>
                      <a:pt x="453248" y="799860"/>
                      <a:pt x="453248" y="799860"/>
                    </a:cubicBezTo>
                    <a:cubicBezTo>
                      <a:pt x="402801" y="806363"/>
                      <a:pt x="355608" y="768969"/>
                      <a:pt x="347472" y="718568"/>
                    </a:cubicBezTo>
                    <a:cubicBezTo>
                      <a:pt x="340962" y="666542"/>
                      <a:pt x="378391" y="619393"/>
                      <a:pt x="430465" y="612890"/>
                    </a:cubicBezTo>
                    <a:cubicBezTo>
                      <a:pt x="488719" y="605130"/>
                      <a:pt x="534335" y="599053"/>
                      <a:pt x="570054" y="594295"/>
                    </a:cubicBezTo>
                    <a:cubicBezTo>
                      <a:pt x="35346" y="168599"/>
                      <a:pt x="35346" y="168599"/>
                      <a:pt x="35346" y="168599"/>
                    </a:cubicBezTo>
                    <a:cubicBezTo>
                      <a:pt x="-5326" y="136067"/>
                      <a:pt x="-11834" y="77508"/>
                      <a:pt x="20704" y="36842"/>
                    </a:cubicBezTo>
                    <a:cubicBezTo>
                      <a:pt x="36972" y="15696"/>
                      <a:pt x="59749" y="3496"/>
                      <a:pt x="83542" y="649"/>
                    </a:cubicBezTo>
                    <a:close/>
                  </a:path>
                </a:pathLst>
              </a:custGeom>
              <a:pattFill prst="pct10">
                <a:fgClr>
                  <a:schemeClr val="accent3">
                    <a:lumMod val="85000"/>
                  </a:schemeClr>
                </a:fgClr>
                <a:bgClr>
                  <a:schemeClr val="accent3">
                    <a:lumMod val="75000"/>
                  </a:schemeClr>
                </a:bgClr>
              </a:pattFill>
              <a:ln w="3175">
                <a:solidFill>
                  <a:schemeClr val="accent3">
                    <a:lumMod val="50000"/>
                    <a:alpha val="70000"/>
                  </a:schemeClr>
                </a:solidFill>
              </a:ln>
              <a:effectLst>
                <a:outerShdw dist="25400" dir="27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93" name="TextBox 92"/>
              <p:cNvSpPr txBox="1"/>
              <p:nvPr/>
            </p:nvSpPr>
            <p:spPr>
              <a:xfrm rot="2339221">
                <a:off x="4127345" y="1931379"/>
                <a:ext cx="952765" cy="193940"/>
              </a:xfrm>
              <a:prstGeom prst="rect">
                <a:avLst/>
              </a:prstGeom>
              <a:noFill/>
            </p:spPr>
            <p:txBody>
              <a:bodyPr wrap="square" lIns="72000" tIns="0" rIns="72000" bIns="0" rtlCol="0" anchor="ctr">
                <a:noAutofit/>
              </a:bodyPr>
              <a:lstStyle/>
              <a:p>
                <a:pPr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sp>
          <p:nvSpPr>
            <p:cNvPr id="220" name="타원 219"/>
            <p:cNvSpPr/>
            <p:nvPr/>
          </p:nvSpPr>
          <p:spPr>
            <a:xfrm flipH="1">
              <a:off x="4203466" y="1699494"/>
              <a:ext cx="114222" cy="114222"/>
            </a:xfrm>
            <a:prstGeom prst="ellipse">
              <a:avLst/>
            </a:prstGeom>
            <a:solidFill>
              <a:schemeClr val="bg2"/>
            </a:solidFill>
            <a:ln w="3175" cap="flat" cmpd="sng" algn="ctr">
              <a:solidFill>
                <a:schemeClr val="bg2">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cxnSp>
        <p:nvCxnSpPr>
          <p:cNvPr id="221" name="직선 연결선 220"/>
          <p:cNvCxnSpPr/>
          <p:nvPr/>
        </p:nvCxnSpPr>
        <p:spPr>
          <a:xfrm>
            <a:off x="1802357" y="1756605"/>
            <a:ext cx="310737"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28852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100"/>
                                        </p:tgtEl>
                                        <p:attrNameLst>
                                          <p:attrName>style.visibility</p:attrName>
                                        </p:attrNameLst>
                                      </p:cBhvr>
                                      <p:to>
                                        <p:strVal val="visible"/>
                                      </p:to>
                                    </p:set>
                                    <p:animEffect transition="in" filter="fade">
                                      <p:cBhvr>
                                        <p:cTn id="13" dur="500"/>
                                        <p:tgtEl>
                                          <p:spTgt spid="100"/>
                                        </p:tgtEl>
                                      </p:cBhvr>
                                    </p:animEffect>
                                  </p:childTnLst>
                                </p:cTn>
                              </p:par>
                              <p:par>
                                <p:cTn id="14" presetID="42" presetClass="path" presetSubtype="0" accel="50000" decel="50000" fill="hold" nodeType="withEffect">
                                  <p:stCondLst>
                                    <p:cond delay="0"/>
                                  </p:stCondLst>
                                  <p:childTnLst>
                                    <p:animMotion origin="layout" path="M 5E-6 -0.10836 L 5E-6 -2.31553E-6 " pathEditMode="relative" rAng="0" ptsTypes="AA">
                                      <p:cBhvr>
                                        <p:cTn id="15" dur="500" fill="hold"/>
                                        <p:tgtEl>
                                          <p:spTgt spid="100"/>
                                        </p:tgtEl>
                                        <p:attrNameLst>
                                          <p:attrName>ppt_x</p:attrName>
                                          <p:attrName>ppt_y</p:attrName>
                                        </p:attrNameLst>
                                      </p:cBhvr>
                                      <p:rCtr x="0" y="54"/>
                                    </p:animMotion>
                                  </p:childTnLst>
                                </p:cTn>
                              </p:par>
                              <p:par>
                                <p:cTn id="16" presetID="17" presetClass="entr" presetSubtype="10" fill="hold" nodeType="withEffect">
                                  <p:stCondLst>
                                    <p:cond delay="0"/>
                                  </p:stCondLst>
                                  <p:childTnLst>
                                    <p:set>
                                      <p:cBhvr>
                                        <p:cTn id="17" dur="1" fill="hold">
                                          <p:stCondLst>
                                            <p:cond delay="0"/>
                                          </p:stCondLst>
                                        </p:cTn>
                                        <p:tgtEl>
                                          <p:spTgt spid="168"/>
                                        </p:tgtEl>
                                        <p:attrNameLst>
                                          <p:attrName>style.visibility</p:attrName>
                                        </p:attrNameLst>
                                      </p:cBhvr>
                                      <p:to>
                                        <p:strVal val="visible"/>
                                      </p:to>
                                    </p:set>
                                    <p:anim calcmode="lin" valueType="num">
                                      <p:cBhvr>
                                        <p:cTn id="18" dur="500" fill="hold"/>
                                        <p:tgtEl>
                                          <p:spTgt spid="168"/>
                                        </p:tgtEl>
                                        <p:attrNameLst>
                                          <p:attrName>ppt_w</p:attrName>
                                        </p:attrNameLst>
                                      </p:cBhvr>
                                      <p:tavLst>
                                        <p:tav tm="0">
                                          <p:val>
                                            <p:fltVal val="0"/>
                                          </p:val>
                                        </p:tav>
                                        <p:tav tm="100000">
                                          <p:val>
                                            <p:strVal val="#ppt_w"/>
                                          </p:val>
                                        </p:tav>
                                      </p:tavLst>
                                    </p:anim>
                                    <p:anim calcmode="lin" valueType="num">
                                      <p:cBhvr>
                                        <p:cTn id="19" dur="500" fill="hold"/>
                                        <p:tgtEl>
                                          <p:spTgt spid="168"/>
                                        </p:tgtEl>
                                        <p:attrNameLst>
                                          <p:attrName>ppt_h</p:attrName>
                                        </p:attrNameLst>
                                      </p:cBhvr>
                                      <p:tavLst>
                                        <p:tav tm="0">
                                          <p:val>
                                            <p:strVal val="#ppt_h"/>
                                          </p:val>
                                        </p:tav>
                                        <p:tav tm="100000">
                                          <p:val>
                                            <p:strVal val="#ppt_h"/>
                                          </p:val>
                                        </p:tav>
                                      </p:tavLst>
                                    </p:anim>
                                  </p:childTnLst>
                                </p:cTn>
                              </p:par>
                              <p:par>
                                <p:cTn id="20" presetID="10" presetClass="entr" presetSubtype="0" fill="hold" nodeType="withEffect">
                                  <p:stCondLst>
                                    <p:cond delay="0"/>
                                  </p:stCondLst>
                                  <p:childTnLst>
                                    <p:set>
                                      <p:cBhvr>
                                        <p:cTn id="21" dur="1" fill="hold">
                                          <p:stCondLst>
                                            <p:cond delay="0"/>
                                          </p:stCondLst>
                                        </p:cTn>
                                        <p:tgtEl>
                                          <p:spTgt spid="109"/>
                                        </p:tgtEl>
                                        <p:attrNameLst>
                                          <p:attrName>style.visibility</p:attrName>
                                        </p:attrNameLst>
                                      </p:cBhvr>
                                      <p:to>
                                        <p:strVal val="visible"/>
                                      </p:to>
                                    </p:set>
                                    <p:animEffect transition="in" filter="fade">
                                      <p:cBhvr>
                                        <p:cTn id="22" dur="500"/>
                                        <p:tgtEl>
                                          <p:spTgt spid="109"/>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101"/>
                                        </p:tgtEl>
                                        <p:attrNameLst>
                                          <p:attrName>style.visibility</p:attrName>
                                        </p:attrNameLst>
                                      </p:cBhvr>
                                      <p:to>
                                        <p:strVal val="visible"/>
                                      </p:to>
                                    </p:set>
                                    <p:animEffect transition="in" filter="fade">
                                      <p:cBhvr>
                                        <p:cTn id="26" dur="500"/>
                                        <p:tgtEl>
                                          <p:spTgt spid="101"/>
                                        </p:tgtEl>
                                      </p:cBhvr>
                                    </p:animEffect>
                                  </p:childTnLst>
                                </p:cTn>
                              </p:par>
                              <p:par>
                                <p:cTn id="27" presetID="0" presetClass="path" presetSubtype="0" accel="50000" decel="50000" fill="hold" nodeType="withEffect">
                                  <p:stCondLst>
                                    <p:cond delay="0"/>
                                  </p:stCondLst>
                                  <p:childTnLst>
                                    <p:animMotion origin="layout" path="M 0.04201 -0.05897 L 1.94444E-6 3.97962E-6 " pathEditMode="relative" rAng="0" ptsTypes="AA">
                                      <p:cBhvr>
                                        <p:cTn id="28" dur="500" fill="hold"/>
                                        <p:tgtEl>
                                          <p:spTgt spid="101"/>
                                        </p:tgtEl>
                                        <p:attrNameLst>
                                          <p:attrName>ppt_x</p:attrName>
                                          <p:attrName>ppt_y</p:attrName>
                                        </p:attrNameLst>
                                      </p:cBhvr>
                                      <p:rCtr x="-21" y="29"/>
                                    </p:animMotion>
                                  </p:childTnLst>
                                </p:cTn>
                              </p:par>
                              <p:par>
                                <p:cTn id="29" presetID="17" presetClass="entr" presetSubtype="10" fill="hold" nodeType="withEffect">
                                  <p:stCondLst>
                                    <p:cond delay="0"/>
                                  </p:stCondLst>
                                  <p:childTnLst>
                                    <p:set>
                                      <p:cBhvr>
                                        <p:cTn id="30" dur="1" fill="hold">
                                          <p:stCondLst>
                                            <p:cond delay="0"/>
                                          </p:stCondLst>
                                        </p:cTn>
                                        <p:tgtEl>
                                          <p:spTgt spid="174"/>
                                        </p:tgtEl>
                                        <p:attrNameLst>
                                          <p:attrName>style.visibility</p:attrName>
                                        </p:attrNameLst>
                                      </p:cBhvr>
                                      <p:to>
                                        <p:strVal val="visible"/>
                                      </p:to>
                                    </p:set>
                                    <p:anim calcmode="lin" valueType="num">
                                      <p:cBhvr>
                                        <p:cTn id="31" dur="500" fill="hold"/>
                                        <p:tgtEl>
                                          <p:spTgt spid="174"/>
                                        </p:tgtEl>
                                        <p:attrNameLst>
                                          <p:attrName>ppt_w</p:attrName>
                                        </p:attrNameLst>
                                      </p:cBhvr>
                                      <p:tavLst>
                                        <p:tav tm="0">
                                          <p:val>
                                            <p:fltVal val="0"/>
                                          </p:val>
                                        </p:tav>
                                        <p:tav tm="100000">
                                          <p:val>
                                            <p:strVal val="#ppt_w"/>
                                          </p:val>
                                        </p:tav>
                                      </p:tavLst>
                                    </p:anim>
                                    <p:anim calcmode="lin" valueType="num">
                                      <p:cBhvr>
                                        <p:cTn id="32" dur="500" fill="hold"/>
                                        <p:tgtEl>
                                          <p:spTgt spid="174"/>
                                        </p:tgtEl>
                                        <p:attrNameLst>
                                          <p:attrName>ppt_h</p:attrName>
                                        </p:attrNameLst>
                                      </p:cBhvr>
                                      <p:tavLst>
                                        <p:tav tm="0">
                                          <p:val>
                                            <p:strVal val="#ppt_h"/>
                                          </p:val>
                                        </p:tav>
                                        <p:tav tm="100000">
                                          <p:val>
                                            <p:strVal val="#ppt_h"/>
                                          </p:val>
                                        </p:tav>
                                      </p:tavLst>
                                    </p:anim>
                                  </p:childTnLst>
                                </p:cTn>
                              </p:par>
                              <p:par>
                                <p:cTn id="33" presetID="10" presetClass="entr" presetSubtype="0" fill="hold" nodeType="withEffect">
                                  <p:stCondLst>
                                    <p:cond delay="0"/>
                                  </p:stCondLst>
                                  <p:childTnLst>
                                    <p:set>
                                      <p:cBhvr>
                                        <p:cTn id="34" dur="1" fill="hold">
                                          <p:stCondLst>
                                            <p:cond delay="0"/>
                                          </p:stCondLst>
                                        </p:cTn>
                                        <p:tgtEl>
                                          <p:spTgt spid="110"/>
                                        </p:tgtEl>
                                        <p:attrNameLst>
                                          <p:attrName>style.visibility</p:attrName>
                                        </p:attrNameLst>
                                      </p:cBhvr>
                                      <p:to>
                                        <p:strVal val="visible"/>
                                      </p:to>
                                    </p:set>
                                    <p:animEffect transition="in" filter="fade">
                                      <p:cBhvr>
                                        <p:cTn id="35" dur="500"/>
                                        <p:tgtEl>
                                          <p:spTgt spid="110"/>
                                        </p:tgtEl>
                                      </p:cBhvr>
                                    </p:animEffect>
                                  </p:childTnLst>
                                </p:cTn>
                              </p:par>
                            </p:childTnLst>
                          </p:cTn>
                        </p:par>
                        <p:par>
                          <p:cTn id="36" fill="hold">
                            <p:stCondLst>
                              <p:cond delay="1500"/>
                            </p:stCondLst>
                            <p:childTnLst>
                              <p:par>
                                <p:cTn id="37" presetID="10" presetClass="entr" presetSubtype="0" fill="hold" nodeType="afterEffect">
                                  <p:stCondLst>
                                    <p:cond delay="0"/>
                                  </p:stCondLst>
                                  <p:childTnLst>
                                    <p:set>
                                      <p:cBhvr>
                                        <p:cTn id="38" dur="1" fill="hold">
                                          <p:stCondLst>
                                            <p:cond delay="0"/>
                                          </p:stCondLst>
                                        </p:cTn>
                                        <p:tgtEl>
                                          <p:spTgt spid="102"/>
                                        </p:tgtEl>
                                        <p:attrNameLst>
                                          <p:attrName>style.visibility</p:attrName>
                                        </p:attrNameLst>
                                      </p:cBhvr>
                                      <p:to>
                                        <p:strVal val="visible"/>
                                      </p:to>
                                    </p:set>
                                    <p:animEffect transition="in" filter="fade">
                                      <p:cBhvr>
                                        <p:cTn id="39" dur="500"/>
                                        <p:tgtEl>
                                          <p:spTgt spid="102"/>
                                        </p:tgtEl>
                                      </p:cBhvr>
                                    </p:animEffect>
                                  </p:childTnLst>
                                </p:cTn>
                              </p:par>
                              <p:par>
                                <p:cTn id="40" presetID="0" presetClass="path" presetSubtype="0" accel="50000" decel="50000" fill="hold" nodeType="withEffect">
                                  <p:stCondLst>
                                    <p:cond delay="0"/>
                                  </p:stCondLst>
                                  <p:childTnLst>
                                    <p:animMotion origin="layout" path="M 0.05364 0.02068 L 1.94444E-6 1.82464E-6 " pathEditMode="relative" rAng="0" ptsTypes="AA">
                                      <p:cBhvr>
                                        <p:cTn id="41" dur="500" fill="hold"/>
                                        <p:tgtEl>
                                          <p:spTgt spid="102"/>
                                        </p:tgtEl>
                                        <p:attrNameLst>
                                          <p:attrName>ppt_x</p:attrName>
                                          <p:attrName>ppt_y</p:attrName>
                                        </p:attrNameLst>
                                      </p:cBhvr>
                                      <p:rCtr x="-27" y="-10"/>
                                    </p:animMotion>
                                  </p:childTnLst>
                                </p:cTn>
                              </p:par>
                              <p:par>
                                <p:cTn id="42" presetID="17" presetClass="entr" presetSubtype="10" fill="hold" nodeType="withEffect">
                                  <p:stCondLst>
                                    <p:cond delay="0"/>
                                  </p:stCondLst>
                                  <p:childTnLst>
                                    <p:set>
                                      <p:cBhvr>
                                        <p:cTn id="43" dur="1" fill="hold">
                                          <p:stCondLst>
                                            <p:cond delay="0"/>
                                          </p:stCondLst>
                                        </p:cTn>
                                        <p:tgtEl>
                                          <p:spTgt spid="189"/>
                                        </p:tgtEl>
                                        <p:attrNameLst>
                                          <p:attrName>style.visibility</p:attrName>
                                        </p:attrNameLst>
                                      </p:cBhvr>
                                      <p:to>
                                        <p:strVal val="visible"/>
                                      </p:to>
                                    </p:set>
                                    <p:anim calcmode="lin" valueType="num">
                                      <p:cBhvr>
                                        <p:cTn id="44" dur="500" fill="hold"/>
                                        <p:tgtEl>
                                          <p:spTgt spid="189"/>
                                        </p:tgtEl>
                                        <p:attrNameLst>
                                          <p:attrName>ppt_w</p:attrName>
                                        </p:attrNameLst>
                                      </p:cBhvr>
                                      <p:tavLst>
                                        <p:tav tm="0">
                                          <p:val>
                                            <p:fltVal val="0"/>
                                          </p:val>
                                        </p:tav>
                                        <p:tav tm="100000">
                                          <p:val>
                                            <p:strVal val="#ppt_w"/>
                                          </p:val>
                                        </p:tav>
                                      </p:tavLst>
                                    </p:anim>
                                    <p:anim calcmode="lin" valueType="num">
                                      <p:cBhvr>
                                        <p:cTn id="45" dur="500" fill="hold"/>
                                        <p:tgtEl>
                                          <p:spTgt spid="189"/>
                                        </p:tgtEl>
                                        <p:attrNameLst>
                                          <p:attrName>ppt_h</p:attrName>
                                        </p:attrNameLst>
                                      </p:cBhvr>
                                      <p:tavLst>
                                        <p:tav tm="0">
                                          <p:val>
                                            <p:strVal val="#ppt_h"/>
                                          </p:val>
                                        </p:tav>
                                        <p:tav tm="100000">
                                          <p:val>
                                            <p:strVal val="#ppt_h"/>
                                          </p:val>
                                        </p:tav>
                                      </p:tavLst>
                                    </p:anim>
                                  </p:childTnLst>
                                </p:cTn>
                              </p:par>
                              <p:par>
                                <p:cTn id="46" presetID="10" presetClass="entr" presetSubtype="0" fill="hold" nodeType="withEffect">
                                  <p:stCondLst>
                                    <p:cond delay="0"/>
                                  </p:stCondLst>
                                  <p:childTnLst>
                                    <p:set>
                                      <p:cBhvr>
                                        <p:cTn id="47" dur="1" fill="hold">
                                          <p:stCondLst>
                                            <p:cond delay="0"/>
                                          </p:stCondLst>
                                        </p:cTn>
                                        <p:tgtEl>
                                          <p:spTgt spid="111"/>
                                        </p:tgtEl>
                                        <p:attrNameLst>
                                          <p:attrName>style.visibility</p:attrName>
                                        </p:attrNameLst>
                                      </p:cBhvr>
                                      <p:to>
                                        <p:strVal val="visible"/>
                                      </p:to>
                                    </p:set>
                                    <p:animEffect transition="in" filter="fade">
                                      <p:cBhvr>
                                        <p:cTn id="48" dur="500"/>
                                        <p:tgtEl>
                                          <p:spTgt spid="111"/>
                                        </p:tgtEl>
                                      </p:cBhvr>
                                    </p:animEffect>
                                  </p:childTnLst>
                                </p:cTn>
                              </p:par>
                            </p:childTnLst>
                          </p:cTn>
                        </p:par>
                        <p:par>
                          <p:cTn id="49" fill="hold">
                            <p:stCondLst>
                              <p:cond delay="2000"/>
                            </p:stCondLst>
                            <p:childTnLst>
                              <p:par>
                                <p:cTn id="50" presetID="10" presetClass="entr" presetSubtype="0" fill="hold" nodeType="afterEffect">
                                  <p:stCondLst>
                                    <p:cond delay="0"/>
                                  </p:stCondLst>
                                  <p:childTnLst>
                                    <p:set>
                                      <p:cBhvr>
                                        <p:cTn id="51" dur="1" fill="hold">
                                          <p:stCondLst>
                                            <p:cond delay="0"/>
                                          </p:stCondLst>
                                        </p:cTn>
                                        <p:tgtEl>
                                          <p:spTgt spid="103"/>
                                        </p:tgtEl>
                                        <p:attrNameLst>
                                          <p:attrName>style.visibility</p:attrName>
                                        </p:attrNameLst>
                                      </p:cBhvr>
                                      <p:to>
                                        <p:strVal val="visible"/>
                                      </p:to>
                                    </p:set>
                                    <p:animEffect transition="in" filter="fade">
                                      <p:cBhvr>
                                        <p:cTn id="52" dur="500"/>
                                        <p:tgtEl>
                                          <p:spTgt spid="103"/>
                                        </p:tgtEl>
                                      </p:cBhvr>
                                    </p:animEffect>
                                  </p:childTnLst>
                                </p:cTn>
                              </p:par>
                              <p:par>
                                <p:cTn id="53" presetID="0" presetClass="path" presetSubtype="0" accel="50000" decel="50000" fill="hold" nodeType="withEffect">
                                  <p:stCondLst>
                                    <p:cond delay="0"/>
                                  </p:stCondLst>
                                  <p:childTnLst>
                                    <p:animMotion origin="layout" path="M 0.01945 0.07595 L -3.88889E-6 1.54369E-8 " pathEditMode="relative" rAng="0" ptsTypes="AA">
                                      <p:cBhvr>
                                        <p:cTn id="54" dur="500" fill="hold"/>
                                        <p:tgtEl>
                                          <p:spTgt spid="103"/>
                                        </p:tgtEl>
                                        <p:attrNameLst>
                                          <p:attrName>ppt_x</p:attrName>
                                          <p:attrName>ppt_y</p:attrName>
                                        </p:attrNameLst>
                                      </p:cBhvr>
                                      <p:rCtr x="-10" y="-38"/>
                                    </p:animMotion>
                                  </p:childTnLst>
                                </p:cTn>
                              </p:par>
                              <p:par>
                                <p:cTn id="55" presetID="17" presetClass="entr" presetSubtype="10" fill="hold" nodeType="withEffect">
                                  <p:stCondLst>
                                    <p:cond delay="0"/>
                                  </p:stCondLst>
                                  <p:childTnLst>
                                    <p:set>
                                      <p:cBhvr>
                                        <p:cTn id="56" dur="1" fill="hold">
                                          <p:stCondLst>
                                            <p:cond delay="0"/>
                                          </p:stCondLst>
                                        </p:cTn>
                                        <p:tgtEl>
                                          <p:spTgt spid="197"/>
                                        </p:tgtEl>
                                        <p:attrNameLst>
                                          <p:attrName>style.visibility</p:attrName>
                                        </p:attrNameLst>
                                      </p:cBhvr>
                                      <p:to>
                                        <p:strVal val="visible"/>
                                      </p:to>
                                    </p:set>
                                    <p:anim calcmode="lin" valueType="num">
                                      <p:cBhvr>
                                        <p:cTn id="57" dur="500" fill="hold"/>
                                        <p:tgtEl>
                                          <p:spTgt spid="197"/>
                                        </p:tgtEl>
                                        <p:attrNameLst>
                                          <p:attrName>ppt_w</p:attrName>
                                        </p:attrNameLst>
                                      </p:cBhvr>
                                      <p:tavLst>
                                        <p:tav tm="0">
                                          <p:val>
                                            <p:fltVal val="0"/>
                                          </p:val>
                                        </p:tav>
                                        <p:tav tm="100000">
                                          <p:val>
                                            <p:strVal val="#ppt_w"/>
                                          </p:val>
                                        </p:tav>
                                      </p:tavLst>
                                    </p:anim>
                                    <p:anim calcmode="lin" valueType="num">
                                      <p:cBhvr>
                                        <p:cTn id="58" dur="500" fill="hold"/>
                                        <p:tgtEl>
                                          <p:spTgt spid="197"/>
                                        </p:tgtEl>
                                        <p:attrNameLst>
                                          <p:attrName>ppt_h</p:attrName>
                                        </p:attrNameLst>
                                      </p:cBhvr>
                                      <p:tavLst>
                                        <p:tav tm="0">
                                          <p:val>
                                            <p:strVal val="#ppt_h"/>
                                          </p:val>
                                        </p:tav>
                                        <p:tav tm="100000">
                                          <p:val>
                                            <p:strVal val="#ppt_h"/>
                                          </p:val>
                                        </p:tav>
                                      </p:tavLst>
                                    </p:anim>
                                  </p:childTnLst>
                                </p:cTn>
                              </p:par>
                              <p:par>
                                <p:cTn id="59" presetID="10" presetClass="entr" presetSubtype="0" fill="hold" nodeType="withEffect">
                                  <p:stCondLst>
                                    <p:cond delay="0"/>
                                  </p:stCondLst>
                                  <p:childTnLst>
                                    <p:set>
                                      <p:cBhvr>
                                        <p:cTn id="60" dur="1" fill="hold">
                                          <p:stCondLst>
                                            <p:cond delay="0"/>
                                          </p:stCondLst>
                                        </p:cTn>
                                        <p:tgtEl>
                                          <p:spTgt spid="112"/>
                                        </p:tgtEl>
                                        <p:attrNameLst>
                                          <p:attrName>style.visibility</p:attrName>
                                        </p:attrNameLst>
                                      </p:cBhvr>
                                      <p:to>
                                        <p:strVal val="visible"/>
                                      </p:to>
                                    </p:set>
                                    <p:animEffect transition="in" filter="fade">
                                      <p:cBhvr>
                                        <p:cTn id="61" dur="500"/>
                                        <p:tgtEl>
                                          <p:spTgt spid="112"/>
                                        </p:tgtEl>
                                      </p:cBhvr>
                                    </p:animEffect>
                                  </p:childTnLst>
                                </p:cTn>
                              </p:par>
                            </p:childTnLst>
                          </p:cTn>
                        </p:par>
                        <p:par>
                          <p:cTn id="62" fill="hold">
                            <p:stCondLst>
                              <p:cond delay="2500"/>
                            </p:stCondLst>
                            <p:childTnLst>
                              <p:par>
                                <p:cTn id="63" presetID="10" presetClass="entr" presetSubtype="0" fill="hold" nodeType="afterEffect">
                                  <p:stCondLst>
                                    <p:cond delay="0"/>
                                  </p:stCondLst>
                                  <p:childTnLst>
                                    <p:set>
                                      <p:cBhvr>
                                        <p:cTn id="64" dur="1" fill="hold">
                                          <p:stCondLst>
                                            <p:cond delay="0"/>
                                          </p:stCondLst>
                                        </p:cTn>
                                        <p:tgtEl>
                                          <p:spTgt spid="104"/>
                                        </p:tgtEl>
                                        <p:attrNameLst>
                                          <p:attrName>style.visibility</p:attrName>
                                        </p:attrNameLst>
                                      </p:cBhvr>
                                      <p:to>
                                        <p:strVal val="visible"/>
                                      </p:to>
                                    </p:set>
                                    <p:animEffect transition="in" filter="fade">
                                      <p:cBhvr>
                                        <p:cTn id="65" dur="500"/>
                                        <p:tgtEl>
                                          <p:spTgt spid="104"/>
                                        </p:tgtEl>
                                      </p:cBhvr>
                                    </p:animEffect>
                                  </p:childTnLst>
                                </p:cTn>
                              </p:par>
                              <p:par>
                                <p:cTn id="66" presetID="0" presetClass="path" presetSubtype="0" accel="50000" decel="50000" fill="hold" nodeType="withEffect">
                                  <p:stCondLst>
                                    <p:cond delay="0"/>
                                  </p:stCondLst>
                                  <p:childTnLst>
                                    <p:animMotion origin="layout" path="M -0.02032 0.07595 L 3.88889E-6 0.00123 " pathEditMode="relative" rAng="0" ptsTypes="AA">
                                      <p:cBhvr>
                                        <p:cTn id="67" dur="500" fill="hold"/>
                                        <p:tgtEl>
                                          <p:spTgt spid="104"/>
                                        </p:tgtEl>
                                        <p:attrNameLst>
                                          <p:attrName>ppt_x</p:attrName>
                                          <p:attrName>ppt_y</p:attrName>
                                        </p:attrNameLst>
                                      </p:cBhvr>
                                      <p:rCtr x="10" y="-37"/>
                                    </p:animMotion>
                                  </p:childTnLst>
                                </p:cTn>
                              </p:par>
                              <p:par>
                                <p:cTn id="68" presetID="17" presetClass="entr" presetSubtype="10" fill="hold" nodeType="withEffect">
                                  <p:stCondLst>
                                    <p:cond delay="0"/>
                                  </p:stCondLst>
                                  <p:childTnLst>
                                    <p:set>
                                      <p:cBhvr>
                                        <p:cTn id="69" dur="1" fill="hold">
                                          <p:stCondLst>
                                            <p:cond delay="0"/>
                                          </p:stCondLst>
                                        </p:cTn>
                                        <p:tgtEl>
                                          <p:spTgt spid="204"/>
                                        </p:tgtEl>
                                        <p:attrNameLst>
                                          <p:attrName>style.visibility</p:attrName>
                                        </p:attrNameLst>
                                      </p:cBhvr>
                                      <p:to>
                                        <p:strVal val="visible"/>
                                      </p:to>
                                    </p:set>
                                    <p:anim calcmode="lin" valueType="num">
                                      <p:cBhvr>
                                        <p:cTn id="70" dur="500" fill="hold"/>
                                        <p:tgtEl>
                                          <p:spTgt spid="204"/>
                                        </p:tgtEl>
                                        <p:attrNameLst>
                                          <p:attrName>ppt_w</p:attrName>
                                        </p:attrNameLst>
                                      </p:cBhvr>
                                      <p:tavLst>
                                        <p:tav tm="0">
                                          <p:val>
                                            <p:fltVal val="0"/>
                                          </p:val>
                                        </p:tav>
                                        <p:tav tm="100000">
                                          <p:val>
                                            <p:strVal val="#ppt_w"/>
                                          </p:val>
                                        </p:tav>
                                      </p:tavLst>
                                    </p:anim>
                                    <p:anim calcmode="lin" valueType="num">
                                      <p:cBhvr>
                                        <p:cTn id="71" dur="500" fill="hold"/>
                                        <p:tgtEl>
                                          <p:spTgt spid="204"/>
                                        </p:tgtEl>
                                        <p:attrNameLst>
                                          <p:attrName>ppt_h</p:attrName>
                                        </p:attrNameLst>
                                      </p:cBhvr>
                                      <p:tavLst>
                                        <p:tav tm="0">
                                          <p:val>
                                            <p:strVal val="#ppt_h"/>
                                          </p:val>
                                        </p:tav>
                                        <p:tav tm="100000">
                                          <p:val>
                                            <p:strVal val="#ppt_h"/>
                                          </p:val>
                                        </p:tav>
                                      </p:tavLst>
                                    </p:anim>
                                  </p:childTnLst>
                                </p:cTn>
                              </p:par>
                              <p:par>
                                <p:cTn id="72" presetID="10" presetClass="entr" presetSubtype="0" fill="hold" nodeType="withEffect">
                                  <p:stCondLst>
                                    <p:cond delay="0"/>
                                  </p:stCondLst>
                                  <p:childTnLst>
                                    <p:set>
                                      <p:cBhvr>
                                        <p:cTn id="73" dur="1" fill="hold">
                                          <p:stCondLst>
                                            <p:cond delay="0"/>
                                          </p:stCondLst>
                                        </p:cTn>
                                        <p:tgtEl>
                                          <p:spTgt spid="113"/>
                                        </p:tgtEl>
                                        <p:attrNameLst>
                                          <p:attrName>style.visibility</p:attrName>
                                        </p:attrNameLst>
                                      </p:cBhvr>
                                      <p:to>
                                        <p:strVal val="visible"/>
                                      </p:to>
                                    </p:set>
                                    <p:animEffect transition="in" filter="fade">
                                      <p:cBhvr>
                                        <p:cTn id="74" dur="500"/>
                                        <p:tgtEl>
                                          <p:spTgt spid="113"/>
                                        </p:tgtEl>
                                      </p:cBhvr>
                                    </p:animEffect>
                                  </p:childTnLst>
                                </p:cTn>
                              </p:par>
                            </p:childTnLst>
                          </p:cTn>
                        </p:par>
                        <p:par>
                          <p:cTn id="75" fill="hold">
                            <p:stCondLst>
                              <p:cond delay="3000"/>
                            </p:stCondLst>
                            <p:childTnLst>
                              <p:par>
                                <p:cTn id="76" presetID="10" presetClass="entr" presetSubtype="0" fill="hold" nodeType="afterEffect">
                                  <p:stCondLst>
                                    <p:cond delay="0"/>
                                  </p:stCondLst>
                                  <p:childTnLst>
                                    <p:set>
                                      <p:cBhvr>
                                        <p:cTn id="77" dur="1" fill="hold">
                                          <p:stCondLst>
                                            <p:cond delay="0"/>
                                          </p:stCondLst>
                                        </p:cTn>
                                        <p:tgtEl>
                                          <p:spTgt spid="105"/>
                                        </p:tgtEl>
                                        <p:attrNameLst>
                                          <p:attrName>style.visibility</p:attrName>
                                        </p:attrNameLst>
                                      </p:cBhvr>
                                      <p:to>
                                        <p:strVal val="visible"/>
                                      </p:to>
                                    </p:set>
                                    <p:animEffect transition="in" filter="fade">
                                      <p:cBhvr>
                                        <p:cTn id="78" dur="500"/>
                                        <p:tgtEl>
                                          <p:spTgt spid="105"/>
                                        </p:tgtEl>
                                      </p:cBhvr>
                                    </p:animEffect>
                                  </p:childTnLst>
                                </p:cTn>
                              </p:par>
                              <p:par>
                                <p:cTn id="79" presetID="0" presetClass="path" presetSubtype="0" accel="50000" decel="50000" fill="hold" nodeType="withEffect">
                                  <p:stCondLst>
                                    <p:cond delay="0"/>
                                  </p:stCondLst>
                                  <p:childTnLst>
                                    <p:animMotion origin="layout" path="M -0.04861 0.02068 L 2.77778E-7 2.13029E-6 " pathEditMode="relative" rAng="0" ptsTypes="AA">
                                      <p:cBhvr>
                                        <p:cTn id="80" dur="500" fill="hold"/>
                                        <p:tgtEl>
                                          <p:spTgt spid="105"/>
                                        </p:tgtEl>
                                        <p:attrNameLst>
                                          <p:attrName>ppt_x</p:attrName>
                                          <p:attrName>ppt_y</p:attrName>
                                        </p:attrNameLst>
                                      </p:cBhvr>
                                      <p:rCtr x="24" y="-10"/>
                                    </p:animMotion>
                                  </p:childTnLst>
                                </p:cTn>
                              </p:par>
                              <p:par>
                                <p:cTn id="81" presetID="17" presetClass="entr" presetSubtype="10" fill="hold" nodeType="withEffect">
                                  <p:stCondLst>
                                    <p:cond delay="0"/>
                                  </p:stCondLst>
                                  <p:childTnLst>
                                    <p:set>
                                      <p:cBhvr>
                                        <p:cTn id="82" dur="1" fill="hold">
                                          <p:stCondLst>
                                            <p:cond delay="0"/>
                                          </p:stCondLst>
                                        </p:cTn>
                                        <p:tgtEl>
                                          <p:spTgt spid="214"/>
                                        </p:tgtEl>
                                        <p:attrNameLst>
                                          <p:attrName>style.visibility</p:attrName>
                                        </p:attrNameLst>
                                      </p:cBhvr>
                                      <p:to>
                                        <p:strVal val="visible"/>
                                      </p:to>
                                    </p:set>
                                    <p:anim calcmode="lin" valueType="num">
                                      <p:cBhvr>
                                        <p:cTn id="83" dur="500" fill="hold"/>
                                        <p:tgtEl>
                                          <p:spTgt spid="214"/>
                                        </p:tgtEl>
                                        <p:attrNameLst>
                                          <p:attrName>ppt_w</p:attrName>
                                        </p:attrNameLst>
                                      </p:cBhvr>
                                      <p:tavLst>
                                        <p:tav tm="0">
                                          <p:val>
                                            <p:fltVal val="0"/>
                                          </p:val>
                                        </p:tav>
                                        <p:tav tm="100000">
                                          <p:val>
                                            <p:strVal val="#ppt_w"/>
                                          </p:val>
                                        </p:tav>
                                      </p:tavLst>
                                    </p:anim>
                                    <p:anim calcmode="lin" valueType="num">
                                      <p:cBhvr>
                                        <p:cTn id="84" dur="500" fill="hold"/>
                                        <p:tgtEl>
                                          <p:spTgt spid="214"/>
                                        </p:tgtEl>
                                        <p:attrNameLst>
                                          <p:attrName>ppt_h</p:attrName>
                                        </p:attrNameLst>
                                      </p:cBhvr>
                                      <p:tavLst>
                                        <p:tav tm="0">
                                          <p:val>
                                            <p:strVal val="#ppt_h"/>
                                          </p:val>
                                        </p:tav>
                                        <p:tav tm="100000">
                                          <p:val>
                                            <p:strVal val="#ppt_h"/>
                                          </p:val>
                                        </p:tav>
                                      </p:tavLst>
                                    </p:anim>
                                  </p:childTnLst>
                                </p:cTn>
                              </p:par>
                              <p:par>
                                <p:cTn id="85" presetID="10" presetClass="entr" presetSubtype="0" fill="hold" nodeType="withEffect">
                                  <p:stCondLst>
                                    <p:cond delay="0"/>
                                  </p:stCondLst>
                                  <p:childTnLst>
                                    <p:set>
                                      <p:cBhvr>
                                        <p:cTn id="86" dur="1" fill="hold">
                                          <p:stCondLst>
                                            <p:cond delay="0"/>
                                          </p:stCondLst>
                                        </p:cTn>
                                        <p:tgtEl>
                                          <p:spTgt spid="114"/>
                                        </p:tgtEl>
                                        <p:attrNameLst>
                                          <p:attrName>style.visibility</p:attrName>
                                        </p:attrNameLst>
                                      </p:cBhvr>
                                      <p:to>
                                        <p:strVal val="visible"/>
                                      </p:to>
                                    </p:set>
                                    <p:animEffect transition="in" filter="fade">
                                      <p:cBhvr>
                                        <p:cTn id="87" dur="500"/>
                                        <p:tgtEl>
                                          <p:spTgt spid="114"/>
                                        </p:tgtEl>
                                      </p:cBhvr>
                                    </p:animEffect>
                                  </p:childTnLst>
                                </p:cTn>
                              </p:par>
                            </p:childTnLst>
                          </p:cTn>
                        </p:par>
                        <p:par>
                          <p:cTn id="88" fill="hold">
                            <p:stCondLst>
                              <p:cond delay="3500"/>
                            </p:stCondLst>
                            <p:childTnLst>
                              <p:par>
                                <p:cTn id="89" presetID="10" presetClass="entr" presetSubtype="0" fill="hold" nodeType="afterEffect">
                                  <p:stCondLst>
                                    <p:cond delay="0"/>
                                  </p:stCondLst>
                                  <p:childTnLst>
                                    <p:set>
                                      <p:cBhvr>
                                        <p:cTn id="90" dur="1" fill="hold">
                                          <p:stCondLst>
                                            <p:cond delay="0"/>
                                          </p:stCondLst>
                                        </p:cTn>
                                        <p:tgtEl>
                                          <p:spTgt spid="106"/>
                                        </p:tgtEl>
                                        <p:attrNameLst>
                                          <p:attrName>style.visibility</p:attrName>
                                        </p:attrNameLst>
                                      </p:cBhvr>
                                      <p:to>
                                        <p:strVal val="visible"/>
                                      </p:to>
                                    </p:set>
                                    <p:animEffect transition="in" filter="fade">
                                      <p:cBhvr>
                                        <p:cTn id="91" dur="500"/>
                                        <p:tgtEl>
                                          <p:spTgt spid="106"/>
                                        </p:tgtEl>
                                      </p:cBhvr>
                                    </p:animEffect>
                                  </p:childTnLst>
                                </p:cTn>
                              </p:par>
                              <p:par>
                                <p:cTn id="92" presetID="0" presetClass="path" presetSubtype="0" accel="50000" decel="50000" fill="hold" nodeType="withEffect">
                                  <p:stCondLst>
                                    <p:cond delay="0"/>
                                  </p:stCondLst>
                                  <p:childTnLst>
                                    <p:animMotion origin="layout" path="M -0.03559 -0.04909 L 2.22222E-6 -1.37697E-6 " pathEditMode="relative" rAng="0" ptsTypes="AA">
                                      <p:cBhvr>
                                        <p:cTn id="93" dur="500" fill="hold"/>
                                        <p:tgtEl>
                                          <p:spTgt spid="106"/>
                                        </p:tgtEl>
                                        <p:attrNameLst>
                                          <p:attrName>ppt_x</p:attrName>
                                          <p:attrName>ppt_y</p:attrName>
                                        </p:attrNameLst>
                                      </p:cBhvr>
                                      <p:rCtr x="18" y="24"/>
                                    </p:animMotion>
                                  </p:childTnLst>
                                </p:cTn>
                              </p:par>
                              <p:par>
                                <p:cTn id="94" presetID="17" presetClass="entr" presetSubtype="10" fill="hold" nodeType="withEffect">
                                  <p:stCondLst>
                                    <p:cond delay="0"/>
                                  </p:stCondLst>
                                  <p:childTnLst>
                                    <p:set>
                                      <p:cBhvr>
                                        <p:cTn id="95" dur="1" fill="hold">
                                          <p:stCondLst>
                                            <p:cond delay="0"/>
                                          </p:stCondLst>
                                        </p:cTn>
                                        <p:tgtEl>
                                          <p:spTgt spid="221"/>
                                        </p:tgtEl>
                                        <p:attrNameLst>
                                          <p:attrName>style.visibility</p:attrName>
                                        </p:attrNameLst>
                                      </p:cBhvr>
                                      <p:to>
                                        <p:strVal val="visible"/>
                                      </p:to>
                                    </p:set>
                                    <p:anim calcmode="lin" valueType="num">
                                      <p:cBhvr>
                                        <p:cTn id="96" dur="500" fill="hold"/>
                                        <p:tgtEl>
                                          <p:spTgt spid="221"/>
                                        </p:tgtEl>
                                        <p:attrNameLst>
                                          <p:attrName>ppt_w</p:attrName>
                                        </p:attrNameLst>
                                      </p:cBhvr>
                                      <p:tavLst>
                                        <p:tav tm="0">
                                          <p:val>
                                            <p:fltVal val="0"/>
                                          </p:val>
                                        </p:tav>
                                        <p:tav tm="100000">
                                          <p:val>
                                            <p:strVal val="#ppt_w"/>
                                          </p:val>
                                        </p:tav>
                                      </p:tavLst>
                                    </p:anim>
                                    <p:anim calcmode="lin" valueType="num">
                                      <p:cBhvr>
                                        <p:cTn id="97" dur="500" fill="hold"/>
                                        <p:tgtEl>
                                          <p:spTgt spid="221"/>
                                        </p:tgtEl>
                                        <p:attrNameLst>
                                          <p:attrName>ppt_h</p:attrName>
                                        </p:attrNameLst>
                                      </p:cBhvr>
                                      <p:tavLst>
                                        <p:tav tm="0">
                                          <p:val>
                                            <p:strVal val="#ppt_h"/>
                                          </p:val>
                                        </p:tav>
                                        <p:tav tm="100000">
                                          <p:val>
                                            <p:strVal val="#ppt_h"/>
                                          </p:val>
                                        </p:tav>
                                      </p:tavLst>
                                    </p:anim>
                                  </p:childTnLst>
                                </p:cTn>
                              </p:par>
                              <p:par>
                                <p:cTn id="98" presetID="10" presetClass="entr" presetSubtype="0" fill="hold" nodeType="withEffect">
                                  <p:stCondLst>
                                    <p:cond delay="0"/>
                                  </p:stCondLst>
                                  <p:childTnLst>
                                    <p:set>
                                      <p:cBhvr>
                                        <p:cTn id="99" dur="1" fill="hold">
                                          <p:stCondLst>
                                            <p:cond delay="0"/>
                                          </p:stCondLst>
                                        </p:cTn>
                                        <p:tgtEl>
                                          <p:spTgt spid="115"/>
                                        </p:tgtEl>
                                        <p:attrNameLst>
                                          <p:attrName>style.visibility</p:attrName>
                                        </p:attrNameLst>
                                      </p:cBhvr>
                                      <p:to>
                                        <p:strVal val="visible"/>
                                      </p:to>
                                    </p:set>
                                    <p:animEffect transition="in" filter="fade">
                                      <p:cBhvr>
                                        <p:cTn id="100"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Arrow Diagram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Spread</a:t>
            </a:r>
            <a:endParaRPr lang="en-US" dirty="0">
              <a:gradFill>
                <a:gsLst>
                  <a:gs pos="0">
                    <a:schemeClr val="accent1"/>
                  </a:gs>
                  <a:gs pos="100000">
                    <a:schemeClr val="accent1"/>
                  </a:gs>
                </a:gsLst>
                <a:lin ang="0" scaled="1"/>
              </a:gradFill>
            </a:endParaRPr>
          </a:p>
        </p:txBody>
      </p:sp>
      <p:grpSp>
        <p:nvGrpSpPr>
          <p:cNvPr id="60" name="그룹 59"/>
          <p:cNvGrpSpPr/>
          <p:nvPr/>
        </p:nvGrpSpPr>
        <p:grpSpPr>
          <a:xfrm>
            <a:off x="3079020" y="965204"/>
            <a:ext cx="699969" cy="1879917"/>
            <a:chOff x="5399283" y="965200"/>
            <a:chExt cx="699969" cy="1879917"/>
          </a:xfrm>
        </p:grpSpPr>
        <p:sp>
          <p:nvSpPr>
            <p:cNvPr id="3" name="위쪽 화살표 2"/>
            <p:cNvSpPr/>
            <p:nvPr/>
          </p:nvSpPr>
          <p:spPr>
            <a:xfrm>
              <a:off x="5399283" y="965200"/>
              <a:ext cx="699969" cy="1879917"/>
            </a:xfrm>
            <a:prstGeom prst="upArrow">
              <a:avLst/>
            </a:prstGeom>
            <a:gradFill>
              <a:gsLst>
                <a:gs pos="0">
                  <a:schemeClr val="accent1"/>
                </a:gs>
                <a:gs pos="50000">
                  <a:schemeClr val="accent1">
                    <a:lumMod val="100000"/>
                  </a:schemeClr>
                </a:gs>
                <a:gs pos="100000">
                  <a:schemeClr val="accent1">
                    <a:lumMod val="90000"/>
                  </a:schemeClr>
                </a:gs>
              </a:gsLst>
              <a:lin ang="2700000" scaled="0"/>
            </a:gradFill>
            <a:ln w="3175" cap="flat" cmpd="sng" algn="ctr">
              <a:solidFill>
                <a:schemeClr val="accent1">
                  <a:lumMod val="75000"/>
                </a:schemeClr>
              </a:solidFill>
              <a:prstDash val="solid"/>
            </a:ln>
            <a:effectLst>
              <a:outerShdw dist="25400" dir="27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91" name="TextBox 90"/>
            <p:cNvSpPr txBox="1"/>
            <p:nvPr/>
          </p:nvSpPr>
          <p:spPr>
            <a:xfrm rot="16200000">
              <a:off x="5092757" y="1805617"/>
              <a:ext cx="1298544" cy="203603"/>
            </a:xfrm>
            <a:prstGeom prst="rect">
              <a:avLst/>
            </a:prstGeom>
            <a:noFill/>
          </p:spPr>
          <p:txBody>
            <a:bodyPr wrap="square" lIns="72000" tIns="0" rIns="72000" bIns="0" rtlCol="0" anchor="ctr">
              <a:noAutofit/>
            </a:bodyPr>
            <a:lstStyle/>
            <a:p>
              <a:pPr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grpSp>
        <p:nvGrpSpPr>
          <p:cNvPr id="61" name="그룹 60"/>
          <p:cNvGrpSpPr/>
          <p:nvPr/>
        </p:nvGrpSpPr>
        <p:grpSpPr>
          <a:xfrm>
            <a:off x="3458460" y="1245191"/>
            <a:ext cx="699969" cy="1879917"/>
            <a:chOff x="5778725" y="1245188"/>
            <a:chExt cx="699969" cy="1879917"/>
          </a:xfrm>
        </p:grpSpPr>
        <p:sp>
          <p:nvSpPr>
            <p:cNvPr id="88" name="위쪽 화살표 87"/>
            <p:cNvSpPr/>
            <p:nvPr/>
          </p:nvSpPr>
          <p:spPr>
            <a:xfrm rot="1800000" flipH="1">
              <a:off x="5778725" y="1245188"/>
              <a:ext cx="699969" cy="1879917"/>
            </a:xfrm>
            <a:prstGeom prst="upArrow">
              <a:avLst/>
            </a:prstGeom>
            <a:pattFill prst="pct10">
              <a:fgClr>
                <a:schemeClr val="accent3">
                  <a:lumMod val="85000"/>
                </a:schemeClr>
              </a:fgClr>
              <a:bgClr>
                <a:schemeClr val="accent3">
                  <a:lumMod val="75000"/>
                </a:schemeClr>
              </a:bgClr>
            </a:pattFill>
            <a:ln w="3175">
              <a:solidFill>
                <a:schemeClr val="accent3">
                  <a:lumMod val="50000"/>
                  <a:alpha val="70000"/>
                </a:schemeClr>
              </a:solidFill>
            </a:ln>
            <a:effectLst>
              <a:outerShdw dist="25400" dir="27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31" name="TextBox 130"/>
            <p:cNvSpPr txBox="1"/>
            <p:nvPr/>
          </p:nvSpPr>
          <p:spPr>
            <a:xfrm rot="17968771">
              <a:off x="5747645" y="1884628"/>
              <a:ext cx="962023" cy="203603"/>
            </a:xfrm>
            <a:prstGeom prst="rect">
              <a:avLst/>
            </a:prstGeom>
            <a:noFill/>
          </p:spPr>
          <p:txBody>
            <a:bodyPr wrap="square" lIns="72000" tIns="0" rIns="72000" bIns="0" rtlCol="0" anchor="ctr">
              <a:noAutofit/>
            </a:bodyPr>
            <a:lstStyle/>
            <a:p>
              <a:pPr lvl="0"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grpSp>
        <p:nvGrpSpPr>
          <p:cNvPr id="62" name="그룹 61"/>
          <p:cNvGrpSpPr/>
          <p:nvPr/>
        </p:nvGrpSpPr>
        <p:grpSpPr>
          <a:xfrm>
            <a:off x="3310067" y="2187248"/>
            <a:ext cx="1575368" cy="699969"/>
            <a:chOff x="5630335" y="2187243"/>
            <a:chExt cx="1575368" cy="699969"/>
          </a:xfrm>
        </p:grpSpPr>
        <p:sp>
          <p:nvSpPr>
            <p:cNvPr id="89" name="위쪽 화살표 88"/>
            <p:cNvSpPr/>
            <p:nvPr/>
          </p:nvSpPr>
          <p:spPr>
            <a:xfrm rot="3310619" flipH="1">
              <a:off x="6068034" y="1749544"/>
              <a:ext cx="699969" cy="1575368"/>
            </a:xfrm>
            <a:prstGeom prst="upArrow">
              <a:avLst/>
            </a:prstGeom>
            <a:pattFill prst="pct10">
              <a:fgClr>
                <a:schemeClr val="accent3">
                  <a:lumMod val="85000"/>
                </a:schemeClr>
              </a:fgClr>
              <a:bgClr>
                <a:schemeClr val="accent3">
                  <a:lumMod val="75000"/>
                </a:schemeClr>
              </a:bgClr>
            </a:pattFill>
            <a:ln w="3175">
              <a:solidFill>
                <a:schemeClr val="accent3">
                  <a:lumMod val="50000"/>
                  <a:alpha val="70000"/>
                </a:schemeClr>
              </a:solidFill>
            </a:ln>
            <a:effectLst>
              <a:outerShdw dist="25400" dir="27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32" name="TextBox 131"/>
            <p:cNvSpPr txBox="1"/>
            <p:nvPr/>
          </p:nvSpPr>
          <p:spPr>
            <a:xfrm rot="19538180">
              <a:off x="5942365" y="2423739"/>
              <a:ext cx="962023" cy="203603"/>
            </a:xfrm>
            <a:prstGeom prst="rect">
              <a:avLst/>
            </a:prstGeom>
            <a:noFill/>
          </p:spPr>
          <p:txBody>
            <a:bodyPr wrap="square" lIns="72000" tIns="0" rIns="72000" bIns="0" rtlCol="0" anchor="ctr">
              <a:noAutofit/>
            </a:bodyPr>
            <a:lstStyle/>
            <a:p>
              <a:pPr lvl="0"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grpSp>
        <p:nvGrpSpPr>
          <p:cNvPr id="63" name="그룹 62"/>
          <p:cNvGrpSpPr/>
          <p:nvPr/>
        </p:nvGrpSpPr>
        <p:grpSpPr>
          <a:xfrm>
            <a:off x="3311615" y="2688578"/>
            <a:ext cx="1575368" cy="699969"/>
            <a:chOff x="5631883" y="2688573"/>
            <a:chExt cx="1575368" cy="699969"/>
          </a:xfrm>
        </p:grpSpPr>
        <p:sp>
          <p:nvSpPr>
            <p:cNvPr id="90" name="위쪽 화살표 89"/>
            <p:cNvSpPr/>
            <p:nvPr/>
          </p:nvSpPr>
          <p:spPr>
            <a:xfrm rot="4545846" flipH="1">
              <a:off x="6069582" y="2250874"/>
              <a:ext cx="699969" cy="1575368"/>
            </a:xfrm>
            <a:prstGeom prst="upArrow">
              <a:avLst/>
            </a:prstGeom>
            <a:pattFill prst="pct10">
              <a:fgClr>
                <a:schemeClr val="accent3">
                  <a:lumMod val="85000"/>
                </a:schemeClr>
              </a:fgClr>
              <a:bgClr>
                <a:schemeClr val="accent3">
                  <a:lumMod val="75000"/>
                </a:schemeClr>
              </a:bgClr>
            </a:pattFill>
            <a:ln w="3175">
              <a:solidFill>
                <a:schemeClr val="accent3">
                  <a:lumMod val="50000"/>
                  <a:alpha val="70000"/>
                </a:schemeClr>
              </a:solidFill>
            </a:ln>
            <a:effectLst>
              <a:outerShdw dist="25400" dir="27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33" name="TextBox 132"/>
            <p:cNvSpPr txBox="1"/>
            <p:nvPr/>
          </p:nvSpPr>
          <p:spPr>
            <a:xfrm rot="20687303">
              <a:off x="6130535" y="2898893"/>
              <a:ext cx="962023" cy="203603"/>
            </a:xfrm>
            <a:prstGeom prst="rect">
              <a:avLst/>
            </a:prstGeom>
            <a:noFill/>
          </p:spPr>
          <p:txBody>
            <a:bodyPr wrap="square" lIns="72000" tIns="0" rIns="72000" bIns="0" rtlCol="0" anchor="ctr">
              <a:noAutofit/>
            </a:bodyPr>
            <a:lstStyle/>
            <a:p>
              <a:pPr lvl="0"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grpSp>
        <p:nvGrpSpPr>
          <p:cNvPr id="56" name="그룹 55"/>
          <p:cNvGrpSpPr/>
          <p:nvPr/>
        </p:nvGrpSpPr>
        <p:grpSpPr>
          <a:xfrm>
            <a:off x="1971020" y="2688578"/>
            <a:ext cx="1575368" cy="699969"/>
            <a:chOff x="4291287" y="2688573"/>
            <a:chExt cx="1575368" cy="699969"/>
          </a:xfrm>
        </p:grpSpPr>
        <p:sp>
          <p:nvSpPr>
            <p:cNvPr id="84" name="위쪽 화살표 83"/>
            <p:cNvSpPr/>
            <p:nvPr/>
          </p:nvSpPr>
          <p:spPr>
            <a:xfrm rot="17054154">
              <a:off x="4728986" y="2250874"/>
              <a:ext cx="699969" cy="1575368"/>
            </a:xfrm>
            <a:prstGeom prst="upArrow">
              <a:avLst/>
            </a:prstGeom>
            <a:pattFill prst="pct10">
              <a:fgClr>
                <a:schemeClr val="accent3">
                  <a:lumMod val="85000"/>
                </a:schemeClr>
              </a:fgClr>
              <a:bgClr>
                <a:schemeClr val="accent3">
                  <a:lumMod val="75000"/>
                </a:schemeClr>
              </a:bgClr>
            </a:pattFill>
            <a:ln w="3175">
              <a:solidFill>
                <a:schemeClr val="accent3">
                  <a:lumMod val="50000"/>
                  <a:alpha val="70000"/>
                </a:schemeClr>
              </a:solidFill>
            </a:ln>
            <a:effectLst>
              <a:outerShdw dist="25400" dir="27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34" name="TextBox 133"/>
            <p:cNvSpPr txBox="1"/>
            <p:nvPr/>
          </p:nvSpPr>
          <p:spPr>
            <a:xfrm rot="801837">
              <a:off x="4410422" y="2891273"/>
              <a:ext cx="962023" cy="203603"/>
            </a:xfrm>
            <a:prstGeom prst="rect">
              <a:avLst/>
            </a:prstGeom>
            <a:noFill/>
          </p:spPr>
          <p:txBody>
            <a:bodyPr wrap="square" lIns="72000" tIns="0" rIns="72000" bIns="0" rtlCol="0" anchor="ctr">
              <a:noAutofit/>
            </a:bodyPr>
            <a:lstStyle/>
            <a:p>
              <a:pPr lvl="0"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grpSp>
        <p:nvGrpSpPr>
          <p:cNvPr id="58" name="그룹 57"/>
          <p:cNvGrpSpPr/>
          <p:nvPr/>
        </p:nvGrpSpPr>
        <p:grpSpPr>
          <a:xfrm>
            <a:off x="1972568" y="2187248"/>
            <a:ext cx="1575368" cy="699969"/>
            <a:chOff x="4292835" y="2187243"/>
            <a:chExt cx="1575368" cy="699969"/>
          </a:xfrm>
        </p:grpSpPr>
        <p:sp>
          <p:nvSpPr>
            <p:cNvPr id="82" name="위쪽 화살표 81"/>
            <p:cNvSpPr/>
            <p:nvPr/>
          </p:nvSpPr>
          <p:spPr>
            <a:xfrm rot="18289381">
              <a:off x="4730534" y="1749544"/>
              <a:ext cx="699969" cy="1575368"/>
            </a:xfrm>
            <a:prstGeom prst="upArrow">
              <a:avLst/>
            </a:prstGeom>
            <a:pattFill prst="pct10">
              <a:fgClr>
                <a:schemeClr val="accent3">
                  <a:lumMod val="85000"/>
                </a:schemeClr>
              </a:fgClr>
              <a:bgClr>
                <a:schemeClr val="accent3">
                  <a:lumMod val="75000"/>
                </a:schemeClr>
              </a:bgClr>
            </a:pattFill>
            <a:ln w="3175">
              <a:solidFill>
                <a:schemeClr val="accent3">
                  <a:lumMod val="50000"/>
                  <a:alpha val="70000"/>
                </a:schemeClr>
              </a:solidFill>
            </a:ln>
            <a:effectLst>
              <a:outerShdw dist="25400" dir="27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35" name="TextBox 134"/>
            <p:cNvSpPr txBox="1"/>
            <p:nvPr/>
          </p:nvSpPr>
          <p:spPr>
            <a:xfrm rot="2093329">
              <a:off x="4590339" y="2435426"/>
              <a:ext cx="962023" cy="203603"/>
            </a:xfrm>
            <a:prstGeom prst="rect">
              <a:avLst/>
            </a:prstGeom>
            <a:noFill/>
          </p:spPr>
          <p:txBody>
            <a:bodyPr wrap="square" lIns="72000" tIns="0" rIns="72000" bIns="0" rtlCol="0" anchor="ctr">
              <a:noAutofit/>
            </a:bodyPr>
            <a:lstStyle/>
            <a:p>
              <a:pPr lvl="0"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grpSp>
        <p:nvGrpSpPr>
          <p:cNvPr id="59" name="그룹 58"/>
          <p:cNvGrpSpPr/>
          <p:nvPr/>
        </p:nvGrpSpPr>
        <p:grpSpPr>
          <a:xfrm>
            <a:off x="2699580" y="1245191"/>
            <a:ext cx="699969" cy="1879917"/>
            <a:chOff x="5019843" y="1245188"/>
            <a:chExt cx="699969" cy="1879917"/>
          </a:xfrm>
        </p:grpSpPr>
        <p:sp>
          <p:nvSpPr>
            <p:cNvPr id="80" name="위쪽 화살표 79"/>
            <p:cNvSpPr/>
            <p:nvPr/>
          </p:nvSpPr>
          <p:spPr>
            <a:xfrm rot="19800000">
              <a:off x="5019843" y="1245188"/>
              <a:ext cx="699969" cy="1879917"/>
            </a:xfrm>
            <a:prstGeom prst="upArrow">
              <a:avLst/>
            </a:prstGeom>
            <a:pattFill prst="pct10">
              <a:fgClr>
                <a:schemeClr val="accent3">
                  <a:lumMod val="85000"/>
                </a:schemeClr>
              </a:fgClr>
              <a:bgClr>
                <a:schemeClr val="accent3">
                  <a:lumMod val="75000"/>
                </a:schemeClr>
              </a:bgClr>
            </a:pattFill>
            <a:ln w="3175">
              <a:solidFill>
                <a:schemeClr val="accent3">
                  <a:lumMod val="50000"/>
                  <a:alpha val="70000"/>
                </a:schemeClr>
              </a:solidFill>
            </a:ln>
            <a:effectLst>
              <a:outerShdw dist="25400" dir="27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36" name="TextBox 135"/>
            <p:cNvSpPr txBox="1"/>
            <p:nvPr/>
          </p:nvSpPr>
          <p:spPr>
            <a:xfrm rot="3600000">
              <a:off x="4775001" y="1909605"/>
              <a:ext cx="962023" cy="203603"/>
            </a:xfrm>
            <a:prstGeom prst="rect">
              <a:avLst/>
            </a:prstGeom>
            <a:noFill/>
          </p:spPr>
          <p:txBody>
            <a:bodyPr wrap="square" lIns="72000" tIns="0" rIns="72000" bIns="0" rtlCol="0" anchor="ctr">
              <a:noAutofit/>
            </a:bodyPr>
            <a:lstStyle/>
            <a:p>
              <a:pPr lvl="0"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grpSp>
      <p:grpSp>
        <p:nvGrpSpPr>
          <p:cNvPr id="15" name="그룹 14"/>
          <p:cNvGrpSpPr/>
          <p:nvPr/>
        </p:nvGrpSpPr>
        <p:grpSpPr>
          <a:xfrm>
            <a:off x="4992651" y="985103"/>
            <a:ext cx="952765" cy="603295"/>
            <a:chOff x="6138502" y="894478"/>
            <a:chExt cx="952765" cy="603295"/>
          </a:xfrm>
        </p:grpSpPr>
        <p:sp>
          <p:nvSpPr>
            <p:cNvPr id="92" name="TextBox 91"/>
            <p:cNvSpPr txBox="1"/>
            <p:nvPr/>
          </p:nvSpPr>
          <p:spPr>
            <a:xfrm>
              <a:off x="6138502" y="894478"/>
              <a:ext cx="952765" cy="193940"/>
            </a:xfrm>
            <a:prstGeom prst="rect">
              <a:avLst/>
            </a:prstGeom>
            <a:noFill/>
          </p:spPr>
          <p:txBody>
            <a:bodyPr wrap="square" lIns="0" tIns="0" rIns="0" bIns="0" rtlCol="0">
              <a:noAutofit/>
            </a:bodyPr>
            <a:lstStyle/>
            <a:p>
              <a:pPr lvl="0"/>
              <a:r>
                <a:rPr lang="en-US" altLang="ko-KR" sz="1200" b="1" dirty="0">
                  <a:gradFill>
                    <a:gsLst>
                      <a:gs pos="0">
                        <a:schemeClr val="accent1"/>
                      </a:gs>
                      <a:gs pos="100000">
                        <a:schemeClr val="accent1">
                          <a:lumMod val="100000"/>
                        </a:schemeClr>
                      </a:gs>
                    </a:gsLst>
                    <a:lin ang="5400000" scaled="0"/>
                  </a:gradFill>
                  <a:latin typeface="Roboto Condensed Regular"/>
                </a:rPr>
                <a:t>First Arrow</a:t>
              </a:r>
              <a:endParaRPr lang="ko-KR" altLang="en-US" sz="1200" b="1" dirty="0">
                <a:gradFill>
                  <a:gsLst>
                    <a:gs pos="0">
                      <a:schemeClr val="accent1"/>
                    </a:gs>
                    <a:gs pos="100000">
                      <a:schemeClr val="accent1">
                        <a:lumMod val="100000"/>
                      </a:schemeClr>
                    </a:gs>
                  </a:gsLst>
                  <a:lin ang="5400000" scaled="0"/>
                </a:gradFill>
                <a:latin typeface="Roboto Condensed Regular"/>
              </a:endParaRPr>
            </a:p>
          </p:txBody>
        </p:sp>
        <p:sp>
          <p:nvSpPr>
            <p:cNvPr id="93" name="TextBox 92"/>
            <p:cNvSpPr txBox="1"/>
            <p:nvPr/>
          </p:nvSpPr>
          <p:spPr>
            <a:xfrm>
              <a:off x="6138502" y="1108176"/>
              <a:ext cx="952765" cy="389597"/>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94" name="직선 연결선 93"/>
          <p:cNvCxnSpPr/>
          <p:nvPr/>
        </p:nvCxnSpPr>
        <p:spPr>
          <a:xfrm flipH="1">
            <a:off x="3429006" y="1076394"/>
            <a:ext cx="1464331" cy="0"/>
          </a:xfrm>
          <a:prstGeom prst="line">
            <a:avLst/>
          </a:prstGeom>
          <a:ln w="3175">
            <a:solidFill>
              <a:schemeClr val="accent1">
                <a:lumMod val="7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98" name="그룹 97"/>
          <p:cNvGrpSpPr/>
          <p:nvPr/>
        </p:nvGrpSpPr>
        <p:grpSpPr>
          <a:xfrm>
            <a:off x="4992651" y="1482020"/>
            <a:ext cx="952765" cy="603295"/>
            <a:chOff x="6138502" y="894478"/>
            <a:chExt cx="952765" cy="603295"/>
          </a:xfrm>
        </p:grpSpPr>
        <p:sp>
          <p:nvSpPr>
            <p:cNvPr id="100" name="TextBox 99"/>
            <p:cNvSpPr txBox="1"/>
            <p:nvPr/>
          </p:nvSpPr>
          <p:spPr>
            <a:xfrm>
              <a:off x="6138502" y="894478"/>
              <a:ext cx="952765" cy="193940"/>
            </a:xfrm>
            <a:prstGeom prst="rect">
              <a:avLst/>
            </a:prstGeom>
            <a:noFill/>
          </p:spPr>
          <p:txBody>
            <a:bodyPr wrap="square" lIns="0" tIns="0" rIns="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First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01" name="TextBox 100"/>
            <p:cNvSpPr txBox="1"/>
            <p:nvPr/>
          </p:nvSpPr>
          <p:spPr>
            <a:xfrm>
              <a:off x="6138502" y="1108176"/>
              <a:ext cx="952765" cy="389597"/>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99" name="직선 연결선 98"/>
          <p:cNvCxnSpPr/>
          <p:nvPr/>
        </p:nvCxnSpPr>
        <p:spPr>
          <a:xfrm flipH="1">
            <a:off x="4176511" y="1573311"/>
            <a:ext cx="716827"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04" name="그룹 103"/>
          <p:cNvGrpSpPr/>
          <p:nvPr/>
        </p:nvGrpSpPr>
        <p:grpSpPr>
          <a:xfrm>
            <a:off x="4992651" y="2148200"/>
            <a:ext cx="952765" cy="603295"/>
            <a:chOff x="6138502" y="894478"/>
            <a:chExt cx="952765" cy="603295"/>
          </a:xfrm>
        </p:grpSpPr>
        <p:sp>
          <p:nvSpPr>
            <p:cNvPr id="106" name="TextBox 105"/>
            <p:cNvSpPr txBox="1"/>
            <p:nvPr/>
          </p:nvSpPr>
          <p:spPr>
            <a:xfrm>
              <a:off x="6138502" y="894478"/>
              <a:ext cx="952765" cy="193940"/>
            </a:xfrm>
            <a:prstGeom prst="rect">
              <a:avLst/>
            </a:prstGeom>
            <a:noFill/>
          </p:spPr>
          <p:txBody>
            <a:bodyPr wrap="square" lIns="0" tIns="0" rIns="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First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07" name="TextBox 106"/>
            <p:cNvSpPr txBox="1"/>
            <p:nvPr/>
          </p:nvSpPr>
          <p:spPr>
            <a:xfrm>
              <a:off x="6138502" y="1108176"/>
              <a:ext cx="952765" cy="389597"/>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105" name="직선 연결선 104"/>
          <p:cNvCxnSpPr/>
          <p:nvPr/>
        </p:nvCxnSpPr>
        <p:spPr>
          <a:xfrm flipH="1">
            <a:off x="4534924" y="2239491"/>
            <a:ext cx="358415"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10" name="그룹 109"/>
          <p:cNvGrpSpPr/>
          <p:nvPr/>
        </p:nvGrpSpPr>
        <p:grpSpPr>
          <a:xfrm>
            <a:off x="4992651" y="2814380"/>
            <a:ext cx="952765" cy="603295"/>
            <a:chOff x="6138502" y="894478"/>
            <a:chExt cx="952765" cy="603295"/>
          </a:xfrm>
        </p:grpSpPr>
        <p:sp>
          <p:nvSpPr>
            <p:cNvPr id="112" name="TextBox 111"/>
            <p:cNvSpPr txBox="1"/>
            <p:nvPr/>
          </p:nvSpPr>
          <p:spPr>
            <a:xfrm>
              <a:off x="6138502" y="894478"/>
              <a:ext cx="952765" cy="193940"/>
            </a:xfrm>
            <a:prstGeom prst="rect">
              <a:avLst/>
            </a:prstGeom>
            <a:noFill/>
          </p:spPr>
          <p:txBody>
            <a:bodyPr wrap="square" lIns="0" tIns="0" rIns="0" bIns="0" rtlCol="0">
              <a:noAutofit/>
            </a:bodyPr>
            <a:lstStyle/>
            <a:p>
              <a:r>
                <a:rPr lang="en-US" altLang="ko-KR" sz="1200" b="1" dirty="0">
                  <a:gradFill>
                    <a:gsLst>
                      <a:gs pos="0">
                        <a:schemeClr val="tx2">
                          <a:alpha val="70000"/>
                        </a:schemeClr>
                      </a:gs>
                      <a:gs pos="100000">
                        <a:schemeClr val="tx2">
                          <a:alpha val="70000"/>
                        </a:schemeClr>
                      </a:gs>
                    </a:gsLst>
                    <a:lin ang="5400000" scaled="0"/>
                  </a:gradFill>
                  <a:latin typeface="Roboto Condensed Regular"/>
                </a:rPr>
                <a:t>First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13" name="TextBox 112"/>
            <p:cNvSpPr txBox="1"/>
            <p:nvPr/>
          </p:nvSpPr>
          <p:spPr>
            <a:xfrm>
              <a:off x="6138502" y="1108176"/>
              <a:ext cx="952765" cy="389597"/>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111" name="직선 연결선 110"/>
          <p:cNvCxnSpPr/>
          <p:nvPr/>
        </p:nvCxnSpPr>
        <p:spPr>
          <a:xfrm flipH="1">
            <a:off x="4652037" y="2905671"/>
            <a:ext cx="241303"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66" name="그룹 65"/>
          <p:cNvGrpSpPr/>
          <p:nvPr/>
        </p:nvGrpSpPr>
        <p:grpSpPr>
          <a:xfrm>
            <a:off x="896158" y="1482020"/>
            <a:ext cx="952765" cy="603295"/>
            <a:chOff x="3216421" y="1482015"/>
            <a:chExt cx="952765" cy="603295"/>
          </a:xfrm>
        </p:grpSpPr>
        <p:sp>
          <p:nvSpPr>
            <p:cNvPr id="119" name="TextBox 118"/>
            <p:cNvSpPr txBox="1"/>
            <p:nvPr/>
          </p:nvSpPr>
          <p:spPr>
            <a:xfrm flipH="1">
              <a:off x="3216421" y="1482015"/>
              <a:ext cx="952765" cy="193940"/>
            </a:xfrm>
            <a:prstGeom prst="rect">
              <a:avLst/>
            </a:prstGeom>
            <a:noFill/>
          </p:spPr>
          <p:txBody>
            <a:bodyPr wrap="square" lIns="0" tIns="0" rIns="0" bIns="0" rtlCol="0">
              <a:noAutofit/>
            </a:bodyPr>
            <a:lstStyle/>
            <a:p>
              <a:pPr algn="r"/>
              <a:r>
                <a:rPr lang="en-US" altLang="ko-KR" sz="1200" b="1" dirty="0">
                  <a:gradFill>
                    <a:gsLst>
                      <a:gs pos="0">
                        <a:schemeClr val="tx2">
                          <a:alpha val="70000"/>
                        </a:schemeClr>
                      </a:gs>
                      <a:gs pos="100000">
                        <a:schemeClr val="tx2">
                          <a:alpha val="70000"/>
                        </a:schemeClr>
                      </a:gs>
                    </a:gsLst>
                    <a:lin ang="5400000" scaled="0"/>
                  </a:gradFill>
                  <a:latin typeface="Roboto Condensed Regular"/>
                </a:rPr>
                <a:t>First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20" name="TextBox 119"/>
            <p:cNvSpPr txBox="1"/>
            <p:nvPr/>
          </p:nvSpPr>
          <p:spPr>
            <a:xfrm flipH="1">
              <a:off x="3216421" y="1695713"/>
              <a:ext cx="952765" cy="389597"/>
            </a:xfrm>
            <a:prstGeom prst="rect">
              <a:avLst/>
            </a:prstGeom>
            <a:noFill/>
          </p:spPr>
          <p:txBody>
            <a:bodyPr wrap="square" lIns="0" tIns="0" rIns="0" bIns="0" rtlCol="0">
              <a:noAutofit/>
            </a:bodyPr>
            <a:lstStyle/>
            <a:p>
              <a:pPr algn="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118" name="직선 연결선 117"/>
          <p:cNvCxnSpPr/>
          <p:nvPr/>
        </p:nvCxnSpPr>
        <p:spPr>
          <a:xfrm>
            <a:off x="1948236" y="1573311"/>
            <a:ext cx="716827"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65" name="그룹 64"/>
          <p:cNvGrpSpPr/>
          <p:nvPr/>
        </p:nvGrpSpPr>
        <p:grpSpPr>
          <a:xfrm>
            <a:off x="896158" y="2148200"/>
            <a:ext cx="952765" cy="603295"/>
            <a:chOff x="3216421" y="2148195"/>
            <a:chExt cx="952765" cy="603295"/>
          </a:xfrm>
        </p:grpSpPr>
        <p:sp>
          <p:nvSpPr>
            <p:cNvPr id="124" name="TextBox 123"/>
            <p:cNvSpPr txBox="1"/>
            <p:nvPr/>
          </p:nvSpPr>
          <p:spPr>
            <a:xfrm flipH="1">
              <a:off x="3216421" y="2148195"/>
              <a:ext cx="952765" cy="193940"/>
            </a:xfrm>
            <a:prstGeom prst="rect">
              <a:avLst/>
            </a:prstGeom>
            <a:noFill/>
          </p:spPr>
          <p:txBody>
            <a:bodyPr wrap="square" lIns="0" tIns="0" rIns="0" bIns="0" rtlCol="0">
              <a:noAutofit/>
            </a:bodyPr>
            <a:lstStyle/>
            <a:p>
              <a:pPr algn="r"/>
              <a:r>
                <a:rPr lang="en-US" altLang="ko-KR" sz="1200" b="1" dirty="0">
                  <a:gradFill>
                    <a:gsLst>
                      <a:gs pos="0">
                        <a:schemeClr val="tx2">
                          <a:alpha val="70000"/>
                        </a:schemeClr>
                      </a:gs>
                      <a:gs pos="100000">
                        <a:schemeClr val="tx2">
                          <a:alpha val="70000"/>
                        </a:schemeClr>
                      </a:gs>
                    </a:gsLst>
                    <a:lin ang="5400000" scaled="0"/>
                  </a:gradFill>
                  <a:latin typeface="Roboto Condensed Regular"/>
                </a:rPr>
                <a:t>First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25" name="TextBox 124"/>
            <p:cNvSpPr txBox="1"/>
            <p:nvPr/>
          </p:nvSpPr>
          <p:spPr>
            <a:xfrm flipH="1">
              <a:off x="3216421" y="2361893"/>
              <a:ext cx="952765" cy="389597"/>
            </a:xfrm>
            <a:prstGeom prst="rect">
              <a:avLst/>
            </a:prstGeom>
            <a:noFill/>
          </p:spPr>
          <p:txBody>
            <a:bodyPr wrap="square" lIns="0" tIns="0" rIns="0" bIns="0" rtlCol="0">
              <a:noAutofit/>
            </a:bodyPr>
            <a:lstStyle/>
            <a:p>
              <a:pPr algn="r">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123" name="직선 연결선 122"/>
          <p:cNvCxnSpPr/>
          <p:nvPr/>
        </p:nvCxnSpPr>
        <p:spPr>
          <a:xfrm>
            <a:off x="1948235" y="2239491"/>
            <a:ext cx="358415"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64" name="그룹 63"/>
          <p:cNvGrpSpPr/>
          <p:nvPr/>
        </p:nvGrpSpPr>
        <p:grpSpPr>
          <a:xfrm>
            <a:off x="896158" y="2814380"/>
            <a:ext cx="952765" cy="603295"/>
            <a:chOff x="3216421" y="2814375"/>
            <a:chExt cx="952765" cy="603295"/>
          </a:xfrm>
        </p:grpSpPr>
        <p:sp>
          <p:nvSpPr>
            <p:cNvPr id="129" name="TextBox 128"/>
            <p:cNvSpPr txBox="1"/>
            <p:nvPr/>
          </p:nvSpPr>
          <p:spPr>
            <a:xfrm flipH="1">
              <a:off x="3216421" y="2814375"/>
              <a:ext cx="952765" cy="193940"/>
            </a:xfrm>
            <a:prstGeom prst="rect">
              <a:avLst/>
            </a:prstGeom>
            <a:noFill/>
          </p:spPr>
          <p:txBody>
            <a:bodyPr wrap="square" lIns="0" tIns="0" rIns="0" bIns="0" rtlCol="0">
              <a:noAutofit/>
            </a:bodyPr>
            <a:lstStyle/>
            <a:p>
              <a:pPr algn="r"/>
              <a:r>
                <a:rPr lang="en-US" altLang="ko-KR" sz="1200" b="1" dirty="0">
                  <a:gradFill>
                    <a:gsLst>
                      <a:gs pos="0">
                        <a:schemeClr val="tx2">
                          <a:alpha val="70000"/>
                        </a:schemeClr>
                      </a:gs>
                      <a:gs pos="100000">
                        <a:schemeClr val="tx2">
                          <a:alpha val="70000"/>
                        </a:schemeClr>
                      </a:gs>
                    </a:gsLst>
                    <a:lin ang="5400000" scaled="0"/>
                  </a:gradFill>
                  <a:latin typeface="Roboto Condensed Regular"/>
                </a:rPr>
                <a:t>First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30" name="TextBox 129"/>
            <p:cNvSpPr txBox="1"/>
            <p:nvPr/>
          </p:nvSpPr>
          <p:spPr>
            <a:xfrm flipH="1">
              <a:off x="3216421" y="3028073"/>
              <a:ext cx="952765" cy="389597"/>
            </a:xfrm>
            <a:prstGeom prst="rect">
              <a:avLst/>
            </a:prstGeom>
            <a:noFill/>
          </p:spPr>
          <p:txBody>
            <a:bodyPr wrap="square" lIns="0" tIns="0" rIns="0" bIns="0" rtlCol="0">
              <a:noAutofit/>
            </a:bodyPr>
            <a:lstStyle/>
            <a:p>
              <a:pPr algn="r">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128" name="직선 연결선 127"/>
          <p:cNvCxnSpPr/>
          <p:nvPr/>
        </p:nvCxnSpPr>
        <p:spPr>
          <a:xfrm>
            <a:off x="1948234" y="2905671"/>
            <a:ext cx="241303" cy="0"/>
          </a:xfrm>
          <a:prstGeom prst="line">
            <a:avLst/>
          </a:prstGeom>
          <a:ln w="3175">
            <a:solidFill>
              <a:schemeClr val="tx2">
                <a:alpha val="7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29" name="그룹 28"/>
          <p:cNvGrpSpPr/>
          <p:nvPr/>
        </p:nvGrpSpPr>
        <p:grpSpPr>
          <a:xfrm>
            <a:off x="2681494" y="2576830"/>
            <a:ext cx="1495012" cy="2217799"/>
            <a:chOff x="5001762" y="2576825"/>
            <a:chExt cx="1495012" cy="2217799"/>
          </a:xfrm>
        </p:grpSpPr>
        <p:sp>
          <p:nvSpPr>
            <p:cNvPr id="145" name="사다리꼴 144"/>
            <p:cNvSpPr>
              <a:spLocks/>
            </p:cNvSpPr>
            <p:nvPr/>
          </p:nvSpPr>
          <p:spPr>
            <a:xfrm rot="10800000">
              <a:off x="5001762" y="3324145"/>
              <a:ext cx="1495012" cy="80825"/>
            </a:xfrm>
            <a:prstGeom prst="trapezoid">
              <a:avLst>
                <a:gd name="adj" fmla="val 75086"/>
              </a:avLst>
            </a:prstGeom>
            <a:pattFill prst="dkDnDiag">
              <a:fgClr>
                <a:schemeClr val="accent3">
                  <a:lumMod val="65000"/>
                </a:schemeClr>
              </a:fgClr>
              <a:bgClr>
                <a:schemeClr val="accent3">
                  <a:lumMod val="75000"/>
                </a:schemeClr>
              </a:bgClr>
            </a:pattFill>
            <a:ln w="3175">
              <a:solidFill>
                <a:schemeClr val="bg1">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6" name="사다리꼴 145"/>
            <p:cNvSpPr>
              <a:spLocks/>
            </p:cNvSpPr>
            <p:nvPr/>
          </p:nvSpPr>
          <p:spPr>
            <a:xfrm rot="10800000">
              <a:off x="5280088" y="4713799"/>
              <a:ext cx="945991" cy="80825"/>
            </a:xfrm>
            <a:prstGeom prst="trapezoid">
              <a:avLst>
                <a:gd name="adj" fmla="val 75086"/>
              </a:avLst>
            </a:prstGeom>
            <a:pattFill prst="dkDnDiag">
              <a:fgClr>
                <a:schemeClr val="accent3">
                  <a:lumMod val="65000"/>
                </a:schemeClr>
              </a:fgClr>
              <a:bgClr>
                <a:schemeClr val="accent3">
                  <a:lumMod val="75000"/>
                </a:schemeClr>
              </a:bgClr>
            </a:patt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78" name="위쪽 화살표 77"/>
            <p:cNvSpPr/>
            <p:nvPr/>
          </p:nvSpPr>
          <p:spPr>
            <a:xfrm>
              <a:off x="5001762" y="2576825"/>
              <a:ext cx="1495012" cy="2134839"/>
            </a:xfrm>
            <a:prstGeom prst="upArrow">
              <a:avLst>
                <a:gd name="adj1" fmla="val 63377"/>
                <a:gd name="adj2" fmla="val 50000"/>
              </a:avLst>
            </a:prstGeom>
            <a:solidFill>
              <a:schemeClr val="accent3"/>
            </a:soli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15" name="TextBox 114"/>
            <p:cNvSpPr txBox="1"/>
            <p:nvPr/>
          </p:nvSpPr>
          <p:spPr>
            <a:xfrm>
              <a:off x="5190824" y="3018771"/>
              <a:ext cx="1129590" cy="769412"/>
            </a:xfrm>
            <a:prstGeom prst="rect">
              <a:avLst/>
            </a:prstGeom>
            <a:noFill/>
          </p:spPr>
          <p:txBody>
            <a:bodyPr wrap="square" lIns="0" tIns="0" rIns="0" bIns="0" rtlCol="0" anchor="ctr">
              <a:noAutofit/>
            </a:bodyPr>
            <a:lstStyle/>
            <a:p>
              <a:pPr lvl="0" algn="ctr"/>
              <a:r>
                <a:rPr lang="en-US" altLang="ko-KR" sz="1600" dirty="0">
                  <a:gradFill>
                    <a:gsLst>
                      <a:gs pos="0">
                        <a:schemeClr val="accent1"/>
                      </a:gs>
                      <a:gs pos="100000">
                        <a:schemeClr val="accent1"/>
                      </a:gs>
                    </a:gsLst>
                    <a:lin ang="0" scaled="1"/>
                  </a:gradFill>
                  <a:latin typeface="Bebas Neue"/>
                  <a:ea typeface="Roboto Condensed Regular"/>
                  <a:cs typeface="+mj-cs"/>
                </a:rPr>
                <a:t>Main </a:t>
              </a:r>
            </a:p>
            <a:p>
              <a:pPr lvl="0" algn="ctr"/>
              <a:r>
                <a:rPr lang="en-US" altLang="ko-KR" sz="1600" dirty="0">
                  <a:gradFill>
                    <a:gsLst>
                      <a:gs pos="0">
                        <a:schemeClr val="accent1"/>
                      </a:gs>
                      <a:gs pos="100000">
                        <a:schemeClr val="accent1"/>
                      </a:gs>
                    </a:gsLst>
                    <a:lin ang="0" scaled="1"/>
                  </a:gradFill>
                  <a:latin typeface="Bebas Neue"/>
                  <a:ea typeface="Roboto Condensed Regular"/>
                  <a:cs typeface="+mj-cs"/>
                </a:rPr>
                <a:t>Keyword</a:t>
              </a:r>
              <a:endParaRPr lang="nb-NO" altLang="ko-KR" sz="1600" b="1" dirty="0">
                <a:gradFill>
                  <a:gsLst>
                    <a:gs pos="0">
                      <a:schemeClr val="accent1"/>
                    </a:gs>
                    <a:gs pos="100000">
                      <a:schemeClr val="accent1"/>
                    </a:gs>
                  </a:gsLst>
                  <a:lin ang="0" scaled="1"/>
                </a:gradFill>
                <a:latin typeface="Bebas Neue" pitchFamily="34" charset="0"/>
                <a:ea typeface="Roboto Light" pitchFamily="2" charset="0"/>
                <a:cs typeface="Roboto Condensed Regular"/>
              </a:endParaRPr>
            </a:p>
          </p:txBody>
        </p:sp>
        <p:sp>
          <p:nvSpPr>
            <p:cNvPr id="138" name="TextBox 137"/>
            <p:cNvSpPr txBox="1"/>
            <p:nvPr/>
          </p:nvSpPr>
          <p:spPr>
            <a:xfrm>
              <a:off x="5330036" y="3678925"/>
              <a:ext cx="863667" cy="962401"/>
            </a:xfrm>
            <a:prstGeom prst="rect">
              <a:avLst/>
            </a:prstGeom>
            <a:noFill/>
          </p:spPr>
          <p:txBody>
            <a:bodyPr wrap="square" lIns="0" tIns="0" rIns="0" bIns="0" rtlCol="0">
              <a:noAutofit/>
            </a:bodyPr>
            <a:lstStyle/>
            <a:p>
              <a:pPr algn="ctr">
                <a:buClr>
                  <a:srgbClr val="4AB38B"/>
                </a:buClr>
              </a:pPr>
              <a:r>
                <a:rPr lang="pt-BR" altLang="ko-KR" sz="700" dirty="0">
                  <a:gradFill>
                    <a:gsLst>
                      <a:gs pos="0">
                        <a:schemeClr val="accent4">
                          <a:alpha val="50000"/>
                        </a:schemeClr>
                      </a:gs>
                      <a:gs pos="100000">
                        <a:schemeClr val="accent4">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grpSp>
    </p:spTree>
    <p:extLst>
      <p:ext uri="{BB962C8B-B14F-4D97-AF65-F5344CB8AC3E}">
        <p14:creationId xmlns:p14="http://schemas.microsoft.com/office/powerpoint/2010/main" val="256906173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anim calcmode="lin" valueType="num">
                                      <p:cBhvr>
                                        <p:cTn id="8" dur="500" fill="hold"/>
                                        <p:tgtEl>
                                          <p:spTgt spid="29"/>
                                        </p:tgtEl>
                                        <p:attrNameLst>
                                          <p:attrName>ppt_x</p:attrName>
                                        </p:attrNameLst>
                                      </p:cBhvr>
                                      <p:tavLst>
                                        <p:tav tm="0">
                                          <p:val>
                                            <p:strVal val="#ppt_x"/>
                                          </p:val>
                                        </p:tav>
                                        <p:tav tm="100000">
                                          <p:val>
                                            <p:strVal val="#ppt_x"/>
                                          </p:val>
                                        </p:tav>
                                      </p:tavLst>
                                    </p:anim>
                                    <p:anim calcmode="lin" valueType="num">
                                      <p:cBhvr>
                                        <p:cTn id="9" dur="500" fill="hold"/>
                                        <p:tgtEl>
                                          <p:spTgt spid="2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7" presetClass="entr" presetSubtype="10" fill="hold" nodeType="afterEffect">
                                  <p:stCondLst>
                                    <p:cond delay="0"/>
                                  </p:stCondLst>
                                  <p:childTnLst>
                                    <p:set>
                                      <p:cBhvr>
                                        <p:cTn id="12" dur="1" fill="hold">
                                          <p:stCondLst>
                                            <p:cond delay="0"/>
                                          </p:stCondLst>
                                        </p:cTn>
                                        <p:tgtEl>
                                          <p:spTgt spid="56"/>
                                        </p:tgtEl>
                                        <p:attrNameLst>
                                          <p:attrName>style.visibility</p:attrName>
                                        </p:attrNameLst>
                                      </p:cBhvr>
                                      <p:to>
                                        <p:strVal val="visible"/>
                                      </p:to>
                                    </p:set>
                                    <p:anim calcmode="lin" valueType="num">
                                      <p:cBhvr>
                                        <p:cTn id="13" dur="500" fill="hold"/>
                                        <p:tgtEl>
                                          <p:spTgt spid="56"/>
                                        </p:tgtEl>
                                        <p:attrNameLst>
                                          <p:attrName>ppt_w</p:attrName>
                                        </p:attrNameLst>
                                      </p:cBhvr>
                                      <p:tavLst>
                                        <p:tav tm="0">
                                          <p:val>
                                            <p:fltVal val="0"/>
                                          </p:val>
                                        </p:tav>
                                        <p:tav tm="100000">
                                          <p:val>
                                            <p:strVal val="#ppt_w"/>
                                          </p:val>
                                        </p:tav>
                                      </p:tavLst>
                                    </p:anim>
                                    <p:anim calcmode="lin" valueType="num">
                                      <p:cBhvr>
                                        <p:cTn id="14" dur="500" fill="hold"/>
                                        <p:tgtEl>
                                          <p:spTgt spid="56"/>
                                        </p:tgtEl>
                                        <p:attrNameLst>
                                          <p:attrName>ppt_h</p:attrName>
                                        </p:attrNameLst>
                                      </p:cBhvr>
                                      <p:tavLst>
                                        <p:tav tm="0">
                                          <p:val>
                                            <p:strVal val="#ppt_h"/>
                                          </p:val>
                                        </p:tav>
                                        <p:tav tm="100000">
                                          <p:val>
                                            <p:strVal val="#ppt_h"/>
                                          </p:val>
                                        </p:tav>
                                      </p:tavLst>
                                    </p:anim>
                                  </p:childTnLst>
                                </p:cTn>
                              </p:par>
                              <p:par>
                                <p:cTn id="15" presetID="17" presetClass="entr" presetSubtype="10" fill="hold" nodeType="withEffect">
                                  <p:stCondLst>
                                    <p:cond delay="0"/>
                                  </p:stCondLst>
                                  <p:childTnLst>
                                    <p:set>
                                      <p:cBhvr>
                                        <p:cTn id="16" dur="1" fill="hold">
                                          <p:stCondLst>
                                            <p:cond delay="0"/>
                                          </p:stCondLst>
                                        </p:cTn>
                                        <p:tgtEl>
                                          <p:spTgt spid="128"/>
                                        </p:tgtEl>
                                        <p:attrNameLst>
                                          <p:attrName>style.visibility</p:attrName>
                                        </p:attrNameLst>
                                      </p:cBhvr>
                                      <p:to>
                                        <p:strVal val="visible"/>
                                      </p:to>
                                    </p:set>
                                    <p:anim calcmode="lin" valueType="num">
                                      <p:cBhvr>
                                        <p:cTn id="17" dur="500" fill="hold"/>
                                        <p:tgtEl>
                                          <p:spTgt spid="128"/>
                                        </p:tgtEl>
                                        <p:attrNameLst>
                                          <p:attrName>ppt_w</p:attrName>
                                        </p:attrNameLst>
                                      </p:cBhvr>
                                      <p:tavLst>
                                        <p:tav tm="0">
                                          <p:val>
                                            <p:fltVal val="0"/>
                                          </p:val>
                                        </p:tav>
                                        <p:tav tm="100000">
                                          <p:val>
                                            <p:strVal val="#ppt_w"/>
                                          </p:val>
                                        </p:tav>
                                      </p:tavLst>
                                    </p:anim>
                                    <p:anim calcmode="lin" valueType="num">
                                      <p:cBhvr>
                                        <p:cTn id="18" dur="500" fill="hold"/>
                                        <p:tgtEl>
                                          <p:spTgt spid="128"/>
                                        </p:tgtEl>
                                        <p:attrNameLst>
                                          <p:attrName>ppt_h</p:attrName>
                                        </p:attrNameLst>
                                      </p:cBhvr>
                                      <p:tavLst>
                                        <p:tav tm="0">
                                          <p:val>
                                            <p:strVal val="#ppt_h"/>
                                          </p:val>
                                        </p:tav>
                                        <p:tav tm="100000">
                                          <p:val>
                                            <p:strVal val="#ppt_h"/>
                                          </p:val>
                                        </p:tav>
                                      </p:tavLst>
                                    </p:anim>
                                  </p:childTnLst>
                                </p:cTn>
                              </p:par>
                              <p:par>
                                <p:cTn id="19" presetID="10" presetClass="entr" presetSubtype="0"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childTnLst>
                                </p:cTn>
                              </p:par>
                            </p:childTnLst>
                          </p:cTn>
                        </p:par>
                        <p:par>
                          <p:cTn id="22" fill="hold">
                            <p:stCondLst>
                              <p:cond delay="1000"/>
                            </p:stCondLst>
                            <p:childTnLst>
                              <p:par>
                                <p:cTn id="23" presetID="17" presetClass="entr" presetSubtype="10" fill="hold" nodeType="afterEffect">
                                  <p:stCondLst>
                                    <p:cond delay="0"/>
                                  </p:stCondLst>
                                  <p:childTnLst>
                                    <p:set>
                                      <p:cBhvr>
                                        <p:cTn id="24" dur="1" fill="hold">
                                          <p:stCondLst>
                                            <p:cond delay="0"/>
                                          </p:stCondLst>
                                        </p:cTn>
                                        <p:tgtEl>
                                          <p:spTgt spid="63"/>
                                        </p:tgtEl>
                                        <p:attrNameLst>
                                          <p:attrName>style.visibility</p:attrName>
                                        </p:attrNameLst>
                                      </p:cBhvr>
                                      <p:to>
                                        <p:strVal val="visible"/>
                                      </p:to>
                                    </p:set>
                                    <p:anim calcmode="lin" valueType="num">
                                      <p:cBhvr>
                                        <p:cTn id="25" dur="500" fill="hold"/>
                                        <p:tgtEl>
                                          <p:spTgt spid="63"/>
                                        </p:tgtEl>
                                        <p:attrNameLst>
                                          <p:attrName>ppt_w</p:attrName>
                                        </p:attrNameLst>
                                      </p:cBhvr>
                                      <p:tavLst>
                                        <p:tav tm="0">
                                          <p:val>
                                            <p:fltVal val="0"/>
                                          </p:val>
                                        </p:tav>
                                        <p:tav tm="100000">
                                          <p:val>
                                            <p:strVal val="#ppt_w"/>
                                          </p:val>
                                        </p:tav>
                                      </p:tavLst>
                                    </p:anim>
                                    <p:anim calcmode="lin" valueType="num">
                                      <p:cBhvr>
                                        <p:cTn id="26" dur="500" fill="hold"/>
                                        <p:tgtEl>
                                          <p:spTgt spid="63"/>
                                        </p:tgtEl>
                                        <p:attrNameLst>
                                          <p:attrName>ppt_h</p:attrName>
                                        </p:attrNameLst>
                                      </p:cBhvr>
                                      <p:tavLst>
                                        <p:tav tm="0">
                                          <p:val>
                                            <p:strVal val="#ppt_h"/>
                                          </p:val>
                                        </p:tav>
                                        <p:tav tm="100000">
                                          <p:val>
                                            <p:strVal val="#ppt_h"/>
                                          </p:val>
                                        </p:tav>
                                      </p:tavLst>
                                    </p:anim>
                                  </p:childTnLst>
                                </p:cTn>
                              </p:par>
                              <p:par>
                                <p:cTn id="27" presetID="17" presetClass="entr" presetSubtype="10" fill="hold" nodeType="withEffect">
                                  <p:stCondLst>
                                    <p:cond delay="0"/>
                                  </p:stCondLst>
                                  <p:childTnLst>
                                    <p:set>
                                      <p:cBhvr>
                                        <p:cTn id="28" dur="1" fill="hold">
                                          <p:stCondLst>
                                            <p:cond delay="0"/>
                                          </p:stCondLst>
                                        </p:cTn>
                                        <p:tgtEl>
                                          <p:spTgt spid="111"/>
                                        </p:tgtEl>
                                        <p:attrNameLst>
                                          <p:attrName>style.visibility</p:attrName>
                                        </p:attrNameLst>
                                      </p:cBhvr>
                                      <p:to>
                                        <p:strVal val="visible"/>
                                      </p:to>
                                    </p:set>
                                    <p:anim calcmode="lin" valueType="num">
                                      <p:cBhvr>
                                        <p:cTn id="29" dur="500" fill="hold"/>
                                        <p:tgtEl>
                                          <p:spTgt spid="111"/>
                                        </p:tgtEl>
                                        <p:attrNameLst>
                                          <p:attrName>ppt_w</p:attrName>
                                        </p:attrNameLst>
                                      </p:cBhvr>
                                      <p:tavLst>
                                        <p:tav tm="0">
                                          <p:val>
                                            <p:fltVal val="0"/>
                                          </p:val>
                                        </p:tav>
                                        <p:tav tm="100000">
                                          <p:val>
                                            <p:strVal val="#ppt_w"/>
                                          </p:val>
                                        </p:tav>
                                      </p:tavLst>
                                    </p:anim>
                                    <p:anim calcmode="lin" valueType="num">
                                      <p:cBhvr>
                                        <p:cTn id="30" dur="500" fill="hold"/>
                                        <p:tgtEl>
                                          <p:spTgt spid="111"/>
                                        </p:tgtEl>
                                        <p:attrNameLst>
                                          <p:attrName>ppt_h</p:attrName>
                                        </p:attrNameLst>
                                      </p:cBhvr>
                                      <p:tavLst>
                                        <p:tav tm="0">
                                          <p:val>
                                            <p:strVal val="#ppt_h"/>
                                          </p:val>
                                        </p:tav>
                                        <p:tav tm="100000">
                                          <p:val>
                                            <p:strVal val="#ppt_h"/>
                                          </p:val>
                                        </p:tav>
                                      </p:tavLst>
                                    </p:anim>
                                  </p:childTnLst>
                                </p:cTn>
                              </p:par>
                              <p:par>
                                <p:cTn id="31" presetID="10" presetClass="entr" presetSubtype="0" fill="hold" nodeType="withEffect">
                                  <p:stCondLst>
                                    <p:cond delay="0"/>
                                  </p:stCondLst>
                                  <p:childTnLst>
                                    <p:set>
                                      <p:cBhvr>
                                        <p:cTn id="32" dur="1" fill="hold">
                                          <p:stCondLst>
                                            <p:cond delay="0"/>
                                          </p:stCondLst>
                                        </p:cTn>
                                        <p:tgtEl>
                                          <p:spTgt spid="110"/>
                                        </p:tgtEl>
                                        <p:attrNameLst>
                                          <p:attrName>style.visibility</p:attrName>
                                        </p:attrNameLst>
                                      </p:cBhvr>
                                      <p:to>
                                        <p:strVal val="visible"/>
                                      </p:to>
                                    </p:set>
                                    <p:animEffect transition="in" filter="fade">
                                      <p:cBhvr>
                                        <p:cTn id="33" dur="500"/>
                                        <p:tgtEl>
                                          <p:spTgt spid="110"/>
                                        </p:tgtEl>
                                      </p:cBhvr>
                                    </p:animEffect>
                                  </p:childTnLst>
                                </p:cTn>
                              </p:par>
                            </p:childTnLst>
                          </p:cTn>
                        </p:par>
                        <p:par>
                          <p:cTn id="34" fill="hold">
                            <p:stCondLst>
                              <p:cond delay="1500"/>
                            </p:stCondLst>
                            <p:childTnLst>
                              <p:par>
                                <p:cTn id="35" presetID="17" presetClass="entr" presetSubtype="10" fill="hold" nodeType="afterEffect">
                                  <p:stCondLst>
                                    <p:cond delay="0"/>
                                  </p:stCondLst>
                                  <p:childTnLst>
                                    <p:set>
                                      <p:cBhvr>
                                        <p:cTn id="36" dur="1" fill="hold">
                                          <p:stCondLst>
                                            <p:cond delay="0"/>
                                          </p:stCondLst>
                                        </p:cTn>
                                        <p:tgtEl>
                                          <p:spTgt spid="58"/>
                                        </p:tgtEl>
                                        <p:attrNameLst>
                                          <p:attrName>style.visibility</p:attrName>
                                        </p:attrNameLst>
                                      </p:cBhvr>
                                      <p:to>
                                        <p:strVal val="visible"/>
                                      </p:to>
                                    </p:set>
                                    <p:anim calcmode="lin" valueType="num">
                                      <p:cBhvr>
                                        <p:cTn id="37" dur="500" fill="hold"/>
                                        <p:tgtEl>
                                          <p:spTgt spid="58"/>
                                        </p:tgtEl>
                                        <p:attrNameLst>
                                          <p:attrName>ppt_w</p:attrName>
                                        </p:attrNameLst>
                                      </p:cBhvr>
                                      <p:tavLst>
                                        <p:tav tm="0">
                                          <p:val>
                                            <p:fltVal val="0"/>
                                          </p:val>
                                        </p:tav>
                                        <p:tav tm="100000">
                                          <p:val>
                                            <p:strVal val="#ppt_w"/>
                                          </p:val>
                                        </p:tav>
                                      </p:tavLst>
                                    </p:anim>
                                    <p:anim calcmode="lin" valueType="num">
                                      <p:cBhvr>
                                        <p:cTn id="38" dur="500" fill="hold"/>
                                        <p:tgtEl>
                                          <p:spTgt spid="58"/>
                                        </p:tgtEl>
                                        <p:attrNameLst>
                                          <p:attrName>ppt_h</p:attrName>
                                        </p:attrNameLst>
                                      </p:cBhvr>
                                      <p:tavLst>
                                        <p:tav tm="0">
                                          <p:val>
                                            <p:strVal val="#ppt_h"/>
                                          </p:val>
                                        </p:tav>
                                        <p:tav tm="100000">
                                          <p:val>
                                            <p:strVal val="#ppt_h"/>
                                          </p:val>
                                        </p:tav>
                                      </p:tavLst>
                                    </p:anim>
                                  </p:childTnLst>
                                </p:cTn>
                              </p:par>
                              <p:par>
                                <p:cTn id="39" presetID="17" presetClass="entr" presetSubtype="10" fill="hold" nodeType="withEffect">
                                  <p:stCondLst>
                                    <p:cond delay="0"/>
                                  </p:stCondLst>
                                  <p:childTnLst>
                                    <p:set>
                                      <p:cBhvr>
                                        <p:cTn id="40" dur="1" fill="hold">
                                          <p:stCondLst>
                                            <p:cond delay="0"/>
                                          </p:stCondLst>
                                        </p:cTn>
                                        <p:tgtEl>
                                          <p:spTgt spid="123"/>
                                        </p:tgtEl>
                                        <p:attrNameLst>
                                          <p:attrName>style.visibility</p:attrName>
                                        </p:attrNameLst>
                                      </p:cBhvr>
                                      <p:to>
                                        <p:strVal val="visible"/>
                                      </p:to>
                                    </p:set>
                                    <p:anim calcmode="lin" valueType="num">
                                      <p:cBhvr>
                                        <p:cTn id="41" dur="500" fill="hold"/>
                                        <p:tgtEl>
                                          <p:spTgt spid="123"/>
                                        </p:tgtEl>
                                        <p:attrNameLst>
                                          <p:attrName>ppt_w</p:attrName>
                                        </p:attrNameLst>
                                      </p:cBhvr>
                                      <p:tavLst>
                                        <p:tav tm="0">
                                          <p:val>
                                            <p:fltVal val="0"/>
                                          </p:val>
                                        </p:tav>
                                        <p:tav tm="100000">
                                          <p:val>
                                            <p:strVal val="#ppt_w"/>
                                          </p:val>
                                        </p:tav>
                                      </p:tavLst>
                                    </p:anim>
                                    <p:anim calcmode="lin" valueType="num">
                                      <p:cBhvr>
                                        <p:cTn id="42" dur="500" fill="hold"/>
                                        <p:tgtEl>
                                          <p:spTgt spid="123"/>
                                        </p:tgtEl>
                                        <p:attrNameLst>
                                          <p:attrName>ppt_h</p:attrName>
                                        </p:attrNameLst>
                                      </p:cBhvr>
                                      <p:tavLst>
                                        <p:tav tm="0">
                                          <p:val>
                                            <p:strVal val="#ppt_h"/>
                                          </p:val>
                                        </p:tav>
                                        <p:tav tm="100000">
                                          <p:val>
                                            <p:strVal val="#ppt_h"/>
                                          </p:val>
                                        </p:tav>
                                      </p:tavLst>
                                    </p:anim>
                                  </p:childTnLst>
                                </p:cTn>
                              </p:par>
                              <p:par>
                                <p:cTn id="43" presetID="10" presetClass="entr" presetSubtype="0"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animEffect transition="in" filter="fade">
                                      <p:cBhvr>
                                        <p:cTn id="45" dur="500"/>
                                        <p:tgtEl>
                                          <p:spTgt spid="65"/>
                                        </p:tgtEl>
                                      </p:cBhvr>
                                    </p:animEffect>
                                  </p:childTnLst>
                                </p:cTn>
                              </p:par>
                            </p:childTnLst>
                          </p:cTn>
                        </p:par>
                        <p:par>
                          <p:cTn id="46" fill="hold">
                            <p:stCondLst>
                              <p:cond delay="2000"/>
                            </p:stCondLst>
                            <p:childTnLst>
                              <p:par>
                                <p:cTn id="47" presetID="17" presetClass="entr" presetSubtype="10" fill="hold" nodeType="afterEffect">
                                  <p:stCondLst>
                                    <p:cond delay="0"/>
                                  </p:stCondLst>
                                  <p:childTnLst>
                                    <p:set>
                                      <p:cBhvr>
                                        <p:cTn id="48" dur="1" fill="hold">
                                          <p:stCondLst>
                                            <p:cond delay="0"/>
                                          </p:stCondLst>
                                        </p:cTn>
                                        <p:tgtEl>
                                          <p:spTgt spid="62"/>
                                        </p:tgtEl>
                                        <p:attrNameLst>
                                          <p:attrName>style.visibility</p:attrName>
                                        </p:attrNameLst>
                                      </p:cBhvr>
                                      <p:to>
                                        <p:strVal val="visible"/>
                                      </p:to>
                                    </p:set>
                                    <p:anim calcmode="lin" valueType="num">
                                      <p:cBhvr>
                                        <p:cTn id="49" dur="500" fill="hold"/>
                                        <p:tgtEl>
                                          <p:spTgt spid="62"/>
                                        </p:tgtEl>
                                        <p:attrNameLst>
                                          <p:attrName>ppt_w</p:attrName>
                                        </p:attrNameLst>
                                      </p:cBhvr>
                                      <p:tavLst>
                                        <p:tav tm="0">
                                          <p:val>
                                            <p:fltVal val="0"/>
                                          </p:val>
                                        </p:tav>
                                        <p:tav tm="100000">
                                          <p:val>
                                            <p:strVal val="#ppt_w"/>
                                          </p:val>
                                        </p:tav>
                                      </p:tavLst>
                                    </p:anim>
                                    <p:anim calcmode="lin" valueType="num">
                                      <p:cBhvr>
                                        <p:cTn id="50" dur="500" fill="hold"/>
                                        <p:tgtEl>
                                          <p:spTgt spid="62"/>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05"/>
                                        </p:tgtEl>
                                        <p:attrNameLst>
                                          <p:attrName>style.visibility</p:attrName>
                                        </p:attrNameLst>
                                      </p:cBhvr>
                                      <p:to>
                                        <p:strVal val="visible"/>
                                      </p:to>
                                    </p:set>
                                    <p:anim calcmode="lin" valueType="num">
                                      <p:cBhvr>
                                        <p:cTn id="53" dur="500" fill="hold"/>
                                        <p:tgtEl>
                                          <p:spTgt spid="105"/>
                                        </p:tgtEl>
                                        <p:attrNameLst>
                                          <p:attrName>ppt_w</p:attrName>
                                        </p:attrNameLst>
                                      </p:cBhvr>
                                      <p:tavLst>
                                        <p:tav tm="0">
                                          <p:val>
                                            <p:fltVal val="0"/>
                                          </p:val>
                                        </p:tav>
                                        <p:tav tm="100000">
                                          <p:val>
                                            <p:strVal val="#ppt_w"/>
                                          </p:val>
                                        </p:tav>
                                      </p:tavLst>
                                    </p:anim>
                                    <p:anim calcmode="lin" valueType="num">
                                      <p:cBhvr>
                                        <p:cTn id="54" dur="500" fill="hold"/>
                                        <p:tgtEl>
                                          <p:spTgt spid="105"/>
                                        </p:tgtEl>
                                        <p:attrNameLst>
                                          <p:attrName>ppt_h</p:attrName>
                                        </p:attrNameLst>
                                      </p:cBhvr>
                                      <p:tavLst>
                                        <p:tav tm="0">
                                          <p:val>
                                            <p:strVal val="#ppt_h"/>
                                          </p:val>
                                        </p:tav>
                                        <p:tav tm="100000">
                                          <p:val>
                                            <p:strVal val="#ppt_h"/>
                                          </p:val>
                                        </p:tav>
                                      </p:tavLst>
                                    </p:anim>
                                  </p:childTnLst>
                                </p:cTn>
                              </p:par>
                              <p:par>
                                <p:cTn id="55" presetID="10" presetClass="entr" presetSubtype="0" fill="hold" nodeType="withEffect">
                                  <p:stCondLst>
                                    <p:cond delay="0"/>
                                  </p:stCondLst>
                                  <p:childTnLst>
                                    <p:set>
                                      <p:cBhvr>
                                        <p:cTn id="56" dur="1" fill="hold">
                                          <p:stCondLst>
                                            <p:cond delay="0"/>
                                          </p:stCondLst>
                                        </p:cTn>
                                        <p:tgtEl>
                                          <p:spTgt spid="104"/>
                                        </p:tgtEl>
                                        <p:attrNameLst>
                                          <p:attrName>style.visibility</p:attrName>
                                        </p:attrNameLst>
                                      </p:cBhvr>
                                      <p:to>
                                        <p:strVal val="visible"/>
                                      </p:to>
                                    </p:set>
                                    <p:animEffect transition="in" filter="fade">
                                      <p:cBhvr>
                                        <p:cTn id="57" dur="500"/>
                                        <p:tgtEl>
                                          <p:spTgt spid="104"/>
                                        </p:tgtEl>
                                      </p:cBhvr>
                                    </p:animEffect>
                                  </p:childTnLst>
                                </p:cTn>
                              </p:par>
                            </p:childTnLst>
                          </p:cTn>
                        </p:par>
                        <p:par>
                          <p:cTn id="58" fill="hold">
                            <p:stCondLst>
                              <p:cond delay="2500"/>
                            </p:stCondLst>
                            <p:childTnLst>
                              <p:par>
                                <p:cTn id="59" presetID="17" presetClass="entr" presetSubtype="10" fill="hold" nodeType="afterEffect">
                                  <p:stCondLst>
                                    <p:cond delay="0"/>
                                  </p:stCondLst>
                                  <p:childTnLst>
                                    <p:set>
                                      <p:cBhvr>
                                        <p:cTn id="60" dur="1" fill="hold">
                                          <p:stCondLst>
                                            <p:cond delay="0"/>
                                          </p:stCondLst>
                                        </p:cTn>
                                        <p:tgtEl>
                                          <p:spTgt spid="59"/>
                                        </p:tgtEl>
                                        <p:attrNameLst>
                                          <p:attrName>style.visibility</p:attrName>
                                        </p:attrNameLst>
                                      </p:cBhvr>
                                      <p:to>
                                        <p:strVal val="visible"/>
                                      </p:to>
                                    </p:set>
                                    <p:anim calcmode="lin" valueType="num">
                                      <p:cBhvr>
                                        <p:cTn id="61" dur="500" fill="hold"/>
                                        <p:tgtEl>
                                          <p:spTgt spid="59"/>
                                        </p:tgtEl>
                                        <p:attrNameLst>
                                          <p:attrName>ppt_w</p:attrName>
                                        </p:attrNameLst>
                                      </p:cBhvr>
                                      <p:tavLst>
                                        <p:tav tm="0">
                                          <p:val>
                                            <p:fltVal val="0"/>
                                          </p:val>
                                        </p:tav>
                                        <p:tav tm="100000">
                                          <p:val>
                                            <p:strVal val="#ppt_w"/>
                                          </p:val>
                                        </p:tav>
                                      </p:tavLst>
                                    </p:anim>
                                    <p:anim calcmode="lin" valueType="num">
                                      <p:cBhvr>
                                        <p:cTn id="62" dur="500" fill="hold"/>
                                        <p:tgtEl>
                                          <p:spTgt spid="59"/>
                                        </p:tgtEl>
                                        <p:attrNameLst>
                                          <p:attrName>ppt_h</p:attrName>
                                        </p:attrNameLst>
                                      </p:cBhvr>
                                      <p:tavLst>
                                        <p:tav tm="0">
                                          <p:val>
                                            <p:strVal val="#ppt_h"/>
                                          </p:val>
                                        </p:tav>
                                        <p:tav tm="100000">
                                          <p:val>
                                            <p:strVal val="#ppt_h"/>
                                          </p:val>
                                        </p:tav>
                                      </p:tavLst>
                                    </p:anim>
                                  </p:childTnLst>
                                </p:cTn>
                              </p:par>
                              <p:par>
                                <p:cTn id="63" presetID="17" presetClass="entr" presetSubtype="10" fill="hold" nodeType="withEffect">
                                  <p:stCondLst>
                                    <p:cond delay="0"/>
                                  </p:stCondLst>
                                  <p:childTnLst>
                                    <p:set>
                                      <p:cBhvr>
                                        <p:cTn id="64" dur="1" fill="hold">
                                          <p:stCondLst>
                                            <p:cond delay="0"/>
                                          </p:stCondLst>
                                        </p:cTn>
                                        <p:tgtEl>
                                          <p:spTgt spid="118"/>
                                        </p:tgtEl>
                                        <p:attrNameLst>
                                          <p:attrName>style.visibility</p:attrName>
                                        </p:attrNameLst>
                                      </p:cBhvr>
                                      <p:to>
                                        <p:strVal val="visible"/>
                                      </p:to>
                                    </p:set>
                                    <p:anim calcmode="lin" valueType="num">
                                      <p:cBhvr>
                                        <p:cTn id="65" dur="500" fill="hold"/>
                                        <p:tgtEl>
                                          <p:spTgt spid="118"/>
                                        </p:tgtEl>
                                        <p:attrNameLst>
                                          <p:attrName>ppt_w</p:attrName>
                                        </p:attrNameLst>
                                      </p:cBhvr>
                                      <p:tavLst>
                                        <p:tav tm="0">
                                          <p:val>
                                            <p:fltVal val="0"/>
                                          </p:val>
                                        </p:tav>
                                        <p:tav tm="100000">
                                          <p:val>
                                            <p:strVal val="#ppt_w"/>
                                          </p:val>
                                        </p:tav>
                                      </p:tavLst>
                                    </p:anim>
                                    <p:anim calcmode="lin" valueType="num">
                                      <p:cBhvr>
                                        <p:cTn id="66" dur="500" fill="hold"/>
                                        <p:tgtEl>
                                          <p:spTgt spid="118"/>
                                        </p:tgtEl>
                                        <p:attrNameLst>
                                          <p:attrName>ppt_h</p:attrName>
                                        </p:attrNameLst>
                                      </p:cBhvr>
                                      <p:tavLst>
                                        <p:tav tm="0">
                                          <p:val>
                                            <p:strVal val="#ppt_h"/>
                                          </p:val>
                                        </p:tav>
                                        <p:tav tm="100000">
                                          <p:val>
                                            <p:strVal val="#ppt_h"/>
                                          </p:val>
                                        </p:tav>
                                      </p:tavLst>
                                    </p:anim>
                                  </p:childTnLst>
                                </p:cTn>
                              </p:par>
                              <p:par>
                                <p:cTn id="67" presetID="10" presetClass="entr" presetSubtype="0" fill="hold" nodeType="withEffect">
                                  <p:stCondLst>
                                    <p:cond delay="0"/>
                                  </p:stCondLst>
                                  <p:childTnLst>
                                    <p:set>
                                      <p:cBhvr>
                                        <p:cTn id="68" dur="1" fill="hold">
                                          <p:stCondLst>
                                            <p:cond delay="0"/>
                                          </p:stCondLst>
                                        </p:cTn>
                                        <p:tgtEl>
                                          <p:spTgt spid="66"/>
                                        </p:tgtEl>
                                        <p:attrNameLst>
                                          <p:attrName>style.visibility</p:attrName>
                                        </p:attrNameLst>
                                      </p:cBhvr>
                                      <p:to>
                                        <p:strVal val="visible"/>
                                      </p:to>
                                    </p:set>
                                    <p:animEffect transition="in" filter="fade">
                                      <p:cBhvr>
                                        <p:cTn id="69" dur="500"/>
                                        <p:tgtEl>
                                          <p:spTgt spid="66"/>
                                        </p:tgtEl>
                                      </p:cBhvr>
                                    </p:animEffect>
                                  </p:childTnLst>
                                </p:cTn>
                              </p:par>
                            </p:childTnLst>
                          </p:cTn>
                        </p:par>
                        <p:par>
                          <p:cTn id="70" fill="hold">
                            <p:stCondLst>
                              <p:cond delay="3000"/>
                            </p:stCondLst>
                            <p:childTnLst>
                              <p:par>
                                <p:cTn id="71" presetID="17" presetClass="entr" presetSubtype="10" fill="hold" nodeType="afterEffect">
                                  <p:stCondLst>
                                    <p:cond delay="0"/>
                                  </p:stCondLst>
                                  <p:childTnLst>
                                    <p:set>
                                      <p:cBhvr>
                                        <p:cTn id="72" dur="1" fill="hold">
                                          <p:stCondLst>
                                            <p:cond delay="0"/>
                                          </p:stCondLst>
                                        </p:cTn>
                                        <p:tgtEl>
                                          <p:spTgt spid="61"/>
                                        </p:tgtEl>
                                        <p:attrNameLst>
                                          <p:attrName>style.visibility</p:attrName>
                                        </p:attrNameLst>
                                      </p:cBhvr>
                                      <p:to>
                                        <p:strVal val="visible"/>
                                      </p:to>
                                    </p:set>
                                    <p:anim calcmode="lin" valueType="num">
                                      <p:cBhvr>
                                        <p:cTn id="73" dur="500" fill="hold"/>
                                        <p:tgtEl>
                                          <p:spTgt spid="61"/>
                                        </p:tgtEl>
                                        <p:attrNameLst>
                                          <p:attrName>ppt_w</p:attrName>
                                        </p:attrNameLst>
                                      </p:cBhvr>
                                      <p:tavLst>
                                        <p:tav tm="0">
                                          <p:val>
                                            <p:fltVal val="0"/>
                                          </p:val>
                                        </p:tav>
                                        <p:tav tm="100000">
                                          <p:val>
                                            <p:strVal val="#ppt_w"/>
                                          </p:val>
                                        </p:tav>
                                      </p:tavLst>
                                    </p:anim>
                                    <p:anim calcmode="lin" valueType="num">
                                      <p:cBhvr>
                                        <p:cTn id="74" dur="500" fill="hold"/>
                                        <p:tgtEl>
                                          <p:spTgt spid="61"/>
                                        </p:tgtEl>
                                        <p:attrNameLst>
                                          <p:attrName>ppt_h</p:attrName>
                                        </p:attrNameLst>
                                      </p:cBhvr>
                                      <p:tavLst>
                                        <p:tav tm="0">
                                          <p:val>
                                            <p:strVal val="#ppt_h"/>
                                          </p:val>
                                        </p:tav>
                                        <p:tav tm="100000">
                                          <p:val>
                                            <p:strVal val="#ppt_h"/>
                                          </p:val>
                                        </p:tav>
                                      </p:tavLst>
                                    </p:anim>
                                  </p:childTnLst>
                                </p:cTn>
                              </p:par>
                              <p:par>
                                <p:cTn id="75" presetID="17" presetClass="entr" presetSubtype="10" fill="hold" nodeType="withEffect">
                                  <p:stCondLst>
                                    <p:cond delay="0"/>
                                  </p:stCondLst>
                                  <p:childTnLst>
                                    <p:set>
                                      <p:cBhvr>
                                        <p:cTn id="76" dur="1" fill="hold">
                                          <p:stCondLst>
                                            <p:cond delay="0"/>
                                          </p:stCondLst>
                                        </p:cTn>
                                        <p:tgtEl>
                                          <p:spTgt spid="99"/>
                                        </p:tgtEl>
                                        <p:attrNameLst>
                                          <p:attrName>style.visibility</p:attrName>
                                        </p:attrNameLst>
                                      </p:cBhvr>
                                      <p:to>
                                        <p:strVal val="visible"/>
                                      </p:to>
                                    </p:set>
                                    <p:anim calcmode="lin" valueType="num">
                                      <p:cBhvr>
                                        <p:cTn id="77" dur="500" fill="hold"/>
                                        <p:tgtEl>
                                          <p:spTgt spid="99"/>
                                        </p:tgtEl>
                                        <p:attrNameLst>
                                          <p:attrName>ppt_w</p:attrName>
                                        </p:attrNameLst>
                                      </p:cBhvr>
                                      <p:tavLst>
                                        <p:tav tm="0">
                                          <p:val>
                                            <p:fltVal val="0"/>
                                          </p:val>
                                        </p:tav>
                                        <p:tav tm="100000">
                                          <p:val>
                                            <p:strVal val="#ppt_w"/>
                                          </p:val>
                                        </p:tav>
                                      </p:tavLst>
                                    </p:anim>
                                    <p:anim calcmode="lin" valueType="num">
                                      <p:cBhvr>
                                        <p:cTn id="78" dur="500" fill="hold"/>
                                        <p:tgtEl>
                                          <p:spTgt spid="99"/>
                                        </p:tgtEl>
                                        <p:attrNameLst>
                                          <p:attrName>ppt_h</p:attrName>
                                        </p:attrNameLst>
                                      </p:cBhvr>
                                      <p:tavLst>
                                        <p:tav tm="0">
                                          <p:val>
                                            <p:strVal val="#ppt_h"/>
                                          </p:val>
                                        </p:tav>
                                        <p:tav tm="100000">
                                          <p:val>
                                            <p:strVal val="#ppt_h"/>
                                          </p:val>
                                        </p:tav>
                                      </p:tavLst>
                                    </p:anim>
                                  </p:childTnLst>
                                </p:cTn>
                              </p:par>
                              <p:par>
                                <p:cTn id="79" presetID="10" presetClass="entr" presetSubtype="0" fill="hold" nodeType="withEffect">
                                  <p:stCondLst>
                                    <p:cond delay="0"/>
                                  </p:stCondLst>
                                  <p:childTnLst>
                                    <p:set>
                                      <p:cBhvr>
                                        <p:cTn id="80" dur="1" fill="hold">
                                          <p:stCondLst>
                                            <p:cond delay="0"/>
                                          </p:stCondLst>
                                        </p:cTn>
                                        <p:tgtEl>
                                          <p:spTgt spid="98"/>
                                        </p:tgtEl>
                                        <p:attrNameLst>
                                          <p:attrName>style.visibility</p:attrName>
                                        </p:attrNameLst>
                                      </p:cBhvr>
                                      <p:to>
                                        <p:strVal val="visible"/>
                                      </p:to>
                                    </p:set>
                                    <p:animEffect transition="in" filter="fade">
                                      <p:cBhvr>
                                        <p:cTn id="81" dur="500"/>
                                        <p:tgtEl>
                                          <p:spTgt spid="98"/>
                                        </p:tgtEl>
                                      </p:cBhvr>
                                    </p:animEffect>
                                  </p:childTnLst>
                                </p:cTn>
                              </p:par>
                            </p:childTnLst>
                          </p:cTn>
                        </p:par>
                        <p:par>
                          <p:cTn id="82" fill="hold">
                            <p:stCondLst>
                              <p:cond delay="3500"/>
                            </p:stCondLst>
                            <p:childTnLst>
                              <p:par>
                                <p:cTn id="83" presetID="17" presetClass="entr" presetSubtype="10" fill="hold" nodeType="afterEffect">
                                  <p:stCondLst>
                                    <p:cond delay="0"/>
                                  </p:stCondLst>
                                  <p:childTnLst>
                                    <p:set>
                                      <p:cBhvr>
                                        <p:cTn id="84" dur="1" fill="hold">
                                          <p:stCondLst>
                                            <p:cond delay="0"/>
                                          </p:stCondLst>
                                        </p:cTn>
                                        <p:tgtEl>
                                          <p:spTgt spid="60"/>
                                        </p:tgtEl>
                                        <p:attrNameLst>
                                          <p:attrName>style.visibility</p:attrName>
                                        </p:attrNameLst>
                                      </p:cBhvr>
                                      <p:to>
                                        <p:strVal val="visible"/>
                                      </p:to>
                                    </p:set>
                                    <p:anim calcmode="lin" valueType="num">
                                      <p:cBhvr>
                                        <p:cTn id="85" dur="500" fill="hold"/>
                                        <p:tgtEl>
                                          <p:spTgt spid="60"/>
                                        </p:tgtEl>
                                        <p:attrNameLst>
                                          <p:attrName>ppt_w</p:attrName>
                                        </p:attrNameLst>
                                      </p:cBhvr>
                                      <p:tavLst>
                                        <p:tav tm="0">
                                          <p:val>
                                            <p:fltVal val="0"/>
                                          </p:val>
                                        </p:tav>
                                        <p:tav tm="100000">
                                          <p:val>
                                            <p:strVal val="#ppt_w"/>
                                          </p:val>
                                        </p:tav>
                                      </p:tavLst>
                                    </p:anim>
                                    <p:anim calcmode="lin" valueType="num">
                                      <p:cBhvr>
                                        <p:cTn id="86" dur="500" fill="hold"/>
                                        <p:tgtEl>
                                          <p:spTgt spid="60"/>
                                        </p:tgtEl>
                                        <p:attrNameLst>
                                          <p:attrName>ppt_h</p:attrName>
                                        </p:attrNameLst>
                                      </p:cBhvr>
                                      <p:tavLst>
                                        <p:tav tm="0">
                                          <p:val>
                                            <p:strVal val="#ppt_h"/>
                                          </p:val>
                                        </p:tav>
                                        <p:tav tm="100000">
                                          <p:val>
                                            <p:strVal val="#ppt_h"/>
                                          </p:val>
                                        </p:tav>
                                      </p:tavLst>
                                    </p:anim>
                                  </p:childTnLst>
                                </p:cTn>
                              </p:par>
                              <p:par>
                                <p:cTn id="87" presetID="17" presetClass="entr" presetSubtype="10" fill="hold" nodeType="withEffect">
                                  <p:stCondLst>
                                    <p:cond delay="0"/>
                                  </p:stCondLst>
                                  <p:childTnLst>
                                    <p:set>
                                      <p:cBhvr>
                                        <p:cTn id="88" dur="1" fill="hold">
                                          <p:stCondLst>
                                            <p:cond delay="0"/>
                                          </p:stCondLst>
                                        </p:cTn>
                                        <p:tgtEl>
                                          <p:spTgt spid="94"/>
                                        </p:tgtEl>
                                        <p:attrNameLst>
                                          <p:attrName>style.visibility</p:attrName>
                                        </p:attrNameLst>
                                      </p:cBhvr>
                                      <p:to>
                                        <p:strVal val="visible"/>
                                      </p:to>
                                    </p:set>
                                    <p:anim calcmode="lin" valueType="num">
                                      <p:cBhvr>
                                        <p:cTn id="89" dur="500" fill="hold"/>
                                        <p:tgtEl>
                                          <p:spTgt spid="94"/>
                                        </p:tgtEl>
                                        <p:attrNameLst>
                                          <p:attrName>ppt_w</p:attrName>
                                        </p:attrNameLst>
                                      </p:cBhvr>
                                      <p:tavLst>
                                        <p:tav tm="0">
                                          <p:val>
                                            <p:fltVal val="0"/>
                                          </p:val>
                                        </p:tav>
                                        <p:tav tm="100000">
                                          <p:val>
                                            <p:strVal val="#ppt_w"/>
                                          </p:val>
                                        </p:tav>
                                      </p:tavLst>
                                    </p:anim>
                                    <p:anim calcmode="lin" valueType="num">
                                      <p:cBhvr>
                                        <p:cTn id="90" dur="500" fill="hold"/>
                                        <p:tgtEl>
                                          <p:spTgt spid="94"/>
                                        </p:tgtEl>
                                        <p:attrNameLst>
                                          <p:attrName>ppt_h</p:attrName>
                                        </p:attrNameLst>
                                      </p:cBhvr>
                                      <p:tavLst>
                                        <p:tav tm="0">
                                          <p:val>
                                            <p:strVal val="#ppt_h"/>
                                          </p:val>
                                        </p:tav>
                                        <p:tav tm="100000">
                                          <p:val>
                                            <p:strVal val="#ppt_h"/>
                                          </p:val>
                                        </p:tav>
                                      </p:tavLst>
                                    </p:anim>
                                  </p:childTnLst>
                                </p:cTn>
                              </p:par>
                              <p:par>
                                <p:cTn id="91" presetID="10" presetClass="entr" presetSubtype="0" fill="hold" nodeType="withEffect">
                                  <p:stCondLst>
                                    <p:cond delay="0"/>
                                  </p:stCondLst>
                                  <p:childTnLst>
                                    <p:set>
                                      <p:cBhvr>
                                        <p:cTn id="92" dur="1" fill="hold">
                                          <p:stCondLst>
                                            <p:cond delay="0"/>
                                          </p:stCondLst>
                                        </p:cTn>
                                        <p:tgtEl>
                                          <p:spTgt spid="15"/>
                                        </p:tgtEl>
                                        <p:attrNameLst>
                                          <p:attrName>style.visibility</p:attrName>
                                        </p:attrNameLst>
                                      </p:cBhvr>
                                      <p:to>
                                        <p:strVal val="visible"/>
                                      </p:to>
                                    </p:set>
                                    <p:animEffect transition="in" filter="fade">
                                      <p:cBhvr>
                                        <p:cTn id="9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Arrow Diagram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Spread</a:t>
            </a:r>
            <a:endParaRPr lang="en-US" dirty="0">
              <a:gradFill>
                <a:gsLst>
                  <a:gs pos="0">
                    <a:schemeClr val="accent1"/>
                  </a:gs>
                  <a:gs pos="100000">
                    <a:schemeClr val="accent1"/>
                  </a:gs>
                </a:gsLst>
                <a:lin ang="0" scaled="1"/>
              </a:gradFill>
            </a:endParaRPr>
          </a:p>
        </p:txBody>
      </p:sp>
      <p:grpSp>
        <p:nvGrpSpPr>
          <p:cNvPr id="32" name="그룹 31"/>
          <p:cNvGrpSpPr/>
          <p:nvPr/>
        </p:nvGrpSpPr>
        <p:grpSpPr>
          <a:xfrm>
            <a:off x="2895729" y="883449"/>
            <a:ext cx="1042714" cy="1572475"/>
            <a:chOff x="5082406" y="883444"/>
            <a:chExt cx="1042714" cy="1572475"/>
          </a:xfrm>
        </p:grpSpPr>
        <p:sp>
          <p:nvSpPr>
            <p:cNvPr id="77" name="사다리꼴 76"/>
            <p:cNvSpPr>
              <a:spLocks/>
            </p:cNvSpPr>
            <p:nvPr/>
          </p:nvSpPr>
          <p:spPr>
            <a:xfrm rot="10800000">
              <a:off x="5082406" y="1452146"/>
              <a:ext cx="1042714" cy="80825"/>
            </a:xfrm>
            <a:prstGeom prst="trapezoid">
              <a:avLst>
                <a:gd name="adj" fmla="val 75086"/>
              </a:avLst>
            </a:prstGeom>
            <a:pattFill prst="dkUpDiag">
              <a:fgClr>
                <a:schemeClr val="accent1">
                  <a:lumMod val="50000"/>
                </a:schemeClr>
              </a:fgClr>
              <a:bgClr>
                <a:schemeClr val="accent1">
                  <a:lumMod val="75000"/>
                </a:schemeClr>
              </a:bgClr>
            </a:pattFill>
            <a:ln w="3175" cap="flat"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1" name="위쪽 화살표 60"/>
            <p:cNvSpPr/>
            <p:nvPr/>
          </p:nvSpPr>
          <p:spPr>
            <a:xfrm>
              <a:off x="5082406" y="883444"/>
              <a:ext cx="1042714" cy="1486646"/>
            </a:xfrm>
            <a:prstGeom prst="upArrow">
              <a:avLst>
                <a:gd name="adj1" fmla="val 61332"/>
                <a:gd name="adj2" fmla="val 54407"/>
              </a:avLst>
            </a:prstGeom>
            <a:gradFill>
              <a:gsLst>
                <a:gs pos="0">
                  <a:schemeClr val="accent1">
                    <a:lumMod val="80000"/>
                    <a:lumOff val="20000"/>
                  </a:schemeClr>
                </a:gs>
                <a:gs pos="50000">
                  <a:schemeClr val="accent1"/>
                </a:gs>
                <a:gs pos="100000">
                  <a:schemeClr val="accent1"/>
                </a:gs>
              </a:gsLst>
              <a:lin ang="2700000" scaled="0"/>
            </a:gradFill>
            <a:ln w="3175" cap="flat" cmpd="sng" algn="ctr">
              <a:solidFill>
                <a:schemeClr val="accent1">
                  <a:lumMod val="7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 name="타원 1"/>
            <p:cNvSpPr/>
            <p:nvPr/>
          </p:nvSpPr>
          <p:spPr>
            <a:xfrm>
              <a:off x="5411390" y="1093592"/>
              <a:ext cx="384746" cy="384746"/>
            </a:xfrm>
            <a:prstGeom prst="ellipse">
              <a:avLst/>
            </a:prstGeom>
            <a:no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2000" b="1" dirty="0">
                  <a:gradFill>
                    <a:gsLst>
                      <a:gs pos="0">
                        <a:schemeClr val="bg2"/>
                      </a:gs>
                      <a:gs pos="100000">
                        <a:schemeClr val="bg2"/>
                      </a:gs>
                    </a:gsLst>
                    <a:lin ang="5400000" scaled="0"/>
                  </a:gradFill>
                  <a:latin typeface="Bebas Neue" pitchFamily="34" charset="0"/>
                  <a:ea typeface="+mj-ea"/>
                </a:rPr>
                <a:t>01</a:t>
              </a:r>
              <a:endParaRPr lang="ko-KR" altLang="en-US" sz="2000" b="1" dirty="0">
                <a:gradFill>
                  <a:gsLst>
                    <a:gs pos="0">
                      <a:schemeClr val="bg2"/>
                    </a:gs>
                    <a:gs pos="100000">
                      <a:schemeClr val="bg2"/>
                    </a:gs>
                  </a:gsLst>
                  <a:lin ang="5400000" scaled="0"/>
                </a:gradFill>
                <a:latin typeface="Bebas Neue" pitchFamily="34" charset="0"/>
                <a:ea typeface="+mj-ea"/>
              </a:endParaRPr>
            </a:p>
          </p:txBody>
        </p:sp>
        <p:sp>
          <p:nvSpPr>
            <p:cNvPr id="63" name="TextBox 62"/>
            <p:cNvSpPr txBox="1"/>
            <p:nvPr/>
          </p:nvSpPr>
          <p:spPr>
            <a:xfrm>
              <a:off x="5281628" y="1457274"/>
              <a:ext cx="649272" cy="203603"/>
            </a:xfrm>
            <a:prstGeom prst="rect">
              <a:avLst/>
            </a:prstGeom>
            <a:noFill/>
          </p:spPr>
          <p:txBody>
            <a:bodyPr wrap="square" lIns="72000" tIns="0" rIns="72000" bIns="0" rtlCol="0" anchor="ctr">
              <a:noAutofit/>
            </a:bodyPr>
            <a:lstStyle/>
            <a:p>
              <a:pPr lvl="0" algn="ctr"/>
              <a:r>
                <a:rPr lang="en-US" altLang="ko-KR" sz="800" b="1" dirty="0">
                  <a:gradFill>
                    <a:gsLst>
                      <a:gs pos="0">
                        <a:schemeClr val="bg2"/>
                      </a:gs>
                      <a:gs pos="100000">
                        <a:schemeClr val="bg2"/>
                      </a:gs>
                    </a:gsLst>
                    <a:lin ang="5400000" scaled="0"/>
                  </a:gradFill>
                  <a:latin typeface="Roboto Condensed Regular"/>
                </a:rPr>
                <a:t>LOREM IPSUM</a:t>
              </a:r>
              <a:endParaRPr lang="ko-KR" altLang="en-US" sz="800" b="1" dirty="0">
                <a:gradFill>
                  <a:gsLst>
                    <a:gs pos="0">
                      <a:schemeClr val="bg2"/>
                    </a:gs>
                    <a:gs pos="100000">
                      <a:schemeClr val="bg2"/>
                    </a:gs>
                  </a:gsLst>
                  <a:lin ang="5400000" scaled="0"/>
                </a:gradFill>
                <a:latin typeface="Roboto Condensed Regular"/>
              </a:endParaRPr>
            </a:p>
          </p:txBody>
        </p:sp>
        <p:sp>
          <p:nvSpPr>
            <p:cNvPr id="67" name="위쪽 화살표 66"/>
            <p:cNvSpPr/>
            <p:nvPr/>
          </p:nvSpPr>
          <p:spPr>
            <a:xfrm>
              <a:off x="5284004" y="1728943"/>
              <a:ext cx="639518" cy="646151"/>
            </a:xfrm>
            <a:custGeom>
              <a:avLst/>
              <a:gdLst/>
              <a:ahLst/>
              <a:cxnLst/>
              <a:rect l="l" t="t" r="r" b="b"/>
              <a:pathLst>
                <a:path w="639518" h="646151">
                  <a:moveTo>
                    <a:pt x="639518" y="0"/>
                  </a:moveTo>
                  <a:lnTo>
                    <a:pt x="639518" y="646151"/>
                  </a:lnTo>
                  <a:lnTo>
                    <a:pt x="0" y="646151"/>
                  </a:lnTo>
                  <a:lnTo>
                    <a:pt x="0" y="639518"/>
                  </a:lnTo>
                  <a:close/>
                </a:path>
              </a:pathLst>
            </a:custGeom>
            <a:pattFill prst="dkDnDiag">
              <a:fgClr>
                <a:schemeClr val="accent1"/>
              </a:fgClr>
              <a:bgClr>
                <a:schemeClr val="accent1">
                  <a:lumMod val="75000"/>
                </a:schemeClr>
              </a:bgClr>
            </a:pattFill>
            <a:ln w="3175" cap="flat"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79" name="사다리꼴 78"/>
            <p:cNvSpPr>
              <a:spLocks/>
            </p:cNvSpPr>
            <p:nvPr/>
          </p:nvSpPr>
          <p:spPr>
            <a:xfrm rot="10800000">
              <a:off x="5284004" y="2375094"/>
              <a:ext cx="639518" cy="80825"/>
            </a:xfrm>
            <a:prstGeom prst="trapezoid">
              <a:avLst>
                <a:gd name="adj" fmla="val 75086"/>
              </a:avLst>
            </a:prstGeom>
            <a:pattFill prst="dkUpDiag">
              <a:fgClr>
                <a:schemeClr val="accent1">
                  <a:lumMod val="50000"/>
                </a:schemeClr>
              </a:fgClr>
              <a:bgClr>
                <a:schemeClr val="accent1">
                  <a:lumMod val="75000"/>
                </a:schemeClr>
              </a:bgClr>
            </a:pattFill>
            <a:ln w="3175" cap="flat"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35" name="그룹 34"/>
          <p:cNvGrpSpPr/>
          <p:nvPr/>
        </p:nvGrpSpPr>
        <p:grpSpPr>
          <a:xfrm>
            <a:off x="1574520" y="2218001"/>
            <a:ext cx="1572474" cy="1042715"/>
            <a:chOff x="3761199" y="2217996"/>
            <a:chExt cx="1572474" cy="1042715"/>
          </a:xfrm>
        </p:grpSpPr>
        <p:sp>
          <p:nvSpPr>
            <p:cNvPr id="165" name="사다리꼴 164"/>
            <p:cNvSpPr>
              <a:spLocks/>
            </p:cNvSpPr>
            <p:nvPr/>
          </p:nvSpPr>
          <p:spPr>
            <a:xfrm rot="5400000">
              <a:off x="3848956" y="2698941"/>
              <a:ext cx="1042714" cy="80825"/>
            </a:xfrm>
            <a:prstGeom prst="trapezoid">
              <a:avLst>
                <a:gd name="adj" fmla="val 75086"/>
              </a:avLst>
            </a:pr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66" name="위쪽 화살표 165"/>
            <p:cNvSpPr/>
            <p:nvPr/>
          </p:nvSpPr>
          <p:spPr>
            <a:xfrm rot="16200000">
              <a:off x="3983165" y="1996030"/>
              <a:ext cx="1042714" cy="1486646"/>
            </a:xfrm>
            <a:prstGeom prst="upArrow">
              <a:avLst>
                <a:gd name="adj1" fmla="val 61332"/>
                <a:gd name="adj2" fmla="val 54407"/>
              </a:avLst>
            </a:prstGeom>
            <a:solidFill>
              <a:schemeClr val="accent3"/>
            </a:solidFill>
            <a:ln w="3175" cap="flat" cmpd="sng" algn="ctr">
              <a:solidFill>
                <a:schemeClr val="accent3">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67" name="타원 166"/>
            <p:cNvSpPr/>
            <p:nvPr/>
          </p:nvSpPr>
          <p:spPr>
            <a:xfrm>
              <a:off x="3971347" y="2546980"/>
              <a:ext cx="384746" cy="384746"/>
            </a:xfrm>
            <a:prstGeom prst="ellipse">
              <a:avLst/>
            </a:prstGeom>
            <a:no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2000" b="1" dirty="0">
                  <a:gradFill>
                    <a:gsLst>
                      <a:gs pos="0">
                        <a:schemeClr val="accent3">
                          <a:lumMod val="50000"/>
                        </a:schemeClr>
                      </a:gs>
                      <a:gs pos="100000">
                        <a:schemeClr val="accent3">
                          <a:lumMod val="50000"/>
                        </a:schemeClr>
                      </a:gs>
                    </a:gsLst>
                    <a:lin ang="5400000" scaled="0"/>
                  </a:gradFill>
                  <a:latin typeface="Bebas Neue" pitchFamily="34" charset="0"/>
                  <a:ea typeface="Roboto Condensed Regular"/>
                </a:rPr>
                <a:t>04</a:t>
              </a:r>
              <a:endParaRPr lang="ko-KR" altLang="en-US" sz="2000" b="1" dirty="0">
                <a:gradFill>
                  <a:gsLst>
                    <a:gs pos="0">
                      <a:schemeClr val="accent3">
                        <a:lumMod val="50000"/>
                      </a:schemeClr>
                    </a:gs>
                    <a:gs pos="100000">
                      <a:schemeClr val="accent3">
                        <a:lumMod val="50000"/>
                      </a:schemeClr>
                    </a:gs>
                  </a:gsLst>
                  <a:lin ang="5400000" scaled="0"/>
                </a:gradFill>
                <a:latin typeface="Bebas Neue" pitchFamily="34" charset="0"/>
                <a:ea typeface="Roboto Condensed Regular"/>
              </a:endParaRPr>
            </a:p>
          </p:txBody>
        </p:sp>
        <p:sp>
          <p:nvSpPr>
            <p:cNvPr id="168" name="TextBox 167"/>
            <p:cNvSpPr txBox="1"/>
            <p:nvPr/>
          </p:nvSpPr>
          <p:spPr>
            <a:xfrm>
              <a:off x="4274151" y="2635051"/>
              <a:ext cx="649272"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l"/>
              <a:r>
                <a:rPr lang="en-US" altLang="ko-KR" dirty="0">
                  <a:gradFill>
                    <a:gsLst>
                      <a:gs pos="0">
                        <a:schemeClr val="accent3">
                          <a:lumMod val="50000"/>
                        </a:schemeClr>
                      </a:gs>
                      <a:gs pos="100000">
                        <a:schemeClr val="accent3">
                          <a:lumMod val="50000"/>
                        </a:schemeClr>
                      </a:gs>
                    </a:gsLst>
                    <a:lin ang="5400000" scaled="0"/>
                  </a:gradFill>
                </a:rPr>
                <a:t>LOREM IPSUM</a:t>
              </a:r>
              <a:endParaRPr lang="ko-KR" altLang="en-US" dirty="0">
                <a:gradFill>
                  <a:gsLst>
                    <a:gs pos="0">
                      <a:schemeClr val="accent3">
                        <a:lumMod val="50000"/>
                      </a:schemeClr>
                    </a:gs>
                    <a:gs pos="100000">
                      <a:schemeClr val="accent3">
                        <a:lumMod val="50000"/>
                      </a:schemeClr>
                    </a:gs>
                  </a:gsLst>
                  <a:lin ang="5400000" scaled="0"/>
                </a:gradFill>
              </a:endParaRPr>
            </a:p>
          </p:txBody>
        </p:sp>
        <p:sp>
          <p:nvSpPr>
            <p:cNvPr id="169" name="위쪽 화살표 66"/>
            <p:cNvSpPr/>
            <p:nvPr/>
          </p:nvSpPr>
          <p:spPr>
            <a:xfrm rot="16200000">
              <a:off x="4610014" y="2416278"/>
              <a:ext cx="639518" cy="646151"/>
            </a:xfrm>
            <a:custGeom>
              <a:avLst/>
              <a:gdLst/>
              <a:ahLst/>
              <a:cxnLst/>
              <a:rect l="l" t="t" r="r" b="b"/>
              <a:pathLst>
                <a:path w="639518" h="646151">
                  <a:moveTo>
                    <a:pt x="639518" y="0"/>
                  </a:moveTo>
                  <a:lnTo>
                    <a:pt x="639518" y="646151"/>
                  </a:lnTo>
                  <a:lnTo>
                    <a:pt x="0" y="646151"/>
                  </a:lnTo>
                  <a:lnTo>
                    <a:pt x="0" y="639518"/>
                  </a:lnTo>
                  <a:close/>
                </a:path>
              </a:pathLst>
            </a:custGeom>
            <a:pattFill prst="dkDnDiag">
              <a:fgClr>
                <a:schemeClr val="accent3"/>
              </a:fgClr>
              <a:bgClr>
                <a:schemeClr val="accent3">
                  <a:lumMod val="85000"/>
                </a:schemeClr>
              </a:bgClr>
            </a:pattFill>
            <a:ln w="3175">
              <a:solidFill>
                <a:schemeClr val="accent3">
                  <a:lumMod val="65000"/>
                </a:schemeClr>
              </a:solidFill>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70" name="사다리꼴 169"/>
            <p:cNvSpPr>
              <a:spLocks/>
            </p:cNvSpPr>
            <p:nvPr/>
          </p:nvSpPr>
          <p:spPr>
            <a:xfrm rot="5400000">
              <a:off x="4973502" y="2698941"/>
              <a:ext cx="639518" cy="80825"/>
            </a:xfrm>
            <a:prstGeom prst="trapezoid">
              <a:avLst>
                <a:gd name="adj" fmla="val 75086"/>
              </a:avLst>
            </a:pr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3" name="그룹 32"/>
          <p:cNvGrpSpPr/>
          <p:nvPr/>
        </p:nvGrpSpPr>
        <p:grpSpPr>
          <a:xfrm>
            <a:off x="3686041" y="2217999"/>
            <a:ext cx="1572476" cy="1042714"/>
            <a:chOff x="5872719" y="2217999"/>
            <a:chExt cx="1572476" cy="1042714"/>
          </a:xfrm>
        </p:grpSpPr>
        <p:sp>
          <p:nvSpPr>
            <p:cNvPr id="175" name="사다리꼴 174"/>
            <p:cNvSpPr>
              <a:spLocks/>
            </p:cNvSpPr>
            <p:nvPr/>
          </p:nvSpPr>
          <p:spPr>
            <a:xfrm rot="16200000">
              <a:off x="6314723" y="2698943"/>
              <a:ext cx="1042714" cy="80825"/>
            </a:xfrm>
            <a:prstGeom prst="trapezoid">
              <a:avLst>
                <a:gd name="adj" fmla="val 75086"/>
              </a:avLst>
            </a:pr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6" name="위쪽 화살표 175"/>
            <p:cNvSpPr/>
            <p:nvPr/>
          </p:nvSpPr>
          <p:spPr>
            <a:xfrm rot="5400000">
              <a:off x="6180515" y="1996033"/>
              <a:ext cx="1042714" cy="1486646"/>
            </a:xfrm>
            <a:prstGeom prst="upArrow">
              <a:avLst>
                <a:gd name="adj1" fmla="val 61332"/>
                <a:gd name="adj2" fmla="val 54407"/>
              </a:avLst>
            </a:prstGeom>
            <a:solidFill>
              <a:schemeClr val="accent3"/>
            </a:solidFill>
            <a:ln w="3175" cap="flat" cmpd="sng" algn="ctr">
              <a:solidFill>
                <a:schemeClr val="accent3">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77" name="타원 176"/>
            <p:cNvSpPr/>
            <p:nvPr/>
          </p:nvSpPr>
          <p:spPr>
            <a:xfrm>
              <a:off x="6850301" y="2546983"/>
              <a:ext cx="384746" cy="384746"/>
            </a:xfrm>
            <a:prstGeom prst="ellipse">
              <a:avLst/>
            </a:prstGeom>
            <a:no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2000" b="1" dirty="0">
                  <a:gradFill>
                    <a:gsLst>
                      <a:gs pos="0">
                        <a:schemeClr val="accent3">
                          <a:lumMod val="50000"/>
                        </a:schemeClr>
                      </a:gs>
                      <a:gs pos="100000">
                        <a:schemeClr val="accent3">
                          <a:lumMod val="50000"/>
                        </a:schemeClr>
                      </a:gs>
                    </a:gsLst>
                    <a:lin ang="5400000" scaled="0"/>
                  </a:gradFill>
                  <a:latin typeface="Bebas Neue" pitchFamily="34" charset="0"/>
                  <a:ea typeface="Roboto Condensed Regular"/>
                </a:rPr>
                <a:t>02</a:t>
              </a:r>
              <a:endParaRPr lang="ko-KR" altLang="en-US" sz="2000" b="1" dirty="0">
                <a:gradFill>
                  <a:gsLst>
                    <a:gs pos="0">
                      <a:schemeClr val="accent3">
                        <a:lumMod val="50000"/>
                      </a:schemeClr>
                    </a:gs>
                    <a:gs pos="100000">
                      <a:schemeClr val="accent3">
                        <a:lumMod val="50000"/>
                      </a:schemeClr>
                    </a:gs>
                  </a:gsLst>
                  <a:lin ang="5400000" scaled="0"/>
                </a:gradFill>
                <a:latin typeface="Bebas Neue" pitchFamily="34" charset="0"/>
                <a:ea typeface="Roboto Condensed Regular"/>
              </a:endParaRPr>
            </a:p>
          </p:txBody>
        </p:sp>
        <p:sp>
          <p:nvSpPr>
            <p:cNvPr id="178" name="TextBox 177"/>
            <p:cNvSpPr txBox="1"/>
            <p:nvPr/>
          </p:nvSpPr>
          <p:spPr>
            <a:xfrm>
              <a:off x="6265321" y="2640055"/>
              <a:ext cx="649272" cy="203603"/>
            </a:xfrm>
            <a:prstGeom prst="rect">
              <a:avLst/>
            </a:prstGeom>
            <a:noFill/>
          </p:spPr>
          <p:txBody>
            <a:bodyPr wrap="square" lIns="72000" tIns="0" rIns="72000" bIns="0" rtlCol="0" anchor="ctr">
              <a:noAutofit/>
            </a:bodyPr>
            <a:lstStyle/>
            <a:p>
              <a:pPr lvl="0" algn="r"/>
              <a:r>
                <a:rPr lang="en-US" altLang="ko-KR" sz="800" b="1" dirty="0">
                  <a:gradFill>
                    <a:gsLst>
                      <a:gs pos="0">
                        <a:schemeClr val="accent3">
                          <a:lumMod val="50000"/>
                        </a:schemeClr>
                      </a:gs>
                      <a:gs pos="100000">
                        <a:schemeClr val="accent3">
                          <a:lumMod val="50000"/>
                        </a:schemeClr>
                      </a:gs>
                    </a:gsLst>
                    <a:lin ang="5400000" scaled="0"/>
                  </a:gradFill>
                  <a:latin typeface="Roboto Condensed Regular"/>
                </a:rPr>
                <a:t>LOREM IPSUM</a:t>
              </a:r>
              <a:endParaRPr lang="ko-KR" altLang="en-US" sz="800" b="1" dirty="0">
                <a:gradFill>
                  <a:gsLst>
                    <a:gs pos="0">
                      <a:schemeClr val="accent3">
                        <a:lumMod val="50000"/>
                      </a:schemeClr>
                    </a:gs>
                    <a:gs pos="100000">
                      <a:schemeClr val="accent3">
                        <a:lumMod val="50000"/>
                      </a:schemeClr>
                    </a:gs>
                  </a:gsLst>
                  <a:lin ang="5400000" scaled="0"/>
                </a:gradFill>
                <a:latin typeface="Roboto Condensed Regular"/>
              </a:endParaRPr>
            </a:p>
          </p:txBody>
        </p:sp>
        <p:sp>
          <p:nvSpPr>
            <p:cNvPr id="179" name="위쪽 화살표 66"/>
            <p:cNvSpPr/>
            <p:nvPr/>
          </p:nvSpPr>
          <p:spPr>
            <a:xfrm rot="5400000">
              <a:off x="5956861" y="2416280"/>
              <a:ext cx="639518" cy="646151"/>
            </a:xfrm>
            <a:custGeom>
              <a:avLst/>
              <a:gdLst/>
              <a:ahLst/>
              <a:cxnLst/>
              <a:rect l="l" t="t" r="r" b="b"/>
              <a:pathLst>
                <a:path w="639518" h="646151">
                  <a:moveTo>
                    <a:pt x="639518" y="0"/>
                  </a:moveTo>
                  <a:lnTo>
                    <a:pt x="639518" y="646151"/>
                  </a:lnTo>
                  <a:lnTo>
                    <a:pt x="0" y="646151"/>
                  </a:lnTo>
                  <a:lnTo>
                    <a:pt x="0" y="639518"/>
                  </a:lnTo>
                  <a:close/>
                </a:path>
              </a:pathLst>
            </a:custGeom>
            <a:pattFill prst="dkDnDiag">
              <a:fgClr>
                <a:schemeClr val="accent3"/>
              </a:fgClr>
              <a:bgClr>
                <a:schemeClr val="accent3">
                  <a:lumMod val="85000"/>
                </a:schemeClr>
              </a:bgClr>
            </a:pattFill>
            <a:ln w="3175">
              <a:solidFill>
                <a:schemeClr val="accent3">
                  <a:lumMod val="65000"/>
                </a:schemeClr>
              </a:solidFill>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80" name="사다리꼴 179"/>
            <p:cNvSpPr>
              <a:spLocks/>
            </p:cNvSpPr>
            <p:nvPr/>
          </p:nvSpPr>
          <p:spPr>
            <a:xfrm rot="16200000">
              <a:off x="5593373" y="2698943"/>
              <a:ext cx="639518" cy="80825"/>
            </a:xfrm>
            <a:prstGeom prst="trapezoid">
              <a:avLst>
                <a:gd name="adj" fmla="val 75086"/>
              </a:avLst>
            </a:pr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4" name="그룹 33"/>
          <p:cNvGrpSpPr/>
          <p:nvPr/>
        </p:nvGrpSpPr>
        <p:grpSpPr>
          <a:xfrm>
            <a:off x="2895729" y="3024366"/>
            <a:ext cx="1042714" cy="1572475"/>
            <a:chOff x="5082406" y="3024361"/>
            <a:chExt cx="1042714" cy="1572475"/>
          </a:xfrm>
        </p:grpSpPr>
        <p:sp>
          <p:nvSpPr>
            <p:cNvPr id="185" name="사다리꼴 184"/>
            <p:cNvSpPr>
              <a:spLocks/>
            </p:cNvSpPr>
            <p:nvPr/>
          </p:nvSpPr>
          <p:spPr>
            <a:xfrm>
              <a:off x="5082406" y="3947309"/>
              <a:ext cx="1042714" cy="80825"/>
            </a:xfrm>
            <a:prstGeom prst="trapezoid">
              <a:avLst>
                <a:gd name="adj" fmla="val 75086"/>
              </a:avLst>
            </a:pr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6" name="위쪽 화살표 185"/>
            <p:cNvSpPr/>
            <p:nvPr/>
          </p:nvSpPr>
          <p:spPr>
            <a:xfrm rot="10800000">
              <a:off x="5082406" y="3110190"/>
              <a:ext cx="1042714" cy="1486646"/>
            </a:xfrm>
            <a:prstGeom prst="upArrow">
              <a:avLst>
                <a:gd name="adj1" fmla="val 61332"/>
                <a:gd name="adj2" fmla="val 54407"/>
              </a:avLst>
            </a:prstGeom>
            <a:solidFill>
              <a:schemeClr val="accent3"/>
            </a:solidFill>
            <a:ln w="3175" cap="flat" cmpd="sng" algn="ctr">
              <a:solidFill>
                <a:schemeClr val="accent3">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87" name="타원 186"/>
            <p:cNvSpPr/>
            <p:nvPr/>
          </p:nvSpPr>
          <p:spPr>
            <a:xfrm>
              <a:off x="5411390" y="4001942"/>
              <a:ext cx="384746" cy="384746"/>
            </a:xfrm>
            <a:prstGeom prst="ellipse">
              <a:avLst/>
            </a:prstGeom>
            <a:no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2000" b="1" dirty="0">
                  <a:gradFill>
                    <a:gsLst>
                      <a:gs pos="0">
                        <a:schemeClr val="accent3">
                          <a:lumMod val="50000"/>
                        </a:schemeClr>
                      </a:gs>
                      <a:gs pos="100000">
                        <a:schemeClr val="accent3">
                          <a:lumMod val="50000"/>
                        </a:schemeClr>
                      </a:gs>
                    </a:gsLst>
                    <a:lin ang="5400000" scaled="0"/>
                  </a:gradFill>
                  <a:latin typeface="Bebas Neue" pitchFamily="34" charset="0"/>
                  <a:ea typeface="Roboto Condensed Regular"/>
                </a:rPr>
                <a:t>03</a:t>
              </a:r>
              <a:endParaRPr lang="ko-KR" altLang="en-US" sz="2000" b="1" dirty="0">
                <a:gradFill>
                  <a:gsLst>
                    <a:gs pos="0">
                      <a:schemeClr val="accent3">
                        <a:lumMod val="50000"/>
                      </a:schemeClr>
                    </a:gs>
                    <a:gs pos="100000">
                      <a:schemeClr val="accent3">
                        <a:lumMod val="50000"/>
                      </a:schemeClr>
                    </a:gs>
                  </a:gsLst>
                  <a:lin ang="5400000" scaled="0"/>
                </a:gradFill>
                <a:latin typeface="Bebas Neue" pitchFamily="34" charset="0"/>
                <a:ea typeface="Roboto Condensed Regular"/>
              </a:endParaRPr>
            </a:p>
          </p:txBody>
        </p:sp>
        <p:sp>
          <p:nvSpPr>
            <p:cNvPr id="188" name="TextBox 187"/>
            <p:cNvSpPr txBox="1"/>
            <p:nvPr/>
          </p:nvSpPr>
          <p:spPr>
            <a:xfrm>
              <a:off x="5276626" y="3824240"/>
              <a:ext cx="649272"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dirty="0">
                  <a:gradFill>
                    <a:gsLst>
                      <a:gs pos="0">
                        <a:schemeClr val="accent3">
                          <a:lumMod val="50000"/>
                        </a:schemeClr>
                      </a:gs>
                      <a:gs pos="100000">
                        <a:schemeClr val="accent3">
                          <a:lumMod val="50000"/>
                        </a:schemeClr>
                      </a:gs>
                    </a:gsLst>
                    <a:lin ang="5400000" scaled="0"/>
                  </a:gradFill>
                </a:rPr>
                <a:t>LOREM IPSUM</a:t>
              </a:r>
              <a:endParaRPr lang="ko-KR" altLang="en-US" dirty="0">
                <a:gradFill>
                  <a:gsLst>
                    <a:gs pos="0">
                      <a:schemeClr val="accent3">
                        <a:lumMod val="50000"/>
                      </a:schemeClr>
                    </a:gs>
                    <a:gs pos="100000">
                      <a:schemeClr val="accent3">
                        <a:lumMod val="50000"/>
                      </a:schemeClr>
                    </a:gs>
                  </a:gsLst>
                  <a:lin ang="5400000" scaled="0"/>
                </a:gradFill>
              </a:endParaRPr>
            </a:p>
          </p:txBody>
        </p:sp>
        <p:sp>
          <p:nvSpPr>
            <p:cNvPr id="189" name="위쪽 화살표 66"/>
            <p:cNvSpPr/>
            <p:nvPr/>
          </p:nvSpPr>
          <p:spPr>
            <a:xfrm rot="10800000">
              <a:off x="5284004" y="3105186"/>
              <a:ext cx="639518" cy="646151"/>
            </a:xfrm>
            <a:custGeom>
              <a:avLst/>
              <a:gdLst/>
              <a:ahLst/>
              <a:cxnLst/>
              <a:rect l="l" t="t" r="r" b="b"/>
              <a:pathLst>
                <a:path w="639518" h="646151">
                  <a:moveTo>
                    <a:pt x="639518" y="0"/>
                  </a:moveTo>
                  <a:lnTo>
                    <a:pt x="639518" y="646151"/>
                  </a:lnTo>
                  <a:lnTo>
                    <a:pt x="0" y="646151"/>
                  </a:lnTo>
                  <a:lnTo>
                    <a:pt x="0" y="639518"/>
                  </a:lnTo>
                  <a:close/>
                </a:path>
              </a:pathLst>
            </a:custGeom>
            <a:pattFill prst="dkDnDiag">
              <a:fgClr>
                <a:schemeClr val="accent3"/>
              </a:fgClr>
              <a:bgClr>
                <a:schemeClr val="accent3">
                  <a:lumMod val="85000"/>
                </a:schemeClr>
              </a:bgClr>
            </a:pattFill>
            <a:ln w="3175">
              <a:solidFill>
                <a:schemeClr val="accent3">
                  <a:lumMod val="65000"/>
                </a:schemeClr>
              </a:solidFill>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90" name="사다리꼴 189"/>
            <p:cNvSpPr>
              <a:spLocks/>
            </p:cNvSpPr>
            <p:nvPr/>
          </p:nvSpPr>
          <p:spPr>
            <a:xfrm>
              <a:off x="5284004" y="3024361"/>
              <a:ext cx="639518" cy="80825"/>
            </a:xfrm>
            <a:prstGeom prst="trapezoid">
              <a:avLst>
                <a:gd name="adj" fmla="val 75086"/>
              </a:avLst>
            </a:pr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275" name="TextBox 274"/>
          <p:cNvSpPr txBox="1"/>
          <p:nvPr/>
        </p:nvSpPr>
        <p:spPr>
          <a:xfrm>
            <a:off x="4041510" y="879567"/>
            <a:ext cx="952765" cy="1048891"/>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sp>
        <p:nvSpPr>
          <p:cNvPr id="276" name="TextBox 275"/>
          <p:cNvSpPr txBox="1"/>
          <p:nvPr/>
        </p:nvSpPr>
        <p:spPr>
          <a:xfrm>
            <a:off x="5289285" y="2298951"/>
            <a:ext cx="952765" cy="1048891"/>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sp>
        <p:nvSpPr>
          <p:cNvPr id="277" name="TextBox 276"/>
          <p:cNvSpPr txBox="1"/>
          <p:nvPr/>
        </p:nvSpPr>
        <p:spPr>
          <a:xfrm>
            <a:off x="609060" y="2298951"/>
            <a:ext cx="952765" cy="1048891"/>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sp>
        <p:nvSpPr>
          <p:cNvPr id="278" name="TextBox 277"/>
          <p:cNvSpPr txBox="1"/>
          <p:nvPr/>
        </p:nvSpPr>
        <p:spPr>
          <a:xfrm>
            <a:off x="1885915" y="3750127"/>
            <a:ext cx="952765" cy="1048891"/>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spTree>
    <p:extLst>
      <p:ext uri="{BB962C8B-B14F-4D97-AF65-F5344CB8AC3E}">
        <p14:creationId xmlns:p14="http://schemas.microsoft.com/office/powerpoint/2010/main" val="256099143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64" presetClass="path" presetSubtype="0" accel="50000" decel="50000" fill="hold" nodeType="withEffect">
                                  <p:stCondLst>
                                    <p:cond delay="0"/>
                                  </p:stCondLst>
                                  <p:childTnLst>
                                    <p:animMotion origin="layout" path="M 2.77778E-6 0.1272 L 2.77778E-6 3.4486E-6 " pathEditMode="relative" rAng="0" ptsTypes="AA">
                                      <p:cBhvr>
                                        <p:cTn id="9" dur="500" fill="hold"/>
                                        <p:tgtEl>
                                          <p:spTgt spid="32"/>
                                        </p:tgtEl>
                                        <p:attrNameLst>
                                          <p:attrName>ppt_x</p:attrName>
                                          <p:attrName>ppt_y</p:attrName>
                                        </p:attrNameLst>
                                      </p:cBhvr>
                                      <p:rCtr x="0" y="-64"/>
                                    </p:animMotion>
                                  </p:childTnLst>
                                </p:cTn>
                              </p:par>
                              <p:par>
                                <p:cTn id="10" presetID="10" presetClass="entr" presetSubtype="0" fill="hold" grpId="0" nodeType="withEffect">
                                  <p:stCondLst>
                                    <p:cond delay="0"/>
                                  </p:stCondLst>
                                  <p:childTnLst>
                                    <p:set>
                                      <p:cBhvr>
                                        <p:cTn id="11" dur="1" fill="hold">
                                          <p:stCondLst>
                                            <p:cond delay="0"/>
                                          </p:stCondLst>
                                        </p:cTn>
                                        <p:tgtEl>
                                          <p:spTgt spid="275"/>
                                        </p:tgtEl>
                                        <p:attrNameLst>
                                          <p:attrName>style.visibility</p:attrName>
                                        </p:attrNameLst>
                                      </p:cBhvr>
                                      <p:to>
                                        <p:strVal val="visible"/>
                                      </p:to>
                                    </p:set>
                                    <p:animEffect transition="in" filter="fade">
                                      <p:cBhvr>
                                        <p:cTn id="12" dur="500"/>
                                        <p:tgtEl>
                                          <p:spTgt spid="275"/>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63" presetClass="path" presetSubtype="0" accel="50000" decel="50000" fill="hold" nodeType="withEffect">
                                  <p:stCondLst>
                                    <p:cond delay="0"/>
                                  </p:stCondLst>
                                  <p:childTnLst>
                                    <p:animMotion origin="layout" path="M -0.06806 -1.78141E-6 L 1.94444E-6 -1.78141E-6 " pathEditMode="relative" rAng="0" ptsTypes="AA">
                                      <p:cBhvr>
                                        <p:cTn id="18" dur="500" fill="hold"/>
                                        <p:tgtEl>
                                          <p:spTgt spid="33"/>
                                        </p:tgtEl>
                                        <p:attrNameLst>
                                          <p:attrName>ppt_x</p:attrName>
                                          <p:attrName>ppt_y</p:attrName>
                                        </p:attrNameLst>
                                      </p:cBhvr>
                                      <p:rCtr x="34" y="0"/>
                                    </p:animMotion>
                                  </p:childTnLst>
                                </p:cTn>
                              </p:par>
                              <p:par>
                                <p:cTn id="19" presetID="10" presetClass="entr" presetSubtype="0" fill="hold" grpId="0" nodeType="withEffect">
                                  <p:stCondLst>
                                    <p:cond delay="0"/>
                                  </p:stCondLst>
                                  <p:childTnLst>
                                    <p:set>
                                      <p:cBhvr>
                                        <p:cTn id="20" dur="1" fill="hold">
                                          <p:stCondLst>
                                            <p:cond delay="0"/>
                                          </p:stCondLst>
                                        </p:cTn>
                                        <p:tgtEl>
                                          <p:spTgt spid="276"/>
                                        </p:tgtEl>
                                        <p:attrNameLst>
                                          <p:attrName>style.visibility</p:attrName>
                                        </p:attrNameLst>
                                      </p:cBhvr>
                                      <p:to>
                                        <p:strVal val="visible"/>
                                      </p:to>
                                    </p:set>
                                    <p:animEffect transition="in" filter="fade">
                                      <p:cBhvr>
                                        <p:cTn id="21" dur="500"/>
                                        <p:tgtEl>
                                          <p:spTgt spid="276"/>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childTnLst>
                                </p:cTn>
                              </p:par>
                              <p:par>
                                <p:cTn id="26" presetID="42" presetClass="path" presetSubtype="0" accel="50000" decel="50000" fill="hold" nodeType="withEffect">
                                  <p:stCondLst>
                                    <p:cond delay="0"/>
                                  </p:stCondLst>
                                  <p:childTnLst>
                                    <p:animMotion origin="layout" path="M 2.77778E-6 -0.12473 L 2.77778E-6 5.64989E-7 " pathEditMode="relative" rAng="0" ptsTypes="AA">
                                      <p:cBhvr>
                                        <p:cTn id="27" dur="500" fill="hold"/>
                                        <p:tgtEl>
                                          <p:spTgt spid="34"/>
                                        </p:tgtEl>
                                        <p:attrNameLst>
                                          <p:attrName>ppt_x</p:attrName>
                                          <p:attrName>ppt_y</p:attrName>
                                        </p:attrNameLst>
                                      </p:cBhvr>
                                      <p:rCtr x="0" y="62"/>
                                    </p:animMotion>
                                  </p:childTnLst>
                                </p:cTn>
                              </p:par>
                              <p:par>
                                <p:cTn id="28" presetID="10" presetClass="entr" presetSubtype="0" fill="hold" grpId="0" nodeType="withEffect">
                                  <p:stCondLst>
                                    <p:cond delay="0"/>
                                  </p:stCondLst>
                                  <p:childTnLst>
                                    <p:set>
                                      <p:cBhvr>
                                        <p:cTn id="29" dur="1" fill="hold">
                                          <p:stCondLst>
                                            <p:cond delay="0"/>
                                          </p:stCondLst>
                                        </p:cTn>
                                        <p:tgtEl>
                                          <p:spTgt spid="278"/>
                                        </p:tgtEl>
                                        <p:attrNameLst>
                                          <p:attrName>style.visibility</p:attrName>
                                        </p:attrNameLst>
                                      </p:cBhvr>
                                      <p:to>
                                        <p:strVal val="visible"/>
                                      </p:to>
                                    </p:set>
                                    <p:animEffect transition="in" filter="fade">
                                      <p:cBhvr>
                                        <p:cTn id="30" dur="500"/>
                                        <p:tgtEl>
                                          <p:spTgt spid="278"/>
                                        </p:tgtEl>
                                      </p:cBhvr>
                                    </p:animEffect>
                                  </p:childTnLst>
                                </p:cTn>
                              </p:par>
                            </p:childTnLst>
                          </p:cTn>
                        </p:par>
                        <p:par>
                          <p:cTn id="31" fill="hold">
                            <p:stCondLst>
                              <p:cond delay="1500"/>
                            </p:stCondLst>
                            <p:childTnLst>
                              <p:par>
                                <p:cTn id="32" presetID="10" presetClass="entr" presetSubtype="0" fill="hold" nodeType="after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500"/>
                                        <p:tgtEl>
                                          <p:spTgt spid="35"/>
                                        </p:tgtEl>
                                      </p:cBhvr>
                                    </p:animEffect>
                                  </p:childTnLst>
                                </p:cTn>
                              </p:par>
                              <p:par>
                                <p:cTn id="35" presetID="35" presetClass="path" presetSubtype="0" accel="50000" decel="50000" fill="hold" nodeType="withEffect">
                                  <p:stCondLst>
                                    <p:cond delay="0"/>
                                  </p:stCondLst>
                                  <p:childTnLst>
                                    <p:animMotion origin="layout" path="M 0.06892 -1.78141E-6 L 0 -1.78141E-6 " pathEditMode="relative" rAng="0" ptsTypes="AA">
                                      <p:cBhvr>
                                        <p:cTn id="36" dur="500" fill="hold"/>
                                        <p:tgtEl>
                                          <p:spTgt spid="35"/>
                                        </p:tgtEl>
                                        <p:attrNameLst>
                                          <p:attrName>ppt_x</p:attrName>
                                          <p:attrName>ppt_y</p:attrName>
                                        </p:attrNameLst>
                                      </p:cBhvr>
                                      <p:rCtr x="-35" y="0"/>
                                    </p:animMotion>
                                  </p:childTnLst>
                                </p:cTn>
                              </p:par>
                              <p:par>
                                <p:cTn id="37" presetID="10" presetClass="entr" presetSubtype="0" fill="hold" grpId="0" nodeType="withEffect">
                                  <p:stCondLst>
                                    <p:cond delay="0"/>
                                  </p:stCondLst>
                                  <p:childTnLst>
                                    <p:set>
                                      <p:cBhvr>
                                        <p:cTn id="38" dur="1" fill="hold">
                                          <p:stCondLst>
                                            <p:cond delay="0"/>
                                          </p:stCondLst>
                                        </p:cTn>
                                        <p:tgtEl>
                                          <p:spTgt spid="277"/>
                                        </p:tgtEl>
                                        <p:attrNameLst>
                                          <p:attrName>style.visibility</p:attrName>
                                        </p:attrNameLst>
                                      </p:cBhvr>
                                      <p:to>
                                        <p:strVal val="visible"/>
                                      </p:to>
                                    </p:set>
                                    <p:animEffect transition="in" filter="fade">
                                      <p:cBhvr>
                                        <p:cTn id="39" dur="500"/>
                                        <p:tgtEl>
                                          <p:spTgt spid="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 grpId="0"/>
      <p:bldP spid="276" grpId="0"/>
      <p:bldP spid="277" grpId="0"/>
      <p:bldP spid="27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Arrow Diagram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a:t>
            </a:r>
            <a:r>
              <a:rPr lang="nl-NL" dirty="0">
                <a:gradFill>
                  <a:gsLst>
                    <a:gs pos="0">
                      <a:schemeClr val="accent1"/>
                    </a:gs>
                    <a:gs pos="100000">
                      <a:schemeClr val="accent1"/>
                    </a:gs>
                  </a:gsLst>
                  <a:lin ang="0" scaled="1"/>
                </a:gradFill>
              </a:rPr>
              <a:t>proceed</a:t>
            </a:r>
            <a:endParaRPr lang="en-US" dirty="0">
              <a:gradFill>
                <a:gsLst>
                  <a:gs pos="0">
                    <a:schemeClr val="accent1"/>
                  </a:gs>
                  <a:gs pos="100000">
                    <a:schemeClr val="accent1"/>
                  </a:gs>
                </a:gsLst>
                <a:lin ang="0" scaled="1"/>
              </a:gradFill>
            </a:endParaRPr>
          </a:p>
        </p:txBody>
      </p:sp>
      <p:sp>
        <p:nvSpPr>
          <p:cNvPr id="21" name="Freeform 13"/>
          <p:cNvSpPr>
            <a:spLocks/>
          </p:cNvSpPr>
          <p:nvPr/>
        </p:nvSpPr>
        <p:spPr bwMode="auto">
          <a:xfrm>
            <a:off x="6137276" y="3059324"/>
            <a:ext cx="720724" cy="713136"/>
          </a:xfrm>
          <a:custGeom>
            <a:avLst/>
            <a:gdLst>
              <a:gd name="T0" fmla="*/ 820 w 820"/>
              <a:gd name="T1" fmla="*/ 620 h 620"/>
              <a:gd name="T2" fmla="*/ 0 w 820"/>
              <a:gd name="T3" fmla="*/ 228 h 620"/>
              <a:gd name="T4" fmla="*/ 0 w 820"/>
              <a:gd name="T5" fmla="*/ 0 h 620"/>
              <a:gd name="T6" fmla="*/ 820 w 820"/>
              <a:gd name="T7" fmla="*/ 129 h 620"/>
              <a:gd name="T8" fmla="*/ 820 w 820"/>
              <a:gd name="T9" fmla="*/ 620 h 620"/>
            </a:gdLst>
            <a:ahLst/>
            <a:cxnLst>
              <a:cxn ang="0">
                <a:pos x="T0" y="T1"/>
              </a:cxn>
              <a:cxn ang="0">
                <a:pos x="T2" y="T3"/>
              </a:cxn>
              <a:cxn ang="0">
                <a:pos x="T4" y="T5"/>
              </a:cxn>
              <a:cxn ang="0">
                <a:pos x="T6" y="T7"/>
              </a:cxn>
              <a:cxn ang="0">
                <a:pos x="T8" y="T9"/>
              </a:cxn>
            </a:cxnLst>
            <a:rect l="0" t="0" r="r" b="b"/>
            <a:pathLst>
              <a:path w="820" h="620">
                <a:moveTo>
                  <a:pt x="820" y="620"/>
                </a:moveTo>
                <a:lnTo>
                  <a:pt x="0" y="228"/>
                </a:lnTo>
                <a:lnTo>
                  <a:pt x="0" y="0"/>
                </a:lnTo>
                <a:lnTo>
                  <a:pt x="820" y="129"/>
                </a:lnTo>
                <a:lnTo>
                  <a:pt x="820" y="620"/>
                </a:lnTo>
                <a:close/>
              </a:path>
            </a:pathLst>
          </a:custGeom>
          <a:pattFill prst="dkDnDiag">
            <a:fgClr>
              <a:schemeClr val="accent3">
                <a:lumMod val="50000"/>
              </a:schemeClr>
            </a:fgClr>
            <a:bgClr>
              <a:schemeClr val="accent3">
                <a:lumMod val="65000"/>
              </a:schemeClr>
            </a:bgClr>
          </a:patt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0" name="Freeform 10"/>
          <p:cNvSpPr>
            <a:spLocks/>
          </p:cNvSpPr>
          <p:nvPr/>
        </p:nvSpPr>
        <p:spPr bwMode="auto">
          <a:xfrm>
            <a:off x="6137276" y="3547946"/>
            <a:ext cx="720724" cy="1015644"/>
          </a:xfrm>
          <a:custGeom>
            <a:avLst/>
            <a:gdLst>
              <a:gd name="T0" fmla="*/ 820 w 820"/>
              <a:gd name="T1" fmla="*/ 883 h 883"/>
              <a:gd name="T2" fmla="*/ 0 w 820"/>
              <a:gd name="T3" fmla="*/ 229 h 883"/>
              <a:gd name="T4" fmla="*/ 0 w 820"/>
              <a:gd name="T5" fmla="*/ 0 h 883"/>
              <a:gd name="T6" fmla="*/ 820 w 820"/>
              <a:gd name="T7" fmla="*/ 392 h 883"/>
              <a:gd name="T8" fmla="*/ 820 w 820"/>
              <a:gd name="T9" fmla="*/ 883 h 883"/>
            </a:gdLst>
            <a:ahLst/>
            <a:cxnLst>
              <a:cxn ang="0">
                <a:pos x="T0" y="T1"/>
              </a:cxn>
              <a:cxn ang="0">
                <a:pos x="T2" y="T3"/>
              </a:cxn>
              <a:cxn ang="0">
                <a:pos x="T4" y="T5"/>
              </a:cxn>
              <a:cxn ang="0">
                <a:pos x="T6" y="T7"/>
              </a:cxn>
              <a:cxn ang="0">
                <a:pos x="T8" y="T9"/>
              </a:cxn>
            </a:cxnLst>
            <a:rect l="0" t="0" r="r" b="b"/>
            <a:pathLst>
              <a:path w="820" h="883">
                <a:moveTo>
                  <a:pt x="820" y="883"/>
                </a:moveTo>
                <a:lnTo>
                  <a:pt x="0" y="229"/>
                </a:lnTo>
                <a:lnTo>
                  <a:pt x="0" y="0"/>
                </a:lnTo>
                <a:lnTo>
                  <a:pt x="820" y="392"/>
                </a:lnTo>
                <a:lnTo>
                  <a:pt x="820" y="883"/>
                </a:lnTo>
                <a:close/>
              </a:path>
            </a:pathLst>
          </a:custGeom>
          <a:pattFill prst="dkDnDiag">
            <a:fgClr>
              <a:schemeClr val="accent3">
                <a:lumMod val="50000"/>
              </a:schemeClr>
            </a:fgClr>
            <a:bgClr>
              <a:schemeClr val="accent3">
                <a:lumMod val="65000"/>
              </a:schemeClr>
            </a:bgClr>
          </a:patt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 name="Freeform 19"/>
          <p:cNvSpPr>
            <a:spLocks/>
          </p:cNvSpPr>
          <p:nvPr/>
        </p:nvSpPr>
        <p:spPr bwMode="auto">
          <a:xfrm>
            <a:off x="6137276" y="1631193"/>
            <a:ext cx="720724" cy="716587"/>
          </a:xfrm>
          <a:custGeom>
            <a:avLst/>
            <a:gdLst>
              <a:gd name="T0" fmla="*/ 820 w 820"/>
              <a:gd name="T1" fmla="*/ 0 h 623"/>
              <a:gd name="T2" fmla="*/ 0 w 820"/>
              <a:gd name="T3" fmla="*/ 392 h 623"/>
              <a:gd name="T4" fmla="*/ 0 w 820"/>
              <a:gd name="T5" fmla="*/ 623 h 623"/>
              <a:gd name="T6" fmla="*/ 820 w 820"/>
              <a:gd name="T7" fmla="*/ 492 h 623"/>
              <a:gd name="T8" fmla="*/ 820 w 820"/>
              <a:gd name="T9" fmla="*/ 0 h 623"/>
            </a:gdLst>
            <a:ahLst/>
            <a:cxnLst>
              <a:cxn ang="0">
                <a:pos x="T0" y="T1"/>
              </a:cxn>
              <a:cxn ang="0">
                <a:pos x="T2" y="T3"/>
              </a:cxn>
              <a:cxn ang="0">
                <a:pos x="T4" y="T5"/>
              </a:cxn>
              <a:cxn ang="0">
                <a:pos x="T6" y="T7"/>
              </a:cxn>
              <a:cxn ang="0">
                <a:pos x="T8" y="T9"/>
              </a:cxn>
            </a:cxnLst>
            <a:rect l="0" t="0" r="r" b="b"/>
            <a:pathLst>
              <a:path w="820" h="623">
                <a:moveTo>
                  <a:pt x="820" y="0"/>
                </a:moveTo>
                <a:lnTo>
                  <a:pt x="0" y="392"/>
                </a:lnTo>
                <a:lnTo>
                  <a:pt x="0" y="623"/>
                </a:lnTo>
                <a:lnTo>
                  <a:pt x="820" y="492"/>
                </a:lnTo>
                <a:lnTo>
                  <a:pt x="820" y="0"/>
                </a:lnTo>
                <a:close/>
              </a:path>
            </a:pathLst>
          </a:custGeom>
          <a:pattFill prst="dkDnDiag">
            <a:fgClr>
              <a:schemeClr val="accent3">
                <a:lumMod val="50000"/>
              </a:schemeClr>
            </a:fgClr>
            <a:bgClr>
              <a:schemeClr val="accent3">
                <a:lumMod val="65000"/>
              </a:schemeClr>
            </a:bgClr>
          </a:patt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2" name="Freeform 16"/>
          <p:cNvSpPr>
            <a:spLocks/>
          </p:cNvSpPr>
          <p:nvPr/>
        </p:nvSpPr>
        <p:spPr bwMode="auto">
          <a:xfrm>
            <a:off x="6137276" y="843510"/>
            <a:ext cx="720724" cy="1015644"/>
          </a:xfrm>
          <a:custGeom>
            <a:avLst/>
            <a:gdLst>
              <a:gd name="T0" fmla="*/ 820 w 820"/>
              <a:gd name="T1" fmla="*/ 0 h 883"/>
              <a:gd name="T2" fmla="*/ 0 w 820"/>
              <a:gd name="T3" fmla="*/ 652 h 883"/>
              <a:gd name="T4" fmla="*/ 0 w 820"/>
              <a:gd name="T5" fmla="*/ 883 h 883"/>
              <a:gd name="T6" fmla="*/ 820 w 820"/>
              <a:gd name="T7" fmla="*/ 489 h 883"/>
              <a:gd name="T8" fmla="*/ 820 w 820"/>
              <a:gd name="T9" fmla="*/ 0 h 883"/>
            </a:gdLst>
            <a:ahLst/>
            <a:cxnLst>
              <a:cxn ang="0">
                <a:pos x="T0" y="T1"/>
              </a:cxn>
              <a:cxn ang="0">
                <a:pos x="T2" y="T3"/>
              </a:cxn>
              <a:cxn ang="0">
                <a:pos x="T4" y="T5"/>
              </a:cxn>
              <a:cxn ang="0">
                <a:pos x="T6" y="T7"/>
              </a:cxn>
              <a:cxn ang="0">
                <a:pos x="T8" y="T9"/>
              </a:cxn>
            </a:cxnLst>
            <a:rect l="0" t="0" r="r" b="b"/>
            <a:pathLst>
              <a:path w="820" h="883">
                <a:moveTo>
                  <a:pt x="820" y="0"/>
                </a:moveTo>
                <a:lnTo>
                  <a:pt x="0" y="652"/>
                </a:lnTo>
                <a:lnTo>
                  <a:pt x="0" y="883"/>
                </a:lnTo>
                <a:lnTo>
                  <a:pt x="820" y="489"/>
                </a:lnTo>
                <a:lnTo>
                  <a:pt x="820" y="0"/>
                </a:lnTo>
                <a:close/>
              </a:path>
            </a:pathLst>
          </a:custGeom>
          <a:pattFill prst="dkDnDiag">
            <a:fgClr>
              <a:schemeClr val="accent3">
                <a:lumMod val="50000"/>
              </a:schemeClr>
            </a:fgClr>
            <a:bgClr>
              <a:schemeClr val="accent3">
                <a:lumMod val="65000"/>
              </a:schemeClr>
            </a:bgClr>
          </a:patt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9" name="Freeform 7"/>
          <p:cNvSpPr>
            <a:spLocks/>
          </p:cNvSpPr>
          <p:nvPr/>
        </p:nvSpPr>
        <p:spPr bwMode="auto">
          <a:xfrm>
            <a:off x="6137276" y="2423034"/>
            <a:ext cx="720724" cy="562458"/>
          </a:xfrm>
          <a:custGeom>
            <a:avLst/>
            <a:gdLst>
              <a:gd name="T0" fmla="*/ 820 w 820"/>
              <a:gd name="T1" fmla="*/ 489 h 489"/>
              <a:gd name="T2" fmla="*/ 0 w 820"/>
              <a:gd name="T3" fmla="*/ 360 h 489"/>
              <a:gd name="T4" fmla="*/ 0 w 820"/>
              <a:gd name="T5" fmla="*/ 129 h 489"/>
              <a:gd name="T6" fmla="*/ 820 w 820"/>
              <a:gd name="T7" fmla="*/ 0 h 489"/>
              <a:gd name="T8" fmla="*/ 820 w 820"/>
              <a:gd name="T9" fmla="*/ 489 h 489"/>
            </a:gdLst>
            <a:ahLst/>
            <a:cxnLst>
              <a:cxn ang="0">
                <a:pos x="T0" y="T1"/>
              </a:cxn>
              <a:cxn ang="0">
                <a:pos x="T2" y="T3"/>
              </a:cxn>
              <a:cxn ang="0">
                <a:pos x="T4" y="T5"/>
              </a:cxn>
              <a:cxn ang="0">
                <a:pos x="T6" y="T7"/>
              </a:cxn>
              <a:cxn ang="0">
                <a:pos x="T8" y="T9"/>
              </a:cxn>
            </a:cxnLst>
            <a:rect l="0" t="0" r="r" b="b"/>
            <a:pathLst>
              <a:path w="820" h="489">
                <a:moveTo>
                  <a:pt x="820" y="489"/>
                </a:moveTo>
                <a:lnTo>
                  <a:pt x="0" y="360"/>
                </a:lnTo>
                <a:lnTo>
                  <a:pt x="0" y="129"/>
                </a:lnTo>
                <a:lnTo>
                  <a:pt x="820" y="0"/>
                </a:lnTo>
                <a:lnTo>
                  <a:pt x="820" y="489"/>
                </a:lnTo>
                <a:close/>
              </a:path>
            </a:pathLst>
          </a:custGeom>
          <a:pattFill prst="dkDnDiag">
            <a:fgClr>
              <a:schemeClr val="accent1"/>
            </a:fgClr>
            <a:bgClr>
              <a:schemeClr val="accent1">
                <a:lumMod val="7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49" name="그룹 48"/>
          <p:cNvGrpSpPr/>
          <p:nvPr/>
        </p:nvGrpSpPr>
        <p:grpSpPr>
          <a:xfrm>
            <a:off x="3621455" y="2955676"/>
            <a:ext cx="2515821" cy="473011"/>
            <a:chOff x="5907452" y="2825270"/>
            <a:chExt cx="2515821" cy="473011"/>
          </a:xfrm>
        </p:grpSpPr>
        <p:sp>
          <p:nvSpPr>
            <p:cNvPr id="29" name="이등변 삼각형 28"/>
            <p:cNvSpPr/>
            <p:nvPr/>
          </p:nvSpPr>
          <p:spPr>
            <a:xfrm rot="16200000">
              <a:off x="5887571" y="2845151"/>
              <a:ext cx="473011" cy="433249"/>
            </a:xfrm>
            <a:prstGeom prst="triangl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0" name="직사각형 29"/>
            <p:cNvSpPr>
              <a:spLocks/>
            </p:cNvSpPr>
            <p:nvPr/>
          </p:nvSpPr>
          <p:spPr>
            <a:xfrm rot="10800000">
              <a:off x="6338308" y="2928921"/>
              <a:ext cx="2084965" cy="265701"/>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31" name="직각 삼각형 30"/>
            <p:cNvSpPr>
              <a:spLocks/>
            </p:cNvSpPr>
            <p:nvPr/>
          </p:nvSpPr>
          <p:spPr>
            <a:xfrm>
              <a:off x="6338307" y="2928925"/>
              <a:ext cx="286882" cy="265701"/>
            </a:xfrm>
            <a:prstGeom prst="rtTriangle">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50" name="그룹 49"/>
          <p:cNvGrpSpPr/>
          <p:nvPr/>
        </p:nvGrpSpPr>
        <p:grpSpPr>
          <a:xfrm>
            <a:off x="4203131" y="3444299"/>
            <a:ext cx="1934147" cy="473011"/>
            <a:chOff x="6489126" y="3313893"/>
            <a:chExt cx="1934147" cy="473011"/>
          </a:xfrm>
        </p:grpSpPr>
        <p:sp>
          <p:nvSpPr>
            <p:cNvPr id="32" name="이등변 삼각형 31"/>
            <p:cNvSpPr/>
            <p:nvPr/>
          </p:nvSpPr>
          <p:spPr>
            <a:xfrm rot="16200000">
              <a:off x="6469245" y="3333774"/>
              <a:ext cx="473011" cy="433249"/>
            </a:xfrm>
            <a:prstGeom prst="triangl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3" name="직사각형 32"/>
            <p:cNvSpPr>
              <a:spLocks/>
            </p:cNvSpPr>
            <p:nvPr/>
          </p:nvSpPr>
          <p:spPr>
            <a:xfrm rot="10800000">
              <a:off x="6919983" y="3417543"/>
              <a:ext cx="1503290" cy="265701"/>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34" name="직각 삼각형 33"/>
            <p:cNvSpPr>
              <a:spLocks/>
            </p:cNvSpPr>
            <p:nvPr/>
          </p:nvSpPr>
          <p:spPr>
            <a:xfrm>
              <a:off x="6919981" y="3417548"/>
              <a:ext cx="286882" cy="265701"/>
            </a:xfrm>
            <a:prstGeom prst="rtTriangle">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47" name="그룹 46"/>
          <p:cNvGrpSpPr/>
          <p:nvPr/>
        </p:nvGrpSpPr>
        <p:grpSpPr>
          <a:xfrm>
            <a:off x="3621457" y="1978429"/>
            <a:ext cx="2515823" cy="473011"/>
            <a:chOff x="5907452" y="1848023"/>
            <a:chExt cx="2515823" cy="473011"/>
          </a:xfrm>
        </p:grpSpPr>
        <p:sp>
          <p:nvSpPr>
            <p:cNvPr id="35" name="이등변 삼각형 34"/>
            <p:cNvSpPr/>
            <p:nvPr/>
          </p:nvSpPr>
          <p:spPr>
            <a:xfrm rot="16200000">
              <a:off x="5887571" y="1867904"/>
              <a:ext cx="473011" cy="433249"/>
            </a:xfrm>
            <a:prstGeom prst="triangl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6" name="직사각형 35"/>
            <p:cNvSpPr>
              <a:spLocks/>
            </p:cNvSpPr>
            <p:nvPr/>
          </p:nvSpPr>
          <p:spPr>
            <a:xfrm rot="10800000">
              <a:off x="6338309" y="1951675"/>
              <a:ext cx="2084966" cy="265701"/>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37" name="직각 삼각형 36"/>
            <p:cNvSpPr>
              <a:spLocks/>
            </p:cNvSpPr>
            <p:nvPr/>
          </p:nvSpPr>
          <p:spPr>
            <a:xfrm>
              <a:off x="6338307" y="1951678"/>
              <a:ext cx="286882" cy="265701"/>
            </a:xfrm>
            <a:prstGeom prst="rtTriangle">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46" name="그룹 45"/>
          <p:cNvGrpSpPr/>
          <p:nvPr/>
        </p:nvGrpSpPr>
        <p:grpSpPr>
          <a:xfrm>
            <a:off x="4203126" y="1489806"/>
            <a:ext cx="1934148" cy="473011"/>
            <a:chOff x="6489126" y="1359400"/>
            <a:chExt cx="1934148" cy="473011"/>
          </a:xfrm>
        </p:grpSpPr>
        <p:sp>
          <p:nvSpPr>
            <p:cNvPr id="38" name="이등변 삼각형 37"/>
            <p:cNvSpPr/>
            <p:nvPr/>
          </p:nvSpPr>
          <p:spPr>
            <a:xfrm rot="16200000">
              <a:off x="6469245" y="1379281"/>
              <a:ext cx="473011" cy="433249"/>
            </a:xfrm>
            <a:prstGeom prst="triangl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9" name="직사각형 38"/>
            <p:cNvSpPr>
              <a:spLocks/>
            </p:cNvSpPr>
            <p:nvPr/>
          </p:nvSpPr>
          <p:spPr>
            <a:xfrm rot="10800000">
              <a:off x="6919981" y="1463050"/>
              <a:ext cx="1503293" cy="265701"/>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40" name="직각 삼각형 39"/>
            <p:cNvSpPr>
              <a:spLocks/>
            </p:cNvSpPr>
            <p:nvPr/>
          </p:nvSpPr>
          <p:spPr>
            <a:xfrm>
              <a:off x="6919981" y="1463055"/>
              <a:ext cx="286882" cy="265701"/>
            </a:xfrm>
            <a:prstGeom prst="rtTriangle">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48" name="그룹 47"/>
          <p:cNvGrpSpPr/>
          <p:nvPr/>
        </p:nvGrpSpPr>
        <p:grpSpPr>
          <a:xfrm>
            <a:off x="2622391" y="2467053"/>
            <a:ext cx="3514889" cy="473011"/>
            <a:chOff x="4908386" y="2336647"/>
            <a:chExt cx="3514889" cy="473011"/>
          </a:xfrm>
        </p:grpSpPr>
        <p:sp>
          <p:nvSpPr>
            <p:cNvPr id="25" name="이등변 삼각형 24"/>
            <p:cNvSpPr/>
            <p:nvPr/>
          </p:nvSpPr>
          <p:spPr>
            <a:xfrm rot="16200000">
              <a:off x="4888505" y="2356528"/>
              <a:ext cx="473011" cy="433249"/>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6" name="직사각형 25"/>
            <p:cNvSpPr>
              <a:spLocks/>
            </p:cNvSpPr>
            <p:nvPr/>
          </p:nvSpPr>
          <p:spPr>
            <a:xfrm rot="10800000">
              <a:off x="5339241" y="2440298"/>
              <a:ext cx="3084034" cy="265701"/>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64" name="직각 삼각형 63"/>
            <p:cNvSpPr>
              <a:spLocks/>
            </p:cNvSpPr>
            <p:nvPr/>
          </p:nvSpPr>
          <p:spPr>
            <a:xfrm>
              <a:off x="5341635" y="2440300"/>
              <a:ext cx="286882" cy="265701"/>
            </a:xfrm>
            <a:prstGeom prst="rtTriangle">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70" name="그룹 69"/>
          <p:cNvGrpSpPr/>
          <p:nvPr/>
        </p:nvGrpSpPr>
        <p:grpSpPr>
          <a:xfrm>
            <a:off x="1030159" y="2609644"/>
            <a:ext cx="1584854" cy="603295"/>
            <a:chOff x="4048479" y="2479238"/>
            <a:chExt cx="1584854" cy="603295"/>
          </a:xfrm>
        </p:grpSpPr>
        <p:sp>
          <p:nvSpPr>
            <p:cNvPr id="67" name="TextBox 66"/>
            <p:cNvSpPr txBox="1"/>
            <p:nvPr/>
          </p:nvSpPr>
          <p:spPr>
            <a:xfrm>
              <a:off x="4048479" y="2479238"/>
              <a:ext cx="952765" cy="193940"/>
            </a:xfrm>
            <a:prstGeom prst="rect">
              <a:avLst/>
            </a:prstGeom>
            <a:noFill/>
          </p:spPr>
          <p:txBody>
            <a:bodyPr wrap="square" lIns="72000" tIns="0" rIns="7200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Lorem Ipsum</a:t>
              </a:r>
              <a:endParaRPr lang="ko-KR" altLang="en-US" sz="1200" b="1" dirty="0">
                <a:gradFill>
                  <a:gsLst>
                    <a:gs pos="0">
                      <a:schemeClr val="accent1"/>
                    </a:gs>
                    <a:gs pos="100000">
                      <a:schemeClr val="accent1"/>
                    </a:gs>
                  </a:gsLst>
                  <a:lin ang="5400000" scaled="0"/>
                </a:gradFill>
                <a:latin typeface="Roboto Condensed Regular"/>
              </a:endParaRPr>
            </a:p>
          </p:txBody>
        </p:sp>
        <p:sp>
          <p:nvSpPr>
            <p:cNvPr id="68" name="TextBox 67"/>
            <p:cNvSpPr txBox="1"/>
            <p:nvPr/>
          </p:nvSpPr>
          <p:spPr>
            <a:xfrm>
              <a:off x="4048479" y="2692936"/>
              <a:ext cx="95276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69" name="직선 연결선 68"/>
            <p:cNvCxnSpPr/>
            <p:nvPr/>
          </p:nvCxnSpPr>
          <p:spPr>
            <a:xfrm flipH="1">
              <a:off x="5019165" y="2573862"/>
              <a:ext cx="614168" cy="0"/>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71" name="그룹 70"/>
          <p:cNvGrpSpPr/>
          <p:nvPr/>
        </p:nvGrpSpPr>
        <p:grpSpPr>
          <a:xfrm>
            <a:off x="2048449" y="3098414"/>
            <a:ext cx="1584854" cy="603295"/>
            <a:chOff x="4048479" y="2479238"/>
            <a:chExt cx="1584854" cy="603295"/>
          </a:xfrm>
        </p:grpSpPr>
        <p:sp>
          <p:nvSpPr>
            <p:cNvPr id="72" name="TextBox 71"/>
            <p:cNvSpPr txBox="1"/>
            <p:nvPr/>
          </p:nvSpPr>
          <p:spPr>
            <a:xfrm>
              <a:off x="4048479" y="2479238"/>
              <a:ext cx="952765" cy="193940"/>
            </a:xfrm>
            <a:prstGeom prst="rect">
              <a:avLst/>
            </a:prstGeom>
            <a:noFill/>
          </p:spPr>
          <p:txBody>
            <a:bodyPr wrap="square" lIns="72000" tIns="0" rIns="72000" bIns="0" rtlCol="0">
              <a:noAutofit/>
            </a:bodyPr>
            <a:lstStyle/>
            <a:p>
              <a:r>
                <a:rPr lang="en-US" altLang="ko-KR" sz="1200" b="1" dirty="0">
                  <a:gradFill>
                    <a:gsLst>
                      <a:gs pos="0">
                        <a:schemeClr val="tx1">
                          <a:alpha val="50000"/>
                        </a:schemeClr>
                      </a:gs>
                      <a:gs pos="100000">
                        <a:schemeClr val="tx2">
                          <a:alpha val="50000"/>
                        </a:schemeClr>
                      </a:gs>
                    </a:gsLst>
                    <a:lin ang="5400000" scaled="0"/>
                  </a:gradFill>
                  <a:latin typeface="Roboto Condensed Regular"/>
                </a:rPr>
                <a:t>Lorem Ipsum</a:t>
              </a:r>
              <a:endParaRPr lang="ko-KR" altLang="en-US" sz="1200" b="1" dirty="0">
                <a:gradFill>
                  <a:gsLst>
                    <a:gs pos="0">
                      <a:schemeClr val="tx1">
                        <a:alpha val="50000"/>
                      </a:schemeClr>
                    </a:gs>
                    <a:gs pos="100000">
                      <a:schemeClr val="tx2">
                        <a:alpha val="50000"/>
                      </a:schemeClr>
                    </a:gs>
                  </a:gsLst>
                  <a:lin ang="5400000" scaled="0"/>
                </a:gradFill>
                <a:latin typeface="Roboto Condensed Regular"/>
              </a:endParaRPr>
            </a:p>
          </p:txBody>
        </p:sp>
        <p:sp>
          <p:nvSpPr>
            <p:cNvPr id="73" name="TextBox 72"/>
            <p:cNvSpPr txBox="1"/>
            <p:nvPr/>
          </p:nvSpPr>
          <p:spPr>
            <a:xfrm>
              <a:off x="4048479" y="2692936"/>
              <a:ext cx="95276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74" name="직선 연결선 73"/>
            <p:cNvCxnSpPr/>
            <p:nvPr/>
          </p:nvCxnSpPr>
          <p:spPr>
            <a:xfrm flipH="1">
              <a:off x="5019165" y="2573862"/>
              <a:ext cx="614168" cy="0"/>
            </a:xfrm>
            <a:prstGeom prst="line">
              <a:avLst/>
            </a:prstGeom>
            <a:ln w="3175">
              <a:solidFill>
                <a:schemeClr val="accent3">
                  <a:lumMod val="65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75" name="그룹 74"/>
          <p:cNvGrpSpPr/>
          <p:nvPr/>
        </p:nvGrpSpPr>
        <p:grpSpPr>
          <a:xfrm>
            <a:off x="2609869" y="3581843"/>
            <a:ext cx="1584854" cy="603295"/>
            <a:chOff x="4048479" y="2479238"/>
            <a:chExt cx="1584854" cy="603295"/>
          </a:xfrm>
        </p:grpSpPr>
        <p:sp>
          <p:nvSpPr>
            <p:cNvPr id="76" name="TextBox 75"/>
            <p:cNvSpPr txBox="1"/>
            <p:nvPr/>
          </p:nvSpPr>
          <p:spPr>
            <a:xfrm>
              <a:off x="4048479" y="2479238"/>
              <a:ext cx="952765" cy="193940"/>
            </a:xfrm>
            <a:prstGeom prst="rect">
              <a:avLst/>
            </a:prstGeom>
            <a:noFill/>
          </p:spPr>
          <p:txBody>
            <a:bodyPr wrap="square" lIns="72000" tIns="0" rIns="72000" bIns="0" rtlCol="0">
              <a:noAutofit/>
            </a:bodyPr>
            <a:lstStyle/>
            <a:p>
              <a:r>
                <a:rPr lang="en-US" altLang="ko-KR" sz="1200" b="1" dirty="0">
                  <a:gradFill>
                    <a:gsLst>
                      <a:gs pos="0">
                        <a:schemeClr val="tx1">
                          <a:alpha val="50000"/>
                        </a:schemeClr>
                      </a:gs>
                      <a:gs pos="100000">
                        <a:schemeClr val="tx2">
                          <a:alpha val="50000"/>
                        </a:schemeClr>
                      </a:gs>
                    </a:gsLst>
                    <a:lin ang="5400000" scaled="0"/>
                  </a:gradFill>
                  <a:latin typeface="Roboto Condensed Regular"/>
                </a:rPr>
                <a:t>Lorem Ipsum</a:t>
              </a:r>
              <a:endParaRPr lang="ko-KR" altLang="en-US" sz="1200" b="1" dirty="0">
                <a:gradFill>
                  <a:gsLst>
                    <a:gs pos="0">
                      <a:schemeClr val="tx1">
                        <a:alpha val="50000"/>
                      </a:schemeClr>
                    </a:gs>
                    <a:gs pos="100000">
                      <a:schemeClr val="tx2">
                        <a:alpha val="50000"/>
                      </a:schemeClr>
                    </a:gs>
                  </a:gsLst>
                  <a:lin ang="5400000" scaled="0"/>
                </a:gradFill>
                <a:latin typeface="Roboto Condensed Regular"/>
              </a:endParaRPr>
            </a:p>
          </p:txBody>
        </p:sp>
        <p:sp>
          <p:nvSpPr>
            <p:cNvPr id="77" name="TextBox 76"/>
            <p:cNvSpPr txBox="1"/>
            <p:nvPr/>
          </p:nvSpPr>
          <p:spPr>
            <a:xfrm>
              <a:off x="4048479" y="2692936"/>
              <a:ext cx="952765"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78" name="직선 연결선 77"/>
            <p:cNvCxnSpPr/>
            <p:nvPr/>
          </p:nvCxnSpPr>
          <p:spPr>
            <a:xfrm flipH="1">
              <a:off x="5019165" y="2573862"/>
              <a:ext cx="614168" cy="0"/>
            </a:xfrm>
            <a:prstGeom prst="line">
              <a:avLst/>
            </a:prstGeom>
            <a:ln w="3175">
              <a:solidFill>
                <a:schemeClr val="accent3">
                  <a:lumMod val="65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79" name="그룹 78"/>
          <p:cNvGrpSpPr/>
          <p:nvPr/>
        </p:nvGrpSpPr>
        <p:grpSpPr>
          <a:xfrm>
            <a:off x="2048449" y="1723934"/>
            <a:ext cx="1584854" cy="590298"/>
            <a:chOff x="4048479" y="2082880"/>
            <a:chExt cx="1584854" cy="590298"/>
          </a:xfrm>
        </p:grpSpPr>
        <p:sp>
          <p:nvSpPr>
            <p:cNvPr id="80" name="TextBox 79"/>
            <p:cNvSpPr txBox="1"/>
            <p:nvPr/>
          </p:nvSpPr>
          <p:spPr>
            <a:xfrm>
              <a:off x="4048479" y="2479238"/>
              <a:ext cx="952765" cy="193940"/>
            </a:xfrm>
            <a:prstGeom prst="rect">
              <a:avLst/>
            </a:prstGeom>
            <a:noFill/>
          </p:spPr>
          <p:txBody>
            <a:bodyPr wrap="square" lIns="72000" tIns="0" rIns="72000" bIns="0" rtlCol="0">
              <a:noAutofit/>
            </a:bodyPr>
            <a:lstStyle/>
            <a:p>
              <a:r>
                <a:rPr lang="en-US" altLang="ko-KR" sz="1200" b="1" dirty="0">
                  <a:gradFill>
                    <a:gsLst>
                      <a:gs pos="0">
                        <a:schemeClr val="tx1">
                          <a:alpha val="50000"/>
                        </a:schemeClr>
                      </a:gs>
                      <a:gs pos="100000">
                        <a:schemeClr val="tx2">
                          <a:alpha val="50000"/>
                        </a:schemeClr>
                      </a:gs>
                    </a:gsLst>
                    <a:lin ang="5400000" scaled="0"/>
                  </a:gradFill>
                  <a:latin typeface="Roboto Condensed Regular"/>
                </a:rPr>
                <a:t>Lorem Ipsum</a:t>
              </a:r>
              <a:endParaRPr lang="ko-KR" altLang="en-US" sz="1200" b="1" dirty="0">
                <a:gradFill>
                  <a:gsLst>
                    <a:gs pos="0">
                      <a:schemeClr val="tx1">
                        <a:alpha val="50000"/>
                      </a:schemeClr>
                    </a:gs>
                    <a:gs pos="100000">
                      <a:schemeClr val="tx2">
                        <a:alpha val="50000"/>
                      </a:schemeClr>
                    </a:gs>
                  </a:gsLst>
                  <a:lin ang="5400000" scaled="0"/>
                </a:gradFill>
                <a:latin typeface="Roboto Condensed Regular"/>
              </a:endParaRPr>
            </a:p>
          </p:txBody>
        </p:sp>
        <p:sp>
          <p:nvSpPr>
            <p:cNvPr id="81" name="TextBox 80"/>
            <p:cNvSpPr txBox="1"/>
            <p:nvPr/>
          </p:nvSpPr>
          <p:spPr>
            <a:xfrm>
              <a:off x="4048479" y="2082880"/>
              <a:ext cx="952765" cy="389597"/>
            </a:xfrm>
            <a:prstGeom prst="rect">
              <a:avLst/>
            </a:prstGeom>
            <a:noFill/>
          </p:spPr>
          <p:txBody>
            <a:bodyPr wrap="square" lIns="72000" tIns="0" rIns="72000" bIns="0" rtlCol="0" anchor="b">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82" name="직선 연결선 81"/>
            <p:cNvCxnSpPr/>
            <p:nvPr/>
          </p:nvCxnSpPr>
          <p:spPr>
            <a:xfrm flipH="1">
              <a:off x="5019165" y="2573862"/>
              <a:ext cx="614168" cy="0"/>
            </a:xfrm>
            <a:prstGeom prst="line">
              <a:avLst/>
            </a:prstGeom>
            <a:ln w="3175">
              <a:solidFill>
                <a:schemeClr val="accent3">
                  <a:lumMod val="65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83" name="그룹 82"/>
          <p:cNvGrpSpPr/>
          <p:nvPr/>
        </p:nvGrpSpPr>
        <p:grpSpPr>
          <a:xfrm>
            <a:off x="2609869" y="1235236"/>
            <a:ext cx="1584854" cy="589898"/>
            <a:chOff x="4048479" y="2083280"/>
            <a:chExt cx="1584854" cy="589898"/>
          </a:xfrm>
        </p:grpSpPr>
        <p:sp>
          <p:nvSpPr>
            <p:cNvPr id="84" name="TextBox 83"/>
            <p:cNvSpPr txBox="1"/>
            <p:nvPr/>
          </p:nvSpPr>
          <p:spPr>
            <a:xfrm>
              <a:off x="4048479" y="2479238"/>
              <a:ext cx="952765" cy="193940"/>
            </a:xfrm>
            <a:prstGeom prst="rect">
              <a:avLst/>
            </a:prstGeom>
            <a:noFill/>
          </p:spPr>
          <p:txBody>
            <a:bodyPr wrap="square" lIns="72000" tIns="0" rIns="72000" bIns="0" rtlCol="0">
              <a:noAutofit/>
            </a:bodyPr>
            <a:lstStyle/>
            <a:p>
              <a:pPr lvl="0"/>
              <a:r>
                <a:rPr lang="en-US" altLang="ko-KR" sz="1200" b="1" dirty="0">
                  <a:gradFill>
                    <a:gsLst>
                      <a:gs pos="0">
                        <a:schemeClr val="tx1">
                          <a:alpha val="50000"/>
                        </a:schemeClr>
                      </a:gs>
                      <a:gs pos="100000">
                        <a:schemeClr val="tx2">
                          <a:alpha val="50000"/>
                        </a:schemeClr>
                      </a:gs>
                    </a:gsLst>
                    <a:lin ang="5400000" scaled="0"/>
                  </a:gradFill>
                  <a:latin typeface="Roboto Condensed Regular"/>
                </a:rPr>
                <a:t>Lorem Ipsum</a:t>
              </a:r>
              <a:endParaRPr lang="ko-KR" altLang="en-US" sz="1200" b="1" dirty="0">
                <a:gradFill>
                  <a:gsLst>
                    <a:gs pos="0">
                      <a:schemeClr val="tx1">
                        <a:alpha val="50000"/>
                      </a:schemeClr>
                    </a:gs>
                    <a:gs pos="100000">
                      <a:schemeClr val="tx2">
                        <a:alpha val="50000"/>
                      </a:schemeClr>
                    </a:gs>
                  </a:gsLst>
                  <a:lin ang="5400000" scaled="0"/>
                </a:gradFill>
                <a:latin typeface="Roboto Condensed Regular"/>
              </a:endParaRPr>
            </a:p>
          </p:txBody>
        </p:sp>
        <p:sp>
          <p:nvSpPr>
            <p:cNvPr id="85" name="TextBox 84"/>
            <p:cNvSpPr txBox="1"/>
            <p:nvPr/>
          </p:nvSpPr>
          <p:spPr>
            <a:xfrm>
              <a:off x="4048479" y="2083280"/>
              <a:ext cx="952765" cy="389597"/>
            </a:xfrm>
            <a:prstGeom prst="rect">
              <a:avLst/>
            </a:prstGeom>
            <a:noFill/>
          </p:spPr>
          <p:txBody>
            <a:bodyPr wrap="square" lIns="72000" tIns="0" rIns="72000" bIns="0" rtlCol="0" anchor="b">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86" name="직선 연결선 85"/>
            <p:cNvCxnSpPr/>
            <p:nvPr/>
          </p:nvCxnSpPr>
          <p:spPr>
            <a:xfrm flipH="1">
              <a:off x="5019165" y="2573862"/>
              <a:ext cx="614168" cy="0"/>
            </a:xfrm>
            <a:prstGeom prst="line">
              <a:avLst/>
            </a:prstGeom>
            <a:ln w="3175">
              <a:solidFill>
                <a:schemeClr val="accent3">
                  <a:lumMod val="65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7984853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right)">
                                      <p:cBhvr>
                                        <p:cTn id="7" dur="500"/>
                                        <p:tgtEl>
                                          <p:spTgt spid="22"/>
                                        </p:tgtEl>
                                      </p:cBhvr>
                                    </p:animEffect>
                                  </p:childTnLst>
                                </p:cTn>
                              </p:par>
                            </p:childTnLst>
                          </p:cTn>
                        </p:par>
                        <p:par>
                          <p:cTn id="8" fill="hold">
                            <p:stCondLst>
                              <p:cond delay="500"/>
                            </p:stCondLst>
                            <p:childTnLst>
                              <p:par>
                                <p:cTn id="9" presetID="12" presetClass="entr" presetSubtype="2"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slide(fromRight)">
                                      <p:cBhvr>
                                        <p:cTn id="11" dur="500"/>
                                        <p:tgtEl>
                                          <p:spTgt spid="46"/>
                                        </p:tgtEl>
                                      </p:cBhvr>
                                    </p:animEffect>
                                  </p:childTnLst>
                                </p:cTn>
                              </p:par>
                            </p:childTnLst>
                          </p:cTn>
                        </p:par>
                        <p:par>
                          <p:cTn id="12" fill="hold">
                            <p:stCondLst>
                              <p:cond delay="1000"/>
                            </p:stCondLst>
                            <p:childTnLst>
                              <p:par>
                                <p:cTn id="13" presetID="12" presetClass="entr" presetSubtype="2" fill="hold" nodeType="afterEffect">
                                  <p:stCondLst>
                                    <p:cond delay="0"/>
                                  </p:stCondLst>
                                  <p:childTnLst>
                                    <p:set>
                                      <p:cBhvr>
                                        <p:cTn id="14" dur="1" fill="hold">
                                          <p:stCondLst>
                                            <p:cond delay="0"/>
                                          </p:stCondLst>
                                        </p:cTn>
                                        <p:tgtEl>
                                          <p:spTgt spid="83"/>
                                        </p:tgtEl>
                                        <p:attrNameLst>
                                          <p:attrName>style.visibility</p:attrName>
                                        </p:attrNameLst>
                                      </p:cBhvr>
                                      <p:to>
                                        <p:strVal val="visible"/>
                                      </p:to>
                                    </p:set>
                                    <p:animEffect transition="in" filter="slide(fromRight)">
                                      <p:cBhvr>
                                        <p:cTn id="15" dur="500"/>
                                        <p:tgtEl>
                                          <p:spTgt spid="83"/>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right)">
                                      <p:cBhvr>
                                        <p:cTn id="19" dur="500"/>
                                        <p:tgtEl>
                                          <p:spTgt spid="23"/>
                                        </p:tgtEl>
                                      </p:cBhvr>
                                    </p:animEffect>
                                  </p:childTnLst>
                                </p:cTn>
                              </p:par>
                            </p:childTnLst>
                          </p:cTn>
                        </p:par>
                        <p:par>
                          <p:cTn id="20" fill="hold">
                            <p:stCondLst>
                              <p:cond delay="2000"/>
                            </p:stCondLst>
                            <p:childTnLst>
                              <p:par>
                                <p:cTn id="21" presetID="12" presetClass="entr" presetSubtype="2" fill="hold" nodeType="after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slide(fromRight)">
                                      <p:cBhvr>
                                        <p:cTn id="23" dur="500"/>
                                        <p:tgtEl>
                                          <p:spTgt spid="47"/>
                                        </p:tgtEl>
                                      </p:cBhvr>
                                    </p:animEffect>
                                  </p:childTnLst>
                                </p:cTn>
                              </p:par>
                            </p:childTnLst>
                          </p:cTn>
                        </p:par>
                        <p:par>
                          <p:cTn id="24" fill="hold">
                            <p:stCondLst>
                              <p:cond delay="2500"/>
                            </p:stCondLst>
                            <p:childTnLst>
                              <p:par>
                                <p:cTn id="25" presetID="12" presetClass="entr" presetSubtype="2"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slide(fromRight)">
                                      <p:cBhvr>
                                        <p:cTn id="27" dur="500"/>
                                        <p:tgtEl>
                                          <p:spTgt spid="79"/>
                                        </p:tgtEl>
                                      </p:cBhvr>
                                    </p:animEffect>
                                  </p:childTnLst>
                                </p:cTn>
                              </p:par>
                            </p:childTnLst>
                          </p:cTn>
                        </p:par>
                        <p:par>
                          <p:cTn id="28" fill="hold">
                            <p:stCondLst>
                              <p:cond delay="3000"/>
                            </p:stCondLst>
                            <p:childTnLst>
                              <p:par>
                                <p:cTn id="29" presetID="22" presetClass="entr" presetSubtype="2"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right)">
                                      <p:cBhvr>
                                        <p:cTn id="31" dur="500"/>
                                        <p:tgtEl>
                                          <p:spTgt spid="19"/>
                                        </p:tgtEl>
                                      </p:cBhvr>
                                    </p:animEffect>
                                  </p:childTnLst>
                                </p:cTn>
                              </p:par>
                            </p:childTnLst>
                          </p:cTn>
                        </p:par>
                        <p:par>
                          <p:cTn id="32" fill="hold">
                            <p:stCondLst>
                              <p:cond delay="3500"/>
                            </p:stCondLst>
                            <p:childTnLst>
                              <p:par>
                                <p:cTn id="33" presetID="12" presetClass="entr" presetSubtype="2" fill="hold" nodeType="after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slide(fromRight)">
                                      <p:cBhvr>
                                        <p:cTn id="35" dur="700"/>
                                        <p:tgtEl>
                                          <p:spTgt spid="48"/>
                                        </p:tgtEl>
                                      </p:cBhvr>
                                    </p:animEffect>
                                  </p:childTnLst>
                                </p:cTn>
                              </p:par>
                            </p:childTnLst>
                          </p:cTn>
                        </p:par>
                        <p:par>
                          <p:cTn id="36" fill="hold">
                            <p:stCondLst>
                              <p:cond delay="4200"/>
                            </p:stCondLst>
                            <p:childTnLst>
                              <p:par>
                                <p:cTn id="37" presetID="12" presetClass="entr" presetSubtype="2" fill="hold" nodeType="afterEffect">
                                  <p:stCondLst>
                                    <p:cond delay="0"/>
                                  </p:stCondLst>
                                  <p:childTnLst>
                                    <p:set>
                                      <p:cBhvr>
                                        <p:cTn id="38" dur="1" fill="hold">
                                          <p:stCondLst>
                                            <p:cond delay="0"/>
                                          </p:stCondLst>
                                        </p:cTn>
                                        <p:tgtEl>
                                          <p:spTgt spid="70"/>
                                        </p:tgtEl>
                                        <p:attrNameLst>
                                          <p:attrName>style.visibility</p:attrName>
                                        </p:attrNameLst>
                                      </p:cBhvr>
                                      <p:to>
                                        <p:strVal val="visible"/>
                                      </p:to>
                                    </p:set>
                                    <p:animEffect transition="in" filter="slide(fromRight)">
                                      <p:cBhvr>
                                        <p:cTn id="39" dur="500"/>
                                        <p:tgtEl>
                                          <p:spTgt spid="70"/>
                                        </p:tgtEl>
                                      </p:cBhvr>
                                    </p:animEffect>
                                  </p:childTnLst>
                                </p:cTn>
                              </p:par>
                            </p:childTnLst>
                          </p:cTn>
                        </p:par>
                        <p:par>
                          <p:cTn id="40" fill="hold">
                            <p:stCondLst>
                              <p:cond delay="4700"/>
                            </p:stCondLst>
                            <p:childTnLst>
                              <p:par>
                                <p:cTn id="41" presetID="22" presetClass="entr" presetSubtype="2"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right)">
                                      <p:cBhvr>
                                        <p:cTn id="43" dur="500"/>
                                        <p:tgtEl>
                                          <p:spTgt spid="21"/>
                                        </p:tgtEl>
                                      </p:cBhvr>
                                    </p:animEffect>
                                  </p:childTnLst>
                                </p:cTn>
                              </p:par>
                            </p:childTnLst>
                          </p:cTn>
                        </p:par>
                        <p:par>
                          <p:cTn id="44" fill="hold">
                            <p:stCondLst>
                              <p:cond delay="5200"/>
                            </p:stCondLst>
                            <p:childTnLst>
                              <p:par>
                                <p:cTn id="45" presetID="12" presetClass="entr" presetSubtype="2" fill="hold" nodeType="after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slide(fromRight)">
                                      <p:cBhvr>
                                        <p:cTn id="47" dur="500"/>
                                        <p:tgtEl>
                                          <p:spTgt spid="49"/>
                                        </p:tgtEl>
                                      </p:cBhvr>
                                    </p:animEffect>
                                  </p:childTnLst>
                                </p:cTn>
                              </p:par>
                            </p:childTnLst>
                          </p:cTn>
                        </p:par>
                        <p:par>
                          <p:cTn id="48" fill="hold">
                            <p:stCondLst>
                              <p:cond delay="5700"/>
                            </p:stCondLst>
                            <p:childTnLst>
                              <p:par>
                                <p:cTn id="49" presetID="12" presetClass="entr" presetSubtype="2" fill="hold" nodeType="afterEffect">
                                  <p:stCondLst>
                                    <p:cond delay="0"/>
                                  </p:stCondLst>
                                  <p:childTnLst>
                                    <p:set>
                                      <p:cBhvr>
                                        <p:cTn id="50" dur="1" fill="hold">
                                          <p:stCondLst>
                                            <p:cond delay="0"/>
                                          </p:stCondLst>
                                        </p:cTn>
                                        <p:tgtEl>
                                          <p:spTgt spid="71"/>
                                        </p:tgtEl>
                                        <p:attrNameLst>
                                          <p:attrName>style.visibility</p:attrName>
                                        </p:attrNameLst>
                                      </p:cBhvr>
                                      <p:to>
                                        <p:strVal val="visible"/>
                                      </p:to>
                                    </p:set>
                                    <p:animEffect transition="in" filter="slide(fromRight)">
                                      <p:cBhvr>
                                        <p:cTn id="51" dur="500"/>
                                        <p:tgtEl>
                                          <p:spTgt spid="71"/>
                                        </p:tgtEl>
                                      </p:cBhvr>
                                    </p:animEffect>
                                  </p:childTnLst>
                                </p:cTn>
                              </p:par>
                            </p:childTnLst>
                          </p:cTn>
                        </p:par>
                        <p:par>
                          <p:cTn id="52" fill="hold">
                            <p:stCondLst>
                              <p:cond delay="6200"/>
                            </p:stCondLst>
                            <p:childTnLst>
                              <p:par>
                                <p:cTn id="53" presetID="22" presetClass="entr" presetSubtype="2" fill="hold" grpId="0"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ipe(right)">
                                      <p:cBhvr>
                                        <p:cTn id="55" dur="500"/>
                                        <p:tgtEl>
                                          <p:spTgt spid="20"/>
                                        </p:tgtEl>
                                      </p:cBhvr>
                                    </p:animEffect>
                                  </p:childTnLst>
                                </p:cTn>
                              </p:par>
                            </p:childTnLst>
                          </p:cTn>
                        </p:par>
                        <p:par>
                          <p:cTn id="56" fill="hold">
                            <p:stCondLst>
                              <p:cond delay="6700"/>
                            </p:stCondLst>
                            <p:childTnLst>
                              <p:par>
                                <p:cTn id="57" presetID="12" presetClass="entr" presetSubtype="2" fill="hold" nodeType="after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slide(fromRight)">
                                      <p:cBhvr>
                                        <p:cTn id="59" dur="500"/>
                                        <p:tgtEl>
                                          <p:spTgt spid="50"/>
                                        </p:tgtEl>
                                      </p:cBhvr>
                                    </p:animEffect>
                                  </p:childTnLst>
                                </p:cTn>
                              </p:par>
                            </p:childTnLst>
                          </p:cTn>
                        </p:par>
                        <p:par>
                          <p:cTn id="60" fill="hold">
                            <p:stCondLst>
                              <p:cond delay="7200"/>
                            </p:stCondLst>
                            <p:childTnLst>
                              <p:par>
                                <p:cTn id="61" presetID="12" presetClass="entr" presetSubtype="2" fill="hold" nodeType="afterEffect">
                                  <p:stCondLst>
                                    <p:cond delay="0"/>
                                  </p:stCondLst>
                                  <p:childTnLst>
                                    <p:set>
                                      <p:cBhvr>
                                        <p:cTn id="62" dur="1" fill="hold">
                                          <p:stCondLst>
                                            <p:cond delay="0"/>
                                          </p:stCondLst>
                                        </p:cTn>
                                        <p:tgtEl>
                                          <p:spTgt spid="75"/>
                                        </p:tgtEl>
                                        <p:attrNameLst>
                                          <p:attrName>style.visibility</p:attrName>
                                        </p:attrNameLst>
                                      </p:cBhvr>
                                      <p:to>
                                        <p:strVal val="visible"/>
                                      </p:to>
                                    </p:set>
                                    <p:animEffect transition="in" filter="slide(fromRight)">
                                      <p:cBhvr>
                                        <p:cTn id="63"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0" grpId="0" animBg="1"/>
      <p:bldP spid="23" grpId="0" animBg="1"/>
      <p:bldP spid="22" grpId="0" animBg="1"/>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Arrow Diagram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a:t>
            </a:r>
            <a:r>
              <a:rPr lang="nl-NL" dirty="0">
                <a:gradFill>
                  <a:gsLst>
                    <a:gs pos="0">
                      <a:schemeClr val="accent1"/>
                    </a:gs>
                    <a:gs pos="100000">
                      <a:schemeClr val="accent1"/>
                    </a:gs>
                  </a:gsLst>
                  <a:lin ang="0" scaled="1"/>
                </a:gradFill>
              </a:rPr>
              <a:t>proceed</a:t>
            </a:r>
            <a:endParaRPr lang="en-US" dirty="0">
              <a:gradFill>
                <a:gsLst>
                  <a:gs pos="0">
                    <a:schemeClr val="accent1"/>
                  </a:gs>
                  <a:gs pos="100000">
                    <a:schemeClr val="accent1"/>
                  </a:gs>
                </a:gsLst>
                <a:lin ang="0" scaled="1"/>
              </a:gradFill>
            </a:endParaRPr>
          </a:p>
        </p:txBody>
      </p:sp>
      <p:grpSp>
        <p:nvGrpSpPr>
          <p:cNvPr id="6" name="그룹 5"/>
          <p:cNvGrpSpPr/>
          <p:nvPr/>
        </p:nvGrpSpPr>
        <p:grpSpPr>
          <a:xfrm>
            <a:off x="1054936" y="2007116"/>
            <a:ext cx="1089793" cy="1434927"/>
            <a:chOff x="2700337" y="1986091"/>
            <a:chExt cx="1089793" cy="1434927"/>
          </a:xfrm>
        </p:grpSpPr>
        <p:sp>
          <p:nvSpPr>
            <p:cNvPr id="58" name="직사각형 57"/>
            <p:cNvSpPr/>
            <p:nvPr/>
          </p:nvSpPr>
          <p:spPr>
            <a:xfrm>
              <a:off x="2700337" y="2059200"/>
              <a:ext cx="1089792" cy="1361818"/>
            </a:xfrm>
            <a:custGeom>
              <a:avLst/>
              <a:gdLst/>
              <a:ahLst/>
              <a:cxnLst/>
              <a:rect l="l" t="t" r="r" b="b"/>
              <a:pathLst>
                <a:path w="1089792" h="1361818">
                  <a:moveTo>
                    <a:pt x="362965" y="0"/>
                  </a:moveTo>
                  <a:cubicBezTo>
                    <a:pt x="392540" y="0"/>
                    <a:pt x="420323" y="11647"/>
                    <a:pt x="440935" y="32254"/>
                  </a:cubicBezTo>
                  <a:lnTo>
                    <a:pt x="1020433" y="611571"/>
                  </a:lnTo>
                  <a:lnTo>
                    <a:pt x="1089792" y="611571"/>
                  </a:lnTo>
                  <a:lnTo>
                    <a:pt x="1089792" y="680909"/>
                  </a:lnTo>
                  <a:lnTo>
                    <a:pt x="1089792" y="683571"/>
                  </a:lnTo>
                  <a:lnTo>
                    <a:pt x="1087129" y="683571"/>
                  </a:lnTo>
                  <a:cubicBezTo>
                    <a:pt x="440935" y="1329565"/>
                    <a:pt x="440935" y="1329565"/>
                    <a:pt x="440935" y="1329565"/>
                  </a:cubicBezTo>
                  <a:cubicBezTo>
                    <a:pt x="420323" y="1350171"/>
                    <a:pt x="392540" y="1361818"/>
                    <a:pt x="362965" y="1361818"/>
                  </a:cubicBezTo>
                  <a:cubicBezTo>
                    <a:pt x="334286" y="1361818"/>
                    <a:pt x="305608" y="1350171"/>
                    <a:pt x="284995" y="1329565"/>
                  </a:cubicBezTo>
                  <a:cubicBezTo>
                    <a:pt x="53210" y="1097851"/>
                    <a:pt x="9934" y="1054589"/>
                    <a:pt x="1855" y="1046512"/>
                  </a:cubicBezTo>
                  <a:lnTo>
                    <a:pt x="0" y="1046512"/>
                  </a:lnTo>
                  <a:lnTo>
                    <a:pt x="0" y="1044658"/>
                  </a:lnTo>
                  <a:lnTo>
                    <a:pt x="0" y="974512"/>
                  </a:lnTo>
                  <a:lnTo>
                    <a:pt x="70167" y="974512"/>
                  </a:lnTo>
                  <a:cubicBezTo>
                    <a:pt x="317258" y="727498"/>
                    <a:pt x="317258" y="727498"/>
                    <a:pt x="317258" y="727498"/>
                  </a:cubicBezTo>
                  <a:cubicBezTo>
                    <a:pt x="555650" y="727498"/>
                    <a:pt x="555650" y="727498"/>
                    <a:pt x="555650" y="727498"/>
                  </a:cubicBezTo>
                  <a:cubicBezTo>
                    <a:pt x="555650" y="818883"/>
                    <a:pt x="555650" y="818883"/>
                    <a:pt x="555650" y="818883"/>
                  </a:cubicBezTo>
                  <a:cubicBezTo>
                    <a:pt x="692771" y="680909"/>
                    <a:pt x="692771" y="680909"/>
                    <a:pt x="692771" y="680909"/>
                  </a:cubicBezTo>
                  <a:cubicBezTo>
                    <a:pt x="555650" y="543831"/>
                    <a:pt x="555650" y="543831"/>
                    <a:pt x="555650" y="543831"/>
                  </a:cubicBezTo>
                  <a:cubicBezTo>
                    <a:pt x="555650" y="635217"/>
                    <a:pt x="555650" y="635217"/>
                    <a:pt x="555650" y="635217"/>
                  </a:cubicBezTo>
                  <a:cubicBezTo>
                    <a:pt x="362965" y="635217"/>
                    <a:pt x="362965" y="635217"/>
                    <a:pt x="362965" y="635217"/>
                  </a:cubicBezTo>
                  <a:cubicBezTo>
                    <a:pt x="333390" y="635217"/>
                    <a:pt x="305608" y="623569"/>
                    <a:pt x="284995" y="602963"/>
                  </a:cubicBezTo>
                  <a:cubicBezTo>
                    <a:pt x="56114" y="374153"/>
                    <a:pt x="11049" y="329101"/>
                    <a:pt x="2175" y="320231"/>
                  </a:cubicBezTo>
                  <a:lnTo>
                    <a:pt x="0" y="320231"/>
                  </a:lnTo>
                  <a:lnTo>
                    <a:pt x="0" y="318056"/>
                  </a:lnTo>
                  <a:lnTo>
                    <a:pt x="0" y="248231"/>
                  </a:lnTo>
                  <a:lnTo>
                    <a:pt x="69847" y="248231"/>
                  </a:lnTo>
                  <a:cubicBezTo>
                    <a:pt x="284995" y="33149"/>
                    <a:pt x="284995" y="33149"/>
                    <a:pt x="284995" y="33149"/>
                  </a:cubicBezTo>
                  <a:cubicBezTo>
                    <a:pt x="305608" y="11647"/>
                    <a:pt x="334286" y="0"/>
                    <a:pt x="362965" y="0"/>
                  </a:cubicBezTo>
                  <a:close/>
                </a:path>
              </a:pathLst>
            </a:custGeom>
            <a:pattFill prst="narVert">
              <a:fgClr>
                <a:schemeClr val="bg2">
                  <a:lumMod val="75000"/>
                </a:schemeClr>
              </a:fgClr>
              <a:bgClr>
                <a:schemeClr val="bg2"/>
              </a:bgClr>
            </a:pattFill>
            <a:ln w="3175" cap="flat" cmpd="sng" algn="ctr">
              <a:noFill/>
              <a:prstDash val="soli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56" name="Freeform 5"/>
            <p:cNvSpPr>
              <a:spLocks/>
            </p:cNvSpPr>
            <p:nvPr/>
          </p:nvSpPr>
          <p:spPr bwMode="auto">
            <a:xfrm>
              <a:off x="2700338" y="1986091"/>
              <a:ext cx="1089792" cy="1361818"/>
            </a:xfrm>
            <a:custGeom>
              <a:avLst/>
              <a:gdLst>
                <a:gd name="T0" fmla="*/ 1216 w 1216"/>
                <a:gd name="T1" fmla="*/ 760 h 1520"/>
                <a:gd name="T2" fmla="*/ 492 w 1216"/>
                <a:gd name="T3" fmla="*/ 1484 h 1520"/>
                <a:gd name="T4" fmla="*/ 405 w 1216"/>
                <a:gd name="T5" fmla="*/ 1520 h 1520"/>
                <a:gd name="T6" fmla="*/ 318 w 1216"/>
                <a:gd name="T7" fmla="*/ 1484 h 1520"/>
                <a:gd name="T8" fmla="*/ 0 w 1216"/>
                <a:gd name="T9" fmla="*/ 1166 h 1520"/>
                <a:gd name="T10" fmla="*/ 354 w 1216"/>
                <a:gd name="T11" fmla="*/ 812 h 1520"/>
                <a:gd name="T12" fmla="*/ 620 w 1216"/>
                <a:gd name="T13" fmla="*/ 812 h 1520"/>
                <a:gd name="T14" fmla="*/ 620 w 1216"/>
                <a:gd name="T15" fmla="*/ 914 h 1520"/>
                <a:gd name="T16" fmla="*/ 773 w 1216"/>
                <a:gd name="T17" fmla="*/ 760 h 1520"/>
                <a:gd name="T18" fmla="*/ 620 w 1216"/>
                <a:gd name="T19" fmla="*/ 607 h 1520"/>
                <a:gd name="T20" fmla="*/ 620 w 1216"/>
                <a:gd name="T21" fmla="*/ 709 h 1520"/>
                <a:gd name="T22" fmla="*/ 405 w 1216"/>
                <a:gd name="T23" fmla="*/ 709 h 1520"/>
                <a:gd name="T24" fmla="*/ 318 w 1216"/>
                <a:gd name="T25" fmla="*/ 673 h 1520"/>
                <a:gd name="T26" fmla="*/ 0 w 1216"/>
                <a:gd name="T27" fmla="*/ 355 h 1520"/>
                <a:gd name="T28" fmla="*/ 318 w 1216"/>
                <a:gd name="T29" fmla="*/ 37 h 1520"/>
                <a:gd name="T30" fmla="*/ 405 w 1216"/>
                <a:gd name="T31" fmla="*/ 0 h 1520"/>
                <a:gd name="T32" fmla="*/ 492 w 1216"/>
                <a:gd name="T33" fmla="*/ 36 h 1520"/>
                <a:gd name="T34" fmla="*/ 1216 w 1216"/>
                <a:gd name="T35" fmla="*/ 760 h 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6" h="1520">
                  <a:moveTo>
                    <a:pt x="1216" y="760"/>
                  </a:moveTo>
                  <a:cubicBezTo>
                    <a:pt x="492" y="1484"/>
                    <a:pt x="492" y="1484"/>
                    <a:pt x="492" y="1484"/>
                  </a:cubicBezTo>
                  <a:cubicBezTo>
                    <a:pt x="469" y="1507"/>
                    <a:pt x="438" y="1520"/>
                    <a:pt x="405" y="1520"/>
                  </a:cubicBezTo>
                  <a:cubicBezTo>
                    <a:pt x="373" y="1520"/>
                    <a:pt x="341" y="1507"/>
                    <a:pt x="318" y="1484"/>
                  </a:cubicBezTo>
                  <a:cubicBezTo>
                    <a:pt x="0" y="1166"/>
                    <a:pt x="0" y="1166"/>
                    <a:pt x="0" y="1166"/>
                  </a:cubicBezTo>
                  <a:cubicBezTo>
                    <a:pt x="354" y="812"/>
                    <a:pt x="354" y="812"/>
                    <a:pt x="354" y="812"/>
                  </a:cubicBezTo>
                  <a:cubicBezTo>
                    <a:pt x="620" y="812"/>
                    <a:pt x="620" y="812"/>
                    <a:pt x="620" y="812"/>
                  </a:cubicBezTo>
                  <a:cubicBezTo>
                    <a:pt x="620" y="914"/>
                    <a:pt x="620" y="914"/>
                    <a:pt x="620" y="914"/>
                  </a:cubicBezTo>
                  <a:cubicBezTo>
                    <a:pt x="773" y="760"/>
                    <a:pt x="773" y="760"/>
                    <a:pt x="773" y="760"/>
                  </a:cubicBezTo>
                  <a:cubicBezTo>
                    <a:pt x="620" y="607"/>
                    <a:pt x="620" y="607"/>
                    <a:pt x="620" y="607"/>
                  </a:cubicBezTo>
                  <a:cubicBezTo>
                    <a:pt x="620" y="709"/>
                    <a:pt x="620" y="709"/>
                    <a:pt x="620" y="709"/>
                  </a:cubicBezTo>
                  <a:cubicBezTo>
                    <a:pt x="405" y="709"/>
                    <a:pt x="405" y="709"/>
                    <a:pt x="405" y="709"/>
                  </a:cubicBezTo>
                  <a:cubicBezTo>
                    <a:pt x="372" y="709"/>
                    <a:pt x="341" y="696"/>
                    <a:pt x="318" y="673"/>
                  </a:cubicBezTo>
                  <a:cubicBezTo>
                    <a:pt x="0" y="355"/>
                    <a:pt x="0" y="355"/>
                    <a:pt x="0" y="355"/>
                  </a:cubicBezTo>
                  <a:cubicBezTo>
                    <a:pt x="318" y="37"/>
                    <a:pt x="318" y="37"/>
                    <a:pt x="318" y="37"/>
                  </a:cubicBezTo>
                  <a:cubicBezTo>
                    <a:pt x="341" y="13"/>
                    <a:pt x="373" y="0"/>
                    <a:pt x="405" y="0"/>
                  </a:cubicBezTo>
                  <a:cubicBezTo>
                    <a:pt x="438" y="0"/>
                    <a:pt x="469" y="13"/>
                    <a:pt x="492" y="36"/>
                  </a:cubicBezTo>
                  <a:lnTo>
                    <a:pt x="1216" y="760"/>
                  </a:lnTo>
                  <a:close/>
                </a:path>
              </a:pathLst>
            </a:custGeom>
            <a:solidFill>
              <a:schemeClr val="accent3">
                <a:lumMod val="50000"/>
              </a:schemeClr>
            </a:solidFill>
            <a:ln w="317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49" name="직사각형 48"/>
            <p:cNvSpPr/>
            <p:nvPr/>
          </p:nvSpPr>
          <p:spPr>
            <a:xfrm>
              <a:off x="3343968" y="2475366"/>
              <a:ext cx="384746" cy="384746"/>
            </a:xfrm>
            <a:prstGeom prst="rect">
              <a:avLst/>
            </a:prstGeom>
            <a:no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2000" b="1" dirty="0">
                  <a:gradFill>
                    <a:gsLst>
                      <a:gs pos="0">
                        <a:schemeClr val="bg2"/>
                      </a:gs>
                      <a:gs pos="100000">
                        <a:schemeClr val="bg2"/>
                      </a:gs>
                    </a:gsLst>
                    <a:lin ang="5400000" scaled="0"/>
                  </a:gradFill>
                  <a:latin typeface="Bebas Neue" pitchFamily="34" charset="0"/>
                  <a:ea typeface="Roboto Condensed Regular"/>
                </a:rPr>
                <a:t>01</a:t>
              </a:r>
              <a:endParaRPr lang="ko-KR" altLang="en-US" sz="2000" b="1" dirty="0">
                <a:gradFill>
                  <a:gsLst>
                    <a:gs pos="0">
                      <a:schemeClr val="bg2"/>
                    </a:gs>
                    <a:gs pos="100000">
                      <a:schemeClr val="bg2"/>
                    </a:gs>
                  </a:gsLst>
                  <a:lin ang="5400000" scaled="0"/>
                </a:gradFill>
                <a:latin typeface="Bebas Neue" pitchFamily="34" charset="0"/>
                <a:ea typeface="Roboto Condensed Regular"/>
              </a:endParaRPr>
            </a:p>
          </p:txBody>
        </p:sp>
        <p:sp>
          <p:nvSpPr>
            <p:cNvPr id="50" name="TextBox 49"/>
            <p:cNvSpPr txBox="1"/>
            <p:nvPr/>
          </p:nvSpPr>
          <p:spPr>
            <a:xfrm>
              <a:off x="2757395" y="2221648"/>
              <a:ext cx="649272"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dirty="0">
                  <a:gradFill>
                    <a:gsLst>
                      <a:gs pos="0">
                        <a:schemeClr val="bg2"/>
                      </a:gs>
                      <a:gs pos="100000">
                        <a:schemeClr val="bg2"/>
                      </a:gs>
                    </a:gsLst>
                    <a:lin ang="5400000" scaled="0"/>
                  </a:gradFill>
                </a:rPr>
                <a:t>LOREM IPSUM</a:t>
              </a:r>
              <a:endParaRPr lang="ko-KR" altLang="en-US" dirty="0">
                <a:gradFill>
                  <a:gsLst>
                    <a:gs pos="0">
                      <a:schemeClr val="bg2"/>
                    </a:gs>
                    <a:gs pos="100000">
                      <a:schemeClr val="bg2"/>
                    </a:gs>
                  </a:gsLst>
                  <a:lin ang="5400000" scaled="0"/>
                </a:gradFill>
              </a:endParaRPr>
            </a:p>
          </p:txBody>
        </p:sp>
        <p:sp>
          <p:nvSpPr>
            <p:cNvPr id="5" name="오른쪽 화살표 4"/>
            <p:cNvSpPr/>
            <p:nvPr/>
          </p:nvSpPr>
          <p:spPr>
            <a:xfrm>
              <a:off x="3012281" y="2523841"/>
              <a:ext cx="384243" cy="288000"/>
            </a:xfrm>
            <a:prstGeom prst="rightArrow">
              <a:avLst>
                <a:gd name="adj1" fmla="val 30865"/>
                <a:gd name="adj2" fmla="val 48647"/>
              </a:avLst>
            </a:prstGeom>
            <a:gradFill flip="none" rotWithShape="1">
              <a:gsLst>
                <a:gs pos="0">
                  <a:schemeClr val="bg2"/>
                </a:gs>
                <a:gs pos="100000">
                  <a:schemeClr val="bg2">
                    <a:alpha val="0"/>
                  </a:schemeClr>
                </a:gs>
                <a:gs pos="50000">
                  <a:schemeClr val="bg2"/>
                </a:gs>
              </a:gsLst>
              <a:lin ang="10800000" scaled="0"/>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54" name="그룹 53"/>
          <p:cNvGrpSpPr/>
          <p:nvPr/>
        </p:nvGrpSpPr>
        <p:grpSpPr>
          <a:xfrm>
            <a:off x="1054931" y="3760868"/>
            <a:ext cx="1265370" cy="603295"/>
            <a:chOff x="3029204" y="3760863"/>
            <a:chExt cx="1265370" cy="603295"/>
          </a:xfrm>
        </p:grpSpPr>
        <p:sp>
          <p:nvSpPr>
            <p:cNvPr id="62" name="TextBox 61"/>
            <p:cNvSpPr txBox="1"/>
            <p:nvPr/>
          </p:nvSpPr>
          <p:spPr>
            <a:xfrm>
              <a:off x="3029204" y="3760863"/>
              <a:ext cx="1265370" cy="193940"/>
            </a:xfrm>
            <a:prstGeom prst="rect">
              <a:avLst/>
            </a:prstGeom>
            <a:noFill/>
          </p:spPr>
          <p:txBody>
            <a:bodyPr wrap="square" lIns="0" tIns="0" rIns="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63" name="TextBox 62"/>
            <p:cNvSpPr txBox="1"/>
            <p:nvPr/>
          </p:nvSpPr>
          <p:spPr>
            <a:xfrm>
              <a:off x="3029204" y="3974561"/>
              <a:ext cx="1265370" cy="389597"/>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p:txBody>
        </p:sp>
      </p:grpSp>
      <p:grpSp>
        <p:nvGrpSpPr>
          <p:cNvPr id="101" name="그룹 100"/>
          <p:cNvGrpSpPr/>
          <p:nvPr/>
        </p:nvGrpSpPr>
        <p:grpSpPr>
          <a:xfrm>
            <a:off x="1998525" y="2007116"/>
            <a:ext cx="1089793" cy="1434927"/>
            <a:chOff x="2700337" y="1986091"/>
            <a:chExt cx="1089793" cy="1434927"/>
          </a:xfrm>
        </p:grpSpPr>
        <p:sp>
          <p:nvSpPr>
            <p:cNvPr id="105" name="직사각형 57"/>
            <p:cNvSpPr/>
            <p:nvPr/>
          </p:nvSpPr>
          <p:spPr>
            <a:xfrm>
              <a:off x="2700337" y="2059200"/>
              <a:ext cx="1089792" cy="1361818"/>
            </a:xfrm>
            <a:custGeom>
              <a:avLst/>
              <a:gdLst/>
              <a:ahLst/>
              <a:cxnLst/>
              <a:rect l="l" t="t" r="r" b="b"/>
              <a:pathLst>
                <a:path w="1089792" h="1361818">
                  <a:moveTo>
                    <a:pt x="362965" y="0"/>
                  </a:moveTo>
                  <a:cubicBezTo>
                    <a:pt x="392540" y="0"/>
                    <a:pt x="420323" y="11647"/>
                    <a:pt x="440935" y="32254"/>
                  </a:cubicBezTo>
                  <a:lnTo>
                    <a:pt x="1020433" y="611571"/>
                  </a:lnTo>
                  <a:lnTo>
                    <a:pt x="1089792" y="611571"/>
                  </a:lnTo>
                  <a:lnTo>
                    <a:pt x="1089792" y="680909"/>
                  </a:lnTo>
                  <a:lnTo>
                    <a:pt x="1089792" y="683571"/>
                  </a:lnTo>
                  <a:lnTo>
                    <a:pt x="1087129" y="683571"/>
                  </a:lnTo>
                  <a:cubicBezTo>
                    <a:pt x="440935" y="1329565"/>
                    <a:pt x="440935" y="1329565"/>
                    <a:pt x="440935" y="1329565"/>
                  </a:cubicBezTo>
                  <a:cubicBezTo>
                    <a:pt x="420323" y="1350171"/>
                    <a:pt x="392540" y="1361818"/>
                    <a:pt x="362965" y="1361818"/>
                  </a:cubicBezTo>
                  <a:cubicBezTo>
                    <a:pt x="334286" y="1361818"/>
                    <a:pt x="305608" y="1350171"/>
                    <a:pt x="284995" y="1329565"/>
                  </a:cubicBezTo>
                  <a:cubicBezTo>
                    <a:pt x="53210" y="1097851"/>
                    <a:pt x="9934" y="1054589"/>
                    <a:pt x="1855" y="1046512"/>
                  </a:cubicBezTo>
                  <a:lnTo>
                    <a:pt x="0" y="1046512"/>
                  </a:lnTo>
                  <a:lnTo>
                    <a:pt x="0" y="1044658"/>
                  </a:lnTo>
                  <a:lnTo>
                    <a:pt x="0" y="974512"/>
                  </a:lnTo>
                  <a:lnTo>
                    <a:pt x="70167" y="974512"/>
                  </a:lnTo>
                  <a:cubicBezTo>
                    <a:pt x="317258" y="727498"/>
                    <a:pt x="317258" y="727498"/>
                    <a:pt x="317258" y="727498"/>
                  </a:cubicBezTo>
                  <a:cubicBezTo>
                    <a:pt x="555650" y="727498"/>
                    <a:pt x="555650" y="727498"/>
                    <a:pt x="555650" y="727498"/>
                  </a:cubicBezTo>
                  <a:cubicBezTo>
                    <a:pt x="555650" y="818883"/>
                    <a:pt x="555650" y="818883"/>
                    <a:pt x="555650" y="818883"/>
                  </a:cubicBezTo>
                  <a:cubicBezTo>
                    <a:pt x="692771" y="680909"/>
                    <a:pt x="692771" y="680909"/>
                    <a:pt x="692771" y="680909"/>
                  </a:cubicBezTo>
                  <a:cubicBezTo>
                    <a:pt x="555650" y="543831"/>
                    <a:pt x="555650" y="543831"/>
                    <a:pt x="555650" y="543831"/>
                  </a:cubicBezTo>
                  <a:cubicBezTo>
                    <a:pt x="555650" y="635217"/>
                    <a:pt x="555650" y="635217"/>
                    <a:pt x="555650" y="635217"/>
                  </a:cubicBezTo>
                  <a:cubicBezTo>
                    <a:pt x="362965" y="635217"/>
                    <a:pt x="362965" y="635217"/>
                    <a:pt x="362965" y="635217"/>
                  </a:cubicBezTo>
                  <a:cubicBezTo>
                    <a:pt x="333390" y="635217"/>
                    <a:pt x="305608" y="623569"/>
                    <a:pt x="284995" y="602963"/>
                  </a:cubicBezTo>
                  <a:cubicBezTo>
                    <a:pt x="56114" y="374153"/>
                    <a:pt x="11049" y="329101"/>
                    <a:pt x="2175" y="320231"/>
                  </a:cubicBezTo>
                  <a:lnTo>
                    <a:pt x="0" y="320231"/>
                  </a:lnTo>
                  <a:lnTo>
                    <a:pt x="0" y="318056"/>
                  </a:lnTo>
                  <a:lnTo>
                    <a:pt x="0" y="248231"/>
                  </a:lnTo>
                  <a:lnTo>
                    <a:pt x="69847" y="248231"/>
                  </a:lnTo>
                  <a:cubicBezTo>
                    <a:pt x="284995" y="33149"/>
                    <a:pt x="284995" y="33149"/>
                    <a:pt x="284995" y="33149"/>
                  </a:cubicBezTo>
                  <a:cubicBezTo>
                    <a:pt x="305608" y="11647"/>
                    <a:pt x="334286" y="0"/>
                    <a:pt x="362965" y="0"/>
                  </a:cubicBezTo>
                  <a:close/>
                </a:path>
              </a:pathLst>
            </a:custGeom>
            <a:pattFill prst="narVert">
              <a:fgClr>
                <a:schemeClr val="bg2">
                  <a:lumMod val="75000"/>
                </a:schemeClr>
              </a:fgClr>
              <a:bgClr>
                <a:schemeClr val="bg2"/>
              </a:bgClr>
            </a:pattFill>
            <a:ln w="3175" cap="flat" cmpd="sng" algn="ctr">
              <a:noFill/>
              <a:prstDash val="soli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06" name="Freeform 5"/>
            <p:cNvSpPr>
              <a:spLocks/>
            </p:cNvSpPr>
            <p:nvPr/>
          </p:nvSpPr>
          <p:spPr bwMode="auto">
            <a:xfrm>
              <a:off x="2700338" y="1986091"/>
              <a:ext cx="1089792" cy="1361818"/>
            </a:xfrm>
            <a:custGeom>
              <a:avLst/>
              <a:gdLst>
                <a:gd name="T0" fmla="*/ 1216 w 1216"/>
                <a:gd name="T1" fmla="*/ 760 h 1520"/>
                <a:gd name="T2" fmla="*/ 492 w 1216"/>
                <a:gd name="T3" fmla="*/ 1484 h 1520"/>
                <a:gd name="T4" fmla="*/ 405 w 1216"/>
                <a:gd name="T5" fmla="*/ 1520 h 1520"/>
                <a:gd name="T6" fmla="*/ 318 w 1216"/>
                <a:gd name="T7" fmla="*/ 1484 h 1520"/>
                <a:gd name="T8" fmla="*/ 0 w 1216"/>
                <a:gd name="T9" fmla="*/ 1166 h 1520"/>
                <a:gd name="T10" fmla="*/ 354 w 1216"/>
                <a:gd name="T11" fmla="*/ 812 h 1520"/>
                <a:gd name="T12" fmla="*/ 620 w 1216"/>
                <a:gd name="T13" fmla="*/ 812 h 1520"/>
                <a:gd name="T14" fmla="*/ 620 w 1216"/>
                <a:gd name="T15" fmla="*/ 914 h 1520"/>
                <a:gd name="T16" fmla="*/ 773 w 1216"/>
                <a:gd name="T17" fmla="*/ 760 h 1520"/>
                <a:gd name="T18" fmla="*/ 620 w 1216"/>
                <a:gd name="T19" fmla="*/ 607 h 1520"/>
                <a:gd name="T20" fmla="*/ 620 w 1216"/>
                <a:gd name="T21" fmla="*/ 709 h 1520"/>
                <a:gd name="T22" fmla="*/ 405 w 1216"/>
                <a:gd name="T23" fmla="*/ 709 h 1520"/>
                <a:gd name="T24" fmla="*/ 318 w 1216"/>
                <a:gd name="T25" fmla="*/ 673 h 1520"/>
                <a:gd name="T26" fmla="*/ 0 w 1216"/>
                <a:gd name="T27" fmla="*/ 355 h 1520"/>
                <a:gd name="T28" fmla="*/ 318 w 1216"/>
                <a:gd name="T29" fmla="*/ 37 h 1520"/>
                <a:gd name="T30" fmla="*/ 405 w 1216"/>
                <a:gd name="T31" fmla="*/ 0 h 1520"/>
                <a:gd name="T32" fmla="*/ 492 w 1216"/>
                <a:gd name="T33" fmla="*/ 36 h 1520"/>
                <a:gd name="T34" fmla="*/ 1216 w 1216"/>
                <a:gd name="T35" fmla="*/ 760 h 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6" h="1520">
                  <a:moveTo>
                    <a:pt x="1216" y="760"/>
                  </a:moveTo>
                  <a:cubicBezTo>
                    <a:pt x="492" y="1484"/>
                    <a:pt x="492" y="1484"/>
                    <a:pt x="492" y="1484"/>
                  </a:cubicBezTo>
                  <a:cubicBezTo>
                    <a:pt x="469" y="1507"/>
                    <a:pt x="438" y="1520"/>
                    <a:pt x="405" y="1520"/>
                  </a:cubicBezTo>
                  <a:cubicBezTo>
                    <a:pt x="373" y="1520"/>
                    <a:pt x="341" y="1507"/>
                    <a:pt x="318" y="1484"/>
                  </a:cubicBezTo>
                  <a:cubicBezTo>
                    <a:pt x="0" y="1166"/>
                    <a:pt x="0" y="1166"/>
                    <a:pt x="0" y="1166"/>
                  </a:cubicBezTo>
                  <a:cubicBezTo>
                    <a:pt x="354" y="812"/>
                    <a:pt x="354" y="812"/>
                    <a:pt x="354" y="812"/>
                  </a:cubicBezTo>
                  <a:cubicBezTo>
                    <a:pt x="620" y="812"/>
                    <a:pt x="620" y="812"/>
                    <a:pt x="620" y="812"/>
                  </a:cubicBezTo>
                  <a:cubicBezTo>
                    <a:pt x="620" y="914"/>
                    <a:pt x="620" y="914"/>
                    <a:pt x="620" y="914"/>
                  </a:cubicBezTo>
                  <a:cubicBezTo>
                    <a:pt x="773" y="760"/>
                    <a:pt x="773" y="760"/>
                    <a:pt x="773" y="760"/>
                  </a:cubicBezTo>
                  <a:cubicBezTo>
                    <a:pt x="620" y="607"/>
                    <a:pt x="620" y="607"/>
                    <a:pt x="620" y="607"/>
                  </a:cubicBezTo>
                  <a:cubicBezTo>
                    <a:pt x="620" y="709"/>
                    <a:pt x="620" y="709"/>
                    <a:pt x="620" y="709"/>
                  </a:cubicBezTo>
                  <a:cubicBezTo>
                    <a:pt x="405" y="709"/>
                    <a:pt x="405" y="709"/>
                    <a:pt x="405" y="709"/>
                  </a:cubicBezTo>
                  <a:cubicBezTo>
                    <a:pt x="372" y="709"/>
                    <a:pt x="341" y="696"/>
                    <a:pt x="318" y="673"/>
                  </a:cubicBezTo>
                  <a:cubicBezTo>
                    <a:pt x="0" y="355"/>
                    <a:pt x="0" y="355"/>
                    <a:pt x="0" y="355"/>
                  </a:cubicBezTo>
                  <a:cubicBezTo>
                    <a:pt x="318" y="37"/>
                    <a:pt x="318" y="37"/>
                    <a:pt x="318" y="37"/>
                  </a:cubicBezTo>
                  <a:cubicBezTo>
                    <a:pt x="341" y="13"/>
                    <a:pt x="373" y="0"/>
                    <a:pt x="405" y="0"/>
                  </a:cubicBezTo>
                  <a:cubicBezTo>
                    <a:pt x="438" y="0"/>
                    <a:pt x="469" y="13"/>
                    <a:pt x="492" y="36"/>
                  </a:cubicBezTo>
                  <a:lnTo>
                    <a:pt x="1216" y="760"/>
                  </a:lnTo>
                  <a:close/>
                </a:path>
              </a:pathLst>
            </a:custGeom>
            <a:solidFill>
              <a:schemeClr val="accent3">
                <a:lumMod val="50000"/>
              </a:schemeClr>
            </a:solidFill>
            <a:ln w="317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07" name="직사각형 106"/>
            <p:cNvSpPr/>
            <p:nvPr/>
          </p:nvSpPr>
          <p:spPr>
            <a:xfrm>
              <a:off x="3343968" y="2475366"/>
              <a:ext cx="384746" cy="384746"/>
            </a:xfrm>
            <a:prstGeom prst="rect">
              <a:avLst/>
            </a:prstGeom>
            <a:no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2000" b="1" dirty="0">
                  <a:gradFill>
                    <a:gsLst>
                      <a:gs pos="0">
                        <a:schemeClr val="bg2"/>
                      </a:gs>
                      <a:gs pos="100000">
                        <a:schemeClr val="bg2"/>
                      </a:gs>
                    </a:gsLst>
                    <a:lin ang="5400000" scaled="0"/>
                  </a:gradFill>
                  <a:latin typeface="Bebas Neue" pitchFamily="34" charset="0"/>
                  <a:ea typeface="Roboto Condensed Regular"/>
                </a:rPr>
                <a:t>02</a:t>
              </a:r>
              <a:endParaRPr lang="ko-KR" altLang="en-US" sz="2000" b="1" dirty="0">
                <a:gradFill>
                  <a:gsLst>
                    <a:gs pos="0">
                      <a:schemeClr val="bg2"/>
                    </a:gs>
                    <a:gs pos="100000">
                      <a:schemeClr val="bg2"/>
                    </a:gs>
                  </a:gsLst>
                  <a:lin ang="5400000" scaled="0"/>
                </a:gradFill>
                <a:latin typeface="Bebas Neue" pitchFamily="34" charset="0"/>
                <a:ea typeface="Roboto Condensed Regular"/>
              </a:endParaRPr>
            </a:p>
          </p:txBody>
        </p:sp>
        <p:sp>
          <p:nvSpPr>
            <p:cNvPr id="108" name="TextBox 107"/>
            <p:cNvSpPr txBox="1"/>
            <p:nvPr/>
          </p:nvSpPr>
          <p:spPr>
            <a:xfrm>
              <a:off x="2757395" y="2221648"/>
              <a:ext cx="649272"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dirty="0">
                  <a:gradFill>
                    <a:gsLst>
                      <a:gs pos="0">
                        <a:schemeClr val="bg2"/>
                      </a:gs>
                      <a:gs pos="100000">
                        <a:schemeClr val="bg2"/>
                      </a:gs>
                    </a:gsLst>
                    <a:lin ang="5400000" scaled="0"/>
                  </a:gradFill>
                </a:rPr>
                <a:t>LOREM IPSUM</a:t>
              </a:r>
              <a:endParaRPr lang="ko-KR" altLang="en-US" dirty="0">
                <a:gradFill>
                  <a:gsLst>
                    <a:gs pos="0">
                      <a:schemeClr val="bg2"/>
                    </a:gs>
                    <a:gs pos="100000">
                      <a:schemeClr val="bg2"/>
                    </a:gs>
                  </a:gsLst>
                  <a:lin ang="5400000" scaled="0"/>
                </a:gradFill>
              </a:endParaRPr>
            </a:p>
          </p:txBody>
        </p:sp>
        <p:sp>
          <p:nvSpPr>
            <p:cNvPr id="109" name="오른쪽 화살표 108"/>
            <p:cNvSpPr/>
            <p:nvPr/>
          </p:nvSpPr>
          <p:spPr>
            <a:xfrm>
              <a:off x="3012281" y="2523841"/>
              <a:ext cx="384243" cy="288000"/>
            </a:xfrm>
            <a:prstGeom prst="rightArrow">
              <a:avLst>
                <a:gd name="adj1" fmla="val 30865"/>
                <a:gd name="adj2" fmla="val 48647"/>
              </a:avLst>
            </a:prstGeom>
            <a:gradFill flip="none" rotWithShape="1">
              <a:gsLst>
                <a:gs pos="0">
                  <a:schemeClr val="bg2"/>
                </a:gs>
                <a:gs pos="100000">
                  <a:schemeClr val="bg2">
                    <a:alpha val="0"/>
                  </a:schemeClr>
                </a:gs>
                <a:gs pos="50000">
                  <a:schemeClr val="bg2"/>
                </a:gs>
              </a:gsLst>
              <a:lin ang="10800000" scaled="0"/>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60" name="그룹 59"/>
          <p:cNvGrpSpPr/>
          <p:nvPr/>
        </p:nvGrpSpPr>
        <p:grpSpPr>
          <a:xfrm>
            <a:off x="1998520" y="1022814"/>
            <a:ext cx="1265370" cy="599706"/>
            <a:chOff x="3972793" y="1022814"/>
            <a:chExt cx="1265370" cy="599706"/>
          </a:xfrm>
        </p:grpSpPr>
        <p:sp>
          <p:nvSpPr>
            <p:cNvPr id="102" name="TextBox 101"/>
            <p:cNvSpPr txBox="1"/>
            <p:nvPr/>
          </p:nvSpPr>
          <p:spPr>
            <a:xfrm>
              <a:off x="3972793" y="1428580"/>
              <a:ext cx="1265370" cy="193940"/>
            </a:xfrm>
            <a:prstGeom prst="rect">
              <a:avLst/>
            </a:prstGeom>
            <a:noFill/>
          </p:spPr>
          <p:txBody>
            <a:bodyPr wrap="square" lIns="0" tIns="0" rIns="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03" name="TextBox 102"/>
            <p:cNvSpPr txBox="1"/>
            <p:nvPr/>
          </p:nvSpPr>
          <p:spPr>
            <a:xfrm>
              <a:off x="3972793" y="1022814"/>
              <a:ext cx="1265370" cy="389597"/>
            </a:xfrm>
            <a:prstGeom prst="rect">
              <a:avLst/>
            </a:prstGeom>
            <a:noFill/>
          </p:spPr>
          <p:txBody>
            <a:bodyPr wrap="square" lIns="0" tIns="0" rIns="0" bIns="0" rtlCol="0" anchor="b">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p:txBody>
        </p:sp>
      </p:grpSp>
      <p:grpSp>
        <p:nvGrpSpPr>
          <p:cNvPr id="111" name="그룹 110"/>
          <p:cNvGrpSpPr/>
          <p:nvPr/>
        </p:nvGrpSpPr>
        <p:grpSpPr>
          <a:xfrm>
            <a:off x="2942114" y="2007116"/>
            <a:ext cx="1089793" cy="1434927"/>
            <a:chOff x="2700337" y="1986091"/>
            <a:chExt cx="1089793" cy="1434927"/>
          </a:xfrm>
        </p:grpSpPr>
        <p:sp>
          <p:nvSpPr>
            <p:cNvPr id="115" name="직사각형 57"/>
            <p:cNvSpPr/>
            <p:nvPr/>
          </p:nvSpPr>
          <p:spPr>
            <a:xfrm>
              <a:off x="2700337" y="2059200"/>
              <a:ext cx="1089792" cy="1361818"/>
            </a:xfrm>
            <a:custGeom>
              <a:avLst/>
              <a:gdLst/>
              <a:ahLst/>
              <a:cxnLst/>
              <a:rect l="l" t="t" r="r" b="b"/>
              <a:pathLst>
                <a:path w="1089792" h="1361818">
                  <a:moveTo>
                    <a:pt x="362965" y="0"/>
                  </a:moveTo>
                  <a:cubicBezTo>
                    <a:pt x="392540" y="0"/>
                    <a:pt x="420323" y="11647"/>
                    <a:pt x="440935" y="32254"/>
                  </a:cubicBezTo>
                  <a:lnTo>
                    <a:pt x="1020433" y="611571"/>
                  </a:lnTo>
                  <a:lnTo>
                    <a:pt x="1089792" y="611571"/>
                  </a:lnTo>
                  <a:lnTo>
                    <a:pt x="1089792" y="680909"/>
                  </a:lnTo>
                  <a:lnTo>
                    <a:pt x="1089792" y="683571"/>
                  </a:lnTo>
                  <a:lnTo>
                    <a:pt x="1087129" y="683571"/>
                  </a:lnTo>
                  <a:cubicBezTo>
                    <a:pt x="440935" y="1329565"/>
                    <a:pt x="440935" y="1329565"/>
                    <a:pt x="440935" y="1329565"/>
                  </a:cubicBezTo>
                  <a:cubicBezTo>
                    <a:pt x="420323" y="1350171"/>
                    <a:pt x="392540" y="1361818"/>
                    <a:pt x="362965" y="1361818"/>
                  </a:cubicBezTo>
                  <a:cubicBezTo>
                    <a:pt x="334286" y="1361818"/>
                    <a:pt x="305608" y="1350171"/>
                    <a:pt x="284995" y="1329565"/>
                  </a:cubicBezTo>
                  <a:cubicBezTo>
                    <a:pt x="53210" y="1097851"/>
                    <a:pt x="9934" y="1054589"/>
                    <a:pt x="1855" y="1046512"/>
                  </a:cubicBezTo>
                  <a:lnTo>
                    <a:pt x="0" y="1046512"/>
                  </a:lnTo>
                  <a:lnTo>
                    <a:pt x="0" y="1044658"/>
                  </a:lnTo>
                  <a:lnTo>
                    <a:pt x="0" y="974512"/>
                  </a:lnTo>
                  <a:lnTo>
                    <a:pt x="70167" y="974512"/>
                  </a:lnTo>
                  <a:cubicBezTo>
                    <a:pt x="317258" y="727498"/>
                    <a:pt x="317258" y="727498"/>
                    <a:pt x="317258" y="727498"/>
                  </a:cubicBezTo>
                  <a:cubicBezTo>
                    <a:pt x="555650" y="727498"/>
                    <a:pt x="555650" y="727498"/>
                    <a:pt x="555650" y="727498"/>
                  </a:cubicBezTo>
                  <a:cubicBezTo>
                    <a:pt x="555650" y="818883"/>
                    <a:pt x="555650" y="818883"/>
                    <a:pt x="555650" y="818883"/>
                  </a:cubicBezTo>
                  <a:cubicBezTo>
                    <a:pt x="692771" y="680909"/>
                    <a:pt x="692771" y="680909"/>
                    <a:pt x="692771" y="680909"/>
                  </a:cubicBezTo>
                  <a:cubicBezTo>
                    <a:pt x="555650" y="543831"/>
                    <a:pt x="555650" y="543831"/>
                    <a:pt x="555650" y="543831"/>
                  </a:cubicBezTo>
                  <a:cubicBezTo>
                    <a:pt x="555650" y="635217"/>
                    <a:pt x="555650" y="635217"/>
                    <a:pt x="555650" y="635217"/>
                  </a:cubicBezTo>
                  <a:cubicBezTo>
                    <a:pt x="362965" y="635217"/>
                    <a:pt x="362965" y="635217"/>
                    <a:pt x="362965" y="635217"/>
                  </a:cubicBezTo>
                  <a:cubicBezTo>
                    <a:pt x="333390" y="635217"/>
                    <a:pt x="305608" y="623569"/>
                    <a:pt x="284995" y="602963"/>
                  </a:cubicBezTo>
                  <a:cubicBezTo>
                    <a:pt x="56114" y="374153"/>
                    <a:pt x="11049" y="329101"/>
                    <a:pt x="2175" y="320231"/>
                  </a:cubicBezTo>
                  <a:lnTo>
                    <a:pt x="0" y="320231"/>
                  </a:lnTo>
                  <a:lnTo>
                    <a:pt x="0" y="318056"/>
                  </a:lnTo>
                  <a:lnTo>
                    <a:pt x="0" y="248231"/>
                  </a:lnTo>
                  <a:lnTo>
                    <a:pt x="69847" y="248231"/>
                  </a:lnTo>
                  <a:cubicBezTo>
                    <a:pt x="284995" y="33149"/>
                    <a:pt x="284995" y="33149"/>
                    <a:pt x="284995" y="33149"/>
                  </a:cubicBezTo>
                  <a:cubicBezTo>
                    <a:pt x="305608" y="11647"/>
                    <a:pt x="334286" y="0"/>
                    <a:pt x="362965" y="0"/>
                  </a:cubicBezTo>
                  <a:close/>
                </a:path>
              </a:pathLst>
            </a:custGeom>
            <a:pattFill prst="narVert">
              <a:fgClr>
                <a:schemeClr val="bg2">
                  <a:lumMod val="75000"/>
                </a:schemeClr>
              </a:fgClr>
              <a:bgClr>
                <a:schemeClr val="bg2"/>
              </a:bgClr>
            </a:pattFill>
            <a:ln w="3175" cap="flat" cmpd="sng" algn="ctr">
              <a:noFill/>
              <a:prstDash val="soli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16" name="Freeform 5"/>
            <p:cNvSpPr>
              <a:spLocks/>
            </p:cNvSpPr>
            <p:nvPr/>
          </p:nvSpPr>
          <p:spPr bwMode="auto">
            <a:xfrm>
              <a:off x="2700338" y="1986091"/>
              <a:ext cx="1089792" cy="1361818"/>
            </a:xfrm>
            <a:custGeom>
              <a:avLst/>
              <a:gdLst>
                <a:gd name="T0" fmla="*/ 1216 w 1216"/>
                <a:gd name="T1" fmla="*/ 760 h 1520"/>
                <a:gd name="T2" fmla="*/ 492 w 1216"/>
                <a:gd name="T3" fmla="*/ 1484 h 1520"/>
                <a:gd name="T4" fmla="*/ 405 w 1216"/>
                <a:gd name="T5" fmla="*/ 1520 h 1520"/>
                <a:gd name="T6" fmla="*/ 318 w 1216"/>
                <a:gd name="T7" fmla="*/ 1484 h 1520"/>
                <a:gd name="T8" fmla="*/ 0 w 1216"/>
                <a:gd name="T9" fmla="*/ 1166 h 1520"/>
                <a:gd name="T10" fmla="*/ 354 w 1216"/>
                <a:gd name="T11" fmla="*/ 812 h 1520"/>
                <a:gd name="T12" fmla="*/ 620 w 1216"/>
                <a:gd name="T13" fmla="*/ 812 h 1520"/>
                <a:gd name="T14" fmla="*/ 620 w 1216"/>
                <a:gd name="T15" fmla="*/ 914 h 1520"/>
                <a:gd name="T16" fmla="*/ 773 w 1216"/>
                <a:gd name="T17" fmla="*/ 760 h 1520"/>
                <a:gd name="T18" fmla="*/ 620 w 1216"/>
                <a:gd name="T19" fmla="*/ 607 h 1520"/>
                <a:gd name="T20" fmla="*/ 620 w 1216"/>
                <a:gd name="T21" fmla="*/ 709 h 1520"/>
                <a:gd name="T22" fmla="*/ 405 w 1216"/>
                <a:gd name="T23" fmla="*/ 709 h 1520"/>
                <a:gd name="T24" fmla="*/ 318 w 1216"/>
                <a:gd name="T25" fmla="*/ 673 h 1520"/>
                <a:gd name="T26" fmla="*/ 0 w 1216"/>
                <a:gd name="T27" fmla="*/ 355 h 1520"/>
                <a:gd name="T28" fmla="*/ 318 w 1216"/>
                <a:gd name="T29" fmla="*/ 37 h 1520"/>
                <a:gd name="T30" fmla="*/ 405 w 1216"/>
                <a:gd name="T31" fmla="*/ 0 h 1520"/>
                <a:gd name="T32" fmla="*/ 492 w 1216"/>
                <a:gd name="T33" fmla="*/ 36 h 1520"/>
                <a:gd name="T34" fmla="*/ 1216 w 1216"/>
                <a:gd name="T35" fmla="*/ 760 h 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6" h="1520">
                  <a:moveTo>
                    <a:pt x="1216" y="760"/>
                  </a:moveTo>
                  <a:cubicBezTo>
                    <a:pt x="492" y="1484"/>
                    <a:pt x="492" y="1484"/>
                    <a:pt x="492" y="1484"/>
                  </a:cubicBezTo>
                  <a:cubicBezTo>
                    <a:pt x="469" y="1507"/>
                    <a:pt x="438" y="1520"/>
                    <a:pt x="405" y="1520"/>
                  </a:cubicBezTo>
                  <a:cubicBezTo>
                    <a:pt x="373" y="1520"/>
                    <a:pt x="341" y="1507"/>
                    <a:pt x="318" y="1484"/>
                  </a:cubicBezTo>
                  <a:cubicBezTo>
                    <a:pt x="0" y="1166"/>
                    <a:pt x="0" y="1166"/>
                    <a:pt x="0" y="1166"/>
                  </a:cubicBezTo>
                  <a:cubicBezTo>
                    <a:pt x="354" y="812"/>
                    <a:pt x="354" y="812"/>
                    <a:pt x="354" y="812"/>
                  </a:cubicBezTo>
                  <a:cubicBezTo>
                    <a:pt x="620" y="812"/>
                    <a:pt x="620" y="812"/>
                    <a:pt x="620" y="812"/>
                  </a:cubicBezTo>
                  <a:cubicBezTo>
                    <a:pt x="620" y="914"/>
                    <a:pt x="620" y="914"/>
                    <a:pt x="620" y="914"/>
                  </a:cubicBezTo>
                  <a:cubicBezTo>
                    <a:pt x="773" y="760"/>
                    <a:pt x="773" y="760"/>
                    <a:pt x="773" y="760"/>
                  </a:cubicBezTo>
                  <a:cubicBezTo>
                    <a:pt x="620" y="607"/>
                    <a:pt x="620" y="607"/>
                    <a:pt x="620" y="607"/>
                  </a:cubicBezTo>
                  <a:cubicBezTo>
                    <a:pt x="620" y="709"/>
                    <a:pt x="620" y="709"/>
                    <a:pt x="620" y="709"/>
                  </a:cubicBezTo>
                  <a:cubicBezTo>
                    <a:pt x="405" y="709"/>
                    <a:pt x="405" y="709"/>
                    <a:pt x="405" y="709"/>
                  </a:cubicBezTo>
                  <a:cubicBezTo>
                    <a:pt x="372" y="709"/>
                    <a:pt x="341" y="696"/>
                    <a:pt x="318" y="673"/>
                  </a:cubicBezTo>
                  <a:cubicBezTo>
                    <a:pt x="0" y="355"/>
                    <a:pt x="0" y="355"/>
                    <a:pt x="0" y="355"/>
                  </a:cubicBezTo>
                  <a:cubicBezTo>
                    <a:pt x="318" y="37"/>
                    <a:pt x="318" y="37"/>
                    <a:pt x="318" y="37"/>
                  </a:cubicBezTo>
                  <a:cubicBezTo>
                    <a:pt x="341" y="13"/>
                    <a:pt x="373" y="0"/>
                    <a:pt x="405" y="0"/>
                  </a:cubicBezTo>
                  <a:cubicBezTo>
                    <a:pt x="438" y="0"/>
                    <a:pt x="469" y="13"/>
                    <a:pt x="492" y="36"/>
                  </a:cubicBezTo>
                  <a:lnTo>
                    <a:pt x="1216" y="760"/>
                  </a:lnTo>
                  <a:close/>
                </a:path>
              </a:pathLst>
            </a:custGeom>
            <a:solidFill>
              <a:schemeClr val="accent3">
                <a:lumMod val="50000"/>
              </a:schemeClr>
            </a:solidFill>
            <a:ln w="317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7" name="직사각형 116"/>
            <p:cNvSpPr/>
            <p:nvPr/>
          </p:nvSpPr>
          <p:spPr>
            <a:xfrm>
              <a:off x="3343968" y="2475366"/>
              <a:ext cx="384746" cy="384746"/>
            </a:xfrm>
            <a:prstGeom prst="rect">
              <a:avLst/>
            </a:prstGeom>
            <a:no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2000" b="1" dirty="0">
                  <a:gradFill>
                    <a:gsLst>
                      <a:gs pos="0">
                        <a:schemeClr val="bg2"/>
                      </a:gs>
                      <a:gs pos="100000">
                        <a:schemeClr val="bg2"/>
                      </a:gs>
                    </a:gsLst>
                    <a:lin ang="5400000" scaled="0"/>
                  </a:gradFill>
                  <a:latin typeface="Bebas Neue" pitchFamily="34" charset="0"/>
                  <a:ea typeface="Roboto Condensed Regular"/>
                </a:rPr>
                <a:t>03</a:t>
              </a:r>
              <a:endParaRPr lang="ko-KR" altLang="en-US" sz="2000" b="1" dirty="0">
                <a:gradFill>
                  <a:gsLst>
                    <a:gs pos="0">
                      <a:schemeClr val="bg2"/>
                    </a:gs>
                    <a:gs pos="100000">
                      <a:schemeClr val="bg2"/>
                    </a:gs>
                  </a:gsLst>
                  <a:lin ang="5400000" scaled="0"/>
                </a:gradFill>
                <a:latin typeface="Bebas Neue" pitchFamily="34" charset="0"/>
                <a:ea typeface="Roboto Condensed Regular"/>
              </a:endParaRPr>
            </a:p>
          </p:txBody>
        </p:sp>
        <p:sp>
          <p:nvSpPr>
            <p:cNvPr id="118" name="TextBox 117"/>
            <p:cNvSpPr txBox="1"/>
            <p:nvPr/>
          </p:nvSpPr>
          <p:spPr>
            <a:xfrm>
              <a:off x="2757395" y="2221648"/>
              <a:ext cx="649272"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dirty="0">
                  <a:gradFill>
                    <a:gsLst>
                      <a:gs pos="0">
                        <a:schemeClr val="bg2"/>
                      </a:gs>
                      <a:gs pos="100000">
                        <a:schemeClr val="bg2"/>
                      </a:gs>
                    </a:gsLst>
                    <a:lin ang="5400000" scaled="0"/>
                  </a:gradFill>
                </a:rPr>
                <a:t>LOREM IPSUM</a:t>
              </a:r>
              <a:endParaRPr lang="ko-KR" altLang="en-US" dirty="0">
                <a:gradFill>
                  <a:gsLst>
                    <a:gs pos="0">
                      <a:schemeClr val="bg2"/>
                    </a:gs>
                    <a:gs pos="100000">
                      <a:schemeClr val="bg2"/>
                    </a:gs>
                  </a:gsLst>
                  <a:lin ang="5400000" scaled="0"/>
                </a:gradFill>
              </a:endParaRPr>
            </a:p>
          </p:txBody>
        </p:sp>
        <p:sp>
          <p:nvSpPr>
            <p:cNvPr id="119" name="오른쪽 화살표 118"/>
            <p:cNvSpPr/>
            <p:nvPr/>
          </p:nvSpPr>
          <p:spPr>
            <a:xfrm>
              <a:off x="3012281" y="2523841"/>
              <a:ext cx="384243" cy="288000"/>
            </a:xfrm>
            <a:prstGeom prst="rightArrow">
              <a:avLst>
                <a:gd name="adj1" fmla="val 30865"/>
                <a:gd name="adj2" fmla="val 48647"/>
              </a:avLst>
            </a:prstGeom>
            <a:gradFill flip="none" rotWithShape="1">
              <a:gsLst>
                <a:gs pos="0">
                  <a:schemeClr val="bg2"/>
                </a:gs>
                <a:gs pos="100000">
                  <a:schemeClr val="bg2">
                    <a:alpha val="0"/>
                  </a:schemeClr>
                </a:gs>
                <a:gs pos="50000">
                  <a:schemeClr val="bg2"/>
                </a:gs>
              </a:gsLst>
              <a:lin ang="10800000" scaled="0"/>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55" name="그룹 54"/>
          <p:cNvGrpSpPr/>
          <p:nvPr/>
        </p:nvGrpSpPr>
        <p:grpSpPr>
          <a:xfrm>
            <a:off x="2942109" y="3760868"/>
            <a:ext cx="1265370" cy="603295"/>
            <a:chOff x="4916382" y="3760863"/>
            <a:chExt cx="1265370" cy="603295"/>
          </a:xfrm>
        </p:grpSpPr>
        <p:sp>
          <p:nvSpPr>
            <p:cNvPr id="112" name="TextBox 111"/>
            <p:cNvSpPr txBox="1"/>
            <p:nvPr/>
          </p:nvSpPr>
          <p:spPr>
            <a:xfrm>
              <a:off x="4916382" y="3760863"/>
              <a:ext cx="1265370" cy="193940"/>
            </a:xfrm>
            <a:prstGeom prst="rect">
              <a:avLst/>
            </a:prstGeom>
            <a:noFill/>
          </p:spPr>
          <p:txBody>
            <a:bodyPr wrap="square" lIns="0" tIns="0" rIns="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13" name="TextBox 112"/>
            <p:cNvSpPr txBox="1"/>
            <p:nvPr/>
          </p:nvSpPr>
          <p:spPr>
            <a:xfrm>
              <a:off x="4916382" y="3974561"/>
              <a:ext cx="1265370" cy="389597"/>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p:txBody>
        </p:sp>
      </p:grpSp>
      <p:grpSp>
        <p:nvGrpSpPr>
          <p:cNvPr id="121" name="그룹 120"/>
          <p:cNvGrpSpPr/>
          <p:nvPr/>
        </p:nvGrpSpPr>
        <p:grpSpPr>
          <a:xfrm>
            <a:off x="3885703" y="2007116"/>
            <a:ext cx="1089793" cy="1434927"/>
            <a:chOff x="2700337" y="1986091"/>
            <a:chExt cx="1089793" cy="1434927"/>
          </a:xfrm>
        </p:grpSpPr>
        <p:sp>
          <p:nvSpPr>
            <p:cNvPr id="125" name="직사각형 57"/>
            <p:cNvSpPr/>
            <p:nvPr/>
          </p:nvSpPr>
          <p:spPr>
            <a:xfrm>
              <a:off x="2700337" y="2059200"/>
              <a:ext cx="1089792" cy="1361818"/>
            </a:xfrm>
            <a:custGeom>
              <a:avLst/>
              <a:gdLst/>
              <a:ahLst/>
              <a:cxnLst/>
              <a:rect l="l" t="t" r="r" b="b"/>
              <a:pathLst>
                <a:path w="1089792" h="1361818">
                  <a:moveTo>
                    <a:pt x="362965" y="0"/>
                  </a:moveTo>
                  <a:cubicBezTo>
                    <a:pt x="392540" y="0"/>
                    <a:pt x="420323" y="11647"/>
                    <a:pt x="440935" y="32254"/>
                  </a:cubicBezTo>
                  <a:lnTo>
                    <a:pt x="1020433" y="611571"/>
                  </a:lnTo>
                  <a:lnTo>
                    <a:pt x="1089792" y="611571"/>
                  </a:lnTo>
                  <a:lnTo>
                    <a:pt x="1089792" y="680909"/>
                  </a:lnTo>
                  <a:lnTo>
                    <a:pt x="1089792" y="683571"/>
                  </a:lnTo>
                  <a:lnTo>
                    <a:pt x="1087129" y="683571"/>
                  </a:lnTo>
                  <a:cubicBezTo>
                    <a:pt x="440935" y="1329565"/>
                    <a:pt x="440935" y="1329565"/>
                    <a:pt x="440935" y="1329565"/>
                  </a:cubicBezTo>
                  <a:cubicBezTo>
                    <a:pt x="420323" y="1350171"/>
                    <a:pt x="392540" y="1361818"/>
                    <a:pt x="362965" y="1361818"/>
                  </a:cubicBezTo>
                  <a:cubicBezTo>
                    <a:pt x="334286" y="1361818"/>
                    <a:pt x="305608" y="1350171"/>
                    <a:pt x="284995" y="1329565"/>
                  </a:cubicBezTo>
                  <a:cubicBezTo>
                    <a:pt x="53210" y="1097851"/>
                    <a:pt x="9934" y="1054589"/>
                    <a:pt x="1855" y="1046512"/>
                  </a:cubicBezTo>
                  <a:lnTo>
                    <a:pt x="0" y="1046512"/>
                  </a:lnTo>
                  <a:lnTo>
                    <a:pt x="0" y="1044658"/>
                  </a:lnTo>
                  <a:lnTo>
                    <a:pt x="0" y="974512"/>
                  </a:lnTo>
                  <a:lnTo>
                    <a:pt x="70167" y="974512"/>
                  </a:lnTo>
                  <a:cubicBezTo>
                    <a:pt x="317258" y="727498"/>
                    <a:pt x="317258" y="727498"/>
                    <a:pt x="317258" y="727498"/>
                  </a:cubicBezTo>
                  <a:cubicBezTo>
                    <a:pt x="555650" y="727498"/>
                    <a:pt x="555650" y="727498"/>
                    <a:pt x="555650" y="727498"/>
                  </a:cubicBezTo>
                  <a:cubicBezTo>
                    <a:pt x="555650" y="818883"/>
                    <a:pt x="555650" y="818883"/>
                    <a:pt x="555650" y="818883"/>
                  </a:cubicBezTo>
                  <a:cubicBezTo>
                    <a:pt x="692771" y="680909"/>
                    <a:pt x="692771" y="680909"/>
                    <a:pt x="692771" y="680909"/>
                  </a:cubicBezTo>
                  <a:cubicBezTo>
                    <a:pt x="555650" y="543831"/>
                    <a:pt x="555650" y="543831"/>
                    <a:pt x="555650" y="543831"/>
                  </a:cubicBezTo>
                  <a:cubicBezTo>
                    <a:pt x="555650" y="635217"/>
                    <a:pt x="555650" y="635217"/>
                    <a:pt x="555650" y="635217"/>
                  </a:cubicBezTo>
                  <a:cubicBezTo>
                    <a:pt x="362965" y="635217"/>
                    <a:pt x="362965" y="635217"/>
                    <a:pt x="362965" y="635217"/>
                  </a:cubicBezTo>
                  <a:cubicBezTo>
                    <a:pt x="333390" y="635217"/>
                    <a:pt x="305608" y="623569"/>
                    <a:pt x="284995" y="602963"/>
                  </a:cubicBezTo>
                  <a:cubicBezTo>
                    <a:pt x="56114" y="374153"/>
                    <a:pt x="11049" y="329101"/>
                    <a:pt x="2175" y="320231"/>
                  </a:cubicBezTo>
                  <a:lnTo>
                    <a:pt x="0" y="320231"/>
                  </a:lnTo>
                  <a:lnTo>
                    <a:pt x="0" y="318056"/>
                  </a:lnTo>
                  <a:lnTo>
                    <a:pt x="0" y="248231"/>
                  </a:lnTo>
                  <a:lnTo>
                    <a:pt x="69847" y="248231"/>
                  </a:lnTo>
                  <a:cubicBezTo>
                    <a:pt x="284995" y="33149"/>
                    <a:pt x="284995" y="33149"/>
                    <a:pt x="284995" y="33149"/>
                  </a:cubicBezTo>
                  <a:cubicBezTo>
                    <a:pt x="305608" y="11647"/>
                    <a:pt x="334286" y="0"/>
                    <a:pt x="362965" y="0"/>
                  </a:cubicBezTo>
                  <a:close/>
                </a:path>
              </a:pathLst>
            </a:custGeom>
            <a:pattFill prst="narVert">
              <a:fgClr>
                <a:schemeClr val="bg2">
                  <a:lumMod val="75000"/>
                </a:schemeClr>
              </a:fgClr>
              <a:bgClr>
                <a:schemeClr val="bg2"/>
              </a:bgClr>
            </a:pattFill>
            <a:ln w="3175" cap="flat" cmpd="sng" algn="ctr">
              <a:noFill/>
              <a:prstDash val="soli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26" name="Freeform 5"/>
            <p:cNvSpPr>
              <a:spLocks/>
            </p:cNvSpPr>
            <p:nvPr/>
          </p:nvSpPr>
          <p:spPr bwMode="auto">
            <a:xfrm>
              <a:off x="2700338" y="1986091"/>
              <a:ext cx="1089792" cy="1361818"/>
            </a:xfrm>
            <a:custGeom>
              <a:avLst/>
              <a:gdLst>
                <a:gd name="T0" fmla="*/ 1216 w 1216"/>
                <a:gd name="T1" fmla="*/ 760 h 1520"/>
                <a:gd name="T2" fmla="*/ 492 w 1216"/>
                <a:gd name="T3" fmla="*/ 1484 h 1520"/>
                <a:gd name="T4" fmla="*/ 405 w 1216"/>
                <a:gd name="T5" fmla="*/ 1520 h 1520"/>
                <a:gd name="T6" fmla="*/ 318 w 1216"/>
                <a:gd name="T7" fmla="*/ 1484 h 1520"/>
                <a:gd name="T8" fmla="*/ 0 w 1216"/>
                <a:gd name="T9" fmla="*/ 1166 h 1520"/>
                <a:gd name="T10" fmla="*/ 354 w 1216"/>
                <a:gd name="T11" fmla="*/ 812 h 1520"/>
                <a:gd name="T12" fmla="*/ 620 w 1216"/>
                <a:gd name="T13" fmla="*/ 812 h 1520"/>
                <a:gd name="T14" fmla="*/ 620 w 1216"/>
                <a:gd name="T15" fmla="*/ 914 h 1520"/>
                <a:gd name="T16" fmla="*/ 773 w 1216"/>
                <a:gd name="T17" fmla="*/ 760 h 1520"/>
                <a:gd name="T18" fmla="*/ 620 w 1216"/>
                <a:gd name="T19" fmla="*/ 607 h 1520"/>
                <a:gd name="T20" fmla="*/ 620 w 1216"/>
                <a:gd name="T21" fmla="*/ 709 h 1520"/>
                <a:gd name="T22" fmla="*/ 405 w 1216"/>
                <a:gd name="T23" fmla="*/ 709 h 1520"/>
                <a:gd name="T24" fmla="*/ 318 w 1216"/>
                <a:gd name="T25" fmla="*/ 673 h 1520"/>
                <a:gd name="T26" fmla="*/ 0 w 1216"/>
                <a:gd name="T27" fmla="*/ 355 h 1520"/>
                <a:gd name="T28" fmla="*/ 318 w 1216"/>
                <a:gd name="T29" fmla="*/ 37 h 1520"/>
                <a:gd name="T30" fmla="*/ 405 w 1216"/>
                <a:gd name="T31" fmla="*/ 0 h 1520"/>
                <a:gd name="T32" fmla="*/ 492 w 1216"/>
                <a:gd name="T33" fmla="*/ 36 h 1520"/>
                <a:gd name="T34" fmla="*/ 1216 w 1216"/>
                <a:gd name="T35" fmla="*/ 760 h 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6" h="1520">
                  <a:moveTo>
                    <a:pt x="1216" y="760"/>
                  </a:moveTo>
                  <a:cubicBezTo>
                    <a:pt x="492" y="1484"/>
                    <a:pt x="492" y="1484"/>
                    <a:pt x="492" y="1484"/>
                  </a:cubicBezTo>
                  <a:cubicBezTo>
                    <a:pt x="469" y="1507"/>
                    <a:pt x="438" y="1520"/>
                    <a:pt x="405" y="1520"/>
                  </a:cubicBezTo>
                  <a:cubicBezTo>
                    <a:pt x="373" y="1520"/>
                    <a:pt x="341" y="1507"/>
                    <a:pt x="318" y="1484"/>
                  </a:cubicBezTo>
                  <a:cubicBezTo>
                    <a:pt x="0" y="1166"/>
                    <a:pt x="0" y="1166"/>
                    <a:pt x="0" y="1166"/>
                  </a:cubicBezTo>
                  <a:cubicBezTo>
                    <a:pt x="354" y="812"/>
                    <a:pt x="354" y="812"/>
                    <a:pt x="354" y="812"/>
                  </a:cubicBezTo>
                  <a:cubicBezTo>
                    <a:pt x="620" y="812"/>
                    <a:pt x="620" y="812"/>
                    <a:pt x="620" y="812"/>
                  </a:cubicBezTo>
                  <a:cubicBezTo>
                    <a:pt x="620" y="914"/>
                    <a:pt x="620" y="914"/>
                    <a:pt x="620" y="914"/>
                  </a:cubicBezTo>
                  <a:cubicBezTo>
                    <a:pt x="773" y="760"/>
                    <a:pt x="773" y="760"/>
                    <a:pt x="773" y="760"/>
                  </a:cubicBezTo>
                  <a:cubicBezTo>
                    <a:pt x="620" y="607"/>
                    <a:pt x="620" y="607"/>
                    <a:pt x="620" y="607"/>
                  </a:cubicBezTo>
                  <a:cubicBezTo>
                    <a:pt x="620" y="709"/>
                    <a:pt x="620" y="709"/>
                    <a:pt x="620" y="709"/>
                  </a:cubicBezTo>
                  <a:cubicBezTo>
                    <a:pt x="405" y="709"/>
                    <a:pt x="405" y="709"/>
                    <a:pt x="405" y="709"/>
                  </a:cubicBezTo>
                  <a:cubicBezTo>
                    <a:pt x="372" y="709"/>
                    <a:pt x="341" y="696"/>
                    <a:pt x="318" y="673"/>
                  </a:cubicBezTo>
                  <a:cubicBezTo>
                    <a:pt x="0" y="355"/>
                    <a:pt x="0" y="355"/>
                    <a:pt x="0" y="355"/>
                  </a:cubicBezTo>
                  <a:cubicBezTo>
                    <a:pt x="318" y="37"/>
                    <a:pt x="318" y="37"/>
                    <a:pt x="318" y="37"/>
                  </a:cubicBezTo>
                  <a:cubicBezTo>
                    <a:pt x="341" y="13"/>
                    <a:pt x="373" y="0"/>
                    <a:pt x="405" y="0"/>
                  </a:cubicBezTo>
                  <a:cubicBezTo>
                    <a:pt x="438" y="0"/>
                    <a:pt x="469" y="13"/>
                    <a:pt x="492" y="36"/>
                  </a:cubicBezTo>
                  <a:lnTo>
                    <a:pt x="1216" y="760"/>
                  </a:lnTo>
                  <a:close/>
                </a:path>
              </a:pathLst>
            </a:custGeom>
            <a:solidFill>
              <a:schemeClr val="accent3">
                <a:lumMod val="50000"/>
              </a:schemeClr>
            </a:solidFill>
            <a:ln w="317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7" name="직사각형 126"/>
            <p:cNvSpPr/>
            <p:nvPr/>
          </p:nvSpPr>
          <p:spPr>
            <a:xfrm>
              <a:off x="3343968" y="2475366"/>
              <a:ext cx="384746" cy="384746"/>
            </a:xfrm>
            <a:prstGeom prst="rect">
              <a:avLst/>
            </a:prstGeom>
            <a:no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2000" b="1" dirty="0">
                  <a:gradFill>
                    <a:gsLst>
                      <a:gs pos="0">
                        <a:schemeClr val="bg2"/>
                      </a:gs>
                      <a:gs pos="100000">
                        <a:schemeClr val="bg2"/>
                      </a:gs>
                    </a:gsLst>
                    <a:lin ang="5400000" scaled="0"/>
                  </a:gradFill>
                  <a:latin typeface="Bebas Neue" pitchFamily="34" charset="0"/>
                  <a:ea typeface="Roboto Condensed Regular"/>
                </a:rPr>
                <a:t>04</a:t>
              </a:r>
              <a:endParaRPr lang="ko-KR" altLang="en-US" sz="2000" b="1" dirty="0">
                <a:gradFill>
                  <a:gsLst>
                    <a:gs pos="0">
                      <a:schemeClr val="bg2"/>
                    </a:gs>
                    <a:gs pos="100000">
                      <a:schemeClr val="bg2"/>
                    </a:gs>
                  </a:gsLst>
                  <a:lin ang="5400000" scaled="0"/>
                </a:gradFill>
                <a:latin typeface="Bebas Neue" pitchFamily="34" charset="0"/>
                <a:ea typeface="Roboto Condensed Regular"/>
              </a:endParaRPr>
            </a:p>
          </p:txBody>
        </p:sp>
        <p:sp>
          <p:nvSpPr>
            <p:cNvPr id="128" name="TextBox 127"/>
            <p:cNvSpPr txBox="1"/>
            <p:nvPr/>
          </p:nvSpPr>
          <p:spPr>
            <a:xfrm>
              <a:off x="2757395" y="2221648"/>
              <a:ext cx="649272"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dirty="0">
                  <a:gradFill>
                    <a:gsLst>
                      <a:gs pos="0">
                        <a:schemeClr val="bg2"/>
                      </a:gs>
                      <a:gs pos="100000">
                        <a:schemeClr val="bg2"/>
                      </a:gs>
                    </a:gsLst>
                    <a:lin ang="5400000" scaled="0"/>
                  </a:gradFill>
                </a:rPr>
                <a:t>LOREM IPSUM</a:t>
              </a:r>
              <a:endParaRPr lang="ko-KR" altLang="en-US" dirty="0">
                <a:gradFill>
                  <a:gsLst>
                    <a:gs pos="0">
                      <a:schemeClr val="bg2"/>
                    </a:gs>
                    <a:gs pos="100000">
                      <a:schemeClr val="bg2"/>
                    </a:gs>
                  </a:gsLst>
                  <a:lin ang="5400000" scaled="0"/>
                </a:gradFill>
              </a:endParaRPr>
            </a:p>
          </p:txBody>
        </p:sp>
        <p:sp>
          <p:nvSpPr>
            <p:cNvPr id="129" name="오른쪽 화살표 128"/>
            <p:cNvSpPr/>
            <p:nvPr/>
          </p:nvSpPr>
          <p:spPr>
            <a:xfrm>
              <a:off x="3012281" y="2523841"/>
              <a:ext cx="384243" cy="288000"/>
            </a:xfrm>
            <a:prstGeom prst="rightArrow">
              <a:avLst>
                <a:gd name="adj1" fmla="val 30865"/>
                <a:gd name="adj2" fmla="val 48647"/>
              </a:avLst>
            </a:prstGeom>
            <a:gradFill flip="none" rotWithShape="1">
              <a:gsLst>
                <a:gs pos="0">
                  <a:schemeClr val="bg2"/>
                </a:gs>
                <a:gs pos="100000">
                  <a:schemeClr val="bg2">
                    <a:alpha val="0"/>
                  </a:schemeClr>
                </a:gs>
                <a:gs pos="50000">
                  <a:schemeClr val="bg2"/>
                </a:gs>
              </a:gsLst>
              <a:lin ang="10800000" scaled="0"/>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59" name="그룹 58"/>
          <p:cNvGrpSpPr/>
          <p:nvPr/>
        </p:nvGrpSpPr>
        <p:grpSpPr>
          <a:xfrm>
            <a:off x="3885698" y="1022814"/>
            <a:ext cx="1265370" cy="599706"/>
            <a:chOff x="5859971" y="1022814"/>
            <a:chExt cx="1265370" cy="599706"/>
          </a:xfrm>
        </p:grpSpPr>
        <p:sp>
          <p:nvSpPr>
            <p:cNvPr id="122" name="TextBox 121"/>
            <p:cNvSpPr txBox="1"/>
            <p:nvPr/>
          </p:nvSpPr>
          <p:spPr>
            <a:xfrm>
              <a:off x="5859971" y="1428580"/>
              <a:ext cx="1265370" cy="193940"/>
            </a:xfrm>
            <a:prstGeom prst="rect">
              <a:avLst/>
            </a:prstGeom>
            <a:noFill/>
          </p:spPr>
          <p:txBody>
            <a:bodyPr wrap="square" lIns="0" tIns="0" rIns="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23" name="TextBox 122"/>
            <p:cNvSpPr txBox="1"/>
            <p:nvPr/>
          </p:nvSpPr>
          <p:spPr>
            <a:xfrm>
              <a:off x="5859971" y="1022814"/>
              <a:ext cx="1265370" cy="389597"/>
            </a:xfrm>
            <a:prstGeom prst="rect">
              <a:avLst/>
            </a:prstGeom>
            <a:noFill/>
          </p:spPr>
          <p:txBody>
            <a:bodyPr wrap="square" lIns="0" tIns="0" rIns="0" bIns="0" rtlCol="0" anchor="b">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p:txBody>
        </p:sp>
      </p:grpSp>
      <p:grpSp>
        <p:nvGrpSpPr>
          <p:cNvPr id="131" name="그룹 130"/>
          <p:cNvGrpSpPr/>
          <p:nvPr/>
        </p:nvGrpSpPr>
        <p:grpSpPr>
          <a:xfrm>
            <a:off x="4829291" y="2007116"/>
            <a:ext cx="1089793" cy="1434927"/>
            <a:chOff x="2700337" y="1986091"/>
            <a:chExt cx="1089793" cy="1434927"/>
          </a:xfrm>
        </p:grpSpPr>
        <p:sp>
          <p:nvSpPr>
            <p:cNvPr id="135" name="직사각형 57"/>
            <p:cNvSpPr/>
            <p:nvPr/>
          </p:nvSpPr>
          <p:spPr>
            <a:xfrm>
              <a:off x="2700337" y="2059200"/>
              <a:ext cx="1089792" cy="1361818"/>
            </a:xfrm>
            <a:custGeom>
              <a:avLst/>
              <a:gdLst/>
              <a:ahLst/>
              <a:cxnLst/>
              <a:rect l="l" t="t" r="r" b="b"/>
              <a:pathLst>
                <a:path w="1089792" h="1361818">
                  <a:moveTo>
                    <a:pt x="362965" y="0"/>
                  </a:moveTo>
                  <a:cubicBezTo>
                    <a:pt x="392540" y="0"/>
                    <a:pt x="420323" y="11647"/>
                    <a:pt x="440935" y="32254"/>
                  </a:cubicBezTo>
                  <a:lnTo>
                    <a:pt x="1020433" y="611571"/>
                  </a:lnTo>
                  <a:lnTo>
                    <a:pt x="1089792" y="611571"/>
                  </a:lnTo>
                  <a:lnTo>
                    <a:pt x="1089792" y="680909"/>
                  </a:lnTo>
                  <a:lnTo>
                    <a:pt x="1089792" y="683571"/>
                  </a:lnTo>
                  <a:lnTo>
                    <a:pt x="1087129" y="683571"/>
                  </a:lnTo>
                  <a:cubicBezTo>
                    <a:pt x="440935" y="1329565"/>
                    <a:pt x="440935" y="1329565"/>
                    <a:pt x="440935" y="1329565"/>
                  </a:cubicBezTo>
                  <a:cubicBezTo>
                    <a:pt x="420323" y="1350171"/>
                    <a:pt x="392540" y="1361818"/>
                    <a:pt x="362965" y="1361818"/>
                  </a:cubicBezTo>
                  <a:cubicBezTo>
                    <a:pt x="334286" y="1361818"/>
                    <a:pt x="305608" y="1350171"/>
                    <a:pt x="284995" y="1329565"/>
                  </a:cubicBezTo>
                  <a:cubicBezTo>
                    <a:pt x="53210" y="1097851"/>
                    <a:pt x="9934" y="1054589"/>
                    <a:pt x="1855" y="1046512"/>
                  </a:cubicBezTo>
                  <a:lnTo>
                    <a:pt x="0" y="1046512"/>
                  </a:lnTo>
                  <a:lnTo>
                    <a:pt x="0" y="1044658"/>
                  </a:lnTo>
                  <a:lnTo>
                    <a:pt x="0" y="974512"/>
                  </a:lnTo>
                  <a:lnTo>
                    <a:pt x="70167" y="974512"/>
                  </a:lnTo>
                  <a:cubicBezTo>
                    <a:pt x="317258" y="727498"/>
                    <a:pt x="317258" y="727498"/>
                    <a:pt x="317258" y="727498"/>
                  </a:cubicBezTo>
                  <a:cubicBezTo>
                    <a:pt x="555650" y="727498"/>
                    <a:pt x="555650" y="727498"/>
                    <a:pt x="555650" y="727498"/>
                  </a:cubicBezTo>
                  <a:cubicBezTo>
                    <a:pt x="555650" y="818883"/>
                    <a:pt x="555650" y="818883"/>
                    <a:pt x="555650" y="818883"/>
                  </a:cubicBezTo>
                  <a:cubicBezTo>
                    <a:pt x="692771" y="680909"/>
                    <a:pt x="692771" y="680909"/>
                    <a:pt x="692771" y="680909"/>
                  </a:cubicBezTo>
                  <a:cubicBezTo>
                    <a:pt x="555650" y="543831"/>
                    <a:pt x="555650" y="543831"/>
                    <a:pt x="555650" y="543831"/>
                  </a:cubicBezTo>
                  <a:cubicBezTo>
                    <a:pt x="555650" y="635217"/>
                    <a:pt x="555650" y="635217"/>
                    <a:pt x="555650" y="635217"/>
                  </a:cubicBezTo>
                  <a:cubicBezTo>
                    <a:pt x="362965" y="635217"/>
                    <a:pt x="362965" y="635217"/>
                    <a:pt x="362965" y="635217"/>
                  </a:cubicBezTo>
                  <a:cubicBezTo>
                    <a:pt x="333390" y="635217"/>
                    <a:pt x="305608" y="623569"/>
                    <a:pt x="284995" y="602963"/>
                  </a:cubicBezTo>
                  <a:cubicBezTo>
                    <a:pt x="56114" y="374153"/>
                    <a:pt x="11049" y="329101"/>
                    <a:pt x="2175" y="320231"/>
                  </a:cubicBezTo>
                  <a:lnTo>
                    <a:pt x="0" y="320231"/>
                  </a:lnTo>
                  <a:lnTo>
                    <a:pt x="0" y="318056"/>
                  </a:lnTo>
                  <a:lnTo>
                    <a:pt x="0" y="248231"/>
                  </a:lnTo>
                  <a:lnTo>
                    <a:pt x="69847" y="248231"/>
                  </a:lnTo>
                  <a:cubicBezTo>
                    <a:pt x="284995" y="33149"/>
                    <a:pt x="284995" y="33149"/>
                    <a:pt x="284995" y="33149"/>
                  </a:cubicBezTo>
                  <a:cubicBezTo>
                    <a:pt x="305608" y="11647"/>
                    <a:pt x="334286" y="0"/>
                    <a:pt x="362965" y="0"/>
                  </a:cubicBezTo>
                  <a:close/>
                </a:path>
              </a:pathLst>
            </a:custGeom>
            <a:pattFill prst="narVert">
              <a:fgClr>
                <a:schemeClr val="accent1">
                  <a:lumMod val="75000"/>
                </a:schemeClr>
              </a:fgClr>
              <a:bgClr>
                <a:schemeClr val="bg2"/>
              </a:bgClr>
            </a:pattFill>
            <a:ln w="3175" cap="flat" cmpd="sng" algn="ctr">
              <a:noFill/>
              <a:prstDash val="soli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36" name="Freeform 5"/>
            <p:cNvSpPr>
              <a:spLocks/>
            </p:cNvSpPr>
            <p:nvPr/>
          </p:nvSpPr>
          <p:spPr bwMode="auto">
            <a:xfrm>
              <a:off x="2700338" y="1986091"/>
              <a:ext cx="1089792" cy="1361818"/>
            </a:xfrm>
            <a:custGeom>
              <a:avLst/>
              <a:gdLst>
                <a:gd name="T0" fmla="*/ 1216 w 1216"/>
                <a:gd name="T1" fmla="*/ 760 h 1520"/>
                <a:gd name="T2" fmla="*/ 492 w 1216"/>
                <a:gd name="T3" fmla="*/ 1484 h 1520"/>
                <a:gd name="T4" fmla="*/ 405 w 1216"/>
                <a:gd name="T5" fmla="*/ 1520 h 1520"/>
                <a:gd name="T6" fmla="*/ 318 w 1216"/>
                <a:gd name="T7" fmla="*/ 1484 h 1520"/>
                <a:gd name="T8" fmla="*/ 0 w 1216"/>
                <a:gd name="T9" fmla="*/ 1166 h 1520"/>
                <a:gd name="T10" fmla="*/ 354 w 1216"/>
                <a:gd name="T11" fmla="*/ 812 h 1520"/>
                <a:gd name="T12" fmla="*/ 620 w 1216"/>
                <a:gd name="T13" fmla="*/ 812 h 1520"/>
                <a:gd name="T14" fmla="*/ 620 w 1216"/>
                <a:gd name="T15" fmla="*/ 914 h 1520"/>
                <a:gd name="T16" fmla="*/ 773 w 1216"/>
                <a:gd name="T17" fmla="*/ 760 h 1520"/>
                <a:gd name="T18" fmla="*/ 620 w 1216"/>
                <a:gd name="T19" fmla="*/ 607 h 1520"/>
                <a:gd name="T20" fmla="*/ 620 w 1216"/>
                <a:gd name="T21" fmla="*/ 709 h 1520"/>
                <a:gd name="T22" fmla="*/ 405 w 1216"/>
                <a:gd name="T23" fmla="*/ 709 h 1520"/>
                <a:gd name="T24" fmla="*/ 318 w 1216"/>
                <a:gd name="T25" fmla="*/ 673 h 1520"/>
                <a:gd name="T26" fmla="*/ 0 w 1216"/>
                <a:gd name="T27" fmla="*/ 355 h 1520"/>
                <a:gd name="T28" fmla="*/ 318 w 1216"/>
                <a:gd name="T29" fmla="*/ 37 h 1520"/>
                <a:gd name="T30" fmla="*/ 405 w 1216"/>
                <a:gd name="T31" fmla="*/ 0 h 1520"/>
                <a:gd name="T32" fmla="*/ 492 w 1216"/>
                <a:gd name="T33" fmla="*/ 36 h 1520"/>
                <a:gd name="T34" fmla="*/ 1216 w 1216"/>
                <a:gd name="T35" fmla="*/ 760 h 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6" h="1520">
                  <a:moveTo>
                    <a:pt x="1216" y="760"/>
                  </a:moveTo>
                  <a:cubicBezTo>
                    <a:pt x="492" y="1484"/>
                    <a:pt x="492" y="1484"/>
                    <a:pt x="492" y="1484"/>
                  </a:cubicBezTo>
                  <a:cubicBezTo>
                    <a:pt x="469" y="1507"/>
                    <a:pt x="438" y="1520"/>
                    <a:pt x="405" y="1520"/>
                  </a:cubicBezTo>
                  <a:cubicBezTo>
                    <a:pt x="373" y="1520"/>
                    <a:pt x="341" y="1507"/>
                    <a:pt x="318" y="1484"/>
                  </a:cubicBezTo>
                  <a:cubicBezTo>
                    <a:pt x="0" y="1166"/>
                    <a:pt x="0" y="1166"/>
                    <a:pt x="0" y="1166"/>
                  </a:cubicBezTo>
                  <a:cubicBezTo>
                    <a:pt x="354" y="812"/>
                    <a:pt x="354" y="812"/>
                    <a:pt x="354" y="812"/>
                  </a:cubicBezTo>
                  <a:cubicBezTo>
                    <a:pt x="620" y="812"/>
                    <a:pt x="620" y="812"/>
                    <a:pt x="620" y="812"/>
                  </a:cubicBezTo>
                  <a:cubicBezTo>
                    <a:pt x="620" y="914"/>
                    <a:pt x="620" y="914"/>
                    <a:pt x="620" y="914"/>
                  </a:cubicBezTo>
                  <a:cubicBezTo>
                    <a:pt x="773" y="760"/>
                    <a:pt x="773" y="760"/>
                    <a:pt x="773" y="760"/>
                  </a:cubicBezTo>
                  <a:cubicBezTo>
                    <a:pt x="620" y="607"/>
                    <a:pt x="620" y="607"/>
                    <a:pt x="620" y="607"/>
                  </a:cubicBezTo>
                  <a:cubicBezTo>
                    <a:pt x="620" y="709"/>
                    <a:pt x="620" y="709"/>
                    <a:pt x="620" y="709"/>
                  </a:cubicBezTo>
                  <a:cubicBezTo>
                    <a:pt x="405" y="709"/>
                    <a:pt x="405" y="709"/>
                    <a:pt x="405" y="709"/>
                  </a:cubicBezTo>
                  <a:cubicBezTo>
                    <a:pt x="372" y="709"/>
                    <a:pt x="341" y="696"/>
                    <a:pt x="318" y="673"/>
                  </a:cubicBezTo>
                  <a:cubicBezTo>
                    <a:pt x="0" y="355"/>
                    <a:pt x="0" y="355"/>
                    <a:pt x="0" y="355"/>
                  </a:cubicBezTo>
                  <a:cubicBezTo>
                    <a:pt x="318" y="37"/>
                    <a:pt x="318" y="37"/>
                    <a:pt x="318" y="37"/>
                  </a:cubicBezTo>
                  <a:cubicBezTo>
                    <a:pt x="341" y="13"/>
                    <a:pt x="373" y="0"/>
                    <a:pt x="405" y="0"/>
                  </a:cubicBezTo>
                  <a:cubicBezTo>
                    <a:pt x="438" y="0"/>
                    <a:pt x="469" y="13"/>
                    <a:pt x="492" y="36"/>
                  </a:cubicBezTo>
                  <a:lnTo>
                    <a:pt x="1216" y="760"/>
                  </a:lnTo>
                  <a:close/>
                </a:path>
              </a:pathLst>
            </a:custGeom>
            <a:solidFill>
              <a:schemeClr val="accent1"/>
            </a:solidFill>
            <a:ln w="317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7" name="직사각형 136"/>
            <p:cNvSpPr/>
            <p:nvPr/>
          </p:nvSpPr>
          <p:spPr>
            <a:xfrm>
              <a:off x="3343968" y="2475366"/>
              <a:ext cx="384746" cy="384746"/>
            </a:xfrm>
            <a:prstGeom prst="rect">
              <a:avLst/>
            </a:prstGeom>
            <a:no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2000" b="1" dirty="0">
                  <a:gradFill>
                    <a:gsLst>
                      <a:gs pos="0">
                        <a:schemeClr val="bg2"/>
                      </a:gs>
                      <a:gs pos="100000">
                        <a:schemeClr val="bg2"/>
                      </a:gs>
                    </a:gsLst>
                    <a:lin ang="5400000" scaled="0"/>
                  </a:gradFill>
                  <a:latin typeface="Bebas Neue" pitchFamily="34" charset="0"/>
                  <a:ea typeface="Roboto Condensed Regular"/>
                </a:rPr>
                <a:t>05</a:t>
              </a:r>
              <a:endParaRPr lang="ko-KR" altLang="en-US" sz="2000" b="1" dirty="0">
                <a:gradFill>
                  <a:gsLst>
                    <a:gs pos="0">
                      <a:schemeClr val="bg2"/>
                    </a:gs>
                    <a:gs pos="100000">
                      <a:schemeClr val="bg2"/>
                    </a:gs>
                  </a:gsLst>
                  <a:lin ang="5400000" scaled="0"/>
                </a:gradFill>
                <a:latin typeface="Bebas Neue" pitchFamily="34" charset="0"/>
                <a:ea typeface="Roboto Condensed Regular"/>
              </a:endParaRPr>
            </a:p>
          </p:txBody>
        </p:sp>
        <p:sp>
          <p:nvSpPr>
            <p:cNvPr id="138" name="TextBox 137"/>
            <p:cNvSpPr txBox="1"/>
            <p:nvPr/>
          </p:nvSpPr>
          <p:spPr>
            <a:xfrm>
              <a:off x="2757395" y="2221648"/>
              <a:ext cx="649272"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dirty="0">
                  <a:gradFill>
                    <a:gsLst>
                      <a:gs pos="0">
                        <a:schemeClr val="bg2"/>
                      </a:gs>
                      <a:gs pos="100000">
                        <a:schemeClr val="bg2"/>
                      </a:gs>
                    </a:gsLst>
                    <a:lin ang="5400000" scaled="0"/>
                  </a:gradFill>
                </a:rPr>
                <a:t>LOREM IPSUM</a:t>
              </a:r>
              <a:endParaRPr lang="ko-KR" altLang="en-US" dirty="0">
                <a:gradFill>
                  <a:gsLst>
                    <a:gs pos="0">
                      <a:schemeClr val="bg2"/>
                    </a:gs>
                    <a:gs pos="100000">
                      <a:schemeClr val="bg2"/>
                    </a:gs>
                  </a:gsLst>
                  <a:lin ang="5400000" scaled="0"/>
                </a:gradFill>
              </a:endParaRPr>
            </a:p>
          </p:txBody>
        </p:sp>
        <p:sp>
          <p:nvSpPr>
            <p:cNvPr id="139" name="오른쪽 화살표 138"/>
            <p:cNvSpPr/>
            <p:nvPr/>
          </p:nvSpPr>
          <p:spPr>
            <a:xfrm>
              <a:off x="3012281" y="2523841"/>
              <a:ext cx="384243" cy="288000"/>
            </a:xfrm>
            <a:prstGeom prst="rightArrow">
              <a:avLst>
                <a:gd name="adj1" fmla="val 30865"/>
                <a:gd name="adj2" fmla="val 48647"/>
              </a:avLst>
            </a:prstGeom>
            <a:gradFill flip="none" rotWithShape="1">
              <a:gsLst>
                <a:gs pos="0">
                  <a:schemeClr val="bg2"/>
                </a:gs>
                <a:gs pos="100000">
                  <a:schemeClr val="bg2">
                    <a:alpha val="0"/>
                  </a:schemeClr>
                </a:gs>
                <a:gs pos="50000">
                  <a:schemeClr val="bg2"/>
                </a:gs>
              </a:gsLst>
              <a:lin ang="10800000" scaled="0"/>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57" name="그룹 56"/>
          <p:cNvGrpSpPr/>
          <p:nvPr/>
        </p:nvGrpSpPr>
        <p:grpSpPr>
          <a:xfrm>
            <a:off x="4829286" y="3760868"/>
            <a:ext cx="1265370" cy="603295"/>
            <a:chOff x="6803559" y="3760863"/>
            <a:chExt cx="1265370" cy="603295"/>
          </a:xfrm>
        </p:grpSpPr>
        <p:sp>
          <p:nvSpPr>
            <p:cNvPr id="132" name="TextBox 131"/>
            <p:cNvSpPr txBox="1"/>
            <p:nvPr/>
          </p:nvSpPr>
          <p:spPr>
            <a:xfrm>
              <a:off x="6803559" y="3760863"/>
              <a:ext cx="1265370" cy="193940"/>
            </a:xfrm>
            <a:prstGeom prst="rect">
              <a:avLst/>
            </a:prstGeom>
            <a:noFill/>
          </p:spPr>
          <p:txBody>
            <a:bodyPr wrap="square" lIns="0" tIns="0" rIns="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Lorem Ipsum</a:t>
              </a:r>
              <a:endParaRPr lang="ko-KR" altLang="en-US" sz="1200" b="1" dirty="0">
                <a:gradFill>
                  <a:gsLst>
                    <a:gs pos="0">
                      <a:schemeClr val="accent1"/>
                    </a:gs>
                    <a:gs pos="100000">
                      <a:schemeClr val="accent1"/>
                    </a:gs>
                  </a:gsLst>
                  <a:lin ang="5400000" scaled="0"/>
                </a:gradFill>
                <a:latin typeface="Roboto Condensed Regular"/>
              </a:endParaRPr>
            </a:p>
          </p:txBody>
        </p:sp>
        <p:sp>
          <p:nvSpPr>
            <p:cNvPr id="133" name="TextBox 132"/>
            <p:cNvSpPr txBox="1"/>
            <p:nvPr/>
          </p:nvSpPr>
          <p:spPr>
            <a:xfrm>
              <a:off x="6803559" y="3974561"/>
              <a:ext cx="1265370" cy="389597"/>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p:txBody>
        </p:sp>
      </p:grpSp>
      <p:cxnSp>
        <p:nvCxnSpPr>
          <p:cNvPr id="65" name="직선 연결선 64"/>
          <p:cNvCxnSpPr/>
          <p:nvPr/>
        </p:nvCxnSpPr>
        <p:spPr>
          <a:xfrm>
            <a:off x="1424025" y="3362584"/>
            <a:ext cx="0" cy="307085"/>
          </a:xfrm>
          <a:prstGeom prst="line">
            <a:avLst/>
          </a:prstGeom>
          <a:ln w="3175">
            <a:solidFill>
              <a:schemeClr val="tx2">
                <a:alpha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cxnSp>
        <p:nvCxnSpPr>
          <p:cNvPr id="104" name="직선 연결선 103"/>
          <p:cNvCxnSpPr/>
          <p:nvPr/>
        </p:nvCxnSpPr>
        <p:spPr>
          <a:xfrm rot="10800000">
            <a:off x="2367614" y="1703502"/>
            <a:ext cx="0" cy="307085"/>
          </a:xfrm>
          <a:prstGeom prst="line">
            <a:avLst/>
          </a:prstGeom>
          <a:ln w="3175">
            <a:solidFill>
              <a:schemeClr val="tx2">
                <a:alpha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cxnSp>
        <p:nvCxnSpPr>
          <p:cNvPr id="114" name="직선 연결선 113"/>
          <p:cNvCxnSpPr/>
          <p:nvPr/>
        </p:nvCxnSpPr>
        <p:spPr>
          <a:xfrm>
            <a:off x="3311203" y="3362584"/>
            <a:ext cx="0" cy="307085"/>
          </a:xfrm>
          <a:prstGeom prst="line">
            <a:avLst/>
          </a:prstGeom>
          <a:ln w="3175">
            <a:solidFill>
              <a:schemeClr val="tx2">
                <a:alpha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cxnSp>
        <p:nvCxnSpPr>
          <p:cNvPr id="124" name="직선 연결선 123"/>
          <p:cNvCxnSpPr/>
          <p:nvPr/>
        </p:nvCxnSpPr>
        <p:spPr>
          <a:xfrm rot="10800000">
            <a:off x="4254792" y="1703502"/>
            <a:ext cx="0" cy="307085"/>
          </a:xfrm>
          <a:prstGeom prst="line">
            <a:avLst/>
          </a:prstGeom>
          <a:ln w="3175">
            <a:solidFill>
              <a:schemeClr val="tx2">
                <a:alpha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cxnSp>
        <p:nvCxnSpPr>
          <p:cNvPr id="134" name="직선 연결선 133"/>
          <p:cNvCxnSpPr/>
          <p:nvPr/>
        </p:nvCxnSpPr>
        <p:spPr>
          <a:xfrm>
            <a:off x="5198380" y="3362584"/>
            <a:ext cx="0" cy="307085"/>
          </a:xfrm>
          <a:prstGeom prst="line">
            <a:avLst/>
          </a:prstGeom>
          <a:ln w="3175">
            <a:solidFill>
              <a:schemeClr val="accent1"/>
            </a:solidFill>
            <a:prstDash val="dash"/>
            <a:tailEnd type="oval"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13947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nodeType="withEffect">
                                  <p:stCondLst>
                                    <p:cond delay="0"/>
                                  </p:stCondLst>
                                  <p:childTnLst>
                                    <p:animMotion origin="layout" path="M -0.05938 -3.14603E-6 L 1.38889E-6 -3.14603E-6 " pathEditMode="relative" rAng="0" ptsTypes="AA">
                                      <p:cBhvr>
                                        <p:cTn id="9" dur="500" fill="hold"/>
                                        <p:tgtEl>
                                          <p:spTgt spid="6"/>
                                        </p:tgtEl>
                                        <p:attrNameLst>
                                          <p:attrName>ppt_x</p:attrName>
                                          <p:attrName>ppt_y</p:attrName>
                                        </p:attrNameLst>
                                      </p:cBhvr>
                                      <p:rCtr x="30" y="0"/>
                                    </p:animMotion>
                                  </p:childTnLst>
                                </p:cTn>
                              </p:par>
                              <p:par>
                                <p:cTn id="10" presetID="12" presetClass="entr" presetSubtype="1" fill="hold" nodeType="with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slide(fromTop)">
                                      <p:cBhvr>
                                        <p:cTn id="12" dur="500"/>
                                        <p:tgtEl>
                                          <p:spTgt spid="65"/>
                                        </p:tgtEl>
                                      </p:cBhvr>
                                    </p:animEffect>
                                  </p:childTnLst>
                                </p:cTn>
                              </p:par>
                              <p:par>
                                <p:cTn id="13" presetID="10" presetClass="entr" presetSubtype="0" fill="hold" nodeType="with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fade">
                                      <p:cBhvr>
                                        <p:cTn id="15" dur="500"/>
                                        <p:tgtEl>
                                          <p:spTgt spid="54"/>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fade">
                                      <p:cBhvr>
                                        <p:cTn id="19" dur="500"/>
                                        <p:tgtEl>
                                          <p:spTgt spid="101"/>
                                        </p:tgtEl>
                                      </p:cBhvr>
                                    </p:animEffect>
                                  </p:childTnLst>
                                </p:cTn>
                              </p:par>
                              <p:par>
                                <p:cTn id="20" presetID="63" presetClass="path" presetSubtype="0" accel="50000" decel="50000" fill="hold" nodeType="withEffect">
                                  <p:stCondLst>
                                    <p:cond delay="0"/>
                                  </p:stCondLst>
                                  <p:childTnLst>
                                    <p:animMotion origin="layout" path="M -0.05591 -3.14603E-6 L 2.77778E-6 -3.14603E-6 " pathEditMode="relative" rAng="0" ptsTypes="AA">
                                      <p:cBhvr>
                                        <p:cTn id="21" dur="500" fill="hold"/>
                                        <p:tgtEl>
                                          <p:spTgt spid="101"/>
                                        </p:tgtEl>
                                        <p:attrNameLst>
                                          <p:attrName>ppt_x</p:attrName>
                                          <p:attrName>ppt_y</p:attrName>
                                        </p:attrNameLst>
                                      </p:cBhvr>
                                      <p:rCtr x="28" y="0"/>
                                    </p:animMotion>
                                  </p:childTnLst>
                                </p:cTn>
                              </p:par>
                              <p:par>
                                <p:cTn id="22" presetID="12" presetClass="entr" presetSubtype="4" fill="hold" nodeType="withEffect">
                                  <p:stCondLst>
                                    <p:cond delay="0"/>
                                  </p:stCondLst>
                                  <p:childTnLst>
                                    <p:set>
                                      <p:cBhvr>
                                        <p:cTn id="23" dur="1" fill="hold">
                                          <p:stCondLst>
                                            <p:cond delay="0"/>
                                          </p:stCondLst>
                                        </p:cTn>
                                        <p:tgtEl>
                                          <p:spTgt spid="104"/>
                                        </p:tgtEl>
                                        <p:attrNameLst>
                                          <p:attrName>style.visibility</p:attrName>
                                        </p:attrNameLst>
                                      </p:cBhvr>
                                      <p:to>
                                        <p:strVal val="visible"/>
                                      </p:to>
                                    </p:set>
                                    <p:animEffect transition="in" filter="slide(fromBottom)">
                                      <p:cBhvr>
                                        <p:cTn id="24" dur="500"/>
                                        <p:tgtEl>
                                          <p:spTgt spid="104"/>
                                        </p:tgtEl>
                                      </p:cBhvr>
                                    </p:animEffect>
                                  </p:childTnLst>
                                </p:cTn>
                              </p:par>
                              <p:par>
                                <p:cTn id="25" presetID="10" presetClass="entr" presetSubtype="0" fill="hold" nodeType="with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500"/>
                                        <p:tgtEl>
                                          <p:spTgt spid="60"/>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111"/>
                                        </p:tgtEl>
                                        <p:attrNameLst>
                                          <p:attrName>style.visibility</p:attrName>
                                        </p:attrNameLst>
                                      </p:cBhvr>
                                      <p:to>
                                        <p:strVal val="visible"/>
                                      </p:to>
                                    </p:set>
                                    <p:animEffect transition="in" filter="fade">
                                      <p:cBhvr>
                                        <p:cTn id="31" dur="500"/>
                                        <p:tgtEl>
                                          <p:spTgt spid="111"/>
                                        </p:tgtEl>
                                      </p:cBhvr>
                                    </p:animEffect>
                                  </p:childTnLst>
                                </p:cTn>
                              </p:par>
                              <p:par>
                                <p:cTn id="32" presetID="63" presetClass="path" presetSubtype="0" accel="50000" decel="50000" fill="hold" nodeType="withEffect">
                                  <p:stCondLst>
                                    <p:cond delay="0"/>
                                  </p:stCondLst>
                                  <p:childTnLst>
                                    <p:animMotion origin="layout" path="M -0.05729 -3.14603E-6 L -2.22222E-6 -3.14603E-6 " pathEditMode="relative" rAng="0" ptsTypes="AA">
                                      <p:cBhvr>
                                        <p:cTn id="33" dur="500" fill="hold"/>
                                        <p:tgtEl>
                                          <p:spTgt spid="111"/>
                                        </p:tgtEl>
                                        <p:attrNameLst>
                                          <p:attrName>ppt_x</p:attrName>
                                          <p:attrName>ppt_y</p:attrName>
                                        </p:attrNameLst>
                                      </p:cBhvr>
                                      <p:rCtr x="29" y="0"/>
                                    </p:animMotion>
                                  </p:childTnLst>
                                </p:cTn>
                              </p:par>
                              <p:par>
                                <p:cTn id="34" presetID="12" presetClass="entr" presetSubtype="1" fill="hold" nodeType="withEffect">
                                  <p:stCondLst>
                                    <p:cond delay="0"/>
                                  </p:stCondLst>
                                  <p:childTnLst>
                                    <p:set>
                                      <p:cBhvr>
                                        <p:cTn id="35" dur="1" fill="hold">
                                          <p:stCondLst>
                                            <p:cond delay="0"/>
                                          </p:stCondLst>
                                        </p:cTn>
                                        <p:tgtEl>
                                          <p:spTgt spid="114"/>
                                        </p:tgtEl>
                                        <p:attrNameLst>
                                          <p:attrName>style.visibility</p:attrName>
                                        </p:attrNameLst>
                                      </p:cBhvr>
                                      <p:to>
                                        <p:strVal val="visible"/>
                                      </p:to>
                                    </p:set>
                                    <p:animEffect transition="in" filter="slide(fromTop)">
                                      <p:cBhvr>
                                        <p:cTn id="36" dur="500"/>
                                        <p:tgtEl>
                                          <p:spTgt spid="114"/>
                                        </p:tgtEl>
                                      </p:cBhvr>
                                    </p:animEffect>
                                  </p:childTnLst>
                                </p:cTn>
                              </p:par>
                              <p:par>
                                <p:cTn id="37" presetID="10" presetClass="entr" presetSubtype="0" fill="hold" nodeType="with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fade">
                                      <p:cBhvr>
                                        <p:cTn id="39" dur="500"/>
                                        <p:tgtEl>
                                          <p:spTgt spid="55"/>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121"/>
                                        </p:tgtEl>
                                        <p:attrNameLst>
                                          <p:attrName>style.visibility</p:attrName>
                                        </p:attrNameLst>
                                      </p:cBhvr>
                                      <p:to>
                                        <p:strVal val="visible"/>
                                      </p:to>
                                    </p:set>
                                    <p:animEffect transition="in" filter="fade">
                                      <p:cBhvr>
                                        <p:cTn id="43" dur="500"/>
                                        <p:tgtEl>
                                          <p:spTgt spid="121"/>
                                        </p:tgtEl>
                                      </p:cBhvr>
                                    </p:animEffect>
                                  </p:childTnLst>
                                </p:cTn>
                              </p:par>
                              <p:par>
                                <p:cTn id="44" presetID="63" presetClass="path" presetSubtype="0" accel="50000" decel="50000" fill="hold" nodeType="withEffect">
                                  <p:stCondLst>
                                    <p:cond delay="0"/>
                                  </p:stCondLst>
                                  <p:childTnLst>
                                    <p:animMotion origin="layout" path="M -0.05573 -3.14603E-6 L 2.77778E-6 -3.14603E-6 " pathEditMode="relative" rAng="0" ptsTypes="AA">
                                      <p:cBhvr>
                                        <p:cTn id="45" dur="500" fill="hold"/>
                                        <p:tgtEl>
                                          <p:spTgt spid="121"/>
                                        </p:tgtEl>
                                        <p:attrNameLst>
                                          <p:attrName>ppt_x</p:attrName>
                                          <p:attrName>ppt_y</p:attrName>
                                        </p:attrNameLst>
                                      </p:cBhvr>
                                      <p:rCtr x="28" y="0"/>
                                    </p:animMotion>
                                  </p:childTnLst>
                                </p:cTn>
                              </p:par>
                              <p:par>
                                <p:cTn id="46" presetID="12" presetClass="entr" presetSubtype="4" fill="hold" nodeType="withEffect">
                                  <p:stCondLst>
                                    <p:cond delay="0"/>
                                  </p:stCondLst>
                                  <p:childTnLst>
                                    <p:set>
                                      <p:cBhvr>
                                        <p:cTn id="47" dur="1" fill="hold">
                                          <p:stCondLst>
                                            <p:cond delay="0"/>
                                          </p:stCondLst>
                                        </p:cTn>
                                        <p:tgtEl>
                                          <p:spTgt spid="124"/>
                                        </p:tgtEl>
                                        <p:attrNameLst>
                                          <p:attrName>style.visibility</p:attrName>
                                        </p:attrNameLst>
                                      </p:cBhvr>
                                      <p:to>
                                        <p:strVal val="visible"/>
                                      </p:to>
                                    </p:set>
                                    <p:animEffect transition="in" filter="slide(fromBottom)">
                                      <p:cBhvr>
                                        <p:cTn id="48" dur="500"/>
                                        <p:tgtEl>
                                          <p:spTgt spid="124"/>
                                        </p:tgtEl>
                                      </p:cBhvr>
                                    </p:animEffect>
                                  </p:childTnLst>
                                </p:cTn>
                              </p:par>
                              <p:par>
                                <p:cTn id="49" presetID="10" presetClass="entr" presetSubtype="0" fill="hold" nodeType="withEffect">
                                  <p:stCondLst>
                                    <p:cond delay="0"/>
                                  </p:stCondLst>
                                  <p:childTnLst>
                                    <p:set>
                                      <p:cBhvr>
                                        <p:cTn id="50" dur="1" fill="hold">
                                          <p:stCondLst>
                                            <p:cond delay="0"/>
                                          </p:stCondLst>
                                        </p:cTn>
                                        <p:tgtEl>
                                          <p:spTgt spid="59"/>
                                        </p:tgtEl>
                                        <p:attrNameLst>
                                          <p:attrName>style.visibility</p:attrName>
                                        </p:attrNameLst>
                                      </p:cBhvr>
                                      <p:to>
                                        <p:strVal val="visible"/>
                                      </p:to>
                                    </p:set>
                                    <p:animEffect transition="in" filter="fade">
                                      <p:cBhvr>
                                        <p:cTn id="51" dur="500"/>
                                        <p:tgtEl>
                                          <p:spTgt spid="59"/>
                                        </p:tgtEl>
                                      </p:cBhvr>
                                    </p:animEffect>
                                  </p:childTnLst>
                                </p:cTn>
                              </p:par>
                            </p:childTnLst>
                          </p:cTn>
                        </p:par>
                        <p:par>
                          <p:cTn id="52" fill="hold">
                            <p:stCondLst>
                              <p:cond delay="2000"/>
                            </p:stCondLst>
                            <p:childTnLst>
                              <p:par>
                                <p:cTn id="53" presetID="10" presetClass="entr" presetSubtype="0" fill="hold" nodeType="afterEffect">
                                  <p:stCondLst>
                                    <p:cond delay="0"/>
                                  </p:stCondLst>
                                  <p:childTnLst>
                                    <p:set>
                                      <p:cBhvr>
                                        <p:cTn id="54" dur="1" fill="hold">
                                          <p:stCondLst>
                                            <p:cond delay="0"/>
                                          </p:stCondLst>
                                        </p:cTn>
                                        <p:tgtEl>
                                          <p:spTgt spid="131"/>
                                        </p:tgtEl>
                                        <p:attrNameLst>
                                          <p:attrName>style.visibility</p:attrName>
                                        </p:attrNameLst>
                                      </p:cBhvr>
                                      <p:to>
                                        <p:strVal val="visible"/>
                                      </p:to>
                                    </p:set>
                                    <p:animEffect transition="in" filter="fade">
                                      <p:cBhvr>
                                        <p:cTn id="55" dur="500"/>
                                        <p:tgtEl>
                                          <p:spTgt spid="131"/>
                                        </p:tgtEl>
                                      </p:cBhvr>
                                    </p:animEffect>
                                  </p:childTnLst>
                                </p:cTn>
                              </p:par>
                              <p:par>
                                <p:cTn id="56" presetID="63" presetClass="path" presetSubtype="0" accel="50000" decel="50000" fill="hold" nodeType="withEffect">
                                  <p:stCondLst>
                                    <p:cond delay="0"/>
                                  </p:stCondLst>
                                  <p:childTnLst>
                                    <p:animMotion origin="layout" path="M -0.05504 -3.14603E-6 L 4.16667E-6 -3.14603E-6 " pathEditMode="relative" rAng="0" ptsTypes="AA">
                                      <p:cBhvr>
                                        <p:cTn id="57" dur="500" fill="hold"/>
                                        <p:tgtEl>
                                          <p:spTgt spid="131"/>
                                        </p:tgtEl>
                                        <p:attrNameLst>
                                          <p:attrName>ppt_x</p:attrName>
                                          <p:attrName>ppt_y</p:attrName>
                                        </p:attrNameLst>
                                      </p:cBhvr>
                                      <p:rCtr x="27" y="0"/>
                                    </p:animMotion>
                                  </p:childTnLst>
                                </p:cTn>
                              </p:par>
                              <p:par>
                                <p:cTn id="58" presetID="12" presetClass="entr" presetSubtype="1" fill="hold" nodeType="withEffect">
                                  <p:stCondLst>
                                    <p:cond delay="0"/>
                                  </p:stCondLst>
                                  <p:childTnLst>
                                    <p:set>
                                      <p:cBhvr>
                                        <p:cTn id="59" dur="1" fill="hold">
                                          <p:stCondLst>
                                            <p:cond delay="0"/>
                                          </p:stCondLst>
                                        </p:cTn>
                                        <p:tgtEl>
                                          <p:spTgt spid="134"/>
                                        </p:tgtEl>
                                        <p:attrNameLst>
                                          <p:attrName>style.visibility</p:attrName>
                                        </p:attrNameLst>
                                      </p:cBhvr>
                                      <p:to>
                                        <p:strVal val="visible"/>
                                      </p:to>
                                    </p:set>
                                    <p:animEffect transition="in" filter="slide(fromTop)">
                                      <p:cBhvr>
                                        <p:cTn id="60" dur="500"/>
                                        <p:tgtEl>
                                          <p:spTgt spid="134"/>
                                        </p:tgtEl>
                                      </p:cBhvr>
                                    </p:animEffect>
                                  </p:childTnLst>
                                </p:cTn>
                              </p:par>
                              <p:par>
                                <p:cTn id="61" presetID="10" presetClass="entr" presetSubtype="0" fill="hold" nodeType="withEffect">
                                  <p:stCondLst>
                                    <p:cond delay="0"/>
                                  </p:stCondLst>
                                  <p:childTnLst>
                                    <p:set>
                                      <p:cBhvr>
                                        <p:cTn id="62" dur="1" fill="hold">
                                          <p:stCondLst>
                                            <p:cond delay="0"/>
                                          </p:stCondLst>
                                        </p:cTn>
                                        <p:tgtEl>
                                          <p:spTgt spid="57"/>
                                        </p:tgtEl>
                                        <p:attrNameLst>
                                          <p:attrName>style.visibility</p:attrName>
                                        </p:attrNameLst>
                                      </p:cBhvr>
                                      <p:to>
                                        <p:strVal val="visible"/>
                                      </p:to>
                                    </p:set>
                                    <p:animEffect transition="in" filter="fade">
                                      <p:cBhvr>
                                        <p:cTn id="63"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extBox 77"/>
          <p:cNvSpPr txBox="1"/>
          <p:nvPr/>
        </p:nvSpPr>
        <p:spPr>
          <a:xfrm>
            <a:off x="889761" y="3441218"/>
            <a:ext cx="1187672" cy="787400"/>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grpSp>
        <p:nvGrpSpPr>
          <p:cNvPr id="51" name="그룹 50"/>
          <p:cNvGrpSpPr/>
          <p:nvPr/>
        </p:nvGrpSpPr>
        <p:grpSpPr>
          <a:xfrm>
            <a:off x="704504" y="1484649"/>
            <a:ext cx="5533482" cy="2055867"/>
            <a:chOff x="2889792" y="1554980"/>
            <a:chExt cx="5533482" cy="2055867"/>
          </a:xfrm>
        </p:grpSpPr>
        <p:sp>
          <p:nvSpPr>
            <p:cNvPr id="74" name="사다리꼴 73"/>
            <p:cNvSpPr>
              <a:spLocks/>
            </p:cNvSpPr>
            <p:nvPr/>
          </p:nvSpPr>
          <p:spPr>
            <a:xfrm rot="16200000">
              <a:off x="6317160" y="2530805"/>
              <a:ext cx="2055867" cy="104218"/>
            </a:xfrm>
            <a:prstGeom prst="trapezoid">
              <a:avLst>
                <a:gd name="adj" fmla="val 75086"/>
              </a:avLst>
            </a:pr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50" name="그룹 49"/>
            <p:cNvGrpSpPr/>
            <p:nvPr/>
          </p:nvGrpSpPr>
          <p:grpSpPr>
            <a:xfrm>
              <a:off x="2889792" y="1554980"/>
              <a:ext cx="5533482" cy="2055867"/>
              <a:chOff x="2889792" y="1554980"/>
              <a:chExt cx="5533482" cy="2055867"/>
            </a:xfrm>
          </p:grpSpPr>
          <p:sp>
            <p:nvSpPr>
              <p:cNvPr id="76" name="위쪽 화살표 75"/>
              <p:cNvSpPr/>
              <p:nvPr/>
            </p:nvSpPr>
            <p:spPr>
              <a:xfrm rot="5400000">
                <a:off x="4680708" y="-131719"/>
                <a:ext cx="2055867" cy="5429265"/>
              </a:xfrm>
              <a:prstGeom prst="upArrow">
                <a:avLst>
                  <a:gd name="adj1" fmla="val 63377"/>
                  <a:gd name="adj2" fmla="val 50000"/>
                </a:avLst>
              </a:prstGeom>
              <a:solidFill>
                <a:schemeClr val="accent3"/>
              </a:solidFill>
              <a:ln w="3175" cap="flat" cmpd="sng" algn="ctr">
                <a:solidFill>
                  <a:schemeClr val="accent3">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75" name="사다리꼴 74"/>
              <p:cNvSpPr>
                <a:spLocks/>
              </p:cNvSpPr>
              <p:nvPr/>
            </p:nvSpPr>
            <p:spPr>
              <a:xfrm rot="16200000">
                <a:off x="2291461" y="2530805"/>
                <a:ext cx="1300880" cy="104218"/>
              </a:xfrm>
              <a:prstGeom prst="trapezoid">
                <a:avLst>
                  <a:gd name="adj" fmla="val 75086"/>
                </a:avLst>
              </a:pr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sp>
        <p:nvSpPr>
          <p:cNvPr id="11" name="Title 10"/>
          <p:cNvSpPr>
            <a:spLocks noGrp="1"/>
          </p:cNvSpPr>
          <p:nvPr>
            <p:ph type="title"/>
          </p:nvPr>
        </p:nvSpPr>
        <p:spPr/>
        <p:txBody>
          <a:bodyPr/>
          <a:lstStyle/>
          <a:p>
            <a:r>
              <a:rPr lang="en-US" dirty="0"/>
              <a:t>Arrow Diagram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a:t>
            </a:r>
            <a:r>
              <a:rPr lang="nl-NL" dirty="0">
                <a:gradFill>
                  <a:gsLst>
                    <a:gs pos="0">
                      <a:schemeClr val="accent1"/>
                    </a:gs>
                    <a:gs pos="100000">
                      <a:schemeClr val="accent1"/>
                    </a:gs>
                  </a:gsLst>
                  <a:lin ang="0" scaled="1"/>
                </a:gradFill>
              </a:rPr>
              <a:t>proceed</a:t>
            </a:r>
            <a:endParaRPr lang="en-US" dirty="0">
              <a:gradFill>
                <a:gsLst>
                  <a:gs pos="0">
                    <a:schemeClr val="accent1"/>
                  </a:gs>
                  <a:gs pos="100000">
                    <a:schemeClr val="accent1"/>
                  </a:gs>
                </a:gsLst>
                <a:lin ang="0" scaled="1"/>
              </a:gradFill>
            </a:endParaRPr>
          </a:p>
        </p:txBody>
      </p:sp>
      <p:sp>
        <p:nvSpPr>
          <p:cNvPr id="152" name="오른쪽 화살표 151"/>
          <p:cNvSpPr/>
          <p:nvPr/>
        </p:nvSpPr>
        <p:spPr>
          <a:xfrm>
            <a:off x="2142052" y="2401947"/>
            <a:ext cx="308913" cy="221271"/>
          </a:xfrm>
          <a:prstGeom prst="rightArrow">
            <a:avLst>
              <a:gd name="adj1" fmla="val 50000"/>
              <a:gd name="adj2" fmla="val 60784"/>
            </a:avLst>
          </a:prstGeom>
          <a:pattFill prst="ltUpDiag">
            <a:fgClr>
              <a:schemeClr val="accent3">
                <a:lumMod val="65000"/>
              </a:schemeClr>
            </a:fgClr>
            <a:bgClr>
              <a:schemeClr val="accent3"/>
            </a:bgClr>
          </a:patt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nvGrpSpPr>
          <p:cNvPr id="49" name="그룹 48"/>
          <p:cNvGrpSpPr/>
          <p:nvPr/>
        </p:nvGrpSpPr>
        <p:grpSpPr>
          <a:xfrm>
            <a:off x="912322" y="1748213"/>
            <a:ext cx="1165113" cy="1528734"/>
            <a:chOff x="3097606" y="1818547"/>
            <a:chExt cx="1165113" cy="1528734"/>
          </a:xfrm>
        </p:grpSpPr>
        <p:grpSp>
          <p:nvGrpSpPr>
            <p:cNvPr id="3" name="그룹 2"/>
            <p:cNvGrpSpPr/>
            <p:nvPr/>
          </p:nvGrpSpPr>
          <p:grpSpPr>
            <a:xfrm>
              <a:off x="3097606" y="1818547"/>
              <a:ext cx="281363" cy="1528734"/>
              <a:chOff x="3097606" y="1820083"/>
              <a:chExt cx="281363" cy="1528734"/>
            </a:xfrm>
          </p:grpSpPr>
          <p:sp>
            <p:nvSpPr>
              <p:cNvPr id="59" name="직사각형 3"/>
              <p:cNvSpPr/>
              <p:nvPr/>
            </p:nvSpPr>
            <p:spPr>
              <a:xfrm flipH="1">
                <a:off x="3097606" y="1820083"/>
                <a:ext cx="281363" cy="110317"/>
              </a:xfrm>
              <a:custGeom>
                <a:avLst/>
                <a:gdLst/>
                <a:ahLst/>
                <a:cxnLst/>
                <a:rect l="l" t="t" r="r" b="b"/>
                <a:pathLst>
                  <a:path w="281363" h="110317">
                    <a:moveTo>
                      <a:pt x="110317" y="0"/>
                    </a:moveTo>
                    <a:lnTo>
                      <a:pt x="171046" y="0"/>
                    </a:lnTo>
                    <a:lnTo>
                      <a:pt x="181755" y="0"/>
                    </a:lnTo>
                    <a:lnTo>
                      <a:pt x="181755" y="2162"/>
                    </a:lnTo>
                    <a:cubicBezTo>
                      <a:pt x="237740" y="5988"/>
                      <a:pt x="281363" y="53058"/>
                      <a:pt x="281363" y="110317"/>
                    </a:cubicBezTo>
                    <a:lnTo>
                      <a:pt x="181755" y="110317"/>
                    </a:lnTo>
                    <a:lnTo>
                      <a:pt x="171046" y="110317"/>
                    </a:lnTo>
                    <a:lnTo>
                      <a:pt x="110317" y="110317"/>
                    </a:lnTo>
                    <a:lnTo>
                      <a:pt x="0" y="110317"/>
                    </a:lnTo>
                    <a:cubicBezTo>
                      <a:pt x="0" y="49391"/>
                      <a:pt x="49391" y="0"/>
                      <a:pt x="110317" y="0"/>
                    </a:cubicBezTo>
                    <a:close/>
                  </a:path>
                </a:pathLst>
              </a:custGeom>
              <a:pattFill prst="ltUpDiag">
                <a:fgClr>
                  <a:schemeClr val="accent3">
                    <a:lumMod val="50000"/>
                  </a:schemeClr>
                </a:fgClr>
                <a:bgClr>
                  <a:schemeClr val="accent4">
                    <a:lumMod val="65000"/>
                    <a:lumOff val="35000"/>
                  </a:schemeClr>
                </a:bgClr>
              </a:pattFill>
              <a:ln w="3175" cap="rnd">
                <a:solidFill>
                  <a:schemeClr val="accent4">
                    <a:lumMod val="65000"/>
                    <a:lumOff val="3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68" name="직사각형 3"/>
              <p:cNvSpPr/>
              <p:nvPr/>
            </p:nvSpPr>
            <p:spPr>
              <a:xfrm flipH="1" flipV="1">
                <a:off x="3097606" y="3238500"/>
                <a:ext cx="281363" cy="110317"/>
              </a:xfrm>
              <a:custGeom>
                <a:avLst/>
                <a:gdLst/>
                <a:ahLst/>
                <a:cxnLst/>
                <a:rect l="l" t="t" r="r" b="b"/>
                <a:pathLst>
                  <a:path w="281363" h="110317">
                    <a:moveTo>
                      <a:pt x="0" y="110317"/>
                    </a:moveTo>
                    <a:lnTo>
                      <a:pt x="110317" y="110317"/>
                    </a:lnTo>
                    <a:lnTo>
                      <a:pt x="171046" y="110317"/>
                    </a:lnTo>
                    <a:lnTo>
                      <a:pt x="181755" y="110317"/>
                    </a:lnTo>
                    <a:lnTo>
                      <a:pt x="281363" y="110317"/>
                    </a:lnTo>
                    <a:cubicBezTo>
                      <a:pt x="281363" y="53058"/>
                      <a:pt x="237740" y="5988"/>
                      <a:pt x="181755" y="2162"/>
                    </a:cubicBezTo>
                    <a:lnTo>
                      <a:pt x="181755" y="0"/>
                    </a:lnTo>
                    <a:lnTo>
                      <a:pt x="171046" y="0"/>
                    </a:lnTo>
                    <a:lnTo>
                      <a:pt x="110317" y="0"/>
                    </a:lnTo>
                    <a:cubicBezTo>
                      <a:pt x="49391" y="0"/>
                      <a:pt x="0" y="49391"/>
                      <a:pt x="0" y="110317"/>
                    </a:cubicBezTo>
                    <a:close/>
                  </a:path>
                </a:pathLst>
              </a:custGeom>
              <a:pattFill prst="ltUpDiag">
                <a:fgClr>
                  <a:schemeClr val="accent3">
                    <a:lumMod val="50000"/>
                  </a:schemeClr>
                </a:fgClr>
                <a:bgClr>
                  <a:schemeClr val="accent4">
                    <a:lumMod val="65000"/>
                    <a:lumOff val="35000"/>
                  </a:schemeClr>
                </a:bgClr>
              </a:pattFill>
              <a:ln w="3175" cap="rnd">
                <a:solidFill>
                  <a:schemeClr val="accent4">
                    <a:lumMod val="65000"/>
                    <a:lumOff val="3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13" name="그룹 12"/>
            <p:cNvGrpSpPr/>
            <p:nvPr/>
          </p:nvGrpSpPr>
          <p:grpSpPr>
            <a:xfrm>
              <a:off x="3268653" y="1818547"/>
              <a:ext cx="994066" cy="1528734"/>
              <a:chOff x="3268653" y="1818547"/>
              <a:chExt cx="994066" cy="1528734"/>
            </a:xfrm>
          </p:grpSpPr>
          <p:sp>
            <p:nvSpPr>
              <p:cNvPr id="88" name="직사각형 87"/>
              <p:cNvSpPr/>
              <p:nvPr/>
            </p:nvSpPr>
            <p:spPr>
              <a:xfrm flipH="1">
                <a:off x="3323810" y="1928864"/>
                <a:ext cx="55158" cy="1308100"/>
              </a:xfrm>
              <a:prstGeom prst="rect">
                <a:avLst/>
              </a:prstGeom>
              <a:solidFill>
                <a:srgbClr val="000000">
                  <a:alpha val="10196"/>
                </a:srgbClr>
              </a:solidFill>
              <a:ln w="317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4" name="그룹 3"/>
              <p:cNvGrpSpPr/>
              <p:nvPr/>
            </p:nvGrpSpPr>
            <p:grpSpPr>
              <a:xfrm>
                <a:off x="3268653" y="1818547"/>
                <a:ext cx="994066" cy="1528734"/>
                <a:chOff x="3268653" y="1820083"/>
                <a:chExt cx="994066" cy="1528734"/>
              </a:xfrm>
            </p:grpSpPr>
            <p:sp>
              <p:nvSpPr>
                <p:cNvPr id="2" name="직사각형 1"/>
                <p:cNvSpPr/>
                <p:nvPr/>
              </p:nvSpPr>
              <p:spPr>
                <a:xfrm flipH="1">
                  <a:off x="3268653" y="1820083"/>
                  <a:ext cx="994066" cy="1528734"/>
                </a:xfrm>
                <a:custGeom>
                  <a:avLst/>
                  <a:gdLst/>
                  <a:ahLst/>
                  <a:cxnLst/>
                  <a:rect l="l" t="t" r="r" b="b"/>
                  <a:pathLst>
                    <a:path w="994066" h="1528734">
                      <a:moveTo>
                        <a:pt x="994066" y="0"/>
                      </a:moveTo>
                      <a:lnTo>
                        <a:pt x="885487" y="159"/>
                      </a:lnTo>
                      <a:lnTo>
                        <a:pt x="885487" y="0"/>
                      </a:lnTo>
                      <a:lnTo>
                        <a:pt x="834358" y="0"/>
                      </a:lnTo>
                      <a:lnTo>
                        <a:pt x="781050" y="0"/>
                      </a:lnTo>
                      <a:lnTo>
                        <a:pt x="725779" y="0"/>
                      </a:lnTo>
                      <a:lnTo>
                        <a:pt x="672471" y="0"/>
                      </a:lnTo>
                      <a:lnTo>
                        <a:pt x="621342" y="0"/>
                      </a:lnTo>
                      <a:lnTo>
                        <a:pt x="512763" y="0"/>
                      </a:lnTo>
                      <a:lnTo>
                        <a:pt x="483041" y="0"/>
                      </a:lnTo>
                      <a:lnTo>
                        <a:pt x="482247" y="0"/>
                      </a:lnTo>
                      <a:lnTo>
                        <a:pt x="323333" y="0"/>
                      </a:lnTo>
                      <a:lnTo>
                        <a:pt x="322539" y="0"/>
                      </a:lnTo>
                      <a:lnTo>
                        <a:pt x="270025" y="0"/>
                      </a:lnTo>
                      <a:lnTo>
                        <a:pt x="269231" y="0"/>
                      </a:lnTo>
                      <a:lnTo>
                        <a:pt x="110317" y="0"/>
                      </a:lnTo>
                      <a:lnTo>
                        <a:pt x="109523" y="0"/>
                      </a:lnTo>
                      <a:lnTo>
                        <a:pt x="109523" y="160"/>
                      </a:lnTo>
                      <a:cubicBezTo>
                        <a:pt x="48961" y="430"/>
                        <a:pt x="0" y="49656"/>
                        <a:pt x="0" y="110317"/>
                      </a:cubicBezTo>
                      <a:lnTo>
                        <a:pt x="0" y="1418417"/>
                      </a:lnTo>
                      <a:cubicBezTo>
                        <a:pt x="0" y="1479078"/>
                        <a:pt x="48961" y="1528304"/>
                        <a:pt x="109523" y="1528574"/>
                      </a:cubicBezTo>
                      <a:lnTo>
                        <a:pt x="109523" y="1528734"/>
                      </a:lnTo>
                      <a:lnTo>
                        <a:pt x="110317" y="1528734"/>
                      </a:lnTo>
                      <a:lnTo>
                        <a:pt x="269231" y="1528734"/>
                      </a:lnTo>
                      <a:lnTo>
                        <a:pt x="270025" y="1528734"/>
                      </a:lnTo>
                      <a:lnTo>
                        <a:pt x="322539" y="1528734"/>
                      </a:lnTo>
                      <a:lnTo>
                        <a:pt x="323333" y="1528734"/>
                      </a:lnTo>
                      <a:lnTo>
                        <a:pt x="482247" y="1528734"/>
                      </a:lnTo>
                      <a:lnTo>
                        <a:pt x="483041" y="1528734"/>
                      </a:lnTo>
                      <a:lnTo>
                        <a:pt x="512763" y="1528734"/>
                      </a:lnTo>
                      <a:lnTo>
                        <a:pt x="621342" y="1528734"/>
                      </a:lnTo>
                      <a:lnTo>
                        <a:pt x="672471" y="1528734"/>
                      </a:lnTo>
                      <a:lnTo>
                        <a:pt x="725779" y="1528734"/>
                      </a:lnTo>
                      <a:lnTo>
                        <a:pt x="781050" y="1528734"/>
                      </a:lnTo>
                      <a:lnTo>
                        <a:pt x="834358" y="1528734"/>
                      </a:lnTo>
                      <a:lnTo>
                        <a:pt x="885487" y="1528734"/>
                      </a:lnTo>
                      <a:lnTo>
                        <a:pt x="885487" y="1528575"/>
                      </a:lnTo>
                      <a:lnTo>
                        <a:pt x="994066" y="1528734"/>
                      </a:lnTo>
                      <a:cubicBezTo>
                        <a:pt x="936074" y="1528734"/>
                        <a:pt x="888533" y="1483986"/>
                        <a:pt x="885487" y="1427025"/>
                      </a:cubicBezTo>
                      <a:lnTo>
                        <a:pt x="885487" y="1420067"/>
                      </a:lnTo>
                      <a:lnTo>
                        <a:pt x="885487" y="1418417"/>
                      </a:lnTo>
                      <a:lnTo>
                        <a:pt x="883749" y="1418417"/>
                      </a:lnTo>
                      <a:lnTo>
                        <a:pt x="883749" y="110317"/>
                      </a:lnTo>
                      <a:lnTo>
                        <a:pt x="885487" y="110317"/>
                      </a:lnTo>
                      <a:lnTo>
                        <a:pt x="885487" y="109434"/>
                      </a:lnTo>
                      <a:cubicBezTo>
                        <a:pt x="886045" y="108914"/>
                        <a:pt x="885853" y="108727"/>
                        <a:pt x="885487" y="108667"/>
                      </a:cubicBezTo>
                      <a:lnTo>
                        <a:pt x="885487" y="101709"/>
                      </a:lnTo>
                      <a:cubicBezTo>
                        <a:pt x="888533" y="44748"/>
                        <a:pt x="936074" y="0"/>
                        <a:pt x="994066" y="0"/>
                      </a:cubicBezTo>
                      <a:close/>
                    </a:path>
                  </a:pathLst>
                </a:custGeom>
                <a:solidFill>
                  <a:schemeClr val="accent3">
                    <a:lumMod val="50000"/>
                  </a:schemeClr>
                </a:solidFill>
                <a:ln w="3175">
                  <a:solidFill>
                    <a:schemeClr val="accent4">
                      <a:lumMod val="65000"/>
                      <a:lumOff val="35000"/>
                    </a:schemeClr>
                  </a:solid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24" name="그룹 23"/>
                <p:cNvGrpSpPr/>
                <p:nvPr/>
              </p:nvGrpSpPr>
              <p:grpSpPr>
                <a:xfrm>
                  <a:off x="3378969" y="1935381"/>
                  <a:ext cx="883749" cy="1358278"/>
                  <a:chOff x="3378969" y="1935381"/>
                  <a:chExt cx="883749" cy="1358278"/>
                </a:xfrm>
              </p:grpSpPr>
              <p:sp>
                <p:nvSpPr>
                  <p:cNvPr id="183" name="타원 182"/>
                  <p:cNvSpPr/>
                  <p:nvPr/>
                </p:nvSpPr>
                <p:spPr>
                  <a:xfrm>
                    <a:off x="3628470" y="1935381"/>
                    <a:ext cx="384746" cy="384746"/>
                  </a:xfrm>
                  <a:prstGeom prst="ellipse">
                    <a:avLst/>
                  </a:prstGeom>
                  <a:solidFill>
                    <a:schemeClr val="accent3"/>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2000" b="1" dirty="0">
                        <a:gradFill>
                          <a:gsLst>
                            <a:gs pos="0">
                              <a:schemeClr val="accent3">
                                <a:lumMod val="50000"/>
                              </a:schemeClr>
                            </a:gs>
                            <a:gs pos="100000">
                              <a:schemeClr val="accent3">
                                <a:lumMod val="50000"/>
                              </a:schemeClr>
                            </a:gs>
                          </a:gsLst>
                          <a:lin ang="5400000" scaled="0"/>
                        </a:gradFill>
                        <a:latin typeface="Bebas Neue" pitchFamily="34" charset="0"/>
                        <a:ea typeface="Roboto Condensed Regular"/>
                      </a:rPr>
                      <a:t>01</a:t>
                    </a:r>
                    <a:endParaRPr lang="ko-KR" altLang="en-US" sz="2000" b="1" dirty="0">
                      <a:gradFill>
                        <a:gsLst>
                          <a:gs pos="0">
                            <a:schemeClr val="accent3">
                              <a:lumMod val="50000"/>
                            </a:schemeClr>
                          </a:gs>
                          <a:gs pos="100000">
                            <a:schemeClr val="accent3">
                              <a:lumMod val="50000"/>
                            </a:schemeClr>
                          </a:gs>
                        </a:gsLst>
                        <a:lin ang="5400000" scaled="0"/>
                      </a:gradFill>
                      <a:latin typeface="Bebas Neue" pitchFamily="34" charset="0"/>
                      <a:ea typeface="Roboto Condensed Regular"/>
                    </a:endParaRPr>
                  </a:p>
                </p:txBody>
              </p:sp>
              <p:sp>
                <p:nvSpPr>
                  <p:cNvPr id="184" name="TextBox 183"/>
                  <p:cNvSpPr txBox="1"/>
                  <p:nvPr/>
                </p:nvSpPr>
                <p:spPr>
                  <a:xfrm>
                    <a:off x="3378969" y="2420669"/>
                    <a:ext cx="883749"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sz="1000" dirty="0">
                        <a:gradFill>
                          <a:gsLst>
                            <a:gs pos="0">
                              <a:schemeClr val="accent3"/>
                            </a:gs>
                            <a:gs pos="100000">
                              <a:schemeClr val="accent3"/>
                            </a:gs>
                          </a:gsLst>
                          <a:lin ang="5400000" scaled="0"/>
                        </a:gradFill>
                      </a:rPr>
                      <a:t>LOREM IPSUM</a:t>
                    </a:r>
                    <a:endParaRPr lang="ko-KR" altLang="en-US" sz="1000" dirty="0">
                      <a:gradFill>
                        <a:gsLst>
                          <a:gs pos="0">
                            <a:schemeClr val="accent3"/>
                          </a:gs>
                          <a:gs pos="100000">
                            <a:schemeClr val="accent3"/>
                          </a:gs>
                        </a:gsLst>
                        <a:lin ang="5400000" scaled="0"/>
                      </a:gradFill>
                    </a:endParaRPr>
                  </a:p>
                </p:txBody>
              </p:sp>
              <p:sp>
                <p:nvSpPr>
                  <p:cNvPr id="185" name="TextBox 184"/>
                  <p:cNvSpPr txBox="1"/>
                  <p:nvPr/>
                </p:nvSpPr>
                <p:spPr>
                  <a:xfrm>
                    <a:off x="3378969" y="2724151"/>
                    <a:ext cx="883749" cy="569508"/>
                  </a:xfrm>
                  <a:prstGeom prst="rect">
                    <a:avLst/>
                  </a:prstGeom>
                  <a:noFill/>
                </p:spPr>
                <p:txBody>
                  <a:bodyPr wrap="square" lIns="72000" tIns="0" rIns="72000" bIns="0" rtlCol="0">
                    <a:noAutofit/>
                  </a:bodyPr>
                  <a:lstStyle/>
                  <a:p>
                    <a:pPr lvl="0" algn="ctr">
                      <a:buClr>
                        <a:schemeClr val="bg2"/>
                      </a:buClr>
                    </a:pPr>
                    <a:r>
                      <a:rPr lang="pt-BR" altLang="ko-KR" sz="800" dirty="0">
                        <a:gradFill>
                          <a:gsLst>
                            <a:gs pos="0">
                              <a:schemeClr val="accent3"/>
                            </a:gs>
                            <a:gs pos="99000">
                              <a:schemeClr val="accent3"/>
                            </a:gs>
                          </a:gsLst>
                          <a:lin ang="5400000" scaled="0"/>
                        </a:gradFill>
                        <a:ea typeface="Roboto Light" pitchFamily="2" charset="0"/>
                        <a:cs typeface="Roboto Condensed Regular"/>
                      </a:rPr>
                      <a:t>Praes ent mauris. Fusce nec tellus sed augue sem per porta. Mauris.</a:t>
                    </a:r>
                  </a:p>
                </p:txBody>
              </p:sp>
              <p:cxnSp>
                <p:nvCxnSpPr>
                  <p:cNvPr id="22" name="직선 연결선 21"/>
                  <p:cNvCxnSpPr/>
                  <p:nvPr/>
                </p:nvCxnSpPr>
                <p:spPr>
                  <a:xfrm>
                    <a:off x="3455726" y="2656022"/>
                    <a:ext cx="730234"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grpSp>
      </p:grpSp>
      <p:sp>
        <p:nvSpPr>
          <p:cNvPr id="186" name="TextBox 185"/>
          <p:cNvSpPr txBox="1"/>
          <p:nvPr/>
        </p:nvSpPr>
        <p:spPr>
          <a:xfrm>
            <a:off x="2211672" y="3441218"/>
            <a:ext cx="1187672" cy="787400"/>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sp>
        <p:nvSpPr>
          <p:cNvPr id="175" name="오른쪽 화살표 174"/>
          <p:cNvSpPr/>
          <p:nvPr/>
        </p:nvSpPr>
        <p:spPr>
          <a:xfrm>
            <a:off x="3463966" y="2403318"/>
            <a:ext cx="308913" cy="221271"/>
          </a:xfrm>
          <a:prstGeom prst="rightArrow">
            <a:avLst>
              <a:gd name="adj1" fmla="val 50000"/>
              <a:gd name="adj2" fmla="val 60784"/>
            </a:avLst>
          </a:prstGeom>
          <a:pattFill prst="ltUpDiag">
            <a:fgClr>
              <a:schemeClr val="accent3">
                <a:lumMod val="65000"/>
              </a:schemeClr>
            </a:fgClr>
            <a:bgClr>
              <a:schemeClr val="accent3"/>
            </a:bgClr>
          </a:patt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92" name="TextBox 191"/>
          <p:cNvSpPr txBox="1"/>
          <p:nvPr/>
        </p:nvSpPr>
        <p:spPr>
          <a:xfrm>
            <a:off x="3537183" y="3441218"/>
            <a:ext cx="1187672" cy="787400"/>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sp>
        <p:nvSpPr>
          <p:cNvPr id="181" name="오른쪽 화살표 180"/>
          <p:cNvSpPr/>
          <p:nvPr/>
        </p:nvSpPr>
        <p:spPr>
          <a:xfrm>
            <a:off x="4785877" y="2403318"/>
            <a:ext cx="308913" cy="221271"/>
          </a:xfrm>
          <a:prstGeom prst="rightArrow">
            <a:avLst>
              <a:gd name="adj1" fmla="val 50000"/>
              <a:gd name="adj2" fmla="val 60784"/>
            </a:avLst>
          </a:prstGeom>
          <a:pattFill prst="ltUpDiag">
            <a:fgClr>
              <a:schemeClr val="accent1"/>
            </a:fgClr>
            <a:bgClr>
              <a:schemeClr val="accent3"/>
            </a:bgClr>
          </a:patt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nvGrpSpPr>
          <p:cNvPr id="53" name="그룹 52"/>
          <p:cNvGrpSpPr/>
          <p:nvPr/>
        </p:nvGrpSpPr>
        <p:grpSpPr>
          <a:xfrm>
            <a:off x="3556148" y="1748213"/>
            <a:ext cx="1168709" cy="1528734"/>
            <a:chOff x="5741431" y="1818547"/>
            <a:chExt cx="1168709" cy="1528734"/>
          </a:xfrm>
        </p:grpSpPr>
        <p:grpSp>
          <p:nvGrpSpPr>
            <p:cNvPr id="9" name="그룹 8"/>
            <p:cNvGrpSpPr/>
            <p:nvPr/>
          </p:nvGrpSpPr>
          <p:grpSpPr>
            <a:xfrm>
              <a:off x="5741431" y="1818547"/>
              <a:ext cx="281363" cy="1528734"/>
              <a:chOff x="5741431" y="1818547"/>
              <a:chExt cx="281363" cy="1528734"/>
            </a:xfrm>
          </p:grpSpPr>
          <p:sp>
            <p:nvSpPr>
              <p:cNvPr id="179" name="직사각형 3"/>
              <p:cNvSpPr/>
              <p:nvPr/>
            </p:nvSpPr>
            <p:spPr>
              <a:xfrm flipH="1">
                <a:off x="5741431" y="1818547"/>
                <a:ext cx="281363" cy="110317"/>
              </a:xfrm>
              <a:custGeom>
                <a:avLst/>
                <a:gdLst/>
                <a:ahLst/>
                <a:cxnLst/>
                <a:rect l="l" t="t" r="r" b="b"/>
                <a:pathLst>
                  <a:path w="281363" h="110317">
                    <a:moveTo>
                      <a:pt x="110317" y="0"/>
                    </a:moveTo>
                    <a:lnTo>
                      <a:pt x="171046" y="0"/>
                    </a:lnTo>
                    <a:lnTo>
                      <a:pt x="181755" y="0"/>
                    </a:lnTo>
                    <a:lnTo>
                      <a:pt x="181755" y="2162"/>
                    </a:lnTo>
                    <a:cubicBezTo>
                      <a:pt x="237740" y="5988"/>
                      <a:pt x="281363" y="53058"/>
                      <a:pt x="281363" y="110317"/>
                    </a:cubicBezTo>
                    <a:lnTo>
                      <a:pt x="181755" y="110317"/>
                    </a:lnTo>
                    <a:lnTo>
                      <a:pt x="171046" y="110317"/>
                    </a:lnTo>
                    <a:lnTo>
                      <a:pt x="110317" y="110317"/>
                    </a:lnTo>
                    <a:lnTo>
                      <a:pt x="0" y="110317"/>
                    </a:lnTo>
                    <a:cubicBezTo>
                      <a:pt x="0" y="49391"/>
                      <a:pt x="49391" y="0"/>
                      <a:pt x="110317" y="0"/>
                    </a:cubicBezTo>
                    <a:close/>
                  </a:path>
                </a:pathLst>
              </a:custGeom>
              <a:pattFill prst="ltUpDiag">
                <a:fgClr>
                  <a:schemeClr val="accent1">
                    <a:lumMod val="75000"/>
                  </a:schemeClr>
                </a:fgClr>
                <a:bgClr>
                  <a:schemeClr val="accent1">
                    <a:lumMod val="50000"/>
                  </a:schemeClr>
                </a:bgClr>
              </a:pattFill>
              <a:ln w="3175" cap="rnd">
                <a:solidFill>
                  <a:schemeClr val="accent1">
                    <a:lumMod val="7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0" name="직사각형 3"/>
              <p:cNvSpPr/>
              <p:nvPr/>
            </p:nvSpPr>
            <p:spPr>
              <a:xfrm flipH="1" flipV="1">
                <a:off x="5741431" y="3236964"/>
                <a:ext cx="281363" cy="110317"/>
              </a:xfrm>
              <a:custGeom>
                <a:avLst/>
                <a:gdLst/>
                <a:ahLst/>
                <a:cxnLst/>
                <a:rect l="l" t="t" r="r" b="b"/>
                <a:pathLst>
                  <a:path w="281363" h="110317">
                    <a:moveTo>
                      <a:pt x="0" y="110317"/>
                    </a:moveTo>
                    <a:lnTo>
                      <a:pt x="110317" y="110317"/>
                    </a:lnTo>
                    <a:lnTo>
                      <a:pt x="171046" y="110317"/>
                    </a:lnTo>
                    <a:lnTo>
                      <a:pt x="181755" y="110317"/>
                    </a:lnTo>
                    <a:lnTo>
                      <a:pt x="281363" y="110317"/>
                    </a:lnTo>
                    <a:cubicBezTo>
                      <a:pt x="281363" y="53058"/>
                      <a:pt x="237740" y="5988"/>
                      <a:pt x="181755" y="2162"/>
                    </a:cubicBezTo>
                    <a:lnTo>
                      <a:pt x="181755" y="0"/>
                    </a:lnTo>
                    <a:lnTo>
                      <a:pt x="171046" y="0"/>
                    </a:lnTo>
                    <a:lnTo>
                      <a:pt x="110317" y="0"/>
                    </a:lnTo>
                    <a:cubicBezTo>
                      <a:pt x="49391" y="0"/>
                      <a:pt x="0" y="49391"/>
                      <a:pt x="0" y="110317"/>
                    </a:cubicBezTo>
                    <a:close/>
                  </a:path>
                </a:pathLst>
              </a:custGeom>
              <a:pattFill prst="ltUpDiag">
                <a:fgClr>
                  <a:schemeClr val="accent1">
                    <a:lumMod val="75000"/>
                  </a:schemeClr>
                </a:fgClr>
                <a:bgClr>
                  <a:schemeClr val="accent1">
                    <a:lumMod val="50000"/>
                  </a:schemeClr>
                </a:bgClr>
              </a:pattFill>
              <a:ln w="3175" cap="rnd">
                <a:solidFill>
                  <a:schemeClr val="accent1">
                    <a:lumMod val="7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178" name="직사각형 177"/>
            <p:cNvSpPr/>
            <p:nvPr/>
          </p:nvSpPr>
          <p:spPr>
            <a:xfrm flipH="1">
              <a:off x="5967635" y="1928864"/>
              <a:ext cx="55158" cy="1308100"/>
            </a:xfrm>
            <a:prstGeom prst="rect">
              <a:avLst/>
            </a:prstGeom>
            <a:solidFill>
              <a:srgbClr val="000000">
                <a:alpha val="10196"/>
              </a:srgbClr>
            </a:solidFill>
            <a:ln w="317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14" name="그룹 13"/>
            <p:cNvGrpSpPr/>
            <p:nvPr/>
          </p:nvGrpSpPr>
          <p:grpSpPr>
            <a:xfrm>
              <a:off x="5912478" y="1818547"/>
              <a:ext cx="997662" cy="1528734"/>
              <a:chOff x="5912478" y="1818547"/>
              <a:chExt cx="997662" cy="1528734"/>
            </a:xfrm>
          </p:grpSpPr>
          <p:sp>
            <p:nvSpPr>
              <p:cNvPr id="182" name="직사각형 1"/>
              <p:cNvSpPr/>
              <p:nvPr/>
            </p:nvSpPr>
            <p:spPr>
              <a:xfrm flipH="1">
                <a:off x="5912478" y="1818547"/>
                <a:ext cx="994066" cy="1528734"/>
              </a:xfrm>
              <a:custGeom>
                <a:avLst/>
                <a:gdLst/>
                <a:ahLst/>
                <a:cxnLst/>
                <a:rect l="l" t="t" r="r" b="b"/>
                <a:pathLst>
                  <a:path w="994066" h="1528734">
                    <a:moveTo>
                      <a:pt x="994066" y="0"/>
                    </a:moveTo>
                    <a:lnTo>
                      <a:pt x="885487" y="159"/>
                    </a:lnTo>
                    <a:lnTo>
                      <a:pt x="885487" y="0"/>
                    </a:lnTo>
                    <a:lnTo>
                      <a:pt x="834358" y="0"/>
                    </a:lnTo>
                    <a:lnTo>
                      <a:pt x="781050" y="0"/>
                    </a:lnTo>
                    <a:lnTo>
                      <a:pt x="725779" y="0"/>
                    </a:lnTo>
                    <a:lnTo>
                      <a:pt x="672471" y="0"/>
                    </a:lnTo>
                    <a:lnTo>
                      <a:pt x="621342" y="0"/>
                    </a:lnTo>
                    <a:lnTo>
                      <a:pt x="512763" y="0"/>
                    </a:lnTo>
                    <a:lnTo>
                      <a:pt x="483041" y="0"/>
                    </a:lnTo>
                    <a:lnTo>
                      <a:pt x="482247" y="0"/>
                    </a:lnTo>
                    <a:lnTo>
                      <a:pt x="323333" y="0"/>
                    </a:lnTo>
                    <a:lnTo>
                      <a:pt x="322539" y="0"/>
                    </a:lnTo>
                    <a:lnTo>
                      <a:pt x="270025" y="0"/>
                    </a:lnTo>
                    <a:lnTo>
                      <a:pt x="269231" y="0"/>
                    </a:lnTo>
                    <a:lnTo>
                      <a:pt x="110317" y="0"/>
                    </a:lnTo>
                    <a:lnTo>
                      <a:pt x="109523" y="0"/>
                    </a:lnTo>
                    <a:lnTo>
                      <a:pt x="109523" y="160"/>
                    </a:lnTo>
                    <a:cubicBezTo>
                      <a:pt x="48961" y="430"/>
                      <a:pt x="0" y="49656"/>
                      <a:pt x="0" y="110317"/>
                    </a:cubicBezTo>
                    <a:lnTo>
                      <a:pt x="0" y="1418417"/>
                    </a:lnTo>
                    <a:cubicBezTo>
                      <a:pt x="0" y="1479078"/>
                      <a:pt x="48961" y="1528304"/>
                      <a:pt x="109523" y="1528574"/>
                    </a:cubicBezTo>
                    <a:lnTo>
                      <a:pt x="109523" y="1528734"/>
                    </a:lnTo>
                    <a:lnTo>
                      <a:pt x="110317" y="1528734"/>
                    </a:lnTo>
                    <a:lnTo>
                      <a:pt x="269231" y="1528734"/>
                    </a:lnTo>
                    <a:lnTo>
                      <a:pt x="270025" y="1528734"/>
                    </a:lnTo>
                    <a:lnTo>
                      <a:pt x="322539" y="1528734"/>
                    </a:lnTo>
                    <a:lnTo>
                      <a:pt x="323333" y="1528734"/>
                    </a:lnTo>
                    <a:lnTo>
                      <a:pt x="482247" y="1528734"/>
                    </a:lnTo>
                    <a:lnTo>
                      <a:pt x="483041" y="1528734"/>
                    </a:lnTo>
                    <a:lnTo>
                      <a:pt x="512763" y="1528734"/>
                    </a:lnTo>
                    <a:lnTo>
                      <a:pt x="621342" y="1528734"/>
                    </a:lnTo>
                    <a:lnTo>
                      <a:pt x="672471" y="1528734"/>
                    </a:lnTo>
                    <a:lnTo>
                      <a:pt x="725779" y="1528734"/>
                    </a:lnTo>
                    <a:lnTo>
                      <a:pt x="781050" y="1528734"/>
                    </a:lnTo>
                    <a:lnTo>
                      <a:pt x="834358" y="1528734"/>
                    </a:lnTo>
                    <a:lnTo>
                      <a:pt x="885487" y="1528734"/>
                    </a:lnTo>
                    <a:lnTo>
                      <a:pt x="885487" y="1528575"/>
                    </a:lnTo>
                    <a:lnTo>
                      <a:pt x="994066" y="1528734"/>
                    </a:lnTo>
                    <a:cubicBezTo>
                      <a:pt x="936074" y="1528734"/>
                      <a:pt x="888533" y="1483986"/>
                      <a:pt x="885487" y="1427025"/>
                    </a:cubicBezTo>
                    <a:lnTo>
                      <a:pt x="885487" y="1420067"/>
                    </a:lnTo>
                    <a:lnTo>
                      <a:pt x="885487" y="1418417"/>
                    </a:lnTo>
                    <a:lnTo>
                      <a:pt x="883749" y="1418417"/>
                    </a:lnTo>
                    <a:lnTo>
                      <a:pt x="883749" y="110317"/>
                    </a:lnTo>
                    <a:lnTo>
                      <a:pt x="885487" y="110317"/>
                    </a:lnTo>
                    <a:lnTo>
                      <a:pt x="885487" y="109434"/>
                    </a:lnTo>
                    <a:cubicBezTo>
                      <a:pt x="886045" y="108914"/>
                      <a:pt x="885853" y="108727"/>
                      <a:pt x="885487" y="108667"/>
                    </a:cubicBezTo>
                    <a:lnTo>
                      <a:pt x="885487" y="101709"/>
                    </a:lnTo>
                    <a:cubicBezTo>
                      <a:pt x="888533" y="44748"/>
                      <a:pt x="936074" y="0"/>
                      <a:pt x="994066" y="0"/>
                    </a:cubicBezTo>
                    <a:close/>
                  </a:path>
                </a:pathLst>
              </a:custGeom>
              <a:solidFill>
                <a:schemeClr val="accent1"/>
              </a:solidFill>
              <a:ln w="3175" cap="flat"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nvGrpSpPr>
              <p:cNvPr id="193" name="그룹 192"/>
              <p:cNvGrpSpPr/>
              <p:nvPr/>
            </p:nvGrpSpPr>
            <p:grpSpPr>
              <a:xfrm>
                <a:off x="6026391" y="1933845"/>
                <a:ext cx="883749" cy="1358278"/>
                <a:chOff x="3378969" y="1935381"/>
                <a:chExt cx="883749" cy="1358278"/>
              </a:xfrm>
            </p:grpSpPr>
            <p:sp>
              <p:nvSpPr>
                <p:cNvPr id="194" name="타원 193"/>
                <p:cNvSpPr/>
                <p:nvPr/>
              </p:nvSpPr>
              <p:spPr>
                <a:xfrm>
                  <a:off x="3628470" y="1935381"/>
                  <a:ext cx="384746" cy="384746"/>
                </a:xfrm>
                <a:prstGeom prst="ellipse">
                  <a:avLst/>
                </a:prstGeom>
                <a:solidFill>
                  <a:schemeClr val="accent3"/>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2000" b="1" dirty="0">
                      <a:gradFill>
                        <a:gsLst>
                          <a:gs pos="0">
                            <a:schemeClr val="accent1"/>
                          </a:gs>
                          <a:gs pos="100000">
                            <a:schemeClr val="accent1"/>
                          </a:gs>
                        </a:gsLst>
                        <a:lin ang="5400000" scaled="0"/>
                      </a:gradFill>
                      <a:latin typeface="Bebas Neue" pitchFamily="34" charset="0"/>
                      <a:ea typeface="Roboto Condensed Regular"/>
                    </a:rPr>
                    <a:t>03</a:t>
                  </a:r>
                  <a:endParaRPr lang="ko-KR" altLang="en-US" sz="2000" b="1" dirty="0">
                    <a:gradFill>
                      <a:gsLst>
                        <a:gs pos="0">
                          <a:schemeClr val="accent1"/>
                        </a:gs>
                        <a:gs pos="100000">
                          <a:schemeClr val="accent1"/>
                        </a:gs>
                      </a:gsLst>
                      <a:lin ang="5400000" scaled="0"/>
                    </a:gradFill>
                    <a:latin typeface="Bebas Neue" pitchFamily="34" charset="0"/>
                    <a:ea typeface="Roboto Condensed Regular"/>
                  </a:endParaRPr>
                </a:p>
              </p:txBody>
            </p:sp>
            <p:sp>
              <p:nvSpPr>
                <p:cNvPr id="195" name="TextBox 194"/>
                <p:cNvSpPr txBox="1"/>
                <p:nvPr/>
              </p:nvSpPr>
              <p:spPr>
                <a:xfrm>
                  <a:off x="3378969" y="2420669"/>
                  <a:ext cx="883749"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sz="1000" dirty="0">
                      <a:gradFill>
                        <a:gsLst>
                          <a:gs pos="0">
                            <a:schemeClr val="accent3"/>
                          </a:gs>
                          <a:gs pos="100000">
                            <a:schemeClr val="accent3"/>
                          </a:gs>
                        </a:gsLst>
                        <a:lin ang="5400000" scaled="0"/>
                      </a:gradFill>
                    </a:rPr>
                    <a:t>LOREM IPSUM</a:t>
                  </a:r>
                  <a:endParaRPr lang="ko-KR" altLang="en-US" sz="1000" dirty="0">
                    <a:gradFill>
                      <a:gsLst>
                        <a:gs pos="0">
                          <a:schemeClr val="accent3"/>
                        </a:gs>
                        <a:gs pos="100000">
                          <a:schemeClr val="accent3"/>
                        </a:gs>
                      </a:gsLst>
                      <a:lin ang="5400000" scaled="0"/>
                    </a:gradFill>
                  </a:endParaRPr>
                </a:p>
              </p:txBody>
            </p:sp>
            <p:sp>
              <p:nvSpPr>
                <p:cNvPr id="196" name="TextBox 195"/>
                <p:cNvSpPr txBox="1"/>
                <p:nvPr/>
              </p:nvSpPr>
              <p:spPr>
                <a:xfrm>
                  <a:off x="3378969" y="2724151"/>
                  <a:ext cx="883749" cy="569508"/>
                </a:xfrm>
                <a:prstGeom prst="rect">
                  <a:avLst/>
                </a:prstGeom>
                <a:noFill/>
              </p:spPr>
              <p:txBody>
                <a:bodyPr wrap="square" lIns="72000" tIns="0" rIns="72000" bIns="0" rtlCol="0">
                  <a:noAutofit/>
                </a:bodyPr>
                <a:lstStyle/>
                <a:p>
                  <a:pPr algn="ctr">
                    <a:buClr>
                      <a:schemeClr val="bg2"/>
                    </a:buClr>
                  </a:pPr>
                  <a:r>
                    <a:rPr lang="pt-BR" altLang="ko-KR" sz="800" dirty="0">
                      <a:gradFill>
                        <a:gsLst>
                          <a:gs pos="0">
                            <a:schemeClr val="accent3"/>
                          </a:gs>
                          <a:gs pos="99000">
                            <a:schemeClr val="accent3"/>
                          </a:gs>
                        </a:gsLst>
                        <a:lin ang="5400000" scaled="0"/>
                      </a:gradFill>
                      <a:ea typeface="Roboto Light" pitchFamily="2" charset="0"/>
                      <a:cs typeface="Roboto Condensed Regular"/>
                    </a:rPr>
                    <a:t>Praes ent mauris. Fusce nec tellus sed augue sem per porta. Mauris.</a:t>
                  </a:r>
                </a:p>
              </p:txBody>
            </p:sp>
            <p:cxnSp>
              <p:nvCxnSpPr>
                <p:cNvPr id="197" name="직선 연결선 196"/>
                <p:cNvCxnSpPr/>
                <p:nvPr/>
              </p:nvCxnSpPr>
              <p:spPr>
                <a:xfrm>
                  <a:off x="3455726" y="2656022"/>
                  <a:ext cx="730234"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grpSp>
      <p:sp>
        <p:nvSpPr>
          <p:cNvPr id="201" name="TextBox 200"/>
          <p:cNvSpPr txBox="1"/>
          <p:nvPr/>
        </p:nvSpPr>
        <p:spPr>
          <a:xfrm>
            <a:off x="5033671" y="2342610"/>
            <a:ext cx="943971" cy="339945"/>
          </a:xfrm>
          <a:prstGeom prst="rect">
            <a:avLst/>
          </a:prstGeom>
          <a:noFill/>
        </p:spPr>
        <p:txBody>
          <a:bodyPr wrap="square" lIns="0" tIns="0" rIns="0" bIns="0" rtlCol="0" anchor="ctr">
            <a:noAutofit/>
          </a:bodyPr>
          <a:lstStyle/>
          <a:p>
            <a:pPr lvl="0" algn="ctr"/>
            <a:r>
              <a:rPr lang="en-US" altLang="ko-KR" sz="1200" dirty="0">
                <a:gradFill>
                  <a:gsLst>
                    <a:gs pos="0">
                      <a:schemeClr val="accent1"/>
                    </a:gs>
                    <a:gs pos="100000">
                      <a:schemeClr val="accent1"/>
                    </a:gs>
                  </a:gsLst>
                  <a:lin ang="0" scaled="1"/>
                </a:gradFill>
                <a:latin typeface="Bebas Neue"/>
                <a:ea typeface="Roboto Condensed Regular"/>
                <a:cs typeface="+mj-cs"/>
              </a:rPr>
              <a:t>We are </a:t>
            </a:r>
          </a:p>
          <a:p>
            <a:pPr lvl="0" algn="ctr"/>
            <a:r>
              <a:rPr lang="en-US" altLang="ko-KR" sz="1200" dirty="0">
                <a:gradFill>
                  <a:gsLst>
                    <a:gs pos="0">
                      <a:schemeClr val="accent1"/>
                    </a:gs>
                    <a:gs pos="100000">
                      <a:schemeClr val="accent1"/>
                    </a:gs>
                  </a:gsLst>
                  <a:lin ang="0" scaled="1"/>
                </a:gradFill>
                <a:latin typeface="Bebas Neue"/>
                <a:ea typeface="Roboto Condensed Regular"/>
                <a:cs typeface="+mj-cs"/>
              </a:rPr>
              <a:t>Still going!</a:t>
            </a:r>
            <a:endParaRPr lang="nb-NO" altLang="ko-KR" sz="1200" b="1" dirty="0">
              <a:gradFill>
                <a:gsLst>
                  <a:gs pos="0">
                    <a:schemeClr val="accent1"/>
                  </a:gs>
                  <a:gs pos="100000">
                    <a:schemeClr val="accent1"/>
                  </a:gs>
                </a:gsLst>
                <a:lin ang="0" scaled="1"/>
              </a:gradFill>
              <a:latin typeface="Bebas Neue" pitchFamily="34" charset="0"/>
              <a:ea typeface="Roboto Light" pitchFamily="2" charset="0"/>
              <a:cs typeface="Roboto Condensed Regular"/>
            </a:endParaRPr>
          </a:p>
        </p:txBody>
      </p:sp>
      <p:grpSp>
        <p:nvGrpSpPr>
          <p:cNvPr id="52" name="그룹 51"/>
          <p:cNvGrpSpPr/>
          <p:nvPr/>
        </p:nvGrpSpPr>
        <p:grpSpPr>
          <a:xfrm>
            <a:off x="2234233" y="1748213"/>
            <a:ext cx="1165113" cy="1528734"/>
            <a:chOff x="4419518" y="1818547"/>
            <a:chExt cx="1165113" cy="1528734"/>
          </a:xfrm>
        </p:grpSpPr>
        <p:grpSp>
          <p:nvGrpSpPr>
            <p:cNvPr id="10" name="그룹 9"/>
            <p:cNvGrpSpPr/>
            <p:nvPr/>
          </p:nvGrpSpPr>
          <p:grpSpPr>
            <a:xfrm>
              <a:off x="4419518" y="1818547"/>
              <a:ext cx="281363" cy="1528734"/>
              <a:chOff x="4419518" y="1818547"/>
              <a:chExt cx="281363" cy="1528734"/>
            </a:xfrm>
          </p:grpSpPr>
          <p:sp>
            <p:nvSpPr>
              <p:cNvPr id="173" name="직사각형 3"/>
              <p:cNvSpPr/>
              <p:nvPr/>
            </p:nvSpPr>
            <p:spPr>
              <a:xfrm flipH="1">
                <a:off x="4419518" y="1818547"/>
                <a:ext cx="281363" cy="110317"/>
              </a:xfrm>
              <a:custGeom>
                <a:avLst/>
                <a:gdLst/>
                <a:ahLst/>
                <a:cxnLst/>
                <a:rect l="l" t="t" r="r" b="b"/>
                <a:pathLst>
                  <a:path w="281363" h="110317">
                    <a:moveTo>
                      <a:pt x="110317" y="0"/>
                    </a:moveTo>
                    <a:lnTo>
                      <a:pt x="171046" y="0"/>
                    </a:lnTo>
                    <a:lnTo>
                      <a:pt x="181755" y="0"/>
                    </a:lnTo>
                    <a:lnTo>
                      <a:pt x="181755" y="2162"/>
                    </a:lnTo>
                    <a:cubicBezTo>
                      <a:pt x="237740" y="5988"/>
                      <a:pt x="281363" y="53058"/>
                      <a:pt x="281363" y="110317"/>
                    </a:cubicBezTo>
                    <a:lnTo>
                      <a:pt x="181755" y="110317"/>
                    </a:lnTo>
                    <a:lnTo>
                      <a:pt x="171046" y="110317"/>
                    </a:lnTo>
                    <a:lnTo>
                      <a:pt x="110317" y="110317"/>
                    </a:lnTo>
                    <a:lnTo>
                      <a:pt x="0" y="110317"/>
                    </a:lnTo>
                    <a:cubicBezTo>
                      <a:pt x="0" y="49391"/>
                      <a:pt x="49391" y="0"/>
                      <a:pt x="110317" y="0"/>
                    </a:cubicBezTo>
                    <a:close/>
                  </a:path>
                </a:pathLst>
              </a:custGeom>
              <a:pattFill prst="ltUpDiag">
                <a:fgClr>
                  <a:schemeClr val="accent3">
                    <a:lumMod val="50000"/>
                  </a:schemeClr>
                </a:fgClr>
                <a:bgClr>
                  <a:schemeClr val="accent4">
                    <a:lumMod val="65000"/>
                    <a:lumOff val="35000"/>
                  </a:schemeClr>
                </a:bgClr>
              </a:pattFill>
              <a:ln w="3175" cap="rnd">
                <a:solidFill>
                  <a:schemeClr val="accent4">
                    <a:lumMod val="65000"/>
                    <a:lumOff val="3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4" name="직사각형 3"/>
              <p:cNvSpPr/>
              <p:nvPr/>
            </p:nvSpPr>
            <p:spPr>
              <a:xfrm flipH="1" flipV="1">
                <a:off x="4419518" y="3236964"/>
                <a:ext cx="281363" cy="110317"/>
              </a:xfrm>
              <a:custGeom>
                <a:avLst/>
                <a:gdLst/>
                <a:ahLst/>
                <a:cxnLst/>
                <a:rect l="l" t="t" r="r" b="b"/>
                <a:pathLst>
                  <a:path w="281363" h="110317">
                    <a:moveTo>
                      <a:pt x="0" y="110317"/>
                    </a:moveTo>
                    <a:lnTo>
                      <a:pt x="110317" y="110317"/>
                    </a:lnTo>
                    <a:lnTo>
                      <a:pt x="171046" y="110317"/>
                    </a:lnTo>
                    <a:lnTo>
                      <a:pt x="181755" y="110317"/>
                    </a:lnTo>
                    <a:lnTo>
                      <a:pt x="281363" y="110317"/>
                    </a:lnTo>
                    <a:cubicBezTo>
                      <a:pt x="281363" y="53058"/>
                      <a:pt x="237740" y="5988"/>
                      <a:pt x="181755" y="2162"/>
                    </a:cubicBezTo>
                    <a:lnTo>
                      <a:pt x="181755" y="0"/>
                    </a:lnTo>
                    <a:lnTo>
                      <a:pt x="171046" y="0"/>
                    </a:lnTo>
                    <a:lnTo>
                      <a:pt x="110317" y="0"/>
                    </a:lnTo>
                    <a:cubicBezTo>
                      <a:pt x="49391" y="0"/>
                      <a:pt x="0" y="49391"/>
                      <a:pt x="0" y="110317"/>
                    </a:cubicBezTo>
                    <a:close/>
                  </a:path>
                </a:pathLst>
              </a:custGeom>
              <a:pattFill prst="ltUpDiag">
                <a:fgClr>
                  <a:schemeClr val="accent3">
                    <a:lumMod val="50000"/>
                  </a:schemeClr>
                </a:fgClr>
                <a:bgClr>
                  <a:schemeClr val="accent4">
                    <a:lumMod val="65000"/>
                    <a:lumOff val="35000"/>
                  </a:schemeClr>
                </a:bgClr>
              </a:pattFill>
              <a:ln w="3175" cap="rnd">
                <a:solidFill>
                  <a:schemeClr val="accent4">
                    <a:lumMod val="65000"/>
                    <a:lumOff val="3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12" name="그룹 11"/>
            <p:cNvGrpSpPr/>
            <p:nvPr/>
          </p:nvGrpSpPr>
          <p:grpSpPr>
            <a:xfrm>
              <a:off x="4590565" y="1818547"/>
              <a:ext cx="994066" cy="1528734"/>
              <a:chOff x="4590565" y="1818547"/>
              <a:chExt cx="994066" cy="1528734"/>
            </a:xfrm>
          </p:grpSpPr>
          <p:grpSp>
            <p:nvGrpSpPr>
              <p:cNvPr id="8" name="그룹 7"/>
              <p:cNvGrpSpPr/>
              <p:nvPr/>
            </p:nvGrpSpPr>
            <p:grpSpPr>
              <a:xfrm>
                <a:off x="4590565" y="1818547"/>
                <a:ext cx="994066" cy="1528734"/>
                <a:chOff x="4590565" y="1818547"/>
                <a:chExt cx="994066" cy="1528734"/>
              </a:xfrm>
            </p:grpSpPr>
            <p:sp>
              <p:nvSpPr>
                <p:cNvPr id="176" name="직사각형 1"/>
                <p:cNvSpPr/>
                <p:nvPr/>
              </p:nvSpPr>
              <p:spPr>
                <a:xfrm flipH="1">
                  <a:off x="4590565" y="1818547"/>
                  <a:ext cx="994066" cy="1528734"/>
                </a:xfrm>
                <a:custGeom>
                  <a:avLst/>
                  <a:gdLst/>
                  <a:ahLst/>
                  <a:cxnLst/>
                  <a:rect l="l" t="t" r="r" b="b"/>
                  <a:pathLst>
                    <a:path w="994066" h="1528734">
                      <a:moveTo>
                        <a:pt x="994066" y="0"/>
                      </a:moveTo>
                      <a:lnTo>
                        <a:pt x="885487" y="159"/>
                      </a:lnTo>
                      <a:lnTo>
                        <a:pt x="885487" y="0"/>
                      </a:lnTo>
                      <a:lnTo>
                        <a:pt x="834358" y="0"/>
                      </a:lnTo>
                      <a:lnTo>
                        <a:pt x="781050" y="0"/>
                      </a:lnTo>
                      <a:lnTo>
                        <a:pt x="725779" y="0"/>
                      </a:lnTo>
                      <a:lnTo>
                        <a:pt x="672471" y="0"/>
                      </a:lnTo>
                      <a:lnTo>
                        <a:pt x="621342" y="0"/>
                      </a:lnTo>
                      <a:lnTo>
                        <a:pt x="512763" y="0"/>
                      </a:lnTo>
                      <a:lnTo>
                        <a:pt x="483041" y="0"/>
                      </a:lnTo>
                      <a:lnTo>
                        <a:pt x="482247" y="0"/>
                      </a:lnTo>
                      <a:lnTo>
                        <a:pt x="323333" y="0"/>
                      </a:lnTo>
                      <a:lnTo>
                        <a:pt x="322539" y="0"/>
                      </a:lnTo>
                      <a:lnTo>
                        <a:pt x="270025" y="0"/>
                      </a:lnTo>
                      <a:lnTo>
                        <a:pt x="269231" y="0"/>
                      </a:lnTo>
                      <a:lnTo>
                        <a:pt x="110317" y="0"/>
                      </a:lnTo>
                      <a:lnTo>
                        <a:pt x="109523" y="0"/>
                      </a:lnTo>
                      <a:lnTo>
                        <a:pt x="109523" y="160"/>
                      </a:lnTo>
                      <a:cubicBezTo>
                        <a:pt x="48961" y="430"/>
                        <a:pt x="0" y="49656"/>
                        <a:pt x="0" y="110317"/>
                      </a:cubicBezTo>
                      <a:lnTo>
                        <a:pt x="0" y="1418417"/>
                      </a:lnTo>
                      <a:cubicBezTo>
                        <a:pt x="0" y="1479078"/>
                        <a:pt x="48961" y="1528304"/>
                        <a:pt x="109523" y="1528574"/>
                      </a:cubicBezTo>
                      <a:lnTo>
                        <a:pt x="109523" y="1528734"/>
                      </a:lnTo>
                      <a:lnTo>
                        <a:pt x="110317" y="1528734"/>
                      </a:lnTo>
                      <a:lnTo>
                        <a:pt x="269231" y="1528734"/>
                      </a:lnTo>
                      <a:lnTo>
                        <a:pt x="270025" y="1528734"/>
                      </a:lnTo>
                      <a:lnTo>
                        <a:pt x="322539" y="1528734"/>
                      </a:lnTo>
                      <a:lnTo>
                        <a:pt x="323333" y="1528734"/>
                      </a:lnTo>
                      <a:lnTo>
                        <a:pt x="482247" y="1528734"/>
                      </a:lnTo>
                      <a:lnTo>
                        <a:pt x="483041" y="1528734"/>
                      </a:lnTo>
                      <a:lnTo>
                        <a:pt x="512763" y="1528734"/>
                      </a:lnTo>
                      <a:lnTo>
                        <a:pt x="621342" y="1528734"/>
                      </a:lnTo>
                      <a:lnTo>
                        <a:pt x="672471" y="1528734"/>
                      </a:lnTo>
                      <a:lnTo>
                        <a:pt x="725779" y="1528734"/>
                      </a:lnTo>
                      <a:lnTo>
                        <a:pt x="781050" y="1528734"/>
                      </a:lnTo>
                      <a:lnTo>
                        <a:pt x="834358" y="1528734"/>
                      </a:lnTo>
                      <a:lnTo>
                        <a:pt x="885487" y="1528734"/>
                      </a:lnTo>
                      <a:lnTo>
                        <a:pt x="885487" y="1528575"/>
                      </a:lnTo>
                      <a:lnTo>
                        <a:pt x="994066" y="1528734"/>
                      </a:lnTo>
                      <a:cubicBezTo>
                        <a:pt x="936074" y="1528734"/>
                        <a:pt x="888533" y="1483986"/>
                        <a:pt x="885487" y="1427025"/>
                      </a:cubicBezTo>
                      <a:lnTo>
                        <a:pt x="885487" y="1420067"/>
                      </a:lnTo>
                      <a:lnTo>
                        <a:pt x="885487" y="1418417"/>
                      </a:lnTo>
                      <a:lnTo>
                        <a:pt x="883749" y="1418417"/>
                      </a:lnTo>
                      <a:lnTo>
                        <a:pt x="883749" y="110317"/>
                      </a:lnTo>
                      <a:lnTo>
                        <a:pt x="885487" y="110317"/>
                      </a:lnTo>
                      <a:lnTo>
                        <a:pt x="885487" y="109434"/>
                      </a:lnTo>
                      <a:cubicBezTo>
                        <a:pt x="886045" y="108914"/>
                        <a:pt x="885853" y="108727"/>
                        <a:pt x="885487" y="108667"/>
                      </a:cubicBezTo>
                      <a:lnTo>
                        <a:pt x="885487" y="101709"/>
                      </a:lnTo>
                      <a:cubicBezTo>
                        <a:pt x="888533" y="44748"/>
                        <a:pt x="936074" y="0"/>
                        <a:pt x="994066" y="0"/>
                      </a:cubicBezTo>
                      <a:close/>
                    </a:path>
                  </a:pathLst>
                </a:custGeom>
                <a:solidFill>
                  <a:schemeClr val="accent3">
                    <a:lumMod val="50000"/>
                  </a:schemeClr>
                </a:solidFill>
                <a:ln w="3175">
                  <a:solidFill>
                    <a:schemeClr val="accent4">
                      <a:lumMod val="65000"/>
                      <a:lumOff val="35000"/>
                    </a:schemeClr>
                  </a:solid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187" name="그룹 186"/>
                <p:cNvGrpSpPr/>
                <p:nvPr/>
              </p:nvGrpSpPr>
              <p:grpSpPr>
                <a:xfrm>
                  <a:off x="4700881" y="1933845"/>
                  <a:ext cx="883749" cy="1358278"/>
                  <a:chOff x="3378969" y="1935381"/>
                  <a:chExt cx="883749" cy="1358278"/>
                </a:xfrm>
              </p:grpSpPr>
              <p:sp>
                <p:nvSpPr>
                  <p:cNvPr id="188" name="타원 187"/>
                  <p:cNvSpPr/>
                  <p:nvPr/>
                </p:nvSpPr>
                <p:spPr>
                  <a:xfrm>
                    <a:off x="3628470" y="1935381"/>
                    <a:ext cx="384746" cy="384746"/>
                  </a:xfrm>
                  <a:prstGeom prst="ellipse">
                    <a:avLst/>
                  </a:prstGeom>
                  <a:solidFill>
                    <a:schemeClr val="accent3"/>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r>
                      <a:rPr lang="en-US" altLang="ko-KR" sz="2000" b="1" dirty="0">
                        <a:gradFill>
                          <a:gsLst>
                            <a:gs pos="0">
                              <a:schemeClr val="accent3">
                                <a:lumMod val="50000"/>
                              </a:schemeClr>
                            </a:gs>
                            <a:gs pos="100000">
                              <a:schemeClr val="accent3">
                                <a:lumMod val="50000"/>
                              </a:schemeClr>
                            </a:gs>
                          </a:gsLst>
                          <a:lin ang="5400000" scaled="0"/>
                        </a:gradFill>
                        <a:latin typeface="Bebas Neue" pitchFamily="34" charset="0"/>
                        <a:ea typeface="Roboto Condensed Regular"/>
                      </a:rPr>
                      <a:t>02</a:t>
                    </a:r>
                    <a:endParaRPr lang="ko-KR" altLang="en-US" sz="2000" b="1" dirty="0">
                      <a:gradFill>
                        <a:gsLst>
                          <a:gs pos="0">
                            <a:schemeClr val="accent3">
                              <a:lumMod val="50000"/>
                            </a:schemeClr>
                          </a:gs>
                          <a:gs pos="100000">
                            <a:schemeClr val="accent3">
                              <a:lumMod val="50000"/>
                            </a:schemeClr>
                          </a:gs>
                        </a:gsLst>
                        <a:lin ang="5400000" scaled="0"/>
                      </a:gradFill>
                      <a:latin typeface="Bebas Neue" pitchFamily="34" charset="0"/>
                      <a:ea typeface="Roboto Condensed Regular"/>
                    </a:endParaRPr>
                  </a:p>
                </p:txBody>
              </p:sp>
              <p:sp>
                <p:nvSpPr>
                  <p:cNvPr id="189" name="TextBox 188"/>
                  <p:cNvSpPr txBox="1"/>
                  <p:nvPr/>
                </p:nvSpPr>
                <p:spPr>
                  <a:xfrm>
                    <a:off x="3378969" y="2420669"/>
                    <a:ext cx="883749"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sz="1000" dirty="0">
                        <a:gradFill>
                          <a:gsLst>
                            <a:gs pos="0">
                              <a:schemeClr val="accent3"/>
                            </a:gs>
                            <a:gs pos="100000">
                              <a:schemeClr val="accent3"/>
                            </a:gs>
                          </a:gsLst>
                          <a:lin ang="5400000" scaled="0"/>
                        </a:gradFill>
                      </a:rPr>
                      <a:t>LOREM IPSUM</a:t>
                    </a:r>
                    <a:endParaRPr lang="ko-KR" altLang="en-US" sz="1000" dirty="0">
                      <a:gradFill>
                        <a:gsLst>
                          <a:gs pos="0">
                            <a:schemeClr val="accent3"/>
                          </a:gs>
                          <a:gs pos="100000">
                            <a:schemeClr val="accent3"/>
                          </a:gs>
                        </a:gsLst>
                        <a:lin ang="5400000" scaled="0"/>
                      </a:gradFill>
                    </a:endParaRPr>
                  </a:p>
                </p:txBody>
              </p:sp>
              <p:sp>
                <p:nvSpPr>
                  <p:cNvPr id="190" name="TextBox 189"/>
                  <p:cNvSpPr txBox="1"/>
                  <p:nvPr/>
                </p:nvSpPr>
                <p:spPr>
                  <a:xfrm>
                    <a:off x="3378969" y="2724151"/>
                    <a:ext cx="883749" cy="569508"/>
                  </a:xfrm>
                  <a:prstGeom prst="rect">
                    <a:avLst/>
                  </a:prstGeom>
                  <a:noFill/>
                </p:spPr>
                <p:txBody>
                  <a:bodyPr wrap="square" lIns="72000" tIns="0" rIns="72000" bIns="0" rtlCol="0">
                    <a:noAutofit/>
                  </a:bodyPr>
                  <a:lstStyle/>
                  <a:p>
                    <a:pPr algn="ctr">
                      <a:buClr>
                        <a:schemeClr val="bg2"/>
                      </a:buClr>
                    </a:pPr>
                    <a:r>
                      <a:rPr lang="pt-BR" altLang="ko-KR" sz="800" dirty="0">
                        <a:gradFill>
                          <a:gsLst>
                            <a:gs pos="0">
                              <a:schemeClr val="accent3"/>
                            </a:gs>
                            <a:gs pos="99000">
                              <a:schemeClr val="accent3"/>
                            </a:gs>
                          </a:gsLst>
                          <a:lin ang="5400000" scaled="0"/>
                        </a:gradFill>
                        <a:ea typeface="Roboto Light" pitchFamily="2" charset="0"/>
                        <a:cs typeface="Roboto Condensed Regular"/>
                      </a:rPr>
                      <a:t>Praes ent mauris. Fusce nec tellus sed augue sem per porta. Mauris.</a:t>
                    </a:r>
                  </a:p>
                </p:txBody>
              </p:sp>
              <p:cxnSp>
                <p:nvCxnSpPr>
                  <p:cNvPr id="191" name="직선 연결선 190"/>
                  <p:cNvCxnSpPr/>
                  <p:nvPr/>
                </p:nvCxnSpPr>
                <p:spPr>
                  <a:xfrm>
                    <a:off x="3455726" y="2656022"/>
                    <a:ext cx="730234"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sp>
            <p:nvSpPr>
              <p:cNvPr id="172" name="직사각형 171"/>
              <p:cNvSpPr/>
              <p:nvPr/>
            </p:nvSpPr>
            <p:spPr>
              <a:xfrm flipH="1">
                <a:off x="4645722" y="1928864"/>
                <a:ext cx="55158" cy="1308100"/>
              </a:xfrm>
              <a:prstGeom prst="rect">
                <a:avLst/>
              </a:prstGeom>
              <a:solidFill>
                <a:srgbClr val="000000">
                  <a:alpha val="10196"/>
                </a:srgbClr>
              </a:solidFill>
              <a:ln w="317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grpSp>
    </p:spTree>
    <p:extLst>
      <p:ext uri="{BB962C8B-B14F-4D97-AF65-F5344CB8AC3E}">
        <p14:creationId xmlns:p14="http://schemas.microsoft.com/office/powerpoint/2010/main" val="33833132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anim calcmode="lin" valueType="num">
                                      <p:cBhvr>
                                        <p:cTn id="8" dur="500" fill="hold"/>
                                        <p:tgtEl>
                                          <p:spTgt spid="51"/>
                                        </p:tgtEl>
                                        <p:attrNameLst>
                                          <p:attrName>ppt_x</p:attrName>
                                        </p:attrNameLst>
                                      </p:cBhvr>
                                      <p:tavLst>
                                        <p:tav tm="0">
                                          <p:val>
                                            <p:strVal val="#ppt_x"/>
                                          </p:val>
                                        </p:tav>
                                        <p:tav tm="100000">
                                          <p:val>
                                            <p:strVal val="#ppt_x"/>
                                          </p:val>
                                        </p:tav>
                                      </p:tavLst>
                                    </p:anim>
                                    <p:anim calcmode="lin" valueType="num">
                                      <p:cBhvr>
                                        <p:cTn id="9" dur="500" fill="hold"/>
                                        <p:tgtEl>
                                          <p:spTgt spid="51"/>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7" presetClass="entr" presetSubtype="10" fill="hold" nodeType="afterEffect">
                                  <p:stCondLst>
                                    <p:cond delay="0"/>
                                  </p:stCondLst>
                                  <p:childTnLst>
                                    <p:set>
                                      <p:cBhvr>
                                        <p:cTn id="12" dur="1" fill="hold">
                                          <p:stCondLst>
                                            <p:cond delay="0"/>
                                          </p:stCondLst>
                                        </p:cTn>
                                        <p:tgtEl>
                                          <p:spTgt spid="49"/>
                                        </p:tgtEl>
                                        <p:attrNameLst>
                                          <p:attrName>style.visibility</p:attrName>
                                        </p:attrNameLst>
                                      </p:cBhvr>
                                      <p:to>
                                        <p:strVal val="visible"/>
                                      </p:to>
                                    </p:set>
                                    <p:anim calcmode="lin" valueType="num">
                                      <p:cBhvr>
                                        <p:cTn id="13" dur="500" fill="hold"/>
                                        <p:tgtEl>
                                          <p:spTgt spid="49"/>
                                        </p:tgtEl>
                                        <p:attrNameLst>
                                          <p:attrName>ppt_w</p:attrName>
                                        </p:attrNameLst>
                                      </p:cBhvr>
                                      <p:tavLst>
                                        <p:tav tm="0">
                                          <p:val>
                                            <p:fltVal val="0"/>
                                          </p:val>
                                        </p:tav>
                                        <p:tav tm="100000">
                                          <p:val>
                                            <p:strVal val="#ppt_w"/>
                                          </p:val>
                                        </p:tav>
                                      </p:tavLst>
                                    </p:anim>
                                    <p:anim calcmode="lin" valueType="num">
                                      <p:cBhvr>
                                        <p:cTn id="14" dur="500" fill="hold"/>
                                        <p:tgtEl>
                                          <p:spTgt spid="49"/>
                                        </p:tgtEl>
                                        <p:attrNameLst>
                                          <p:attrName>ppt_h</p:attrName>
                                        </p:attrNameLst>
                                      </p:cBhvr>
                                      <p:tavLst>
                                        <p:tav tm="0">
                                          <p:val>
                                            <p:strVal val="#ppt_h"/>
                                          </p:val>
                                        </p:tav>
                                        <p:tav tm="100000">
                                          <p:val>
                                            <p:strVal val="#ppt_h"/>
                                          </p:val>
                                        </p:tav>
                                      </p:tavLst>
                                    </p:anim>
                                  </p:childTnLst>
                                </p:cTn>
                              </p:par>
                              <p:par>
                                <p:cTn id="15" presetID="12" presetClass="entr" presetSubtype="1" fill="hold" grpId="0" nodeType="withEffect">
                                  <p:stCondLst>
                                    <p:cond delay="0"/>
                                  </p:stCondLst>
                                  <p:childTnLst>
                                    <p:set>
                                      <p:cBhvr>
                                        <p:cTn id="16" dur="1" fill="hold">
                                          <p:stCondLst>
                                            <p:cond delay="0"/>
                                          </p:stCondLst>
                                        </p:cTn>
                                        <p:tgtEl>
                                          <p:spTgt spid="78"/>
                                        </p:tgtEl>
                                        <p:attrNameLst>
                                          <p:attrName>style.visibility</p:attrName>
                                        </p:attrNameLst>
                                      </p:cBhvr>
                                      <p:to>
                                        <p:strVal val="visible"/>
                                      </p:to>
                                    </p:set>
                                    <p:animEffect transition="in" filter="slide(fromTop)">
                                      <p:cBhvr>
                                        <p:cTn id="17" dur="500"/>
                                        <p:tgtEl>
                                          <p:spTgt spid="78"/>
                                        </p:tgtEl>
                                      </p:cBhvr>
                                    </p:animEffect>
                                  </p:childTnLst>
                                </p:cTn>
                              </p:par>
                            </p:childTnLst>
                          </p:cTn>
                        </p:par>
                        <p:par>
                          <p:cTn id="18" fill="hold">
                            <p:stCondLst>
                              <p:cond delay="1000"/>
                            </p:stCondLst>
                            <p:childTnLst>
                              <p:par>
                                <p:cTn id="19" presetID="12" presetClass="entr" presetSubtype="8" fill="hold" grpId="0" nodeType="afterEffect">
                                  <p:stCondLst>
                                    <p:cond delay="0"/>
                                  </p:stCondLst>
                                  <p:childTnLst>
                                    <p:set>
                                      <p:cBhvr>
                                        <p:cTn id="20" dur="1" fill="hold">
                                          <p:stCondLst>
                                            <p:cond delay="0"/>
                                          </p:stCondLst>
                                        </p:cTn>
                                        <p:tgtEl>
                                          <p:spTgt spid="152"/>
                                        </p:tgtEl>
                                        <p:attrNameLst>
                                          <p:attrName>style.visibility</p:attrName>
                                        </p:attrNameLst>
                                      </p:cBhvr>
                                      <p:to>
                                        <p:strVal val="visible"/>
                                      </p:to>
                                    </p:set>
                                    <p:animEffect transition="in" filter="slide(fromLeft)">
                                      <p:cBhvr>
                                        <p:cTn id="21" dur="500"/>
                                        <p:tgtEl>
                                          <p:spTgt spid="152"/>
                                        </p:tgtEl>
                                      </p:cBhvr>
                                    </p:animEffect>
                                  </p:childTnLst>
                                </p:cTn>
                              </p:par>
                            </p:childTnLst>
                          </p:cTn>
                        </p:par>
                        <p:par>
                          <p:cTn id="22" fill="hold">
                            <p:stCondLst>
                              <p:cond delay="1500"/>
                            </p:stCondLst>
                            <p:childTnLst>
                              <p:par>
                                <p:cTn id="23" presetID="17" presetClass="entr" presetSubtype="10" fill="hold" nodeType="afterEffect">
                                  <p:stCondLst>
                                    <p:cond delay="0"/>
                                  </p:stCondLst>
                                  <p:childTnLst>
                                    <p:set>
                                      <p:cBhvr>
                                        <p:cTn id="24" dur="1" fill="hold">
                                          <p:stCondLst>
                                            <p:cond delay="0"/>
                                          </p:stCondLst>
                                        </p:cTn>
                                        <p:tgtEl>
                                          <p:spTgt spid="52"/>
                                        </p:tgtEl>
                                        <p:attrNameLst>
                                          <p:attrName>style.visibility</p:attrName>
                                        </p:attrNameLst>
                                      </p:cBhvr>
                                      <p:to>
                                        <p:strVal val="visible"/>
                                      </p:to>
                                    </p:set>
                                    <p:anim calcmode="lin" valueType="num">
                                      <p:cBhvr>
                                        <p:cTn id="25" dur="500" fill="hold"/>
                                        <p:tgtEl>
                                          <p:spTgt spid="52"/>
                                        </p:tgtEl>
                                        <p:attrNameLst>
                                          <p:attrName>ppt_w</p:attrName>
                                        </p:attrNameLst>
                                      </p:cBhvr>
                                      <p:tavLst>
                                        <p:tav tm="0">
                                          <p:val>
                                            <p:fltVal val="0"/>
                                          </p:val>
                                        </p:tav>
                                        <p:tav tm="100000">
                                          <p:val>
                                            <p:strVal val="#ppt_w"/>
                                          </p:val>
                                        </p:tav>
                                      </p:tavLst>
                                    </p:anim>
                                    <p:anim calcmode="lin" valueType="num">
                                      <p:cBhvr>
                                        <p:cTn id="26" dur="500" fill="hold"/>
                                        <p:tgtEl>
                                          <p:spTgt spid="52"/>
                                        </p:tgtEl>
                                        <p:attrNameLst>
                                          <p:attrName>ppt_h</p:attrName>
                                        </p:attrNameLst>
                                      </p:cBhvr>
                                      <p:tavLst>
                                        <p:tav tm="0">
                                          <p:val>
                                            <p:strVal val="#ppt_h"/>
                                          </p:val>
                                        </p:tav>
                                        <p:tav tm="100000">
                                          <p:val>
                                            <p:strVal val="#ppt_h"/>
                                          </p:val>
                                        </p:tav>
                                      </p:tavLst>
                                    </p:anim>
                                  </p:childTnLst>
                                </p:cTn>
                              </p:par>
                              <p:par>
                                <p:cTn id="27" presetID="12" presetClass="entr" presetSubtype="1" fill="hold" grpId="0" nodeType="withEffect">
                                  <p:stCondLst>
                                    <p:cond delay="0"/>
                                  </p:stCondLst>
                                  <p:childTnLst>
                                    <p:set>
                                      <p:cBhvr>
                                        <p:cTn id="28" dur="1" fill="hold">
                                          <p:stCondLst>
                                            <p:cond delay="0"/>
                                          </p:stCondLst>
                                        </p:cTn>
                                        <p:tgtEl>
                                          <p:spTgt spid="186"/>
                                        </p:tgtEl>
                                        <p:attrNameLst>
                                          <p:attrName>style.visibility</p:attrName>
                                        </p:attrNameLst>
                                      </p:cBhvr>
                                      <p:to>
                                        <p:strVal val="visible"/>
                                      </p:to>
                                    </p:set>
                                    <p:animEffect transition="in" filter="slide(fromTop)">
                                      <p:cBhvr>
                                        <p:cTn id="29" dur="500"/>
                                        <p:tgtEl>
                                          <p:spTgt spid="186"/>
                                        </p:tgtEl>
                                      </p:cBhvr>
                                    </p:animEffect>
                                  </p:childTnLst>
                                </p:cTn>
                              </p:par>
                            </p:childTnLst>
                          </p:cTn>
                        </p:par>
                        <p:par>
                          <p:cTn id="30" fill="hold">
                            <p:stCondLst>
                              <p:cond delay="2000"/>
                            </p:stCondLst>
                            <p:childTnLst>
                              <p:par>
                                <p:cTn id="31" presetID="12" presetClass="entr" presetSubtype="8" fill="hold" grpId="0" nodeType="afterEffect">
                                  <p:stCondLst>
                                    <p:cond delay="0"/>
                                  </p:stCondLst>
                                  <p:childTnLst>
                                    <p:set>
                                      <p:cBhvr>
                                        <p:cTn id="32" dur="1" fill="hold">
                                          <p:stCondLst>
                                            <p:cond delay="0"/>
                                          </p:stCondLst>
                                        </p:cTn>
                                        <p:tgtEl>
                                          <p:spTgt spid="175"/>
                                        </p:tgtEl>
                                        <p:attrNameLst>
                                          <p:attrName>style.visibility</p:attrName>
                                        </p:attrNameLst>
                                      </p:cBhvr>
                                      <p:to>
                                        <p:strVal val="visible"/>
                                      </p:to>
                                    </p:set>
                                    <p:animEffect transition="in" filter="slide(fromLeft)">
                                      <p:cBhvr>
                                        <p:cTn id="33" dur="500"/>
                                        <p:tgtEl>
                                          <p:spTgt spid="175"/>
                                        </p:tgtEl>
                                      </p:cBhvr>
                                    </p:animEffect>
                                  </p:childTnLst>
                                </p:cTn>
                              </p:par>
                            </p:childTnLst>
                          </p:cTn>
                        </p:par>
                        <p:par>
                          <p:cTn id="34" fill="hold">
                            <p:stCondLst>
                              <p:cond delay="2500"/>
                            </p:stCondLst>
                            <p:childTnLst>
                              <p:par>
                                <p:cTn id="35" presetID="17" presetClass="entr" presetSubtype="10" fill="hold" nodeType="afterEffect">
                                  <p:stCondLst>
                                    <p:cond delay="0"/>
                                  </p:stCondLst>
                                  <p:childTnLst>
                                    <p:set>
                                      <p:cBhvr>
                                        <p:cTn id="36" dur="1" fill="hold">
                                          <p:stCondLst>
                                            <p:cond delay="0"/>
                                          </p:stCondLst>
                                        </p:cTn>
                                        <p:tgtEl>
                                          <p:spTgt spid="53"/>
                                        </p:tgtEl>
                                        <p:attrNameLst>
                                          <p:attrName>style.visibility</p:attrName>
                                        </p:attrNameLst>
                                      </p:cBhvr>
                                      <p:to>
                                        <p:strVal val="visible"/>
                                      </p:to>
                                    </p:set>
                                    <p:anim calcmode="lin" valueType="num">
                                      <p:cBhvr>
                                        <p:cTn id="37" dur="500" fill="hold"/>
                                        <p:tgtEl>
                                          <p:spTgt spid="53"/>
                                        </p:tgtEl>
                                        <p:attrNameLst>
                                          <p:attrName>ppt_w</p:attrName>
                                        </p:attrNameLst>
                                      </p:cBhvr>
                                      <p:tavLst>
                                        <p:tav tm="0">
                                          <p:val>
                                            <p:fltVal val="0"/>
                                          </p:val>
                                        </p:tav>
                                        <p:tav tm="100000">
                                          <p:val>
                                            <p:strVal val="#ppt_w"/>
                                          </p:val>
                                        </p:tav>
                                      </p:tavLst>
                                    </p:anim>
                                    <p:anim calcmode="lin" valueType="num">
                                      <p:cBhvr>
                                        <p:cTn id="38" dur="500" fill="hold"/>
                                        <p:tgtEl>
                                          <p:spTgt spid="53"/>
                                        </p:tgtEl>
                                        <p:attrNameLst>
                                          <p:attrName>ppt_h</p:attrName>
                                        </p:attrNameLst>
                                      </p:cBhvr>
                                      <p:tavLst>
                                        <p:tav tm="0">
                                          <p:val>
                                            <p:strVal val="#ppt_h"/>
                                          </p:val>
                                        </p:tav>
                                        <p:tav tm="100000">
                                          <p:val>
                                            <p:strVal val="#ppt_h"/>
                                          </p:val>
                                        </p:tav>
                                      </p:tavLst>
                                    </p:anim>
                                  </p:childTnLst>
                                </p:cTn>
                              </p:par>
                              <p:par>
                                <p:cTn id="39" presetID="12" presetClass="entr" presetSubtype="1" fill="hold" grpId="0" nodeType="withEffect">
                                  <p:stCondLst>
                                    <p:cond delay="0"/>
                                  </p:stCondLst>
                                  <p:childTnLst>
                                    <p:set>
                                      <p:cBhvr>
                                        <p:cTn id="40" dur="1" fill="hold">
                                          <p:stCondLst>
                                            <p:cond delay="0"/>
                                          </p:stCondLst>
                                        </p:cTn>
                                        <p:tgtEl>
                                          <p:spTgt spid="192"/>
                                        </p:tgtEl>
                                        <p:attrNameLst>
                                          <p:attrName>style.visibility</p:attrName>
                                        </p:attrNameLst>
                                      </p:cBhvr>
                                      <p:to>
                                        <p:strVal val="visible"/>
                                      </p:to>
                                    </p:set>
                                    <p:animEffect transition="in" filter="slide(fromTop)">
                                      <p:cBhvr>
                                        <p:cTn id="41" dur="500"/>
                                        <p:tgtEl>
                                          <p:spTgt spid="192"/>
                                        </p:tgtEl>
                                      </p:cBhvr>
                                    </p:animEffect>
                                  </p:childTnLst>
                                </p:cTn>
                              </p:par>
                            </p:childTnLst>
                          </p:cTn>
                        </p:par>
                        <p:par>
                          <p:cTn id="42" fill="hold">
                            <p:stCondLst>
                              <p:cond delay="3000"/>
                            </p:stCondLst>
                            <p:childTnLst>
                              <p:par>
                                <p:cTn id="43" presetID="12" presetClass="entr" presetSubtype="8" fill="hold" grpId="0" nodeType="afterEffect">
                                  <p:stCondLst>
                                    <p:cond delay="0"/>
                                  </p:stCondLst>
                                  <p:childTnLst>
                                    <p:set>
                                      <p:cBhvr>
                                        <p:cTn id="44" dur="1" fill="hold">
                                          <p:stCondLst>
                                            <p:cond delay="0"/>
                                          </p:stCondLst>
                                        </p:cTn>
                                        <p:tgtEl>
                                          <p:spTgt spid="181"/>
                                        </p:tgtEl>
                                        <p:attrNameLst>
                                          <p:attrName>style.visibility</p:attrName>
                                        </p:attrNameLst>
                                      </p:cBhvr>
                                      <p:to>
                                        <p:strVal val="visible"/>
                                      </p:to>
                                    </p:set>
                                    <p:animEffect transition="in" filter="slide(fromLeft)">
                                      <p:cBhvr>
                                        <p:cTn id="45" dur="500"/>
                                        <p:tgtEl>
                                          <p:spTgt spid="181"/>
                                        </p:tgtEl>
                                      </p:cBhvr>
                                    </p:animEffect>
                                  </p:childTnLst>
                                </p:cTn>
                              </p:par>
                            </p:childTnLst>
                          </p:cTn>
                        </p:par>
                        <p:par>
                          <p:cTn id="46" fill="hold">
                            <p:stCondLst>
                              <p:cond delay="3500"/>
                            </p:stCondLst>
                            <p:childTnLst>
                              <p:par>
                                <p:cTn id="47" presetID="53" presetClass="entr" presetSubtype="0" fill="hold" grpId="0" nodeType="afterEffect">
                                  <p:stCondLst>
                                    <p:cond delay="0"/>
                                  </p:stCondLst>
                                  <p:childTnLst>
                                    <p:set>
                                      <p:cBhvr>
                                        <p:cTn id="48" dur="1" fill="hold">
                                          <p:stCondLst>
                                            <p:cond delay="0"/>
                                          </p:stCondLst>
                                        </p:cTn>
                                        <p:tgtEl>
                                          <p:spTgt spid="201"/>
                                        </p:tgtEl>
                                        <p:attrNameLst>
                                          <p:attrName>style.visibility</p:attrName>
                                        </p:attrNameLst>
                                      </p:cBhvr>
                                      <p:to>
                                        <p:strVal val="visible"/>
                                      </p:to>
                                    </p:set>
                                    <p:anim calcmode="lin" valueType="num">
                                      <p:cBhvr>
                                        <p:cTn id="49" dur="500" fill="hold"/>
                                        <p:tgtEl>
                                          <p:spTgt spid="201"/>
                                        </p:tgtEl>
                                        <p:attrNameLst>
                                          <p:attrName>ppt_w</p:attrName>
                                        </p:attrNameLst>
                                      </p:cBhvr>
                                      <p:tavLst>
                                        <p:tav tm="0">
                                          <p:val>
                                            <p:fltVal val="0"/>
                                          </p:val>
                                        </p:tav>
                                        <p:tav tm="100000">
                                          <p:val>
                                            <p:strVal val="#ppt_w"/>
                                          </p:val>
                                        </p:tav>
                                      </p:tavLst>
                                    </p:anim>
                                    <p:anim calcmode="lin" valueType="num">
                                      <p:cBhvr>
                                        <p:cTn id="50" dur="500" fill="hold"/>
                                        <p:tgtEl>
                                          <p:spTgt spid="201"/>
                                        </p:tgtEl>
                                        <p:attrNameLst>
                                          <p:attrName>ppt_h</p:attrName>
                                        </p:attrNameLst>
                                      </p:cBhvr>
                                      <p:tavLst>
                                        <p:tav tm="0">
                                          <p:val>
                                            <p:fltVal val="0"/>
                                          </p:val>
                                        </p:tav>
                                        <p:tav tm="100000">
                                          <p:val>
                                            <p:strVal val="#ppt_h"/>
                                          </p:val>
                                        </p:tav>
                                      </p:tavLst>
                                    </p:anim>
                                    <p:animEffect transition="in" filter="fade">
                                      <p:cBhvr>
                                        <p:cTn id="51" dur="5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152" grpId="0" animBg="1"/>
      <p:bldP spid="186" grpId="0"/>
      <p:bldP spid="175" grpId="0" animBg="1"/>
      <p:bldP spid="192" grpId="0"/>
      <p:bldP spid="181" grpId="0" animBg="1"/>
      <p:bldP spid="20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자유형 58"/>
          <p:cNvSpPr/>
          <p:nvPr/>
        </p:nvSpPr>
        <p:spPr>
          <a:xfrm>
            <a:off x="1659104" y="1242717"/>
            <a:ext cx="4865521" cy="993600"/>
          </a:xfrm>
          <a:custGeom>
            <a:avLst/>
            <a:gdLst>
              <a:gd name="connsiteX0" fmla="*/ 4433521 w 4865521"/>
              <a:gd name="connsiteY0" fmla="*/ 0 h 993600"/>
              <a:gd name="connsiteX1" fmla="*/ 4865521 w 4865521"/>
              <a:gd name="connsiteY1" fmla="*/ 302400 h 993600"/>
              <a:gd name="connsiteX2" fmla="*/ 4433521 w 4865521"/>
              <a:gd name="connsiteY2" fmla="*/ 604800 h 993600"/>
              <a:gd name="connsiteX3" fmla="*/ 4433521 w 4865521"/>
              <a:gd name="connsiteY3" fmla="*/ 475200 h 993600"/>
              <a:gd name="connsiteX4" fmla="*/ 4193522 w 4865521"/>
              <a:gd name="connsiteY4" fmla="*/ 475200 h 993600"/>
              <a:gd name="connsiteX5" fmla="*/ 3462805 w 4865521"/>
              <a:gd name="connsiteY5" fmla="*/ 475200 h 993600"/>
              <a:gd name="connsiteX6" fmla="*/ 432000 w 4865521"/>
              <a:gd name="connsiteY6" fmla="*/ 475200 h 993600"/>
              <a:gd name="connsiteX7" fmla="*/ 345600 w 4865521"/>
              <a:gd name="connsiteY7" fmla="*/ 561600 h 993600"/>
              <a:gd name="connsiteX8" fmla="*/ 432000 w 4865521"/>
              <a:gd name="connsiteY8" fmla="*/ 648000 h 993600"/>
              <a:gd name="connsiteX9" fmla="*/ 2376000 w 4865521"/>
              <a:gd name="connsiteY9" fmla="*/ 648000 h 993600"/>
              <a:gd name="connsiteX10" fmla="*/ 2376000 w 4865521"/>
              <a:gd name="connsiteY10" fmla="*/ 993600 h 993600"/>
              <a:gd name="connsiteX11" fmla="*/ 432000 w 4865521"/>
              <a:gd name="connsiteY11" fmla="*/ 993600 h 993600"/>
              <a:gd name="connsiteX12" fmla="*/ 0 w 4865521"/>
              <a:gd name="connsiteY12" fmla="*/ 561600 h 993600"/>
              <a:gd name="connsiteX13" fmla="*/ 432000 w 4865521"/>
              <a:gd name="connsiteY13" fmla="*/ 129600 h 993600"/>
              <a:gd name="connsiteX14" fmla="*/ 3462805 w 4865521"/>
              <a:gd name="connsiteY14" fmla="*/ 129600 h 993600"/>
              <a:gd name="connsiteX15" fmla="*/ 4193522 w 4865521"/>
              <a:gd name="connsiteY15" fmla="*/ 129600 h 993600"/>
              <a:gd name="connsiteX16" fmla="*/ 4433521 w 4865521"/>
              <a:gd name="connsiteY16" fmla="*/ 129600 h 99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65521" h="993600">
                <a:moveTo>
                  <a:pt x="4433521" y="0"/>
                </a:moveTo>
                <a:lnTo>
                  <a:pt x="4865521" y="302400"/>
                </a:lnTo>
                <a:lnTo>
                  <a:pt x="4433521" y="604800"/>
                </a:lnTo>
                <a:lnTo>
                  <a:pt x="4433521" y="475200"/>
                </a:lnTo>
                <a:lnTo>
                  <a:pt x="4193522" y="475200"/>
                </a:lnTo>
                <a:lnTo>
                  <a:pt x="3462805" y="475200"/>
                </a:lnTo>
                <a:lnTo>
                  <a:pt x="432000" y="475200"/>
                </a:lnTo>
                <a:cubicBezTo>
                  <a:pt x="384282" y="475200"/>
                  <a:pt x="345600" y="513882"/>
                  <a:pt x="345600" y="561600"/>
                </a:cubicBezTo>
                <a:cubicBezTo>
                  <a:pt x="345600" y="609318"/>
                  <a:pt x="384282" y="648000"/>
                  <a:pt x="432000" y="648000"/>
                </a:cubicBezTo>
                <a:lnTo>
                  <a:pt x="2376000" y="648000"/>
                </a:lnTo>
                <a:lnTo>
                  <a:pt x="2376000" y="993600"/>
                </a:lnTo>
                <a:lnTo>
                  <a:pt x="432000" y="993600"/>
                </a:lnTo>
                <a:cubicBezTo>
                  <a:pt x="193412" y="993600"/>
                  <a:pt x="0" y="800188"/>
                  <a:pt x="0" y="561600"/>
                </a:cubicBezTo>
                <a:cubicBezTo>
                  <a:pt x="0" y="323012"/>
                  <a:pt x="193412" y="129600"/>
                  <a:pt x="432000" y="129600"/>
                </a:cubicBezTo>
                <a:lnTo>
                  <a:pt x="3462805" y="129600"/>
                </a:lnTo>
                <a:lnTo>
                  <a:pt x="4193522" y="129600"/>
                </a:lnTo>
                <a:lnTo>
                  <a:pt x="4433521" y="129600"/>
                </a:lnTo>
                <a:close/>
              </a:path>
            </a:pathLst>
          </a:custGeom>
          <a:solidFill>
            <a:schemeClr val="accent1"/>
          </a:solidFill>
          <a:ln w="3175" cap="flat" cmpd="sng" algn="ctr">
            <a:solidFill>
              <a:schemeClr val="accent1">
                <a:lumMod val="7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a:gradFill>
                <a:gsLst>
                  <a:gs pos="0">
                    <a:prstClr val="white"/>
                  </a:gs>
                  <a:gs pos="100000">
                    <a:prstClr val="white"/>
                  </a:gs>
                </a:gsLst>
                <a:lin ang="5400000" scaled="0"/>
              </a:gradFill>
              <a:latin typeface="Bebas Neue" pitchFamily="34" charset="0"/>
              <a:ea typeface="+mj-ea"/>
            </a:endParaRPr>
          </a:p>
        </p:txBody>
      </p:sp>
      <p:sp>
        <p:nvSpPr>
          <p:cNvPr id="11" name="Title 10"/>
          <p:cNvSpPr>
            <a:spLocks noGrp="1"/>
          </p:cNvSpPr>
          <p:nvPr>
            <p:ph type="title"/>
          </p:nvPr>
        </p:nvSpPr>
        <p:spPr/>
        <p:txBody>
          <a:bodyPr/>
          <a:lstStyle/>
          <a:p>
            <a:r>
              <a:rPr lang="en-US" dirty="0"/>
              <a:t>Arrow Diagram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a:t>
            </a:r>
            <a:r>
              <a:rPr lang="nl-NL" dirty="0">
                <a:gradFill>
                  <a:gsLst>
                    <a:gs pos="0">
                      <a:schemeClr val="accent1"/>
                    </a:gs>
                    <a:gs pos="100000">
                      <a:schemeClr val="accent1"/>
                    </a:gs>
                  </a:gsLst>
                  <a:lin ang="0" scaled="1"/>
                </a:gradFill>
              </a:rPr>
              <a:t>proceed</a:t>
            </a:r>
            <a:endParaRPr lang="en-US" dirty="0">
              <a:gradFill>
                <a:gsLst>
                  <a:gs pos="0">
                    <a:schemeClr val="accent1"/>
                  </a:gs>
                  <a:gs pos="100000">
                    <a:schemeClr val="accent1"/>
                  </a:gs>
                </a:gsLst>
                <a:lin ang="0" scaled="1"/>
              </a:gradFill>
            </a:endParaRPr>
          </a:p>
        </p:txBody>
      </p:sp>
      <p:sp>
        <p:nvSpPr>
          <p:cNvPr id="158" name="TextBox 157"/>
          <p:cNvSpPr txBox="1"/>
          <p:nvPr/>
        </p:nvSpPr>
        <p:spPr>
          <a:xfrm>
            <a:off x="5027210" y="1443315"/>
            <a:ext cx="883749" cy="203603"/>
          </a:xfrm>
          <a:prstGeom prst="rect">
            <a:avLst/>
          </a:prstGeom>
          <a:noFill/>
        </p:spPr>
        <p:txBody>
          <a:bodyPr wrap="square" lIns="0" tIns="0" rIns="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r>
              <a:rPr lang="en-US" altLang="ko-KR" sz="1000" dirty="0">
                <a:gradFill>
                  <a:gsLst>
                    <a:gs pos="0">
                      <a:schemeClr val="accent3"/>
                    </a:gs>
                    <a:gs pos="100000">
                      <a:schemeClr val="accent3"/>
                    </a:gs>
                  </a:gsLst>
                  <a:lin ang="5400000" scaled="0"/>
                </a:gradFill>
              </a:rPr>
              <a:t>FINISH</a:t>
            </a:r>
            <a:endParaRPr lang="ko-KR" altLang="en-US" sz="1000" dirty="0">
              <a:gradFill>
                <a:gsLst>
                  <a:gs pos="0">
                    <a:schemeClr val="accent3"/>
                  </a:gs>
                  <a:gs pos="100000">
                    <a:schemeClr val="accent3"/>
                  </a:gs>
                </a:gsLst>
                <a:lin ang="5400000" scaled="0"/>
              </a:gradFill>
            </a:endParaRPr>
          </a:p>
        </p:txBody>
      </p:sp>
      <p:grpSp>
        <p:nvGrpSpPr>
          <p:cNvPr id="45" name="그룹 44"/>
          <p:cNvGrpSpPr/>
          <p:nvPr/>
        </p:nvGrpSpPr>
        <p:grpSpPr>
          <a:xfrm>
            <a:off x="488196" y="1703703"/>
            <a:ext cx="1323315" cy="603295"/>
            <a:chOff x="2584184" y="1703698"/>
            <a:chExt cx="1323315" cy="603295"/>
          </a:xfrm>
        </p:grpSpPr>
        <p:grpSp>
          <p:nvGrpSpPr>
            <p:cNvPr id="184" name="그룹 183"/>
            <p:cNvGrpSpPr/>
            <p:nvPr/>
          </p:nvGrpSpPr>
          <p:grpSpPr>
            <a:xfrm>
              <a:off x="2584184" y="1703698"/>
              <a:ext cx="952765" cy="603295"/>
              <a:chOff x="6138502" y="894478"/>
              <a:chExt cx="952765" cy="603295"/>
            </a:xfrm>
          </p:grpSpPr>
          <p:sp>
            <p:nvSpPr>
              <p:cNvPr id="186" name="TextBox 185"/>
              <p:cNvSpPr txBox="1"/>
              <p:nvPr/>
            </p:nvSpPr>
            <p:spPr>
              <a:xfrm>
                <a:off x="6138502" y="894478"/>
                <a:ext cx="952765" cy="193940"/>
              </a:xfrm>
              <a:prstGeom prst="rect">
                <a:avLst/>
              </a:prstGeom>
              <a:noFill/>
            </p:spPr>
            <p:txBody>
              <a:bodyPr wrap="square" lIns="0" tIns="0" rIns="0" bIns="0" rtlCol="0">
                <a:noAutofit/>
              </a:bodyPr>
              <a:lstStyle/>
              <a:p>
                <a:pPr lvl="0" algn="r"/>
                <a:r>
                  <a:rPr lang="en-US" altLang="ko-KR" sz="1200" b="1" dirty="0">
                    <a:gradFill>
                      <a:gsLst>
                        <a:gs pos="0">
                          <a:schemeClr val="accent1"/>
                        </a:gs>
                        <a:gs pos="100000">
                          <a:schemeClr val="accent1"/>
                        </a:gs>
                      </a:gsLst>
                      <a:lin ang="5400000" scaled="0"/>
                    </a:gradFill>
                    <a:latin typeface="Roboto Condensed Regular"/>
                  </a:rPr>
                  <a:t>Fifth Arrow</a:t>
                </a:r>
                <a:endParaRPr lang="ko-KR" altLang="en-US" sz="1200" b="1" dirty="0">
                  <a:gradFill>
                    <a:gsLst>
                      <a:gs pos="0">
                        <a:schemeClr val="accent1"/>
                      </a:gs>
                      <a:gs pos="100000">
                        <a:schemeClr val="accent1"/>
                      </a:gs>
                    </a:gsLst>
                    <a:lin ang="5400000" scaled="0"/>
                  </a:gradFill>
                  <a:latin typeface="Roboto Condensed Regular"/>
                </a:endParaRPr>
              </a:p>
            </p:txBody>
          </p:sp>
          <p:sp>
            <p:nvSpPr>
              <p:cNvPr id="187" name="TextBox 186"/>
              <p:cNvSpPr txBox="1"/>
              <p:nvPr/>
            </p:nvSpPr>
            <p:spPr>
              <a:xfrm>
                <a:off x="6214967" y="1108176"/>
                <a:ext cx="876300" cy="389597"/>
              </a:xfrm>
              <a:prstGeom prst="rect">
                <a:avLst/>
              </a:prstGeom>
              <a:noFill/>
            </p:spPr>
            <p:txBody>
              <a:bodyPr wrap="square" lIns="0" tIns="0" rIns="0" bIns="0" rtlCol="0">
                <a:noAutofit/>
              </a:bodyPr>
              <a:lstStyle/>
              <a:p>
                <a:pPr lvl="0" algn="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185" name="직선 연결선 184"/>
            <p:cNvCxnSpPr/>
            <p:nvPr/>
          </p:nvCxnSpPr>
          <p:spPr>
            <a:xfrm flipH="1">
              <a:off x="3619499" y="1794994"/>
              <a:ext cx="288000" cy="0"/>
            </a:xfrm>
            <a:prstGeom prst="line">
              <a:avLst/>
            </a:prstGeom>
            <a:ln w="3175">
              <a:solidFill>
                <a:schemeClr val="accent1">
                  <a:lumMod val="7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grpSp>
        <p:nvGrpSpPr>
          <p:cNvPr id="39" name="그룹 38"/>
          <p:cNvGrpSpPr/>
          <p:nvPr/>
        </p:nvGrpSpPr>
        <p:grpSpPr>
          <a:xfrm>
            <a:off x="2739104" y="1761117"/>
            <a:ext cx="2376000" cy="993600"/>
            <a:chOff x="4835095" y="1761117"/>
            <a:chExt cx="2376000" cy="993600"/>
          </a:xfrm>
        </p:grpSpPr>
        <p:sp>
          <p:nvSpPr>
            <p:cNvPr id="119" name="이등변 삼각형 118"/>
            <p:cNvSpPr/>
            <p:nvPr/>
          </p:nvSpPr>
          <p:spPr>
            <a:xfrm rot="5400000" flipH="1" flipV="1">
              <a:off x="5661105" y="1870743"/>
              <a:ext cx="345602" cy="385548"/>
            </a:xfrm>
            <a:custGeom>
              <a:avLst/>
              <a:gdLst/>
              <a:ahLst/>
              <a:cxnLst/>
              <a:rect l="l" t="t" r="r" b="b"/>
              <a:pathLst>
                <a:path w="288000" h="321290">
                  <a:moveTo>
                    <a:pt x="288000" y="205715"/>
                  </a:moveTo>
                  <a:lnTo>
                    <a:pt x="288000" y="321290"/>
                  </a:lnTo>
                  <a:lnTo>
                    <a:pt x="143999" y="115575"/>
                  </a:lnTo>
                  <a:lnTo>
                    <a:pt x="0" y="321289"/>
                  </a:lnTo>
                  <a:lnTo>
                    <a:pt x="0" y="205713"/>
                  </a:lnTo>
                  <a:lnTo>
                    <a:pt x="143999" y="0"/>
                  </a:lnTo>
                  <a:close/>
                </a:path>
              </a:pathLst>
            </a:cu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12" name="직사각형 111"/>
            <p:cNvSpPr/>
            <p:nvPr/>
          </p:nvSpPr>
          <p:spPr>
            <a:xfrm flipH="1">
              <a:off x="4835095" y="1761117"/>
              <a:ext cx="2376000" cy="993600"/>
            </a:xfrm>
            <a:custGeom>
              <a:avLst/>
              <a:gdLst/>
              <a:ahLst/>
              <a:cxnLst/>
              <a:rect l="l" t="t" r="r" b="b"/>
              <a:pathLst>
                <a:path w="2376000" h="993600">
                  <a:moveTo>
                    <a:pt x="1079999" y="0"/>
                  </a:moveTo>
                  <a:lnTo>
                    <a:pt x="1079999" y="129600"/>
                  </a:lnTo>
                  <a:lnTo>
                    <a:pt x="432000" y="129600"/>
                  </a:lnTo>
                  <a:cubicBezTo>
                    <a:pt x="193412" y="129600"/>
                    <a:pt x="0" y="323012"/>
                    <a:pt x="0" y="561600"/>
                  </a:cubicBezTo>
                  <a:cubicBezTo>
                    <a:pt x="0" y="800188"/>
                    <a:pt x="193412" y="993600"/>
                    <a:pt x="432000" y="993600"/>
                  </a:cubicBezTo>
                  <a:lnTo>
                    <a:pt x="2376000" y="993600"/>
                  </a:lnTo>
                  <a:lnTo>
                    <a:pt x="2376000" y="648000"/>
                  </a:lnTo>
                  <a:lnTo>
                    <a:pt x="432000" y="648000"/>
                  </a:lnTo>
                  <a:cubicBezTo>
                    <a:pt x="384282" y="648000"/>
                    <a:pt x="345600" y="609318"/>
                    <a:pt x="345600" y="561600"/>
                  </a:cubicBezTo>
                  <a:cubicBezTo>
                    <a:pt x="345600" y="513882"/>
                    <a:pt x="384282" y="475200"/>
                    <a:pt x="432000" y="475200"/>
                  </a:cubicBezTo>
                  <a:lnTo>
                    <a:pt x="1079999" y="475200"/>
                  </a:lnTo>
                  <a:lnTo>
                    <a:pt x="1079999" y="604800"/>
                  </a:lnTo>
                  <a:lnTo>
                    <a:pt x="1511999" y="302400"/>
                  </a:lnTo>
                  <a:close/>
                </a:path>
              </a:pathLst>
            </a:custGeom>
            <a:pattFill prst="ltDnDiag">
              <a:fgClr>
                <a:schemeClr val="accent4">
                  <a:lumMod val="65000"/>
                  <a:lumOff val="35000"/>
                </a:schemeClr>
              </a:fgClr>
              <a:bgClr>
                <a:schemeClr val="accent3">
                  <a:lumMod val="50000"/>
                </a:schemeClr>
              </a:bgClr>
            </a:pattFill>
            <a:ln w="3175">
              <a:solidFill>
                <a:schemeClr val="accent4">
                  <a:lumMod val="65000"/>
                  <a:lumOff val="35000"/>
                </a:schemeClr>
              </a:solidFill>
              <a:round/>
              <a:headEnd/>
              <a:tailEnd/>
            </a:ln>
            <a:effectLst>
              <a:outerShdw dist="25400" dir="54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217" name="TextBox 216"/>
            <p:cNvSpPr txBox="1"/>
            <p:nvPr/>
          </p:nvSpPr>
          <p:spPr>
            <a:xfrm>
              <a:off x="6136810" y="1961647"/>
              <a:ext cx="883749" cy="203603"/>
            </a:xfrm>
            <a:prstGeom prst="rect">
              <a:avLst/>
            </a:prstGeom>
            <a:noFill/>
          </p:spPr>
          <p:txBody>
            <a:bodyPr wrap="square" lIns="0" tIns="0" rIns="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l"/>
              <a:r>
                <a:rPr lang="en-US" altLang="ko-KR" sz="1000" dirty="0">
                  <a:gradFill>
                    <a:gsLst>
                      <a:gs pos="0">
                        <a:schemeClr val="accent3"/>
                      </a:gs>
                      <a:gs pos="100000">
                        <a:schemeClr val="accent3"/>
                      </a:gs>
                    </a:gsLst>
                    <a:lin ang="5400000" scaled="0"/>
                  </a:gradFill>
                </a:rPr>
                <a:t>LOREM IPSUM</a:t>
              </a:r>
              <a:endParaRPr lang="ko-KR" altLang="en-US" sz="1000" dirty="0">
                <a:gradFill>
                  <a:gsLst>
                    <a:gs pos="0">
                      <a:schemeClr val="accent3"/>
                    </a:gs>
                    <a:gs pos="100000">
                      <a:schemeClr val="accent3"/>
                    </a:gs>
                  </a:gsLst>
                  <a:lin ang="5400000" scaled="0"/>
                </a:gradFill>
              </a:endParaRPr>
            </a:p>
          </p:txBody>
        </p:sp>
      </p:grpSp>
      <p:grpSp>
        <p:nvGrpSpPr>
          <p:cNvPr id="38" name="그룹 37"/>
          <p:cNvGrpSpPr/>
          <p:nvPr/>
        </p:nvGrpSpPr>
        <p:grpSpPr>
          <a:xfrm>
            <a:off x="1659104" y="2279517"/>
            <a:ext cx="2376000" cy="993600"/>
            <a:chOff x="3755095" y="2279517"/>
            <a:chExt cx="2376000" cy="993600"/>
          </a:xfrm>
        </p:grpSpPr>
        <p:sp>
          <p:nvSpPr>
            <p:cNvPr id="129" name="이등변 삼각형 118"/>
            <p:cNvSpPr/>
            <p:nvPr/>
          </p:nvSpPr>
          <p:spPr>
            <a:xfrm rot="16200000" flipV="1">
              <a:off x="4957985" y="2389143"/>
              <a:ext cx="345600" cy="385548"/>
            </a:xfrm>
            <a:custGeom>
              <a:avLst/>
              <a:gdLst/>
              <a:ahLst/>
              <a:cxnLst/>
              <a:rect l="l" t="t" r="r" b="b"/>
              <a:pathLst>
                <a:path w="288000" h="321290">
                  <a:moveTo>
                    <a:pt x="288000" y="205715"/>
                  </a:moveTo>
                  <a:lnTo>
                    <a:pt x="288000" y="321290"/>
                  </a:lnTo>
                  <a:lnTo>
                    <a:pt x="143999" y="115575"/>
                  </a:lnTo>
                  <a:lnTo>
                    <a:pt x="0" y="321289"/>
                  </a:lnTo>
                  <a:lnTo>
                    <a:pt x="0" y="205713"/>
                  </a:lnTo>
                  <a:lnTo>
                    <a:pt x="143999" y="0"/>
                  </a:lnTo>
                  <a:close/>
                </a:path>
              </a:pathLst>
            </a:cu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26" name="직사각형 111"/>
            <p:cNvSpPr/>
            <p:nvPr/>
          </p:nvSpPr>
          <p:spPr>
            <a:xfrm>
              <a:off x="3755095" y="2279517"/>
              <a:ext cx="2376000" cy="993600"/>
            </a:xfrm>
            <a:custGeom>
              <a:avLst/>
              <a:gdLst/>
              <a:ahLst/>
              <a:cxnLst/>
              <a:rect l="l" t="t" r="r" b="b"/>
              <a:pathLst>
                <a:path w="2376000" h="993600">
                  <a:moveTo>
                    <a:pt x="1079999" y="0"/>
                  </a:moveTo>
                  <a:lnTo>
                    <a:pt x="1079999" y="129600"/>
                  </a:lnTo>
                  <a:lnTo>
                    <a:pt x="432000" y="129600"/>
                  </a:lnTo>
                  <a:cubicBezTo>
                    <a:pt x="193412" y="129600"/>
                    <a:pt x="0" y="323012"/>
                    <a:pt x="0" y="561600"/>
                  </a:cubicBezTo>
                  <a:cubicBezTo>
                    <a:pt x="0" y="800188"/>
                    <a:pt x="193412" y="993600"/>
                    <a:pt x="432000" y="993600"/>
                  </a:cubicBezTo>
                  <a:lnTo>
                    <a:pt x="2376000" y="993600"/>
                  </a:lnTo>
                  <a:lnTo>
                    <a:pt x="2376000" y="648000"/>
                  </a:lnTo>
                  <a:lnTo>
                    <a:pt x="432000" y="648000"/>
                  </a:lnTo>
                  <a:cubicBezTo>
                    <a:pt x="384282" y="648000"/>
                    <a:pt x="345600" y="609318"/>
                    <a:pt x="345600" y="561600"/>
                  </a:cubicBezTo>
                  <a:cubicBezTo>
                    <a:pt x="345600" y="513882"/>
                    <a:pt x="384282" y="475200"/>
                    <a:pt x="432000" y="475200"/>
                  </a:cubicBezTo>
                  <a:lnTo>
                    <a:pt x="1079999" y="475200"/>
                  </a:lnTo>
                  <a:lnTo>
                    <a:pt x="1079999" y="604800"/>
                  </a:lnTo>
                  <a:lnTo>
                    <a:pt x="1511999" y="302400"/>
                  </a:lnTo>
                  <a:close/>
                </a:path>
              </a:pathLst>
            </a:custGeom>
            <a:pattFill prst="ltUpDiag">
              <a:fgClr>
                <a:schemeClr val="accent3">
                  <a:lumMod val="50000"/>
                </a:schemeClr>
              </a:fgClr>
              <a:bgClr>
                <a:schemeClr val="accent3">
                  <a:lumMod val="65000"/>
                </a:schemeClr>
              </a:bgClr>
            </a:pattFill>
            <a:ln w="3175">
              <a:solidFill>
                <a:schemeClr val="accent3">
                  <a:lumMod val="50000"/>
                </a:schemeClr>
              </a:solidFill>
              <a:round/>
              <a:headEnd/>
              <a:tailEnd/>
            </a:ln>
            <a:effectLst>
              <a:outerShdw dist="25400" dir="54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227" name="TextBox 226"/>
            <p:cNvSpPr txBox="1"/>
            <p:nvPr/>
          </p:nvSpPr>
          <p:spPr>
            <a:xfrm>
              <a:off x="3951346" y="2480114"/>
              <a:ext cx="883749" cy="203603"/>
            </a:xfrm>
            <a:prstGeom prst="rect">
              <a:avLst/>
            </a:prstGeom>
            <a:noFill/>
          </p:spPr>
          <p:txBody>
            <a:bodyPr wrap="square" lIns="0" tIns="0" rIns="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r>
                <a:rPr lang="en-US" altLang="ko-KR" sz="1000" dirty="0">
                  <a:gradFill>
                    <a:gsLst>
                      <a:gs pos="0">
                        <a:schemeClr val="accent3"/>
                      </a:gs>
                      <a:gs pos="100000">
                        <a:schemeClr val="accent3"/>
                      </a:gs>
                    </a:gsLst>
                    <a:lin ang="5400000" scaled="0"/>
                  </a:gradFill>
                </a:rPr>
                <a:t>LOREM IPSUM</a:t>
              </a:r>
              <a:endParaRPr lang="ko-KR" altLang="en-US" sz="1000" dirty="0">
                <a:gradFill>
                  <a:gsLst>
                    <a:gs pos="0">
                      <a:schemeClr val="accent3"/>
                    </a:gs>
                    <a:gs pos="100000">
                      <a:schemeClr val="accent3"/>
                    </a:gs>
                  </a:gsLst>
                  <a:lin ang="5400000" scaled="0"/>
                </a:gradFill>
              </a:endParaRPr>
            </a:p>
          </p:txBody>
        </p:sp>
      </p:grpSp>
      <p:grpSp>
        <p:nvGrpSpPr>
          <p:cNvPr id="44" name="그룹 43"/>
          <p:cNvGrpSpPr/>
          <p:nvPr/>
        </p:nvGrpSpPr>
        <p:grpSpPr>
          <a:xfrm>
            <a:off x="488194" y="2756176"/>
            <a:ext cx="1323316" cy="603295"/>
            <a:chOff x="2584184" y="2756171"/>
            <a:chExt cx="1323316" cy="603295"/>
          </a:xfrm>
        </p:grpSpPr>
        <p:grpSp>
          <p:nvGrpSpPr>
            <p:cNvPr id="178" name="그룹 177"/>
            <p:cNvGrpSpPr/>
            <p:nvPr/>
          </p:nvGrpSpPr>
          <p:grpSpPr>
            <a:xfrm>
              <a:off x="2584184" y="2756171"/>
              <a:ext cx="952765" cy="603295"/>
              <a:chOff x="6138502" y="894478"/>
              <a:chExt cx="952765" cy="603295"/>
            </a:xfrm>
          </p:grpSpPr>
          <p:sp>
            <p:nvSpPr>
              <p:cNvPr id="180" name="TextBox 179"/>
              <p:cNvSpPr txBox="1"/>
              <p:nvPr/>
            </p:nvSpPr>
            <p:spPr>
              <a:xfrm>
                <a:off x="6138502" y="894478"/>
                <a:ext cx="952765" cy="193940"/>
              </a:xfrm>
              <a:prstGeom prst="rect">
                <a:avLst/>
              </a:prstGeom>
              <a:noFill/>
            </p:spPr>
            <p:txBody>
              <a:bodyPr wrap="square" lIns="0" tIns="0" rIns="0" bIns="0" rtlCol="0">
                <a:noAutofit/>
              </a:bodyPr>
              <a:lstStyle/>
              <a:p>
                <a:pPr lvl="0" algn="r"/>
                <a:r>
                  <a:rPr lang="en-US" altLang="ko-KR" sz="1200" b="1" dirty="0">
                    <a:gradFill>
                      <a:gsLst>
                        <a:gs pos="0">
                          <a:schemeClr val="tx2">
                            <a:alpha val="70000"/>
                          </a:schemeClr>
                        </a:gs>
                        <a:gs pos="100000">
                          <a:schemeClr val="tx2">
                            <a:alpha val="70000"/>
                          </a:schemeClr>
                        </a:gs>
                      </a:gsLst>
                      <a:lin ang="5400000" scaled="0"/>
                    </a:gradFill>
                    <a:latin typeface="Roboto Condensed Regular"/>
                  </a:rPr>
                  <a:t>Third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81" name="TextBox 180"/>
              <p:cNvSpPr txBox="1"/>
              <p:nvPr/>
            </p:nvSpPr>
            <p:spPr>
              <a:xfrm>
                <a:off x="6214967" y="1108176"/>
                <a:ext cx="876300" cy="389597"/>
              </a:xfrm>
              <a:prstGeom prst="rect">
                <a:avLst/>
              </a:prstGeom>
              <a:noFill/>
            </p:spPr>
            <p:txBody>
              <a:bodyPr wrap="square" lIns="0" tIns="0" rIns="0" bIns="0" rtlCol="0">
                <a:noAutofit/>
              </a:bodyPr>
              <a:lstStyle/>
              <a:p>
                <a:pPr lvl="0" algn="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179" name="직선 연결선 178"/>
            <p:cNvCxnSpPr/>
            <p:nvPr/>
          </p:nvCxnSpPr>
          <p:spPr>
            <a:xfrm flipH="1">
              <a:off x="3619500" y="2847467"/>
              <a:ext cx="288000" cy="0"/>
            </a:xfrm>
            <a:prstGeom prst="line">
              <a:avLst/>
            </a:prstGeom>
            <a:ln w="3175">
              <a:solidFill>
                <a:schemeClr val="tx2">
                  <a:alpha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grpSp>
        <p:nvGrpSpPr>
          <p:cNvPr id="43" name="그룹 42"/>
          <p:cNvGrpSpPr/>
          <p:nvPr/>
        </p:nvGrpSpPr>
        <p:grpSpPr>
          <a:xfrm>
            <a:off x="4949906" y="2222052"/>
            <a:ext cx="1340642" cy="603295"/>
            <a:chOff x="7045895" y="2222047"/>
            <a:chExt cx="1340642" cy="603295"/>
          </a:xfrm>
        </p:grpSpPr>
        <p:sp>
          <p:nvSpPr>
            <p:cNvPr id="170" name="TextBox 169"/>
            <p:cNvSpPr txBox="1"/>
            <p:nvPr/>
          </p:nvSpPr>
          <p:spPr>
            <a:xfrm>
              <a:off x="7433772" y="2222047"/>
              <a:ext cx="952765" cy="193940"/>
            </a:xfrm>
            <a:prstGeom prst="rect">
              <a:avLst/>
            </a:prstGeom>
            <a:noFill/>
          </p:spPr>
          <p:txBody>
            <a:bodyPr wrap="square" lIns="0" tIns="0" rIns="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Fourth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71" name="TextBox 170"/>
            <p:cNvSpPr txBox="1"/>
            <p:nvPr/>
          </p:nvSpPr>
          <p:spPr>
            <a:xfrm>
              <a:off x="7433772" y="2435745"/>
              <a:ext cx="952765" cy="389597"/>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169" name="직선 연결선 168"/>
            <p:cNvCxnSpPr/>
            <p:nvPr/>
          </p:nvCxnSpPr>
          <p:spPr>
            <a:xfrm flipH="1">
              <a:off x="7045895" y="2313343"/>
              <a:ext cx="288000" cy="0"/>
            </a:xfrm>
            <a:prstGeom prst="line">
              <a:avLst/>
            </a:prstGeom>
            <a:ln w="3175">
              <a:solidFill>
                <a:schemeClr val="tx2">
                  <a:alpha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grpSp>
        <p:nvGrpSpPr>
          <p:cNvPr id="42" name="그룹 41"/>
          <p:cNvGrpSpPr/>
          <p:nvPr/>
        </p:nvGrpSpPr>
        <p:grpSpPr>
          <a:xfrm>
            <a:off x="4949906" y="3268764"/>
            <a:ext cx="1340642" cy="603295"/>
            <a:chOff x="7045895" y="3268759"/>
            <a:chExt cx="1340642" cy="603295"/>
          </a:xfrm>
        </p:grpSpPr>
        <p:sp>
          <p:nvSpPr>
            <p:cNvPr id="175" name="TextBox 174"/>
            <p:cNvSpPr txBox="1"/>
            <p:nvPr/>
          </p:nvSpPr>
          <p:spPr>
            <a:xfrm>
              <a:off x="7433772" y="3268759"/>
              <a:ext cx="952765" cy="193940"/>
            </a:xfrm>
            <a:prstGeom prst="rect">
              <a:avLst/>
            </a:prstGeom>
            <a:noFill/>
          </p:spPr>
          <p:txBody>
            <a:bodyPr wrap="square" lIns="0" tIns="0" rIns="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Second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76" name="TextBox 175"/>
            <p:cNvSpPr txBox="1"/>
            <p:nvPr/>
          </p:nvSpPr>
          <p:spPr>
            <a:xfrm>
              <a:off x="7433772" y="3482457"/>
              <a:ext cx="952765" cy="389597"/>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174" name="직선 연결선 173"/>
            <p:cNvCxnSpPr/>
            <p:nvPr/>
          </p:nvCxnSpPr>
          <p:spPr>
            <a:xfrm flipH="1">
              <a:off x="7045895" y="3360055"/>
              <a:ext cx="288000" cy="0"/>
            </a:xfrm>
            <a:prstGeom prst="line">
              <a:avLst/>
            </a:prstGeom>
            <a:ln w="3175">
              <a:solidFill>
                <a:schemeClr val="tx2">
                  <a:alpha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grpSp>
        <p:nvGrpSpPr>
          <p:cNvPr id="47" name="그룹 46"/>
          <p:cNvGrpSpPr/>
          <p:nvPr/>
        </p:nvGrpSpPr>
        <p:grpSpPr>
          <a:xfrm>
            <a:off x="2739104" y="2797917"/>
            <a:ext cx="2376000" cy="993600"/>
            <a:chOff x="2739104" y="2797917"/>
            <a:chExt cx="2376000" cy="993600"/>
          </a:xfrm>
        </p:grpSpPr>
        <p:grpSp>
          <p:nvGrpSpPr>
            <p:cNvPr id="37" name="그룹 36"/>
            <p:cNvGrpSpPr/>
            <p:nvPr/>
          </p:nvGrpSpPr>
          <p:grpSpPr>
            <a:xfrm>
              <a:off x="2739104" y="2797917"/>
              <a:ext cx="2376000" cy="993600"/>
              <a:chOff x="4835095" y="2797917"/>
              <a:chExt cx="2376000" cy="993600"/>
            </a:xfrm>
          </p:grpSpPr>
          <p:sp>
            <p:nvSpPr>
              <p:cNvPr id="145" name="이등변 삼각형 118"/>
              <p:cNvSpPr/>
              <p:nvPr/>
            </p:nvSpPr>
            <p:spPr>
              <a:xfrm rot="5400000" flipH="1" flipV="1">
                <a:off x="5661105" y="2907543"/>
                <a:ext cx="345602" cy="385548"/>
              </a:xfrm>
              <a:custGeom>
                <a:avLst/>
                <a:gdLst/>
                <a:ahLst/>
                <a:cxnLst/>
                <a:rect l="l" t="t" r="r" b="b"/>
                <a:pathLst>
                  <a:path w="288000" h="321290">
                    <a:moveTo>
                      <a:pt x="288000" y="205715"/>
                    </a:moveTo>
                    <a:lnTo>
                      <a:pt x="288000" y="321290"/>
                    </a:lnTo>
                    <a:lnTo>
                      <a:pt x="143999" y="115575"/>
                    </a:lnTo>
                    <a:lnTo>
                      <a:pt x="0" y="321289"/>
                    </a:lnTo>
                    <a:lnTo>
                      <a:pt x="0" y="205713"/>
                    </a:lnTo>
                    <a:lnTo>
                      <a:pt x="143999" y="0"/>
                    </a:lnTo>
                    <a:close/>
                  </a:path>
                </a:pathLst>
              </a:cu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25" name="직사각형 111"/>
              <p:cNvSpPr/>
              <p:nvPr/>
            </p:nvSpPr>
            <p:spPr>
              <a:xfrm flipH="1">
                <a:off x="4835095" y="2797917"/>
                <a:ext cx="2376000" cy="993600"/>
              </a:xfrm>
              <a:custGeom>
                <a:avLst/>
                <a:gdLst/>
                <a:ahLst/>
                <a:cxnLst/>
                <a:rect l="l" t="t" r="r" b="b"/>
                <a:pathLst>
                  <a:path w="2376000" h="993600">
                    <a:moveTo>
                      <a:pt x="1079999" y="0"/>
                    </a:moveTo>
                    <a:lnTo>
                      <a:pt x="1079999" y="129600"/>
                    </a:lnTo>
                    <a:lnTo>
                      <a:pt x="432000" y="129600"/>
                    </a:lnTo>
                    <a:cubicBezTo>
                      <a:pt x="193412" y="129600"/>
                      <a:pt x="0" y="323012"/>
                      <a:pt x="0" y="561600"/>
                    </a:cubicBezTo>
                    <a:cubicBezTo>
                      <a:pt x="0" y="800188"/>
                      <a:pt x="193412" y="993600"/>
                      <a:pt x="432000" y="993600"/>
                    </a:cubicBezTo>
                    <a:lnTo>
                      <a:pt x="2376000" y="993600"/>
                    </a:lnTo>
                    <a:lnTo>
                      <a:pt x="2376000" y="648000"/>
                    </a:lnTo>
                    <a:lnTo>
                      <a:pt x="432000" y="648000"/>
                    </a:lnTo>
                    <a:cubicBezTo>
                      <a:pt x="384282" y="648000"/>
                      <a:pt x="345600" y="609318"/>
                      <a:pt x="345600" y="561600"/>
                    </a:cubicBezTo>
                    <a:cubicBezTo>
                      <a:pt x="345600" y="513882"/>
                      <a:pt x="384282" y="475200"/>
                      <a:pt x="432000" y="475200"/>
                    </a:cubicBezTo>
                    <a:lnTo>
                      <a:pt x="1079999" y="475200"/>
                    </a:lnTo>
                    <a:lnTo>
                      <a:pt x="1079999" y="604800"/>
                    </a:lnTo>
                    <a:lnTo>
                      <a:pt x="1511999" y="302400"/>
                    </a:lnTo>
                    <a:close/>
                  </a:path>
                </a:pathLst>
              </a:custGeom>
              <a:pattFill prst="ltDnDiag">
                <a:fgClr>
                  <a:schemeClr val="accent4">
                    <a:lumMod val="65000"/>
                    <a:lumOff val="35000"/>
                  </a:schemeClr>
                </a:fgClr>
                <a:bgClr>
                  <a:schemeClr val="accent3">
                    <a:lumMod val="50000"/>
                  </a:schemeClr>
                </a:bgClr>
              </a:pattFill>
              <a:ln w="3175">
                <a:solidFill>
                  <a:schemeClr val="accent4">
                    <a:lumMod val="65000"/>
                    <a:lumOff val="35000"/>
                  </a:schemeClr>
                </a:solidFill>
                <a:round/>
                <a:headEnd/>
                <a:tailEnd/>
              </a:ln>
              <a:effectLst>
                <a:outerShdw dist="25400" dir="5400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160" name="TextBox 159"/>
              <p:cNvSpPr txBox="1"/>
              <p:nvPr/>
            </p:nvSpPr>
            <p:spPr>
              <a:xfrm>
                <a:off x="6136810" y="2998515"/>
                <a:ext cx="883749" cy="203603"/>
              </a:xfrm>
              <a:prstGeom prst="rect">
                <a:avLst/>
              </a:prstGeom>
              <a:noFill/>
            </p:spPr>
            <p:txBody>
              <a:bodyPr wrap="square" lIns="0" tIns="0" rIns="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l"/>
                <a:r>
                  <a:rPr lang="en-US" altLang="ko-KR" sz="1000" dirty="0">
                    <a:gradFill>
                      <a:gsLst>
                        <a:gs pos="0">
                          <a:schemeClr val="accent3"/>
                        </a:gs>
                        <a:gs pos="100000">
                          <a:schemeClr val="accent3"/>
                        </a:gs>
                      </a:gsLst>
                      <a:lin ang="5400000" scaled="0"/>
                    </a:gradFill>
                  </a:rPr>
                  <a:t>LOREM IPSUM</a:t>
                </a:r>
                <a:endParaRPr lang="ko-KR" altLang="en-US" sz="1000" dirty="0">
                  <a:gradFill>
                    <a:gsLst>
                      <a:gs pos="0">
                        <a:schemeClr val="accent3"/>
                      </a:gs>
                      <a:gs pos="100000">
                        <a:schemeClr val="accent3"/>
                      </a:gs>
                    </a:gsLst>
                    <a:lin ang="5400000" scaled="0"/>
                  </a:gradFill>
                </a:endParaRPr>
              </a:p>
            </p:txBody>
          </p:sp>
        </p:grpSp>
        <p:sp>
          <p:nvSpPr>
            <p:cNvPr id="153" name="이등변 삼각형 118"/>
            <p:cNvSpPr/>
            <p:nvPr/>
          </p:nvSpPr>
          <p:spPr>
            <a:xfrm rot="16200000" flipV="1">
              <a:off x="2861994" y="3425943"/>
              <a:ext cx="345600" cy="385548"/>
            </a:xfrm>
            <a:custGeom>
              <a:avLst/>
              <a:gdLst/>
              <a:ahLst/>
              <a:cxnLst/>
              <a:rect l="l" t="t" r="r" b="b"/>
              <a:pathLst>
                <a:path w="288000" h="321290">
                  <a:moveTo>
                    <a:pt x="288000" y="205715"/>
                  </a:moveTo>
                  <a:lnTo>
                    <a:pt x="288000" y="321290"/>
                  </a:lnTo>
                  <a:lnTo>
                    <a:pt x="143999" y="115575"/>
                  </a:lnTo>
                  <a:lnTo>
                    <a:pt x="0" y="321289"/>
                  </a:lnTo>
                  <a:lnTo>
                    <a:pt x="0" y="205713"/>
                  </a:lnTo>
                  <a:lnTo>
                    <a:pt x="143999" y="0"/>
                  </a:lnTo>
                  <a:close/>
                </a:path>
              </a:pathLst>
            </a:cu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61" name="자유형 60"/>
          <p:cNvSpPr/>
          <p:nvPr/>
        </p:nvSpPr>
        <p:spPr>
          <a:xfrm rot="16200000" flipV="1">
            <a:off x="1283152" y="2033164"/>
            <a:ext cx="604800" cy="3171104"/>
          </a:xfrm>
          <a:custGeom>
            <a:avLst/>
            <a:gdLst>
              <a:gd name="connsiteX0" fmla="*/ 604800 w 604800"/>
              <a:gd name="connsiteY0" fmla="*/ 432000 h 3171104"/>
              <a:gd name="connsiteX1" fmla="*/ 302400 w 604800"/>
              <a:gd name="connsiteY1" fmla="*/ 0 h 3171104"/>
              <a:gd name="connsiteX2" fmla="*/ 0 w 604800"/>
              <a:gd name="connsiteY2" fmla="*/ 432000 h 3171104"/>
              <a:gd name="connsiteX3" fmla="*/ 129600 w 604800"/>
              <a:gd name="connsiteY3" fmla="*/ 432000 h 3171104"/>
              <a:gd name="connsiteX4" fmla="*/ 129600 w 604800"/>
              <a:gd name="connsiteY4" fmla="*/ 3171104 h 3171104"/>
              <a:gd name="connsiteX5" fmla="*/ 475200 w 604800"/>
              <a:gd name="connsiteY5" fmla="*/ 3171104 h 3171104"/>
              <a:gd name="connsiteX6" fmla="*/ 475200 w 604800"/>
              <a:gd name="connsiteY6" fmla="*/ 432000 h 3171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4800" h="3171104">
                <a:moveTo>
                  <a:pt x="604800" y="432000"/>
                </a:moveTo>
                <a:lnTo>
                  <a:pt x="302400" y="0"/>
                </a:lnTo>
                <a:lnTo>
                  <a:pt x="0" y="432000"/>
                </a:lnTo>
                <a:lnTo>
                  <a:pt x="129600" y="432000"/>
                </a:lnTo>
                <a:lnTo>
                  <a:pt x="129600" y="3171104"/>
                </a:lnTo>
                <a:lnTo>
                  <a:pt x="475200" y="3171104"/>
                </a:lnTo>
                <a:lnTo>
                  <a:pt x="475200" y="432000"/>
                </a:lnTo>
                <a:close/>
              </a:path>
            </a:pathLst>
          </a:custGeom>
          <a:pattFill prst="ltUpDiag">
            <a:fgClr>
              <a:schemeClr val="accent3">
                <a:lumMod val="50000"/>
              </a:schemeClr>
            </a:fgClr>
            <a:bgClr>
              <a:schemeClr val="accent3">
                <a:lumMod val="65000"/>
              </a:schemeClr>
            </a:bgClr>
          </a:pattFill>
          <a:ln w="3175">
            <a:solidFill>
              <a:schemeClr val="accent3">
                <a:lumMod val="50000"/>
              </a:schemeClr>
            </a:solidFill>
            <a:round/>
            <a:headEnd/>
            <a:tailEnd/>
          </a:ln>
          <a:effectLst>
            <a:outerShdw dist="25400" dir="5400000" algn="ctr" rotWithShape="0">
              <a:prstClr val="black">
                <a:alpha val="10000"/>
              </a:prstClr>
            </a:outerShdw>
          </a:effectLst>
        </p:spPr>
        <p:txBody>
          <a:bodyPr vert="horz" wrap="square" lIns="91440" tIns="45720" rIns="91440" bIns="45720" numCol="1" anchor="t" anchorCtr="0" compatLnSpc="1">
            <a:prstTxWarp prst="textNoShape">
              <a:avLst/>
            </a:prstTxWarp>
            <a:noAutofit/>
          </a:bodyPr>
          <a:lstStyle/>
          <a:p>
            <a:endParaRPr lang="ko-KR" altLang="en-US" sz="2514" dirty="0"/>
          </a:p>
        </p:txBody>
      </p:sp>
      <p:sp>
        <p:nvSpPr>
          <p:cNvPr id="188" name="TextBox 187"/>
          <p:cNvSpPr txBox="1"/>
          <p:nvPr/>
        </p:nvSpPr>
        <p:spPr>
          <a:xfrm>
            <a:off x="1855355" y="3516914"/>
            <a:ext cx="883749" cy="203603"/>
          </a:xfrm>
          <a:prstGeom prst="rect">
            <a:avLst/>
          </a:prstGeom>
          <a:noFill/>
        </p:spPr>
        <p:txBody>
          <a:bodyPr wrap="square" lIns="0" tIns="0" rIns="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r>
              <a:rPr lang="en-US" altLang="ko-KR" sz="1000" dirty="0">
                <a:gradFill>
                  <a:gsLst>
                    <a:gs pos="0">
                      <a:schemeClr val="accent3"/>
                    </a:gs>
                    <a:gs pos="100000">
                      <a:schemeClr val="accent3"/>
                    </a:gs>
                  </a:gsLst>
                  <a:lin ang="5400000" scaled="0"/>
                </a:gradFill>
              </a:rPr>
              <a:t>LOREM IPSUM</a:t>
            </a:r>
            <a:endParaRPr lang="ko-KR" altLang="en-US" sz="1000" dirty="0">
              <a:gradFill>
                <a:gsLst>
                  <a:gs pos="0">
                    <a:schemeClr val="accent3"/>
                  </a:gs>
                  <a:gs pos="100000">
                    <a:schemeClr val="accent3"/>
                  </a:gs>
                </a:gsLst>
                <a:lin ang="5400000" scaled="0"/>
              </a:gradFill>
            </a:endParaRPr>
          </a:p>
        </p:txBody>
      </p:sp>
      <p:grpSp>
        <p:nvGrpSpPr>
          <p:cNvPr id="41" name="그룹 40"/>
          <p:cNvGrpSpPr/>
          <p:nvPr/>
        </p:nvGrpSpPr>
        <p:grpSpPr>
          <a:xfrm>
            <a:off x="2397430" y="3618362"/>
            <a:ext cx="952765" cy="1095060"/>
            <a:chOff x="4493416" y="3618362"/>
            <a:chExt cx="952765" cy="1095060"/>
          </a:xfrm>
        </p:grpSpPr>
        <p:sp>
          <p:nvSpPr>
            <p:cNvPr id="192" name="TextBox 191"/>
            <p:cNvSpPr txBox="1"/>
            <p:nvPr/>
          </p:nvSpPr>
          <p:spPr>
            <a:xfrm>
              <a:off x="4493416" y="4110127"/>
              <a:ext cx="952765" cy="193940"/>
            </a:xfrm>
            <a:prstGeom prst="rect">
              <a:avLst/>
            </a:prstGeom>
            <a:noFill/>
          </p:spPr>
          <p:txBody>
            <a:bodyPr wrap="square" lIns="0" tIns="0" rIns="0" bIns="0" rtlCol="0">
              <a:noAutofit/>
            </a:bodyPr>
            <a:lstStyle/>
            <a:p>
              <a:pPr lvl="0" algn="ctr"/>
              <a:r>
                <a:rPr lang="en-US" altLang="ko-KR" sz="1200" b="1" dirty="0">
                  <a:gradFill>
                    <a:gsLst>
                      <a:gs pos="0">
                        <a:schemeClr val="tx2">
                          <a:alpha val="70000"/>
                        </a:schemeClr>
                      </a:gs>
                      <a:gs pos="100000">
                        <a:schemeClr val="tx2">
                          <a:alpha val="70000"/>
                        </a:schemeClr>
                      </a:gs>
                    </a:gsLst>
                    <a:lin ang="5400000" scaled="0"/>
                  </a:gradFill>
                  <a:latin typeface="Roboto Condensed Regular"/>
                </a:rPr>
                <a:t>First Arrow</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93" name="TextBox 192"/>
            <p:cNvSpPr txBox="1"/>
            <p:nvPr/>
          </p:nvSpPr>
          <p:spPr>
            <a:xfrm>
              <a:off x="4569881" y="4323825"/>
              <a:ext cx="876300" cy="389597"/>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cxnSp>
          <p:nvCxnSpPr>
            <p:cNvPr id="191" name="직선 연결선 190"/>
            <p:cNvCxnSpPr/>
            <p:nvPr/>
          </p:nvCxnSpPr>
          <p:spPr>
            <a:xfrm flipV="1">
              <a:off x="4969799" y="3618362"/>
              <a:ext cx="0" cy="414870"/>
            </a:xfrm>
            <a:prstGeom prst="line">
              <a:avLst/>
            </a:prstGeom>
            <a:ln w="3175">
              <a:solidFill>
                <a:schemeClr val="tx2">
                  <a:alpha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4547811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500"/>
                                        <p:tgtEl>
                                          <p:spTgt spid="61"/>
                                        </p:tgtEl>
                                      </p:cBhvr>
                                    </p:animEffect>
                                  </p:childTnLst>
                                </p:cTn>
                              </p:par>
                              <p:par>
                                <p:cTn id="8" presetID="10" presetClass="entr" presetSubtype="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fade">
                                      <p:cBhvr>
                                        <p:cTn id="14" dur="500"/>
                                        <p:tgtEl>
                                          <p:spTgt spid="47"/>
                                        </p:tgtEl>
                                      </p:cBhvr>
                                    </p:animEffect>
                                  </p:childTnLst>
                                </p:cTn>
                              </p:par>
                              <p:par>
                                <p:cTn id="15" presetID="10"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500"/>
                                        <p:tgtEl>
                                          <p:spTgt spid="38"/>
                                        </p:tgtEl>
                                      </p:cBhvr>
                                    </p:animEffect>
                                  </p:childTnLst>
                                </p:cTn>
                              </p:par>
                              <p:par>
                                <p:cTn id="22" presetID="10" presetClass="entr" presetSubtype="0" fill="hold" nodeType="with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fade">
                                      <p:cBhvr>
                                        <p:cTn id="24" dur="500"/>
                                        <p:tgtEl>
                                          <p:spTgt spid="44"/>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500"/>
                                        <p:tgtEl>
                                          <p:spTgt spid="39"/>
                                        </p:tgtEl>
                                      </p:cBhvr>
                                    </p:animEffect>
                                  </p:childTnLst>
                                </p:cTn>
                              </p:par>
                              <p:par>
                                <p:cTn id="29" presetID="10" presetClass="entr" presetSubtype="0" fill="hold" nodeType="with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500"/>
                                        <p:tgtEl>
                                          <p:spTgt spid="43"/>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59"/>
                                        </p:tgtEl>
                                        <p:attrNameLst>
                                          <p:attrName>style.visibility</p:attrName>
                                        </p:attrNameLst>
                                      </p:cBhvr>
                                      <p:to>
                                        <p:strVal val="visible"/>
                                      </p:to>
                                    </p:set>
                                    <p:animEffect transition="in" filter="fade">
                                      <p:cBhvr>
                                        <p:cTn id="35" dur="500"/>
                                        <p:tgtEl>
                                          <p:spTgt spid="59"/>
                                        </p:tgtEl>
                                      </p:cBhvr>
                                    </p:animEffect>
                                  </p:childTnLst>
                                </p:cTn>
                              </p:par>
                              <p:par>
                                <p:cTn id="36" presetID="10" presetClass="entr" presetSubtype="0" fill="hold"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그룹 44"/>
          <p:cNvGrpSpPr/>
          <p:nvPr/>
        </p:nvGrpSpPr>
        <p:grpSpPr>
          <a:xfrm>
            <a:off x="1358819" y="2242126"/>
            <a:ext cx="4140361" cy="915536"/>
            <a:chOff x="3503149" y="2242124"/>
            <a:chExt cx="4140361" cy="915536"/>
          </a:xfrm>
        </p:grpSpPr>
        <p:grpSp>
          <p:nvGrpSpPr>
            <p:cNvPr id="10" name="그룹 9"/>
            <p:cNvGrpSpPr/>
            <p:nvPr/>
          </p:nvGrpSpPr>
          <p:grpSpPr>
            <a:xfrm>
              <a:off x="3503149" y="2242124"/>
              <a:ext cx="4140361" cy="473643"/>
              <a:chOff x="3503149" y="2242124"/>
              <a:chExt cx="4140361" cy="473643"/>
            </a:xfrm>
          </p:grpSpPr>
          <p:sp>
            <p:nvSpPr>
              <p:cNvPr id="68" name="모서리가 둥근 직사각형 4"/>
              <p:cNvSpPr/>
              <p:nvPr/>
            </p:nvSpPr>
            <p:spPr>
              <a:xfrm flipH="1">
                <a:off x="3503149" y="2280223"/>
                <a:ext cx="4140361" cy="435544"/>
              </a:xfrm>
              <a:custGeom>
                <a:avLst/>
                <a:gdLst>
                  <a:gd name="connsiteX0" fmla="*/ 4140361 w 4151010"/>
                  <a:gd name="connsiteY0" fmla="*/ 19623 h 455167"/>
                  <a:gd name="connsiteX1" fmla="*/ 4151010 w 4151010"/>
                  <a:gd name="connsiteY1" fmla="*/ 0 h 455167"/>
                  <a:gd name="connsiteX2" fmla="*/ 0 w 4151010"/>
                  <a:gd name="connsiteY2" fmla="*/ 19623 h 455167"/>
                  <a:gd name="connsiteX3" fmla="*/ 8849 w 4151010"/>
                  <a:gd name="connsiteY3" fmla="*/ 107400 h 455167"/>
                  <a:gd name="connsiteX4" fmla="*/ 34228 w 4151010"/>
                  <a:gd name="connsiteY4" fmla="*/ 189156 h 455167"/>
                  <a:gd name="connsiteX5" fmla="*/ 74384 w 4151010"/>
                  <a:gd name="connsiteY5" fmla="*/ 263140 h 455167"/>
                  <a:gd name="connsiteX6" fmla="*/ 127568 w 4151010"/>
                  <a:gd name="connsiteY6" fmla="*/ 327599 h 455167"/>
                  <a:gd name="connsiteX7" fmla="*/ 192028 w 4151010"/>
                  <a:gd name="connsiteY7" fmla="*/ 380783 h 455167"/>
                  <a:gd name="connsiteX8" fmla="*/ 266011 w 4151010"/>
                  <a:gd name="connsiteY8" fmla="*/ 420940 h 455167"/>
                  <a:gd name="connsiteX9" fmla="*/ 347767 w 4151010"/>
                  <a:gd name="connsiteY9" fmla="*/ 446318 h 455167"/>
                  <a:gd name="connsiteX10" fmla="*/ 435544 w 4151010"/>
                  <a:gd name="connsiteY10" fmla="*/ 455167 h 455167"/>
                  <a:gd name="connsiteX11" fmla="*/ 3704817 w 4151010"/>
                  <a:gd name="connsiteY11" fmla="*/ 455167 h 455167"/>
                  <a:gd name="connsiteX12" fmla="*/ 3792594 w 4151010"/>
                  <a:gd name="connsiteY12" fmla="*/ 446318 h 455167"/>
                  <a:gd name="connsiteX13" fmla="*/ 3874350 w 4151010"/>
                  <a:gd name="connsiteY13" fmla="*/ 420940 h 455167"/>
                  <a:gd name="connsiteX14" fmla="*/ 3948334 w 4151010"/>
                  <a:gd name="connsiteY14" fmla="*/ 380783 h 455167"/>
                  <a:gd name="connsiteX15" fmla="*/ 4012793 w 4151010"/>
                  <a:gd name="connsiteY15" fmla="*/ 327599 h 455167"/>
                  <a:gd name="connsiteX16" fmla="*/ 4065977 w 4151010"/>
                  <a:gd name="connsiteY16" fmla="*/ 263140 h 455167"/>
                  <a:gd name="connsiteX17" fmla="*/ 4106134 w 4151010"/>
                  <a:gd name="connsiteY17" fmla="*/ 189156 h 455167"/>
                  <a:gd name="connsiteX18" fmla="*/ 4131512 w 4151010"/>
                  <a:gd name="connsiteY18" fmla="*/ 107400 h 455167"/>
                  <a:gd name="connsiteX19" fmla="*/ 4140361 w 4151010"/>
                  <a:gd name="connsiteY19" fmla="*/ 19623 h 455167"/>
                  <a:gd name="connsiteX0" fmla="*/ 0 w 4242450"/>
                  <a:gd name="connsiteY0" fmla="*/ 388 h 435932"/>
                  <a:gd name="connsiteX1" fmla="*/ 8849 w 4242450"/>
                  <a:gd name="connsiteY1" fmla="*/ 88165 h 435932"/>
                  <a:gd name="connsiteX2" fmla="*/ 34228 w 4242450"/>
                  <a:gd name="connsiteY2" fmla="*/ 169921 h 435932"/>
                  <a:gd name="connsiteX3" fmla="*/ 74384 w 4242450"/>
                  <a:gd name="connsiteY3" fmla="*/ 243905 h 435932"/>
                  <a:gd name="connsiteX4" fmla="*/ 127568 w 4242450"/>
                  <a:gd name="connsiteY4" fmla="*/ 308364 h 435932"/>
                  <a:gd name="connsiteX5" fmla="*/ 192028 w 4242450"/>
                  <a:gd name="connsiteY5" fmla="*/ 361548 h 435932"/>
                  <a:gd name="connsiteX6" fmla="*/ 266011 w 4242450"/>
                  <a:gd name="connsiteY6" fmla="*/ 401705 h 435932"/>
                  <a:gd name="connsiteX7" fmla="*/ 347767 w 4242450"/>
                  <a:gd name="connsiteY7" fmla="*/ 427083 h 435932"/>
                  <a:gd name="connsiteX8" fmla="*/ 435544 w 4242450"/>
                  <a:gd name="connsiteY8" fmla="*/ 435932 h 435932"/>
                  <a:gd name="connsiteX9" fmla="*/ 3704817 w 4242450"/>
                  <a:gd name="connsiteY9" fmla="*/ 435932 h 435932"/>
                  <a:gd name="connsiteX10" fmla="*/ 3792594 w 4242450"/>
                  <a:gd name="connsiteY10" fmla="*/ 427083 h 435932"/>
                  <a:gd name="connsiteX11" fmla="*/ 3874350 w 4242450"/>
                  <a:gd name="connsiteY11" fmla="*/ 401705 h 435932"/>
                  <a:gd name="connsiteX12" fmla="*/ 3948334 w 4242450"/>
                  <a:gd name="connsiteY12" fmla="*/ 361548 h 435932"/>
                  <a:gd name="connsiteX13" fmla="*/ 4012793 w 4242450"/>
                  <a:gd name="connsiteY13" fmla="*/ 308364 h 435932"/>
                  <a:gd name="connsiteX14" fmla="*/ 4065977 w 4242450"/>
                  <a:gd name="connsiteY14" fmla="*/ 243905 h 435932"/>
                  <a:gd name="connsiteX15" fmla="*/ 4106134 w 4242450"/>
                  <a:gd name="connsiteY15" fmla="*/ 169921 h 435932"/>
                  <a:gd name="connsiteX16" fmla="*/ 4131512 w 4242450"/>
                  <a:gd name="connsiteY16" fmla="*/ 88165 h 435932"/>
                  <a:gd name="connsiteX17" fmla="*/ 4140361 w 4242450"/>
                  <a:gd name="connsiteY17" fmla="*/ 388 h 435932"/>
                  <a:gd name="connsiteX18" fmla="*/ 4242450 w 4242450"/>
                  <a:gd name="connsiteY18" fmla="*/ 72205 h 435932"/>
                  <a:gd name="connsiteX0" fmla="*/ 0 w 4140361"/>
                  <a:gd name="connsiteY0" fmla="*/ 0 h 435544"/>
                  <a:gd name="connsiteX1" fmla="*/ 8849 w 4140361"/>
                  <a:gd name="connsiteY1" fmla="*/ 87777 h 435544"/>
                  <a:gd name="connsiteX2" fmla="*/ 34228 w 4140361"/>
                  <a:gd name="connsiteY2" fmla="*/ 169533 h 435544"/>
                  <a:gd name="connsiteX3" fmla="*/ 74384 w 4140361"/>
                  <a:gd name="connsiteY3" fmla="*/ 243517 h 435544"/>
                  <a:gd name="connsiteX4" fmla="*/ 127568 w 4140361"/>
                  <a:gd name="connsiteY4" fmla="*/ 307976 h 435544"/>
                  <a:gd name="connsiteX5" fmla="*/ 192028 w 4140361"/>
                  <a:gd name="connsiteY5" fmla="*/ 361160 h 435544"/>
                  <a:gd name="connsiteX6" fmla="*/ 266011 w 4140361"/>
                  <a:gd name="connsiteY6" fmla="*/ 401317 h 435544"/>
                  <a:gd name="connsiteX7" fmla="*/ 347767 w 4140361"/>
                  <a:gd name="connsiteY7" fmla="*/ 426695 h 435544"/>
                  <a:gd name="connsiteX8" fmla="*/ 435544 w 4140361"/>
                  <a:gd name="connsiteY8" fmla="*/ 435544 h 435544"/>
                  <a:gd name="connsiteX9" fmla="*/ 3704817 w 4140361"/>
                  <a:gd name="connsiteY9" fmla="*/ 435544 h 435544"/>
                  <a:gd name="connsiteX10" fmla="*/ 3792594 w 4140361"/>
                  <a:gd name="connsiteY10" fmla="*/ 426695 h 435544"/>
                  <a:gd name="connsiteX11" fmla="*/ 3874350 w 4140361"/>
                  <a:gd name="connsiteY11" fmla="*/ 401317 h 435544"/>
                  <a:gd name="connsiteX12" fmla="*/ 3948334 w 4140361"/>
                  <a:gd name="connsiteY12" fmla="*/ 361160 h 435544"/>
                  <a:gd name="connsiteX13" fmla="*/ 4012793 w 4140361"/>
                  <a:gd name="connsiteY13" fmla="*/ 307976 h 435544"/>
                  <a:gd name="connsiteX14" fmla="*/ 4065977 w 4140361"/>
                  <a:gd name="connsiteY14" fmla="*/ 243517 h 435544"/>
                  <a:gd name="connsiteX15" fmla="*/ 4106134 w 4140361"/>
                  <a:gd name="connsiteY15" fmla="*/ 169533 h 435544"/>
                  <a:gd name="connsiteX16" fmla="*/ 4131512 w 4140361"/>
                  <a:gd name="connsiteY16" fmla="*/ 87777 h 435544"/>
                  <a:gd name="connsiteX17" fmla="*/ 4140361 w 4140361"/>
                  <a:gd name="connsiteY17" fmla="*/ 0 h 435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140361" h="435544">
                    <a:moveTo>
                      <a:pt x="0" y="0"/>
                    </a:moveTo>
                    <a:lnTo>
                      <a:pt x="8849" y="87777"/>
                    </a:lnTo>
                    <a:lnTo>
                      <a:pt x="34228" y="169533"/>
                    </a:lnTo>
                    <a:lnTo>
                      <a:pt x="74384" y="243517"/>
                    </a:lnTo>
                    <a:lnTo>
                      <a:pt x="127568" y="307976"/>
                    </a:lnTo>
                    <a:lnTo>
                      <a:pt x="192028" y="361160"/>
                    </a:lnTo>
                    <a:lnTo>
                      <a:pt x="266011" y="401317"/>
                    </a:lnTo>
                    <a:lnTo>
                      <a:pt x="347767" y="426695"/>
                    </a:lnTo>
                    <a:cubicBezTo>
                      <a:pt x="376120" y="432497"/>
                      <a:pt x="405476" y="435544"/>
                      <a:pt x="435544" y="435544"/>
                    </a:cubicBezTo>
                    <a:lnTo>
                      <a:pt x="3704817" y="435544"/>
                    </a:lnTo>
                    <a:cubicBezTo>
                      <a:pt x="3734885" y="435544"/>
                      <a:pt x="3764242" y="432497"/>
                      <a:pt x="3792594" y="426695"/>
                    </a:cubicBezTo>
                    <a:cubicBezTo>
                      <a:pt x="3820947" y="420894"/>
                      <a:pt x="3848296" y="412337"/>
                      <a:pt x="3874350" y="401317"/>
                    </a:cubicBezTo>
                    <a:cubicBezTo>
                      <a:pt x="3900404" y="390297"/>
                      <a:pt x="3925163" y="376814"/>
                      <a:pt x="3948334" y="361160"/>
                    </a:cubicBezTo>
                    <a:cubicBezTo>
                      <a:pt x="3971505" y="345506"/>
                      <a:pt x="3993089" y="327681"/>
                      <a:pt x="4012793" y="307976"/>
                    </a:cubicBezTo>
                    <a:cubicBezTo>
                      <a:pt x="4032498" y="288272"/>
                      <a:pt x="4050323" y="266688"/>
                      <a:pt x="4065977" y="243517"/>
                    </a:cubicBezTo>
                    <a:cubicBezTo>
                      <a:pt x="4081631" y="220346"/>
                      <a:pt x="4095114" y="195587"/>
                      <a:pt x="4106134" y="169533"/>
                    </a:cubicBezTo>
                    <a:cubicBezTo>
                      <a:pt x="4117154" y="143479"/>
                      <a:pt x="4125711" y="116130"/>
                      <a:pt x="4131512" y="87777"/>
                    </a:cubicBezTo>
                    <a:cubicBezTo>
                      <a:pt x="4137314" y="59424"/>
                      <a:pt x="4140361" y="30068"/>
                      <a:pt x="4140361" y="0"/>
                    </a:cubicBezTo>
                  </a:path>
                </a:pathLst>
              </a:custGeom>
              <a:noFill/>
              <a:ln w="38100" cap="rnd">
                <a:solidFill>
                  <a:schemeClr val="accent3">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cxnSp>
            <p:nvCxnSpPr>
              <p:cNvPr id="7" name="직선 연결선 6"/>
              <p:cNvCxnSpPr/>
              <p:nvPr/>
            </p:nvCxnSpPr>
            <p:spPr>
              <a:xfrm flipV="1">
                <a:off x="4884103" y="2242124"/>
                <a:ext cx="0" cy="435543"/>
              </a:xfrm>
              <a:prstGeom prst="line">
                <a:avLst/>
              </a:prstGeom>
              <a:noFill/>
              <a:ln w="38100" cap="rnd">
                <a:solidFill>
                  <a:schemeClr val="accent3">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72" name="직선 연결선 71"/>
              <p:cNvCxnSpPr/>
              <p:nvPr/>
            </p:nvCxnSpPr>
            <p:spPr>
              <a:xfrm flipV="1">
                <a:off x="6263806" y="2242124"/>
                <a:ext cx="0" cy="435543"/>
              </a:xfrm>
              <a:prstGeom prst="line">
                <a:avLst/>
              </a:prstGeom>
              <a:noFill/>
              <a:ln w="38100" cap="rnd">
                <a:solidFill>
                  <a:schemeClr val="accent3">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grpSp>
        <p:cxnSp>
          <p:nvCxnSpPr>
            <p:cNvPr id="78" name="직선 연결선 77"/>
            <p:cNvCxnSpPr/>
            <p:nvPr/>
          </p:nvCxnSpPr>
          <p:spPr>
            <a:xfrm flipV="1">
              <a:off x="5573329" y="2722117"/>
              <a:ext cx="0" cy="435543"/>
            </a:xfrm>
            <a:prstGeom prst="line">
              <a:avLst/>
            </a:prstGeom>
            <a:noFill/>
            <a:ln w="38100" cap="rnd">
              <a:solidFill>
                <a:schemeClr val="accent3">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grpSp>
      <p:sp>
        <p:nvSpPr>
          <p:cNvPr id="11" name="Title 10"/>
          <p:cNvSpPr>
            <a:spLocks noGrp="1"/>
          </p:cNvSpPr>
          <p:nvPr>
            <p:ph type="title"/>
          </p:nvPr>
        </p:nvSpPr>
        <p:spPr/>
        <p:txBody>
          <a:bodyPr/>
          <a:lstStyle/>
          <a:p>
            <a:r>
              <a:rPr lang="en-US" altLang="ko-KR" dirty="0"/>
              <a:t>Conclusion Inducement Diagram</a:t>
            </a:r>
            <a:endParaRPr lang="en-US" dirty="0"/>
          </a:p>
        </p:txBody>
      </p:sp>
      <p:grpSp>
        <p:nvGrpSpPr>
          <p:cNvPr id="4" name="그룹 3"/>
          <p:cNvGrpSpPr/>
          <p:nvPr/>
        </p:nvGrpSpPr>
        <p:grpSpPr>
          <a:xfrm>
            <a:off x="711571" y="1083328"/>
            <a:ext cx="1296999" cy="1196899"/>
            <a:chOff x="2855901" y="1083323"/>
            <a:chExt cx="1296999" cy="1196899"/>
          </a:xfrm>
        </p:grpSpPr>
        <p:sp>
          <p:nvSpPr>
            <p:cNvPr id="57" name="모서리가 둥근 직사각형 56"/>
            <p:cNvSpPr/>
            <p:nvPr/>
          </p:nvSpPr>
          <p:spPr>
            <a:xfrm>
              <a:off x="2855901" y="1206585"/>
              <a:ext cx="1296999" cy="1073637"/>
            </a:xfrm>
            <a:prstGeom prst="roundRect">
              <a:avLst>
                <a:gd name="adj" fmla="val 10710"/>
              </a:avLst>
            </a:prstGeom>
            <a:gradFill>
              <a:gsLst>
                <a:gs pos="0">
                  <a:schemeClr val="accent6"/>
                </a:gs>
                <a:gs pos="100000">
                  <a:schemeClr val="accent6"/>
                </a:gs>
              </a:gsLst>
              <a:lin ang="5400000" scaled="1"/>
            </a:gradFill>
            <a:ln w="3175" cap="flat" cmpd="sng" algn="ctr">
              <a:gradFill>
                <a:gsLst>
                  <a:gs pos="0">
                    <a:schemeClr val="accent6">
                      <a:lumMod val="75000"/>
                    </a:schemeClr>
                  </a:gs>
                  <a:gs pos="100000">
                    <a:schemeClr val="accent6">
                      <a:lumMod val="75000"/>
                    </a:schemeClr>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59" name="TextBox 58"/>
            <p:cNvSpPr txBox="1"/>
            <p:nvPr/>
          </p:nvSpPr>
          <p:spPr>
            <a:xfrm>
              <a:off x="2855901" y="1421696"/>
              <a:ext cx="1296999" cy="749588"/>
            </a:xfrm>
            <a:prstGeom prst="rect">
              <a:avLst/>
            </a:prstGeom>
            <a:noFill/>
          </p:spPr>
          <p:txBody>
            <a:bodyPr wrap="square" lIns="108000" tIns="0" rIns="108000" bIns="0" rtlCol="0">
              <a:noAutofit/>
            </a:bodyPr>
            <a:lstStyle/>
            <a:p>
              <a:pPr lvl="0">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grpSp>
          <p:nvGrpSpPr>
            <p:cNvPr id="2" name="그룹 1"/>
            <p:cNvGrpSpPr/>
            <p:nvPr/>
          </p:nvGrpSpPr>
          <p:grpSpPr>
            <a:xfrm>
              <a:off x="2974358" y="1083323"/>
              <a:ext cx="1057582" cy="285099"/>
              <a:chOff x="2974358" y="1239602"/>
              <a:chExt cx="1057582" cy="285099"/>
            </a:xfrm>
          </p:grpSpPr>
          <p:sp>
            <p:nvSpPr>
              <p:cNvPr id="42" name="모서리가 둥근 직사각형 41"/>
              <p:cNvSpPr/>
              <p:nvPr/>
            </p:nvSpPr>
            <p:spPr>
              <a:xfrm>
                <a:off x="2974358" y="1278176"/>
                <a:ext cx="1057582" cy="246525"/>
              </a:xfrm>
              <a:prstGeom prst="roundRect">
                <a:avLst>
                  <a:gd name="adj" fmla="val 50000"/>
                </a:avLst>
              </a:prstGeom>
              <a:pattFill prst="dkDnDiag">
                <a:fgClr>
                  <a:schemeClr val="accent1">
                    <a:lumMod val="75000"/>
                  </a:schemeClr>
                </a:fgClr>
                <a:bgClr>
                  <a:schemeClr val="accent1"/>
                </a:bgClr>
              </a:pattFill>
              <a:ln w="3175">
                <a:solidFill>
                  <a:schemeClr val="accent1">
                    <a:lumMod val="75000"/>
                  </a:schemeClr>
                </a:solidFill>
              </a:ln>
              <a:effectLst>
                <a:innerShdw dist="12700" dir="5400000">
                  <a:prstClr val="black">
                    <a:alpha val="10000"/>
                  </a:prstClr>
                </a:innerShdw>
              </a:effectLst>
            </p:spPr>
            <p:txBody>
              <a:bodyPr vert="horz" wrap="square" lIns="91440" tIns="45720" rIns="91440" bIns="45720" numCol="1" anchor="ctr" anchorCtr="0" compatLnSpc="1">
                <a:prstTxWarp prst="textNoShape">
                  <a:avLst/>
                </a:prstTxWarp>
              </a:bodyPr>
              <a:lstStyle/>
              <a:p>
                <a:pPr lvl="0" algn="ctr"/>
                <a:endParaRPr lang="ko-KR" altLang="en-US" sz="1000" b="1" dirty="0">
                  <a:gradFill>
                    <a:gsLst>
                      <a:gs pos="0">
                        <a:prstClr val="white"/>
                      </a:gs>
                      <a:gs pos="100000">
                        <a:prstClr val="white"/>
                      </a:gs>
                    </a:gsLst>
                    <a:lin ang="5400000" scaled="0"/>
                  </a:gradFill>
                </a:endParaRPr>
              </a:p>
            </p:txBody>
          </p:sp>
          <p:sp>
            <p:nvSpPr>
              <p:cNvPr id="58" name="모서리가 둥근 직사각형 57"/>
              <p:cNvSpPr/>
              <p:nvPr/>
            </p:nvSpPr>
            <p:spPr>
              <a:xfrm>
                <a:off x="2974358" y="1239602"/>
                <a:ext cx="1057582" cy="246525"/>
              </a:xfrm>
              <a:prstGeom prst="roundRect">
                <a:avLst>
                  <a:gd name="adj" fmla="val 50000"/>
                </a:avLst>
              </a:prstGeom>
              <a:solidFill>
                <a:schemeClr val="accent1"/>
              </a:solidFill>
              <a:ln w="3175">
                <a:solidFill>
                  <a:schemeClr val="accent1">
                    <a:lumMod val="75000"/>
                  </a:schemeClr>
                </a:solidFill>
              </a:ln>
              <a:effectLst/>
            </p:spPr>
            <p:txBody>
              <a:bodyPr vert="horz" wrap="square" lIns="91440" tIns="45720" rIns="91440" bIns="45720" numCol="1" anchor="ctr" anchorCtr="0" compatLnSpc="1">
                <a:prstTxWarp prst="textNoShape">
                  <a:avLst/>
                </a:prstTxWarp>
              </a:bodyPr>
              <a:lstStyle/>
              <a:p>
                <a:pPr lvl="0" algn="ctr"/>
                <a:r>
                  <a:rPr lang="en-US" altLang="ko-KR" sz="1000" b="1" dirty="0">
                    <a:gradFill>
                      <a:gsLst>
                        <a:gs pos="0">
                          <a:schemeClr val="bg2"/>
                        </a:gs>
                        <a:gs pos="100000">
                          <a:schemeClr val="bg2"/>
                        </a:gs>
                      </a:gsLst>
                      <a:lin ang="5400000" scaled="0"/>
                    </a:gradFill>
                    <a:latin typeface="+mj-lt"/>
                  </a:rPr>
                  <a:t>LOREM IPSUM</a:t>
                </a:r>
                <a:endParaRPr lang="ko-KR" altLang="en-US" sz="1000" b="1" dirty="0">
                  <a:gradFill>
                    <a:gsLst>
                      <a:gs pos="0">
                        <a:schemeClr val="bg2"/>
                      </a:gs>
                      <a:gs pos="100000">
                        <a:schemeClr val="bg2"/>
                      </a:gs>
                    </a:gsLst>
                    <a:lin ang="5400000" scaled="0"/>
                  </a:gradFill>
                  <a:latin typeface="+mj-lt"/>
                </a:endParaRPr>
              </a:p>
            </p:txBody>
          </p:sp>
        </p:grpSp>
      </p:grpSp>
      <p:grpSp>
        <p:nvGrpSpPr>
          <p:cNvPr id="46" name="그룹 45"/>
          <p:cNvGrpSpPr/>
          <p:nvPr/>
        </p:nvGrpSpPr>
        <p:grpSpPr>
          <a:xfrm>
            <a:off x="2091274" y="1083328"/>
            <a:ext cx="1296999" cy="1196899"/>
            <a:chOff x="2855901" y="1083323"/>
            <a:chExt cx="1296999" cy="1196899"/>
          </a:xfrm>
        </p:grpSpPr>
        <p:sp>
          <p:nvSpPr>
            <p:cNvPr id="47" name="모서리가 둥근 직사각형 46"/>
            <p:cNvSpPr/>
            <p:nvPr/>
          </p:nvSpPr>
          <p:spPr>
            <a:xfrm>
              <a:off x="2855901" y="1206585"/>
              <a:ext cx="1296999" cy="1073637"/>
            </a:xfrm>
            <a:prstGeom prst="roundRect">
              <a:avLst>
                <a:gd name="adj" fmla="val 10710"/>
              </a:avLst>
            </a:prstGeom>
            <a:gradFill>
              <a:gsLst>
                <a:gs pos="0">
                  <a:schemeClr val="accent6"/>
                </a:gs>
                <a:gs pos="100000">
                  <a:schemeClr val="accent6"/>
                </a:gs>
              </a:gsLst>
              <a:lin ang="5400000" scaled="1"/>
            </a:gradFill>
            <a:ln w="3175" cap="flat" cmpd="sng" algn="ctr">
              <a:gradFill>
                <a:gsLst>
                  <a:gs pos="0">
                    <a:schemeClr val="accent6">
                      <a:lumMod val="75000"/>
                    </a:schemeClr>
                  </a:gs>
                  <a:gs pos="100000">
                    <a:schemeClr val="accent6">
                      <a:lumMod val="75000"/>
                    </a:schemeClr>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48" name="TextBox 47"/>
            <p:cNvSpPr txBox="1"/>
            <p:nvPr/>
          </p:nvSpPr>
          <p:spPr>
            <a:xfrm>
              <a:off x="2855901" y="1421696"/>
              <a:ext cx="1296999" cy="749588"/>
            </a:xfrm>
            <a:prstGeom prst="rect">
              <a:avLst/>
            </a:prstGeom>
            <a:noFill/>
          </p:spPr>
          <p:txBody>
            <a:bodyPr wrap="square" lIns="108000" tIns="0" rIns="108000" bIns="0" rtlCol="0">
              <a:noAutofit/>
            </a:bodyPr>
            <a:lstStyle/>
            <a:p>
              <a:pPr lvl="0">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grpSp>
          <p:nvGrpSpPr>
            <p:cNvPr id="49" name="그룹 48"/>
            <p:cNvGrpSpPr/>
            <p:nvPr/>
          </p:nvGrpSpPr>
          <p:grpSpPr>
            <a:xfrm>
              <a:off x="2974358" y="1083323"/>
              <a:ext cx="1057582" cy="285099"/>
              <a:chOff x="2974358" y="1239602"/>
              <a:chExt cx="1057582" cy="285099"/>
            </a:xfrm>
          </p:grpSpPr>
          <p:sp>
            <p:nvSpPr>
              <p:cNvPr id="51" name="모서리가 둥근 직사각형 50"/>
              <p:cNvSpPr/>
              <p:nvPr/>
            </p:nvSpPr>
            <p:spPr>
              <a:xfrm>
                <a:off x="2974358" y="1278176"/>
                <a:ext cx="1057582" cy="246525"/>
              </a:xfrm>
              <a:prstGeom prst="roundRect">
                <a:avLst>
                  <a:gd name="adj" fmla="val 50000"/>
                </a:avLst>
              </a:prstGeom>
              <a:pattFill prst="dkDnDiag">
                <a:fgClr>
                  <a:schemeClr val="accent1">
                    <a:lumMod val="75000"/>
                  </a:schemeClr>
                </a:fgClr>
                <a:bgClr>
                  <a:schemeClr val="accent1"/>
                </a:bgClr>
              </a:pattFill>
              <a:ln w="3175">
                <a:solidFill>
                  <a:schemeClr val="accent1">
                    <a:lumMod val="75000"/>
                  </a:schemeClr>
                </a:solidFill>
              </a:ln>
              <a:effectLst>
                <a:innerShdw dist="12700" dir="5400000">
                  <a:prstClr val="black">
                    <a:alpha val="10000"/>
                  </a:prstClr>
                </a:innerShdw>
              </a:effectLst>
            </p:spPr>
            <p:txBody>
              <a:bodyPr vert="horz" wrap="square" lIns="91440" tIns="45720" rIns="91440" bIns="45720" numCol="1" anchor="ctr" anchorCtr="0" compatLnSpc="1">
                <a:prstTxWarp prst="textNoShape">
                  <a:avLst/>
                </a:prstTxWarp>
              </a:bodyPr>
              <a:lstStyle/>
              <a:p>
                <a:pPr algn="ctr"/>
                <a:endParaRPr lang="ko-KR" altLang="en-US" sz="1000" b="1" dirty="0">
                  <a:gradFill>
                    <a:gsLst>
                      <a:gs pos="0">
                        <a:prstClr val="white"/>
                      </a:gs>
                      <a:gs pos="100000">
                        <a:prstClr val="white"/>
                      </a:gs>
                    </a:gsLst>
                    <a:lin ang="5400000" scaled="0"/>
                  </a:gradFill>
                </a:endParaRPr>
              </a:p>
            </p:txBody>
          </p:sp>
          <p:sp>
            <p:nvSpPr>
              <p:cNvPr id="52" name="모서리가 둥근 직사각형 51"/>
              <p:cNvSpPr/>
              <p:nvPr/>
            </p:nvSpPr>
            <p:spPr>
              <a:xfrm>
                <a:off x="2974358" y="1239602"/>
                <a:ext cx="1057582" cy="246525"/>
              </a:xfrm>
              <a:prstGeom prst="roundRect">
                <a:avLst>
                  <a:gd name="adj" fmla="val 50000"/>
                </a:avLst>
              </a:prstGeom>
              <a:solidFill>
                <a:schemeClr val="accent1"/>
              </a:solidFill>
              <a:ln w="3175">
                <a:solidFill>
                  <a:schemeClr val="accent1">
                    <a:lumMod val="75000"/>
                  </a:schemeClr>
                </a:solidFill>
              </a:ln>
              <a:effectLst/>
            </p:spPr>
            <p:txBody>
              <a:bodyPr vert="horz" wrap="square" lIns="91440" tIns="45720" rIns="91440" bIns="45720" numCol="1" anchor="ctr" anchorCtr="0" compatLnSpc="1">
                <a:prstTxWarp prst="textNoShape">
                  <a:avLst/>
                </a:prstTxWarp>
              </a:bodyPr>
              <a:lstStyle/>
              <a:p>
                <a:pPr algn="ctr"/>
                <a:r>
                  <a:rPr lang="en-US" altLang="ko-KR" sz="1000" b="1" dirty="0">
                    <a:gradFill>
                      <a:gsLst>
                        <a:gs pos="0">
                          <a:schemeClr val="bg2"/>
                        </a:gs>
                        <a:gs pos="100000">
                          <a:schemeClr val="bg2"/>
                        </a:gs>
                      </a:gsLst>
                      <a:lin ang="5400000" scaled="0"/>
                    </a:gradFill>
                    <a:latin typeface="+mj-lt"/>
                  </a:rPr>
                  <a:t>LOREM IPSUM</a:t>
                </a:r>
                <a:endParaRPr lang="ko-KR" altLang="en-US" sz="1000" b="1" dirty="0">
                  <a:gradFill>
                    <a:gsLst>
                      <a:gs pos="0">
                        <a:schemeClr val="bg2"/>
                      </a:gs>
                      <a:gs pos="100000">
                        <a:schemeClr val="bg2"/>
                      </a:gs>
                    </a:gsLst>
                    <a:lin ang="5400000" scaled="0"/>
                  </a:gradFill>
                  <a:latin typeface="+mj-lt"/>
                </a:endParaRPr>
              </a:p>
            </p:txBody>
          </p:sp>
        </p:grpSp>
      </p:grpSp>
      <p:grpSp>
        <p:nvGrpSpPr>
          <p:cNvPr id="53" name="그룹 52"/>
          <p:cNvGrpSpPr/>
          <p:nvPr/>
        </p:nvGrpSpPr>
        <p:grpSpPr>
          <a:xfrm>
            <a:off x="3470977" y="1083328"/>
            <a:ext cx="1296999" cy="1196899"/>
            <a:chOff x="2855901" y="1083323"/>
            <a:chExt cx="1296999" cy="1196899"/>
          </a:xfrm>
        </p:grpSpPr>
        <p:sp>
          <p:nvSpPr>
            <p:cNvPr id="54" name="모서리가 둥근 직사각형 53"/>
            <p:cNvSpPr/>
            <p:nvPr/>
          </p:nvSpPr>
          <p:spPr>
            <a:xfrm>
              <a:off x="2855901" y="1206585"/>
              <a:ext cx="1296999" cy="1073637"/>
            </a:xfrm>
            <a:prstGeom prst="roundRect">
              <a:avLst>
                <a:gd name="adj" fmla="val 10710"/>
              </a:avLst>
            </a:prstGeom>
            <a:gradFill>
              <a:gsLst>
                <a:gs pos="0">
                  <a:schemeClr val="accent6"/>
                </a:gs>
                <a:gs pos="100000">
                  <a:schemeClr val="accent6"/>
                </a:gs>
              </a:gsLst>
              <a:lin ang="5400000" scaled="1"/>
            </a:gradFill>
            <a:ln w="3175" cap="flat" cmpd="sng" algn="ctr">
              <a:gradFill>
                <a:gsLst>
                  <a:gs pos="0">
                    <a:schemeClr val="accent6">
                      <a:lumMod val="75000"/>
                    </a:schemeClr>
                  </a:gs>
                  <a:gs pos="100000">
                    <a:schemeClr val="accent6">
                      <a:lumMod val="75000"/>
                    </a:schemeClr>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55" name="TextBox 54"/>
            <p:cNvSpPr txBox="1"/>
            <p:nvPr/>
          </p:nvSpPr>
          <p:spPr>
            <a:xfrm>
              <a:off x="2855901" y="1421696"/>
              <a:ext cx="1296999" cy="749588"/>
            </a:xfrm>
            <a:prstGeom prst="rect">
              <a:avLst/>
            </a:prstGeom>
            <a:noFill/>
          </p:spPr>
          <p:txBody>
            <a:bodyPr wrap="square" lIns="108000" tIns="0" rIns="108000" bIns="0" rtlCol="0">
              <a:noAutofit/>
            </a:bodyPr>
            <a:lstStyle/>
            <a:p>
              <a:pPr lvl="0">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grpSp>
          <p:nvGrpSpPr>
            <p:cNvPr id="56" name="그룹 55"/>
            <p:cNvGrpSpPr/>
            <p:nvPr/>
          </p:nvGrpSpPr>
          <p:grpSpPr>
            <a:xfrm>
              <a:off x="2974358" y="1083323"/>
              <a:ext cx="1057582" cy="285099"/>
              <a:chOff x="2974358" y="1239602"/>
              <a:chExt cx="1057582" cy="285099"/>
            </a:xfrm>
          </p:grpSpPr>
          <p:sp>
            <p:nvSpPr>
              <p:cNvPr id="60" name="모서리가 둥근 직사각형 59"/>
              <p:cNvSpPr/>
              <p:nvPr/>
            </p:nvSpPr>
            <p:spPr>
              <a:xfrm>
                <a:off x="2974358" y="1278176"/>
                <a:ext cx="1057582" cy="246525"/>
              </a:xfrm>
              <a:prstGeom prst="roundRect">
                <a:avLst>
                  <a:gd name="adj" fmla="val 50000"/>
                </a:avLst>
              </a:prstGeom>
              <a:pattFill prst="dkDnDiag">
                <a:fgClr>
                  <a:schemeClr val="accent1">
                    <a:lumMod val="75000"/>
                  </a:schemeClr>
                </a:fgClr>
                <a:bgClr>
                  <a:schemeClr val="accent1"/>
                </a:bgClr>
              </a:pattFill>
              <a:ln w="3175">
                <a:solidFill>
                  <a:schemeClr val="accent1">
                    <a:lumMod val="75000"/>
                  </a:schemeClr>
                </a:solidFill>
              </a:ln>
              <a:effectLst>
                <a:innerShdw dist="12700" dir="5400000">
                  <a:prstClr val="black">
                    <a:alpha val="10000"/>
                  </a:prstClr>
                </a:innerShdw>
              </a:effectLst>
            </p:spPr>
            <p:txBody>
              <a:bodyPr vert="horz" wrap="square" lIns="91440" tIns="45720" rIns="91440" bIns="45720" numCol="1" anchor="ctr" anchorCtr="0" compatLnSpc="1">
                <a:prstTxWarp prst="textNoShape">
                  <a:avLst/>
                </a:prstTxWarp>
              </a:bodyPr>
              <a:lstStyle/>
              <a:p>
                <a:pPr algn="ctr"/>
                <a:endParaRPr lang="ko-KR" altLang="en-US" sz="1000" b="1" dirty="0">
                  <a:gradFill>
                    <a:gsLst>
                      <a:gs pos="0">
                        <a:prstClr val="white"/>
                      </a:gs>
                      <a:gs pos="100000">
                        <a:prstClr val="white"/>
                      </a:gs>
                    </a:gsLst>
                    <a:lin ang="5400000" scaled="0"/>
                  </a:gradFill>
                </a:endParaRPr>
              </a:p>
            </p:txBody>
          </p:sp>
          <p:sp>
            <p:nvSpPr>
              <p:cNvPr id="61" name="모서리가 둥근 직사각형 60"/>
              <p:cNvSpPr/>
              <p:nvPr/>
            </p:nvSpPr>
            <p:spPr>
              <a:xfrm>
                <a:off x="2974358" y="1239602"/>
                <a:ext cx="1057582" cy="246525"/>
              </a:xfrm>
              <a:prstGeom prst="roundRect">
                <a:avLst>
                  <a:gd name="adj" fmla="val 50000"/>
                </a:avLst>
              </a:prstGeom>
              <a:solidFill>
                <a:schemeClr val="accent1"/>
              </a:solidFill>
              <a:ln w="3175">
                <a:solidFill>
                  <a:schemeClr val="accent1">
                    <a:lumMod val="75000"/>
                  </a:schemeClr>
                </a:solidFill>
              </a:ln>
              <a:effectLst/>
            </p:spPr>
            <p:txBody>
              <a:bodyPr vert="horz" wrap="square" lIns="91440" tIns="45720" rIns="91440" bIns="45720" numCol="1" anchor="ctr" anchorCtr="0" compatLnSpc="1">
                <a:prstTxWarp prst="textNoShape">
                  <a:avLst/>
                </a:prstTxWarp>
              </a:bodyPr>
              <a:lstStyle/>
              <a:p>
                <a:pPr algn="ctr"/>
                <a:r>
                  <a:rPr lang="en-US" altLang="ko-KR" sz="1000" b="1" dirty="0">
                    <a:gradFill>
                      <a:gsLst>
                        <a:gs pos="0">
                          <a:schemeClr val="bg2"/>
                        </a:gs>
                        <a:gs pos="100000">
                          <a:schemeClr val="bg2"/>
                        </a:gs>
                      </a:gsLst>
                      <a:lin ang="5400000" scaled="0"/>
                    </a:gradFill>
                    <a:latin typeface="+mj-lt"/>
                  </a:rPr>
                  <a:t>LOREM IPSUM</a:t>
                </a:r>
                <a:endParaRPr lang="ko-KR" altLang="en-US" sz="1000" b="1" dirty="0">
                  <a:gradFill>
                    <a:gsLst>
                      <a:gs pos="0">
                        <a:schemeClr val="bg2"/>
                      </a:gs>
                      <a:gs pos="100000">
                        <a:schemeClr val="bg2"/>
                      </a:gs>
                    </a:gsLst>
                    <a:lin ang="5400000" scaled="0"/>
                  </a:gradFill>
                  <a:latin typeface="+mj-lt"/>
                </a:endParaRPr>
              </a:p>
            </p:txBody>
          </p:sp>
        </p:grpSp>
      </p:grpSp>
      <p:grpSp>
        <p:nvGrpSpPr>
          <p:cNvPr id="62" name="그룹 61"/>
          <p:cNvGrpSpPr/>
          <p:nvPr/>
        </p:nvGrpSpPr>
        <p:grpSpPr>
          <a:xfrm>
            <a:off x="4850680" y="1083328"/>
            <a:ext cx="1296999" cy="1196899"/>
            <a:chOff x="2855901" y="1083323"/>
            <a:chExt cx="1296999" cy="1196899"/>
          </a:xfrm>
        </p:grpSpPr>
        <p:sp>
          <p:nvSpPr>
            <p:cNvPr id="63" name="모서리가 둥근 직사각형 62"/>
            <p:cNvSpPr/>
            <p:nvPr/>
          </p:nvSpPr>
          <p:spPr>
            <a:xfrm>
              <a:off x="2855901" y="1206585"/>
              <a:ext cx="1296999" cy="1073637"/>
            </a:xfrm>
            <a:prstGeom prst="roundRect">
              <a:avLst>
                <a:gd name="adj" fmla="val 10710"/>
              </a:avLst>
            </a:prstGeom>
            <a:gradFill>
              <a:gsLst>
                <a:gs pos="0">
                  <a:schemeClr val="accent6"/>
                </a:gs>
                <a:gs pos="100000">
                  <a:schemeClr val="accent6"/>
                </a:gs>
              </a:gsLst>
              <a:lin ang="5400000" scaled="1"/>
            </a:gradFill>
            <a:ln w="3175" cap="flat" cmpd="sng" algn="ctr">
              <a:gradFill>
                <a:gsLst>
                  <a:gs pos="0">
                    <a:schemeClr val="accent6">
                      <a:lumMod val="75000"/>
                    </a:schemeClr>
                  </a:gs>
                  <a:gs pos="100000">
                    <a:schemeClr val="accent6">
                      <a:lumMod val="75000"/>
                    </a:schemeClr>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64" name="TextBox 63"/>
            <p:cNvSpPr txBox="1"/>
            <p:nvPr/>
          </p:nvSpPr>
          <p:spPr>
            <a:xfrm>
              <a:off x="2855901" y="1421696"/>
              <a:ext cx="1296999" cy="749588"/>
            </a:xfrm>
            <a:prstGeom prst="rect">
              <a:avLst/>
            </a:prstGeom>
            <a:noFill/>
          </p:spPr>
          <p:txBody>
            <a:bodyPr wrap="square" lIns="108000" tIns="0" rIns="108000" bIns="0" rtlCol="0">
              <a:noAutofit/>
            </a:bodyPr>
            <a:lstStyle/>
            <a:p>
              <a:pPr lvl="0">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grpSp>
          <p:nvGrpSpPr>
            <p:cNvPr id="65" name="그룹 64"/>
            <p:cNvGrpSpPr/>
            <p:nvPr/>
          </p:nvGrpSpPr>
          <p:grpSpPr>
            <a:xfrm>
              <a:off x="2974358" y="1083323"/>
              <a:ext cx="1057582" cy="285099"/>
              <a:chOff x="2974358" y="1239602"/>
              <a:chExt cx="1057582" cy="285099"/>
            </a:xfrm>
          </p:grpSpPr>
          <p:sp>
            <p:nvSpPr>
              <p:cNvPr id="66" name="모서리가 둥근 직사각형 65"/>
              <p:cNvSpPr/>
              <p:nvPr/>
            </p:nvSpPr>
            <p:spPr>
              <a:xfrm>
                <a:off x="2974358" y="1278176"/>
                <a:ext cx="1057582" cy="246525"/>
              </a:xfrm>
              <a:prstGeom prst="roundRect">
                <a:avLst>
                  <a:gd name="adj" fmla="val 50000"/>
                </a:avLst>
              </a:prstGeom>
              <a:pattFill prst="dkDnDiag">
                <a:fgClr>
                  <a:schemeClr val="accent1">
                    <a:lumMod val="75000"/>
                  </a:schemeClr>
                </a:fgClr>
                <a:bgClr>
                  <a:schemeClr val="accent1"/>
                </a:bgClr>
              </a:pattFill>
              <a:ln w="3175">
                <a:solidFill>
                  <a:schemeClr val="accent1">
                    <a:lumMod val="75000"/>
                  </a:schemeClr>
                </a:solidFill>
              </a:ln>
              <a:effectLst>
                <a:innerShdw dist="12700" dir="5400000">
                  <a:prstClr val="black">
                    <a:alpha val="10000"/>
                  </a:prstClr>
                </a:innerShdw>
              </a:effectLst>
            </p:spPr>
            <p:txBody>
              <a:bodyPr vert="horz" wrap="square" lIns="91440" tIns="45720" rIns="91440" bIns="45720" numCol="1" anchor="ctr" anchorCtr="0" compatLnSpc="1">
                <a:prstTxWarp prst="textNoShape">
                  <a:avLst/>
                </a:prstTxWarp>
              </a:bodyPr>
              <a:lstStyle/>
              <a:p>
                <a:pPr algn="ctr"/>
                <a:endParaRPr lang="ko-KR" altLang="en-US" sz="1000" b="1" dirty="0">
                  <a:gradFill>
                    <a:gsLst>
                      <a:gs pos="0">
                        <a:prstClr val="white"/>
                      </a:gs>
                      <a:gs pos="100000">
                        <a:prstClr val="white"/>
                      </a:gs>
                    </a:gsLst>
                    <a:lin ang="5400000" scaled="0"/>
                  </a:gradFill>
                </a:endParaRPr>
              </a:p>
            </p:txBody>
          </p:sp>
          <p:sp>
            <p:nvSpPr>
              <p:cNvPr id="67" name="모서리가 둥근 직사각형 66"/>
              <p:cNvSpPr/>
              <p:nvPr/>
            </p:nvSpPr>
            <p:spPr>
              <a:xfrm>
                <a:off x="2974358" y="1239602"/>
                <a:ext cx="1057582" cy="246525"/>
              </a:xfrm>
              <a:prstGeom prst="roundRect">
                <a:avLst>
                  <a:gd name="adj" fmla="val 50000"/>
                </a:avLst>
              </a:prstGeom>
              <a:solidFill>
                <a:schemeClr val="accent1"/>
              </a:solidFill>
              <a:ln w="3175">
                <a:solidFill>
                  <a:schemeClr val="accent1">
                    <a:lumMod val="75000"/>
                  </a:schemeClr>
                </a:solidFill>
              </a:ln>
              <a:effectLst/>
            </p:spPr>
            <p:txBody>
              <a:bodyPr vert="horz" wrap="square" lIns="91440" tIns="45720" rIns="91440" bIns="45720" numCol="1" anchor="ctr" anchorCtr="0" compatLnSpc="1">
                <a:prstTxWarp prst="textNoShape">
                  <a:avLst/>
                </a:prstTxWarp>
              </a:bodyPr>
              <a:lstStyle/>
              <a:p>
                <a:pPr algn="ctr"/>
                <a:r>
                  <a:rPr lang="en-US" altLang="ko-KR" sz="1000" b="1" dirty="0">
                    <a:gradFill>
                      <a:gsLst>
                        <a:gs pos="0">
                          <a:schemeClr val="bg2"/>
                        </a:gs>
                        <a:gs pos="100000">
                          <a:schemeClr val="bg2"/>
                        </a:gs>
                      </a:gsLst>
                      <a:lin ang="5400000" scaled="0"/>
                    </a:gradFill>
                    <a:latin typeface="+mj-lt"/>
                  </a:rPr>
                  <a:t>LOREM IPSUM</a:t>
                </a:r>
                <a:endParaRPr lang="ko-KR" altLang="en-US" sz="1000" b="1" dirty="0">
                  <a:gradFill>
                    <a:gsLst>
                      <a:gs pos="0">
                        <a:schemeClr val="bg2"/>
                      </a:gs>
                      <a:gs pos="100000">
                        <a:schemeClr val="bg2"/>
                      </a:gs>
                    </a:gsLst>
                    <a:lin ang="5400000" scaled="0"/>
                  </a:gradFill>
                  <a:latin typeface="+mj-lt"/>
                </a:endParaRPr>
              </a:p>
            </p:txBody>
          </p:sp>
        </p:grpSp>
      </p:grpSp>
      <p:grpSp>
        <p:nvGrpSpPr>
          <p:cNvPr id="15" name="그룹 14"/>
          <p:cNvGrpSpPr/>
          <p:nvPr/>
        </p:nvGrpSpPr>
        <p:grpSpPr>
          <a:xfrm>
            <a:off x="1595816" y="3544120"/>
            <a:ext cx="990906" cy="802205"/>
            <a:chOff x="3517763" y="3598733"/>
            <a:chExt cx="990906" cy="802205"/>
          </a:xfrm>
        </p:grpSpPr>
        <p:sp>
          <p:nvSpPr>
            <p:cNvPr id="87" name="TextBox 86"/>
            <p:cNvSpPr txBox="1"/>
            <p:nvPr/>
          </p:nvSpPr>
          <p:spPr>
            <a:xfrm>
              <a:off x="3517763" y="3598733"/>
              <a:ext cx="990906"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sz="1100" dirty="0">
                  <a:gradFill>
                    <a:gsLst>
                      <a:gs pos="0">
                        <a:schemeClr val="tx2">
                          <a:alpha val="70000"/>
                        </a:schemeClr>
                      </a:gs>
                      <a:gs pos="100000">
                        <a:schemeClr val="tx2">
                          <a:alpha val="70000"/>
                        </a:schemeClr>
                      </a:gs>
                    </a:gsLst>
                    <a:lin ang="5400000" scaled="0"/>
                  </a:gradFill>
                </a:rPr>
                <a:t>LOREM IPSUM</a:t>
              </a:r>
              <a:endParaRPr lang="ko-KR" altLang="en-US" sz="1100" dirty="0">
                <a:gradFill>
                  <a:gsLst>
                    <a:gs pos="0">
                      <a:schemeClr val="tx2">
                        <a:alpha val="70000"/>
                      </a:schemeClr>
                    </a:gs>
                    <a:gs pos="100000">
                      <a:schemeClr val="tx2">
                        <a:alpha val="70000"/>
                      </a:schemeClr>
                    </a:gs>
                  </a:gsLst>
                  <a:lin ang="5400000" scaled="0"/>
                </a:gradFill>
              </a:endParaRPr>
            </a:p>
          </p:txBody>
        </p:sp>
        <p:sp>
          <p:nvSpPr>
            <p:cNvPr id="95" name="TextBox 94"/>
            <p:cNvSpPr txBox="1"/>
            <p:nvPr/>
          </p:nvSpPr>
          <p:spPr>
            <a:xfrm>
              <a:off x="3571341" y="3831430"/>
              <a:ext cx="883749" cy="569508"/>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Praes ent mauris. Fusce nec tellus sed augue sem per porta. Mauris.</a:t>
              </a:r>
            </a:p>
          </p:txBody>
        </p:sp>
      </p:grpSp>
      <p:grpSp>
        <p:nvGrpSpPr>
          <p:cNvPr id="97" name="그룹 96"/>
          <p:cNvGrpSpPr/>
          <p:nvPr/>
        </p:nvGrpSpPr>
        <p:grpSpPr>
          <a:xfrm>
            <a:off x="4237416" y="3544120"/>
            <a:ext cx="1010748" cy="802205"/>
            <a:chOff x="3507842" y="3598733"/>
            <a:chExt cx="1010748" cy="802205"/>
          </a:xfrm>
        </p:grpSpPr>
        <p:sp>
          <p:nvSpPr>
            <p:cNvPr id="98" name="TextBox 97"/>
            <p:cNvSpPr txBox="1"/>
            <p:nvPr/>
          </p:nvSpPr>
          <p:spPr>
            <a:xfrm>
              <a:off x="3507842" y="3598733"/>
              <a:ext cx="1010748"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sz="1100" dirty="0">
                  <a:gradFill>
                    <a:gsLst>
                      <a:gs pos="0">
                        <a:schemeClr val="tx2">
                          <a:alpha val="70000"/>
                        </a:schemeClr>
                      </a:gs>
                      <a:gs pos="100000">
                        <a:schemeClr val="tx2">
                          <a:alpha val="70000"/>
                        </a:schemeClr>
                      </a:gs>
                    </a:gsLst>
                    <a:lin ang="5400000" scaled="0"/>
                  </a:gradFill>
                </a:rPr>
                <a:t>LOREM IPSUM</a:t>
              </a:r>
              <a:endParaRPr lang="ko-KR" altLang="en-US" sz="1100" dirty="0">
                <a:gradFill>
                  <a:gsLst>
                    <a:gs pos="0">
                      <a:schemeClr val="tx2">
                        <a:alpha val="70000"/>
                      </a:schemeClr>
                    </a:gs>
                    <a:gs pos="100000">
                      <a:schemeClr val="tx2">
                        <a:alpha val="70000"/>
                      </a:schemeClr>
                    </a:gs>
                  </a:gsLst>
                  <a:lin ang="5400000" scaled="0"/>
                </a:gradFill>
              </a:endParaRPr>
            </a:p>
          </p:txBody>
        </p:sp>
        <p:sp>
          <p:nvSpPr>
            <p:cNvPr id="99" name="TextBox 98"/>
            <p:cNvSpPr txBox="1"/>
            <p:nvPr/>
          </p:nvSpPr>
          <p:spPr>
            <a:xfrm>
              <a:off x="3571341" y="3831430"/>
              <a:ext cx="883749" cy="569508"/>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Praes ent mauris. Fusce nec tellus sed augue sem per porta. Mauris.</a:t>
              </a:r>
            </a:p>
          </p:txBody>
        </p:sp>
      </p:grpSp>
      <p:grpSp>
        <p:nvGrpSpPr>
          <p:cNvPr id="44" name="그룹 43"/>
          <p:cNvGrpSpPr/>
          <p:nvPr/>
        </p:nvGrpSpPr>
        <p:grpSpPr>
          <a:xfrm>
            <a:off x="2803532" y="3124522"/>
            <a:ext cx="1250926" cy="1494041"/>
            <a:chOff x="4947866" y="3124517"/>
            <a:chExt cx="1250926" cy="1494041"/>
          </a:xfrm>
        </p:grpSpPr>
        <p:sp>
          <p:nvSpPr>
            <p:cNvPr id="83" name="Freeform 9"/>
            <p:cNvSpPr>
              <a:spLocks/>
            </p:cNvSpPr>
            <p:nvPr/>
          </p:nvSpPr>
          <p:spPr bwMode="auto">
            <a:xfrm rot="10800000">
              <a:off x="4947866" y="3208378"/>
              <a:ext cx="1250926" cy="1410180"/>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pattFill prst="ltUpDiag">
              <a:fgClr>
                <a:schemeClr val="accent3">
                  <a:lumMod val="50000"/>
                </a:schemeClr>
              </a:fgClr>
              <a:bgClr>
                <a:schemeClr val="accent4">
                  <a:lumMod val="65000"/>
                  <a:lumOff val="35000"/>
                </a:schemeClr>
              </a:bgClr>
            </a:pattFill>
            <a:ln w="3175" cap="rnd">
              <a:solidFill>
                <a:schemeClr val="accent4">
                  <a:lumMod val="65000"/>
                  <a:lumOff val="3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76" name="Freeform 9"/>
            <p:cNvSpPr>
              <a:spLocks/>
            </p:cNvSpPr>
            <p:nvPr/>
          </p:nvSpPr>
          <p:spPr bwMode="auto">
            <a:xfrm rot="10800000">
              <a:off x="4947866" y="3124517"/>
              <a:ext cx="1250926" cy="1410180"/>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solidFill>
              <a:schemeClr val="accent3">
                <a:lumMod val="50000"/>
              </a:schemeClr>
            </a:solidFill>
            <a:ln w="3175">
              <a:solidFill>
                <a:schemeClr val="accent4">
                  <a:lumMod val="65000"/>
                  <a:lumOff val="35000"/>
                </a:schemeClr>
              </a:solid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77" name="타원 76"/>
            <p:cNvSpPr/>
            <p:nvPr/>
          </p:nvSpPr>
          <p:spPr>
            <a:xfrm rot="10800000">
              <a:off x="5093216" y="3465104"/>
              <a:ext cx="960228" cy="960227"/>
            </a:xfrm>
            <a:prstGeom prst="ellipse">
              <a:avLst/>
            </a:prstGeom>
            <a:pattFill prst="ltUpDiag">
              <a:fgClr>
                <a:schemeClr val="bg2">
                  <a:lumMod val="85000"/>
                </a:schemeClr>
              </a:fgClr>
              <a:bgClr>
                <a:schemeClr val="bg2"/>
              </a:bgClr>
            </a:pattFill>
            <a:ln w="3175">
              <a:solidFill>
                <a:schemeClr val="bg2">
                  <a:lumMod val="50000"/>
                </a:schemeClr>
              </a:solidFill>
            </a:ln>
            <a:effectLst>
              <a:innerShdw dist="50800" dir="5400000">
                <a:prstClr val="black">
                  <a:alpha val="1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00" name="위쪽 화살표 99"/>
            <p:cNvSpPr/>
            <p:nvPr/>
          </p:nvSpPr>
          <p:spPr>
            <a:xfrm>
              <a:off x="5512030" y="3222490"/>
              <a:ext cx="122597" cy="174790"/>
            </a:xfrm>
            <a:prstGeom prst="upArrow">
              <a:avLst>
                <a:gd name="adj1" fmla="val 38105"/>
                <a:gd name="adj2" fmla="val 54407"/>
              </a:avLst>
            </a:prstGeom>
            <a:solidFill>
              <a:schemeClr val="accent3"/>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01" name="TextBox 100"/>
            <p:cNvSpPr txBox="1"/>
            <p:nvPr/>
          </p:nvSpPr>
          <p:spPr>
            <a:xfrm>
              <a:off x="5185805" y="3775245"/>
              <a:ext cx="775050" cy="339945"/>
            </a:xfrm>
            <a:prstGeom prst="rect">
              <a:avLst/>
            </a:prstGeom>
            <a:noFill/>
          </p:spPr>
          <p:txBody>
            <a:bodyPr wrap="square" lIns="0" tIns="0" rIns="0" bIns="0" rtlCol="0" anchor="ctr">
              <a:noAutofit/>
            </a:bodyPr>
            <a:lstStyle/>
            <a:p>
              <a:pPr lvl="0" algn="ctr"/>
              <a:r>
                <a:rPr lang="en-US" altLang="ko-KR" sz="1400" dirty="0">
                  <a:gradFill>
                    <a:gsLst>
                      <a:gs pos="0">
                        <a:schemeClr val="accent1"/>
                      </a:gs>
                      <a:gs pos="100000">
                        <a:schemeClr val="accent1"/>
                      </a:gs>
                    </a:gsLst>
                    <a:lin ang="0" scaled="1"/>
                  </a:gradFill>
                  <a:latin typeface="Bebas Neue"/>
                  <a:ea typeface="Roboto Condensed Regular"/>
                  <a:cs typeface="+mj-cs"/>
                </a:rPr>
                <a:t>We are </a:t>
              </a:r>
            </a:p>
            <a:p>
              <a:pPr lvl="0" algn="ctr"/>
              <a:r>
                <a:rPr lang="en-US" altLang="ko-KR" sz="1400" dirty="0">
                  <a:gradFill>
                    <a:gsLst>
                      <a:gs pos="0">
                        <a:schemeClr val="accent1"/>
                      </a:gs>
                      <a:gs pos="100000">
                        <a:schemeClr val="accent1"/>
                      </a:gs>
                    </a:gsLst>
                    <a:lin ang="0" scaled="1"/>
                  </a:gradFill>
                  <a:latin typeface="Bebas Neue"/>
                  <a:ea typeface="Roboto Condensed Regular"/>
                  <a:cs typeface="+mj-cs"/>
                </a:rPr>
                <a:t>The Best</a:t>
              </a:r>
              <a:endParaRPr lang="nb-NO" altLang="ko-KR" sz="1400" b="1" dirty="0">
                <a:gradFill>
                  <a:gsLst>
                    <a:gs pos="0">
                      <a:schemeClr val="accent1"/>
                    </a:gs>
                    <a:gs pos="100000">
                      <a:schemeClr val="accent1"/>
                    </a:gs>
                  </a:gsLst>
                  <a:lin ang="0" scaled="1"/>
                </a:gradFill>
                <a:latin typeface="Bebas Neue" pitchFamily="34" charset="0"/>
                <a:ea typeface="Roboto Light" pitchFamily="2" charset="0"/>
                <a:cs typeface="Roboto Condensed Regular"/>
              </a:endParaRPr>
            </a:p>
          </p:txBody>
        </p:sp>
      </p:grpSp>
    </p:spTree>
    <p:extLst>
      <p:ext uri="{BB962C8B-B14F-4D97-AF65-F5344CB8AC3E}">
        <p14:creationId xmlns:p14="http://schemas.microsoft.com/office/powerpoint/2010/main" val="62572419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anim calcmode="lin" valueType="num">
                                      <p:cBhvr>
                                        <p:cTn id="8" dur="500" fill="hold"/>
                                        <p:tgtEl>
                                          <p:spTgt spid="44"/>
                                        </p:tgtEl>
                                        <p:attrNameLst>
                                          <p:attrName>ppt_x</p:attrName>
                                        </p:attrNameLst>
                                      </p:cBhvr>
                                      <p:tavLst>
                                        <p:tav tm="0">
                                          <p:val>
                                            <p:strVal val="#ppt_x"/>
                                          </p:val>
                                        </p:tav>
                                        <p:tav tm="100000">
                                          <p:val>
                                            <p:strVal val="#ppt_x"/>
                                          </p:val>
                                        </p:tav>
                                      </p:tavLst>
                                    </p:anim>
                                    <p:anim calcmode="lin" valueType="num">
                                      <p:cBhvr>
                                        <p:cTn id="9" dur="500" fill="hold"/>
                                        <p:tgtEl>
                                          <p:spTgt spid="44"/>
                                        </p:tgtEl>
                                        <p:attrNameLst>
                                          <p:attrName>ppt_y</p:attrName>
                                        </p:attrNameLst>
                                      </p:cBhvr>
                                      <p:tavLst>
                                        <p:tav tm="0">
                                          <p:val>
                                            <p:strVal val="#ppt_y+.1"/>
                                          </p:val>
                                        </p:tav>
                                        <p:tav tm="100000">
                                          <p:val>
                                            <p:strVal val="#ppt_y"/>
                                          </p:val>
                                        </p:tav>
                                      </p:tavLst>
                                    </p:anim>
                                  </p:childTnLst>
                                </p:cTn>
                              </p:par>
                              <p:par>
                                <p:cTn id="10" presetID="12" presetClass="entr" presetSubtype="2"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lide(fromRight)">
                                      <p:cBhvr>
                                        <p:cTn id="12" dur="500"/>
                                        <p:tgtEl>
                                          <p:spTgt spid="15"/>
                                        </p:tgtEl>
                                      </p:cBhvr>
                                    </p:animEffect>
                                  </p:childTnLst>
                                </p:cTn>
                              </p:par>
                              <p:par>
                                <p:cTn id="13" presetID="12" presetClass="entr" presetSubtype="8" fill="hold" nodeType="withEffect">
                                  <p:stCondLst>
                                    <p:cond delay="0"/>
                                  </p:stCondLst>
                                  <p:childTnLst>
                                    <p:set>
                                      <p:cBhvr>
                                        <p:cTn id="14" dur="1" fill="hold">
                                          <p:stCondLst>
                                            <p:cond delay="0"/>
                                          </p:stCondLst>
                                        </p:cTn>
                                        <p:tgtEl>
                                          <p:spTgt spid="97"/>
                                        </p:tgtEl>
                                        <p:attrNameLst>
                                          <p:attrName>style.visibility</p:attrName>
                                        </p:attrNameLst>
                                      </p:cBhvr>
                                      <p:to>
                                        <p:strVal val="visible"/>
                                      </p:to>
                                    </p:set>
                                    <p:animEffect transition="in" filter="slide(fromLeft)">
                                      <p:cBhvr>
                                        <p:cTn id="15" dur="500"/>
                                        <p:tgtEl>
                                          <p:spTgt spid="97"/>
                                        </p:tgtEl>
                                      </p:cBhvr>
                                    </p:animEffect>
                                  </p:childTnLst>
                                </p:cTn>
                              </p:par>
                            </p:childTnLst>
                          </p:cTn>
                        </p:par>
                        <p:par>
                          <p:cTn id="16" fill="hold">
                            <p:stCondLst>
                              <p:cond delay="500"/>
                            </p:stCondLst>
                            <p:childTnLst>
                              <p:par>
                                <p:cTn id="17" presetID="17" presetClass="entr" presetSubtype="10"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p:cTn id="19" dur="500" fill="hold"/>
                                        <p:tgtEl>
                                          <p:spTgt spid="45"/>
                                        </p:tgtEl>
                                        <p:attrNameLst>
                                          <p:attrName>ppt_w</p:attrName>
                                        </p:attrNameLst>
                                      </p:cBhvr>
                                      <p:tavLst>
                                        <p:tav tm="0">
                                          <p:val>
                                            <p:fltVal val="0"/>
                                          </p:val>
                                        </p:tav>
                                        <p:tav tm="100000">
                                          <p:val>
                                            <p:strVal val="#ppt_w"/>
                                          </p:val>
                                        </p:tav>
                                      </p:tavLst>
                                    </p:anim>
                                    <p:anim calcmode="lin" valueType="num">
                                      <p:cBhvr>
                                        <p:cTn id="20" dur="500" fill="hold"/>
                                        <p:tgtEl>
                                          <p:spTgt spid="45"/>
                                        </p:tgtEl>
                                        <p:attrNameLst>
                                          <p:attrName>ppt_h</p:attrName>
                                        </p:attrNameLst>
                                      </p:cBhvr>
                                      <p:tavLst>
                                        <p:tav tm="0">
                                          <p:val>
                                            <p:strVal val="#ppt_h"/>
                                          </p:val>
                                        </p:tav>
                                        <p:tav tm="100000">
                                          <p:val>
                                            <p:strVal val="#ppt_h"/>
                                          </p:val>
                                        </p:tav>
                                      </p:tavLst>
                                    </p:anim>
                                  </p:childTnLst>
                                </p:cTn>
                              </p:par>
                            </p:childTnLst>
                          </p:cTn>
                        </p:par>
                        <p:par>
                          <p:cTn id="21" fill="hold">
                            <p:stCondLst>
                              <p:cond delay="1000"/>
                            </p:stCondLst>
                            <p:childTnLst>
                              <p:par>
                                <p:cTn id="22" presetID="47" presetClass="entr" presetSubtype="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anim calcmode="lin" valueType="num">
                                      <p:cBhvr>
                                        <p:cTn id="25" dur="500" fill="hold"/>
                                        <p:tgtEl>
                                          <p:spTgt spid="4"/>
                                        </p:tgtEl>
                                        <p:attrNameLst>
                                          <p:attrName>ppt_x</p:attrName>
                                        </p:attrNameLst>
                                      </p:cBhvr>
                                      <p:tavLst>
                                        <p:tav tm="0">
                                          <p:val>
                                            <p:strVal val="#ppt_x"/>
                                          </p:val>
                                        </p:tav>
                                        <p:tav tm="100000">
                                          <p:val>
                                            <p:strVal val="#ppt_x"/>
                                          </p:val>
                                        </p:tav>
                                      </p:tavLst>
                                    </p:anim>
                                    <p:anim calcmode="lin" valueType="num">
                                      <p:cBhvr>
                                        <p:cTn id="26" dur="500" fill="hold"/>
                                        <p:tgtEl>
                                          <p:spTgt spid="4"/>
                                        </p:tgtEl>
                                        <p:attrNameLst>
                                          <p:attrName>ppt_y</p:attrName>
                                        </p:attrNameLst>
                                      </p:cBhvr>
                                      <p:tavLst>
                                        <p:tav tm="0">
                                          <p:val>
                                            <p:strVal val="#ppt_y-.1"/>
                                          </p:val>
                                        </p:tav>
                                        <p:tav tm="100000">
                                          <p:val>
                                            <p:strVal val="#ppt_y"/>
                                          </p:val>
                                        </p:tav>
                                      </p:tavLst>
                                    </p:anim>
                                  </p:childTnLst>
                                </p:cTn>
                              </p:par>
                            </p:childTnLst>
                          </p:cTn>
                        </p:par>
                        <p:par>
                          <p:cTn id="27" fill="hold">
                            <p:stCondLst>
                              <p:cond delay="1500"/>
                            </p:stCondLst>
                            <p:childTnLst>
                              <p:par>
                                <p:cTn id="28" presetID="47" presetClass="entr" presetSubtype="0" fill="hold" nodeType="after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500"/>
                                        <p:tgtEl>
                                          <p:spTgt spid="46"/>
                                        </p:tgtEl>
                                      </p:cBhvr>
                                    </p:animEffect>
                                    <p:anim calcmode="lin" valueType="num">
                                      <p:cBhvr>
                                        <p:cTn id="31" dur="500" fill="hold"/>
                                        <p:tgtEl>
                                          <p:spTgt spid="46"/>
                                        </p:tgtEl>
                                        <p:attrNameLst>
                                          <p:attrName>ppt_x</p:attrName>
                                        </p:attrNameLst>
                                      </p:cBhvr>
                                      <p:tavLst>
                                        <p:tav tm="0">
                                          <p:val>
                                            <p:strVal val="#ppt_x"/>
                                          </p:val>
                                        </p:tav>
                                        <p:tav tm="100000">
                                          <p:val>
                                            <p:strVal val="#ppt_x"/>
                                          </p:val>
                                        </p:tav>
                                      </p:tavLst>
                                    </p:anim>
                                    <p:anim calcmode="lin" valueType="num">
                                      <p:cBhvr>
                                        <p:cTn id="32" dur="500" fill="hold"/>
                                        <p:tgtEl>
                                          <p:spTgt spid="46"/>
                                        </p:tgtEl>
                                        <p:attrNameLst>
                                          <p:attrName>ppt_y</p:attrName>
                                        </p:attrNameLst>
                                      </p:cBhvr>
                                      <p:tavLst>
                                        <p:tav tm="0">
                                          <p:val>
                                            <p:strVal val="#ppt_y-.1"/>
                                          </p:val>
                                        </p:tav>
                                        <p:tav tm="100000">
                                          <p:val>
                                            <p:strVal val="#ppt_y"/>
                                          </p:val>
                                        </p:tav>
                                      </p:tavLst>
                                    </p:anim>
                                  </p:childTnLst>
                                </p:cTn>
                              </p:par>
                            </p:childTnLst>
                          </p:cTn>
                        </p:par>
                        <p:par>
                          <p:cTn id="33" fill="hold">
                            <p:stCondLst>
                              <p:cond delay="2000"/>
                            </p:stCondLst>
                            <p:childTnLst>
                              <p:par>
                                <p:cTn id="34" presetID="47" presetClass="entr" presetSubtype="0" fill="hold" nodeType="after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fade">
                                      <p:cBhvr>
                                        <p:cTn id="36" dur="500"/>
                                        <p:tgtEl>
                                          <p:spTgt spid="53"/>
                                        </p:tgtEl>
                                      </p:cBhvr>
                                    </p:animEffect>
                                    <p:anim calcmode="lin" valueType="num">
                                      <p:cBhvr>
                                        <p:cTn id="37" dur="500" fill="hold"/>
                                        <p:tgtEl>
                                          <p:spTgt spid="53"/>
                                        </p:tgtEl>
                                        <p:attrNameLst>
                                          <p:attrName>ppt_x</p:attrName>
                                        </p:attrNameLst>
                                      </p:cBhvr>
                                      <p:tavLst>
                                        <p:tav tm="0">
                                          <p:val>
                                            <p:strVal val="#ppt_x"/>
                                          </p:val>
                                        </p:tav>
                                        <p:tav tm="100000">
                                          <p:val>
                                            <p:strVal val="#ppt_x"/>
                                          </p:val>
                                        </p:tav>
                                      </p:tavLst>
                                    </p:anim>
                                    <p:anim calcmode="lin" valueType="num">
                                      <p:cBhvr>
                                        <p:cTn id="38" dur="500" fill="hold"/>
                                        <p:tgtEl>
                                          <p:spTgt spid="53"/>
                                        </p:tgtEl>
                                        <p:attrNameLst>
                                          <p:attrName>ppt_y</p:attrName>
                                        </p:attrNameLst>
                                      </p:cBhvr>
                                      <p:tavLst>
                                        <p:tav tm="0">
                                          <p:val>
                                            <p:strVal val="#ppt_y-.1"/>
                                          </p:val>
                                        </p:tav>
                                        <p:tav tm="100000">
                                          <p:val>
                                            <p:strVal val="#ppt_y"/>
                                          </p:val>
                                        </p:tav>
                                      </p:tavLst>
                                    </p:anim>
                                  </p:childTnLst>
                                </p:cTn>
                              </p:par>
                            </p:childTnLst>
                          </p:cTn>
                        </p:par>
                        <p:par>
                          <p:cTn id="39" fill="hold">
                            <p:stCondLst>
                              <p:cond delay="2500"/>
                            </p:stCondLst>
                            <p:childTnLst>
                              <p:par>
                                <p:cTn id="40" presetID="47" presetClass="entr" presetSubtype="0" fill="hold" nodeType="after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500"/>
                                        <p:tgtEl>
                                          <p:spTgt spid="62"/>
                                        </p:tgtEl>
                                      </p:cBhvr>
                                    </p:animEffect>
                                    <p:anim calcmode="lin" valueType="num">
                                      <p:cBhvr>
                                        <p:cTn id="43" dur="500" fill="hold"/>
                                        <p:tgtEl>
                                          <p:spTgt spid="62"/>
                                        </p:tgtEl>
                                        <p:attrNameLst>
                                          <p:attrName>ppt_x</p:attrName>
                                        </p:attrNameLst>
                                      </p:cBhvr>
                                      <p:tavLst>
                                        <p:tav tm="0">
                                          <p:val>
                                            <p:strVal val="#ppt_x"/>
                                          </p:val>
                                        </p:tav>
                                        <p:tav tm="100000">
                                          <p:val>
                                            <p:strVal val="#ppt_x"/>
                                          </p:val>
                                        </p:tav>
                                      </p:tavLst>
                                    </p:anim>
                                    <p:anim calcmode="lin" valueType="num">
                                      <p:cBhvr>
                                        <p:cTn id="44" dur="5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그룹 68"/>
          <p:cNvGrpSpPr/>
          <p:nvPr/>
        </p:nvGrpSpPr>
        <p:grpSpPr>
          <a:xfrm>
            <a:off x="2661053" y="3399844"/>
            <a:ext cx="1535894" cy="479570"/>
            <a:chOff x="4787295" y="3399842"/>
            <a:chExt cx="1535894" cy="479570"/>
          </a:xfrm>
        </p:grpSpPr>
        <p:sp>
          <p:nvSpPr>
            <p:cNvPr id="186" name="오른쪽 화살표 185"/>
            <p:cNvSpPr/>
            <p:nvPr/>
          </p:nvSpPr>
          <p:spPr>
            <a:xfrm rot="5400000">
              <a:off x="5315457" y="2871680"/>
              <a:ext cx="479570" cy="1535894"/>
            </a:xfrm>
            <a:prstGeom prst="rightArrow">
              <a:avLst>
                <a:gd name="adj1" fmla="val 64057"/>
                <a:gd name="adj2" fmla="val 60784"/>
              </a:avLst>
            </a:prstGeom>
            <a:pattFill prst="ltUpDiag">
              <a:fgClr>
                <a:schemeClr val="bg2"/>
              </a:fgClr>
              <a:bgClr>
                <a:schemeClr val="bg2">
                  <a:lumMod val="75000"/>
                </a:schemeClr>
              </a:bgClr>
            </a:patt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89" name="TextBox 188"/>
            <p:cNvSpPr txBox="1"/>
            <p:nvPr/>
          </p:nvSpPr>
          <p:spPr>
            <a:xfrm>
              <a:off x="5047845" y="3504795"/>
              <a:ext cx="1014795" cy="256863"/>
            </a:xfrm>
            <a:prstGeom prst="rect">
              <a:avLst/>
            </a:prstGeom>
            <a:noFill/>
          </p:spPr>
          <p:txBody>
            <a:bodyPr wrap="square" lIns="72000" tIns="0" rIns="72000" bIns="0" rtlCol="0">
              <a:noAutofit/>
            </a:bodyPr>
            <a:lstStyle/>
            <a:p>
              <a:pPr lvl="0" algn="ctr"/>
              <a:r>
                <a:rPr lang="en-US" altLang="ko-KR" sz="1000" b="1" dirty="0">
                  <a:gradFill>
                    <a:gsLst>
                      <a:gs pos="0">
                        <a:schemeClr val="tx2"/>
                      </a:gs>
                      <a:gs pos="100000">
                        <a:schemeClr val="tx1">
                          <a:lumMod val="65000"/>
                          <a:lumOff val="35000"/>
                        </a:schemeClr>
                      </a:gs>
                    </a:gsLst>
                    <a:lin ang="5400000" scaled="0"/>
                  </a:gradFill>
                  <a:latin typeface="Roboto Condensed Regular"/>
                </a:rPr>
                <a:t>Lorem Ipsum </a:t>
              </a:r>
            </a:p>
          </p:txBody>
        </p:sp>
      </p:grpSp>
      <p:grpSp>
        <p:nvGrpSpPr>
          <p:cNvPr id="29" name="그룹 28"/>
          <p:cNvGrpSpPr/>
          <p:nvPr/>
        </p:nvGrpSpPr>
        <p:grpSpPr>
          <a:xfrm>
            <a:off x="1340717" y="2162149"/>
            <a:ext cx="4176564" cy="1230224"/>
            <a:chOff x="3435210" y="2075856"/>
            <a:chExt cx="4176564" cy="1455936"/>
          </a:xfrm>
        </p:grpSpPr>
        <p:sp>
          <p:nvSpPr>
            <p:cNvPr id="187" name="Oval 5"/>
            <p:cNvSpPr>
              <a:spLocks noChangeArrowheads="1"/>
            </p:cNvSpPr>
            <p:nvPr/>
          </p:nvSpPr>
          <p:spPr bwMode="auto">
            <a:xfrm>
              <a:off x="3714361" y="2219297"/>
              <a:ext cx="3618262" cy="1169054"/>
            </a:xfrm>
            <a:prstGeom prst="ellipse">
              <a:avLst/>
            </a:prstGeom>
            <a:pattFill prst="ltUpDiag">
              <a:fgClr>
                <a:schemeClr val="accent6">
                  <a:lumMod val="85000"/>
                </a:schemeClr>
              </a:fgClr>
              <a:bgClr>
                <a:schemeClr val="accent6"/>
              </a:bgClr>
            </a:pattFill>
            <a:ln w="762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42" name="Oval 5"/>
            <p:cNvSpPr>
              <a:spLocks noChangeArrowheads="1"/>
            </p:cNvSpPr>
            <p:nvPr/>
          </p:nvSpPr>
          <p:spPr bwMode="auto">
            <a:xfrm>
              <a:off x="3435210" y="2075856"/>
              <a:ext cx="4176564" cy="1455936"/>
            </a:xfrm>
            <a:prstGeom prst="ellipse">
              <a:avLst/>
            </a:prstGeom>
            <a:noFill/>
            <a:ln w="76200"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1" name="Title 10"/>
          <p:cNvSpPr>
            <a:spLocks noGrp="1"/>
          </p:cNvSpPr>
          <p:nvPr>
            <p:ph type="title"/>
          </p:nvPr>
        </p:nvSpPr>
        <p:spPr/>
        <p:txBody>
          <a:bodyPr/>
          <a:lstStyle/>
          <a:p>
            <a:r>
              <a:rPr lang="en-US" altLang="ko-KR" dirty="0"/>
              <a:t>Conclusion Inducement Diagram</a:t>
            </a:r>
            <a:endParaRPr lang="en-US" dirty="0"/>
          </a:p>
        </p:txBody>
      </p:sp>
      <p:grpSp>
        <p:nvGrpSpPr>
          <p:cNvPr id="23" name="그룹 22"/>
          <p:cNvGrpSpPr/>
          <p:nvPr/>
        </p:nvGrpSpPr>
        <p:grpSpPr>
          <a:xfrm>
            <a:off x="1502532" y="3993711"/>
            <a:ext cx="3852945" cy="710921"/>
            <a:chOff x="3411455" y="3106014"/>
            <a:chExt cx="1296999" cy="710921"/>
          </a:xfrm>
        </p:grpSpPr>
        <p:sp>
          <p:nvSpPr>
            <p:cNvPr id="137" name="모서리가 둥근 직사각형 136"/>
            <p:cNvSpPr/>
            <p:nvPr/>
          </p:nvSpPr>
          <p:spPr>
            <a:xfrm>
              <a:off x="3411455" y="3229276"/>
              <a:ext cx="1296999" cy="587659"/>
            </a:xfrm>
            <a:prstGeom prst="roundRect">
              <a:avLst>
                <a:gd name="adj" fmla="val 18435"/>
              </a:avLst>
            </a:prstGeom>
            <a:gradFill>
              <a:gsLst>
                <a:gs pos="0">
                  <a:schemeClr val="accent6"/>
                </a:gs>
                <a:gs pos="100000">
                  <a:schemeClr val="accent6"/>
                </a:gs>
              </a:gsLst>
              <a:lin ang="5400000" scaled="1"/>
            </a:gradFill>
            <a:ln w="3175" cap="flat" cmpd="sng" algn="ctr">
              <a:gradFill>
                <a:gsLst>
                  <a:gs pos="0">
                    <a:schemeClr val="accent6">
                      <a:lumMod val="75000"/>
                    </a:schemeClr>
                  </a:gs>
                  <a:gs pos="100000">
                    <a:schemeClr val="accent6">
                      <a:lumMod val="75000"/>
                    </a:schemeClr>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138" name="TextBox 137"/>
            <p:cNvSpPr txBox="1"/>
            <p:nvPr/>
          </p:nvSpPr>
          <p:spPr>
            <a:xfrm>
              <a:off x="3411455" y="3489783"/>
              <a:ext cx="1296999" cy="320668"/>
            </a:xfrm>
            <a:prstGeom prst="rect">
              <a:avLst/>
            </a:prstGeom>
            <a:noFill/>
          </p:spPr>
          <p:txBody>
            <a:bodyPr wrap="square" lIns="108000" tIns="0" rIns="108000" bIns="0" rtlCol="0">
              <a:noAutofit/>
            </a:bodyPr>
            <a:lstStyle/>
            <a:p>
              <a:pPr lvl="0">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grpSp>
          <p:nvGrpSpPr>
            <p:cNvPr id="139" name="그룹 138"/>
            <p:cNvGrpSpPr/>
            <p:nvPr/>
          </p:nvGrpSpPr>
          <p:grpSpPr>
            <a:xfrm>
              <a:off x="3529912" y="3106014"/>
              <a:ext cx="1057582" cy="285099"/>
              <a:chOff x="2974358" y="1239602"/>
              <a:chExt cx="1057582" cy="285099"/>
            </a:xfrm>
          </p:grpSpPr>
          <p:sp>
            <p:nvSpPr>
              <p:cNvPr id="140" name="모서리가 둥근 직사각형 139"/>
              <p:cNvSpPr/>
              <p:nvPr/>
            </p:nvSpPr>
            <p:spPr>
              <a:xfrm>
                <a:off x="2974358" y="1278176"/>
                <a:ext cx="1057582" cy="246525"/>
              </a:xfrm>
              <a:prstGeom prst="roundRect">
                <a:avLst>
                  <a:gd name="adj" fmla="val 50000"/>
                </a:avLst>
              </a:prstGeom>
              <a:pattFill prst="dkDnDiag">
                <a:fgClr>
                  <a:schemeClr val="accent1">
                    <a:lumMod val="75000"/>
                  </a:schemeClr>
                </a:fgClr>
                <a:bgClr>
                  <a:schemeClr val="accent1"/>
                </a:bgClr>
              </a:pattFill>
              <a:ln w="3175">
                <a:solidFill>
                  <a:schemeClr val="accent1">
                    <a:lumMod val="75000"/>
                  </a:schemeClr>
                </a:solidFill>
              </a:ln>
              <a:effectLst>
                <a:innerShdw dist="12700" dir="5400000">
                  <a:prstClr val="black">
                    <a:alpha val="10000"/>
                  </a:prstClr>
                </a:innerShdw>
              </a:effectLst>
            </p:spPr>
            <p:txBody>
              <a:bodyPr vert="horz" wrap="square" lIns="91440" tIns="45720" rIns="91440" bIns="45720" numCol="1" anchor="ctr" anchorCtr="0" compatLnSpc="1">
                <a:prstTxWarp prst="textNoShape">
                  <a:avLst/>
                </a:prstTxWarp>
              </a:bodyPr>
              <a:lstStyle/>
              <a:p>
                <a:pPr algn="ctr"/>
                <a:endParaRPr lang="ko-KR" altLang="en-US" sz="1000" b="1" dirty="0">
                  <a:gradFill>
                    <a:gsLst>
                      <a:gs pos="0">
                        <a:prstClr val="white"/>
                      </a:gs>
                      <a:gs pos="100000">
                        <a:prstClr val="white"/>
                      </a:gs>
                    </a:gsLst>
                    <a:lin ang="5400000" scaled="0"/>
                  </a:gradFill>
                </a:endParaRPr>
              </a:p>
            </p:txBody>
          </p:sp>
          <p:sp>
            <p:nvSpPr>
              <p:cNvPr id="141" name="모서리가 둥근 직사각형 140"/>
              <p:cNvSpPr/>
              <p:nvPr/>
            </p:nvSpPr>
            <p:spPr>
              <a:xfrm>
                <a:off x="2974358" y="1239602"/>
                <a:ext cx="1057582" cy="246525"/>
              </a:xfrm>
              <a:prstGeom prst="roundRect">
                <a:avLst>
                  <a:gd name="adj" fmla="val 50000"/>
                </a:avLst>
              </a:prstGeom>
              <a:solidFill>
                <a:schemeClr val="accent1"/>
              </a:solidFill>
              <a:ln w="3175">
                <a:solidFill>
                  <a:schemeClr val="accent1">
                    <a:lumMod val="75000"/>
                  </a:schemeClr>
                </a:solidFill>
              </a:ln>
              <a:effectLst/>
            </p:spPr>
            <p:txBody>
              <a:bodyPr vert="horz" wrap="square" lIns="91440" tIns="45720" rIns="91440" bIns="45720" numCol="1" anchor="ctr" anchorCtr="0" compatLnSpc="1">
                <a:prstTxWarp prst="textNoShape">
                  <a:avLst/>
                </a:prstTxWarp>
              </a:bodyPr>
              <a:lstStyle/>
              <a:p>
                <a:pPr algn="ctr"/>
                <a:r>
                  <a:rPr lang="en-US" altLang="ko-KR" sz="1000" b="1" dirty="0">
                    <a:gradFill>
                      <a:gsLst>
                        <a:gs pos="0">
                          <a:schemeClr val="bg2"/>
                        </a:gs>
                        <a:gs pos="100000">
                          <a:schemeClr val="bg2"/>
                        </a:gs>
                      </a:gsLst>
                      <a:lin ang="5400000" scaled="0"/>
                    </a:gradFill>
                    <a:latin typeface="+mj-lt"/>
                  </a:rPr>
                  <a:t>LOREM IPSUM</a:t>
                </a:r>
                <a:endParaRPr lang="ko-KR" altLang="en-US" sz="1000" b="1" dirty="0">
                  <a:gradFill>
                    <a:gsLst>
                      <a:gs pos="0">
                        <a:schemeClr val="bg2"/>
                      </a:gs>
                      <a:gs pos="100000">
                        <a:schemeClr val="bg2"/>
                      </a:gs>
                    </a:gsLst>
                    <a:lin ang="5400000" scaled="0"/>
                  </a:gradFill>
                  <a:latin typeface="+mj-lt"/>
                </a:endParaRPr>
              </a:p>
            </p:txBody>
          </p:sp>
        </p:grpSp>
      </p:grpSp>
      <p:grpSp>
        <p:nvGrpSpPr>
          <p:cNvPr id="66" name="그룹 65"/>
          <p:cNvGrpSpPr/>
          <p:nvPr/>
        </p:nvGrpSpPr>
        <p:grpSpPr>
          <a:xfrm>
            <a:off x="2093793" y="1915943"/>
            <a:ext cx="1081539" cy="520917"/>
            <a:chOff x="4220031" y="1915938"/>
            <a:chExt cx="1081539" cy="520917"/>
          </a:xfrm>
        </p:grpSpPr>
        <p:grpSp>
          <p:nvGrpSpPr>
            <p:cNvPr id="153" name="그룹 152"/>
            <p:cNvGrpSpPr/>
            <p:nvPr/>
          </p:nvGrpSpPr>
          <p:grpSpPr>
            <a:xfrm>
              <a:off x="4220031" y="1915938"/>
              <a:ext cx="1081539" cy="520917"/>
              <a:chOff x="1158618" y="3522370"/>
              <a:chExt cx="1081539" cy="520917"/>
            </a:xfrm>
            <a:effectLst>
              <a:outerShdw dist="63500" dir="5400000" algn="ctr" rotWithShape="0">
                <a:prstClr val="black">
                  <a:alpha val="10000"/>
                </a:prstClr>
              </a:outerShdw>
            </a:effectLst>
          </p:grpSpPr>
          <p:sp>
            <p:nvSpPr>
              <p:cNvPr id="161" name="Oval 10"/>
              <p:cNvSpPr>
                <a:spLocks noChangeArrowheads="1"/>
              </p:cNvSpPr>
              <p:nvPr/>
            </p:nvSpPr>
            <p:spPr bwMode="auto">
              <a:xfrm>
                <a:off x="1158618" y="3522370"/>
                <a:ext cx="1081539" cy="362895"/>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62" name="Freeform 11"/>
              <p:cNvSpPr>
                <a:spLocks/>
              </p:cNvSpPr>
              <p:nvPr/>
            </p:nvSpPr>
            <p:spPr bwMode="auto">
              <a:xfrm>
                <a:off x="1158618" y="3703420"/>
                <a:ext cx="1081539" cy="339867"/>
              </a:xfrm>
              <a:custGeom>
                <a:avLst/>
                <a:gdLst>
                  <a:gd name="T0" fmla="*/ 921 w 921"/>
                  <a:gd name="T1" fmla="*/ 0 h 289"/>
                  <a:gd name="T2" fmla="*/ 460 w 921"/>
                  <a:gd name="T3" fmla="*/ 155 h 289"/>
                  <a:gd name="T4" fmla="*/ 0 w 921"/>
                  <a:gd name="T5" fmla="*/ 0 h 289"/>
                  <a:gd name="T6" fmla="*/ 0 w 921"/>
                  <a:gd name="T7" fmla="*/ 135 h 289"/>
                  <a:gd name="T8" fmla="*/ 460 w 921"/>
                  <a:gd name="T9" fmla="*/ 289 h 289"/>
                  <a:gd name="T10" fmla="*/ 921 w 921"/>
                  <a:gd name="T11" fmla="*/ 135 h 289"/>
                  <a:gd name="T12" fmla="*/ 921 w 921"/>
                  <a:gd name="T13" fmla="*/ 0 h 289"/>
                </a:gdLst>
                <a:ahLst/>
                <a:cxnLst>
                  <a:cxn ang="0">
                    <a:pos x="T0" y="T1"/>
                  </a:cxn>
                  <a:cxn ang="0">
                    <a:pos x="T2" y="T3"/>
                  </a:cxn>
                  <a:cxn ang="0">
                    <a:pos x="T4" y="T5"/>
                  </a:cxn>
                  <a:cxn ang="0">
                    <a:pos x="T6" y="T7"/>
                  </a:cxn>
                  <a:cxn ang="0">
                    <a:pos x="T8" y="T9"/>
                  </a:cxn>
                  <a:cxn ang="0">
                    <a:pos x="T10" y="T11"/>
                  </a:cxn>
                  <a:cxn ang="0">
                    <a:pos x="T12" y="T13"/>
                  </a:cxn>
                </a:cxnLst>
                <a:rect l="0" t="0" r="r" b="b"/>
                <a:pathLst>
                  <a:path w="921" h="289">
                    <a:moveTo>
                      <a:pt x="921" y="0"/>
                    </a:moveTo>
                    <a:cubicBezTo>
                      <a:pt x="921" y="86"/>
                      <a:pt x="714" y="155"/>
                      <a:pt x="460" y="155"/>
                    </a:cubicBezTo>
                    <a:cubicBezTo>
                      <a:pt x="206" y="155"/>
                      <a:pt x="0" y="86"/>
                      <a:pt x="0" y="0"/>
                    </a:cubicBezTo>
                    <a:cubicBezTo>
                      <a:pt x="0" y="135"/>
                      <a:pt x="0" y="135"/>
                      <a:pt x="0" y="135"/>
                    </a:cubicBezTo>
                    <a:cubicBezTo>
                      <a:pt x="0" y="220"/>
                      <a:pt x="206" y="289"/>
                      <a:pt x="460" y="289"/>
                    </a:cubicBezTo>
                    <a:cubicBezTo>
                      <a:pt x="714" y="289"/>
                      <a:pt x="921" y="220"/>
                      <a:pt x="921" y="135"/>
                    </a:cubicBezTo>
                    <a:lnTo>
                      <a:pt x="921" y="0"/>
                    </a:lnTo>
                    <a:close/>
                  </a:path>
                </a:pathLst>
              </a:custGeom>
              <a:pattFill prst="ltUpDiag">
                <a:fgClr>
                  <a:schemeClr val="accent3">
                    <a:lumMod val="65000"/>
                  </a:schemeClr>
                </a:fgClr>
                <a:bgClr>
                  <a:schemeClr val="accent3">
                    <a:lumMod val="50000"/>
                  </a:schemeClr>
                </a:bgClr>
              </a:pattFill>
              <a:ln w="6350" cap="rnd">
                <a:solidFill>
                  <a:schemeClr val="accent3">
                    <a:lumMod val="5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154" name="TextBox 153"/>
            <p:cNvSpPr txBox="1"/>
            <p:nvPr/>
          </p:nvSpPr>
          <p:spPr>
            <a:xfrm>
              <a:off x="4253004" y="1993179"/>
              <a:ext cx="1014795" cy="256863"/>
            </a:xfrm>
            <a:prstGeom prst="rect">
              <a:avLst/>
            </a:prstGeom>
            <a:noFill/>
          </p:spPr>
          <p:txBody>
            <a:bodyPr wrap="square" lIns="72000" tIns="0" rIns="72000" bIns="0" rtlCol="0">
              <a:noAutofit/>
            </a:bodyPr>
            <a:lstStyle/>
            <a:p>
              <a:pPr lvl="0" algn="ctr"/>
              <a:r>
                <a:rPr lang="en-US" altLang="ko-KR" sz="1000" b="1" dirty="0">
                  <a:gradFill>
                    <a:gsLst>
                      <a:gs pos="0">
                        <a:schemeClr val="bg2"/>
                      </a:gs>
                      <a:gs pos="100000">
                        <a:schemeClr val="bg2"/>
                      </a:gs>
                    </a:gsLst>
                    <a:lin ang="5400000" scaled="0"/>
                  </a:gradFill>
                  <a:latin typeface="Roboto Condensed Regular"/>
                </a:rPr>
                <a:t>Lorem Ipsum </a:t>
              </a:r>
            </a:p>
          </p:txBody>
        </p:sp>
      </p:grpSp>
      <p:grpSp>
        <p:nvGrpSpPr>
          <p:cNvPr id="62" name="그룹 61"/>
          <p:cNvGrpSpPr/>
          <p:nvPr/>
        </p:nvGrpSpPr>
        <p:grpSpPr>
          <a:xfrm>
            <a:off x="2271023" y="884408"/>
            <a:ext cx="726283" cy="1069635"/>
            <a:chOff x="4397261" y="884403"/>
            <a:chExt cx="726283" cy="1069635"/>
          </a:xfrm>
        </p:grpSpPr>
        <p:grpSp>
          <p:nvGrpSpPr>
            <p:cNvPr id="155" name="그룹 154"/>
            <p:cNvGrpSpPr/>
            <p:nvPr/>
          </p:nvGrpSpPr>
          <p:grpSpPr>
            <a:xfrm>
              <a:off x="4397261" y="884403"/>
              <a:ext cx="726283" cy="818746"/>
              <a:chOff x="2865318" y="1573903"/>
              <a:chExt cx="773113" cy="871538"/>
            </a:xfrm>
          </p:grpSpPr>
          <p:grpSp>
            <p:nvGrpSpPr>
              <p:cNvPr id="157" name="그룹 156"/>
              <p:cNvGrpSpPr/>
              <p:nvPr/>
            </p:nvGrpSpPr>
            <p:grpSpPr>
              <a:xfrm>
                <a:off x="2865318" y="1573903"/>
                <a:ext cx="773113" cy="871538"/>
                <a:chOff x="2865318" y="1820082"/>
                <a:chExt cx="773113" cy="871538"/>
              </a:xfrm>
            </p:grpSpPr>
            <p:sp>
              <p:nvSpPr>
                <p:cNvPr id="159" name="Freeform 9"/>
                <p:cNvSpPr>
                  <a:spLocks/>
                </p:cNvSpPr>
                <p:nvPr/>
              </p:nvSpPr>
              <p:spPr bwMode="auto">
                <a:xfrm>
                  <a:off x="2865318" y="1820082"/>
                  <a:ext cx="773113" cy="871538"/>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solidFill>
                  <a:schemeClr val="accent3">
                    <a:lumMod val="85000"/>
                  </a:schemeClr>
                </a:solid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60" name="타원 159"/>
                <p:cNvSpPr/>
                <p:nvPr/>
              </p:nvSpPr>
              <p:spPr>
                <a:xfrm>
                  <a:off x="2955148" y="1887674"/>
                  <a:ext cx="593452" cy="593452"/>
                </a:xfrm>
                <a:prstGeom prst="ellipse">
                  <a:avLst/>
                </a:prstGeom>
                <a:solidFill>
                  <a:schemeClr val="bg2"/>
                </a:solidFill>
                <a:ln w="31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58" name="TextBox 157"/>
              <p:cNvSpPr txBox="1"/>
              <p:nvPr/>
            </p:nvSpPr>
            <p:spPr>
              <a:xfrm>
                <a:off x="2955149" y="1709218"/>
                <a:ext cx="593452" cy="526389"/>
              </a:xfrm>
              <a:prstGeom prst="rect">
                <a:avLst/>
              </a:prstGeom>
              <a:noFill/>
            </p:spPr>
            <p:txBody>
              <a:bodyPr wrap="square" lIns="72000" tIns="0" rIns="72000" bIns="0" rtlCol="0" anchor="ctr">
                <a:noAutofit/>
              </a:bodyPr>
              <a:lstStyle/>
              <a:p>
                <a:pPr algn="ctr">
                  <a:lnSpc>
                    <a:spcPts val="1000"/>
                  </a:lnSpc>
                </a:pPr>
                <a:r>
                  <a:rPr lang="en-US" altLang="ko-KR" sz="1000" b="1" dirty="0">
                    <a:gradFill>
                      <a:gsLst>
                        <a:gs pos="0">
                          <a:schemeClr val="accent3">
                            <a:alpha val="50000"/>
                            <a:lumMod val="50000"/>
                          </a:schemeClr>
                        </a:gs>
                        <a:gs pos="100000">
                          <a:schemeClr val="accent3">
                            <a:alpha val="50000"/>
                            <a:lumMod val="50000"/>
                          </a:schemeClr>
                        </a:gs>
                      </a:gsLst>
                      <a:lin ang="5400000" scaled="0"/>
                    </a:gradFill>
                    <a:latin typeface="Roboto Condensed Regular"/>
                  </a:rPr>
                  <a:t>STEP </a:t>
                </a:r>
              </a:p>
              <a:p>
                <a:pPr algn="ctr">
                  <a:lnSpc>
                    <a:spcPts val="2000"/>
                  </a:lnSpc>
                </a:pPr>
                <a:r>
                  <a:rPr lang="en-US" altLang="ko-KR" sz="2000" b="1" dirty="0">
                    <a:gradFill>
                      <a:gsLst>
                        <a:gs pos="0">
                          <a:schemeClr val="tx2">
                            <a:lumMod val="75000"/>
                          </a:schemeClr>
                        </a:gs>
                        <a:gs pos="100000">
                          <a:schemeClr val="tx2">
                            <a:lumMod val="75000"/>
                          </a:schemeClr>
                        </a:gs>
                      </a:gsLst>
                      <a:lin ang="5400000" scaled="0"/>
                    </a:gradFill>
                    <a:latin typeface="Roboto Condensed Regular"/>
                  </a:rPr>
                  <a:t>02</a:t>
                </a:r>
                <a:endParaRPr lang="ko-KR" altLang="en-US" sz="2000" b="1" dirty="0">
                  <a:gradFill>
                    <a:gsLst>
                      <a:gs pos="0">
                        <a:schemeClr val="tx2">
                          <a:lumMod val="75000"/>
                        </a:schemeClr>
                      </a:gs>
                      <a:gs pos="100000">
                        <a:schemeClr val="tx2">
                          <a:lumMod val="75000"/>
                        </a:schemeClr>
                      </a:gs>
                    </a:gsLst>
                    <a:lin ang="5400000" scaled="0"/>
                  </a:gradFill>
                  <a:latin typeface="Roboto Condensed Regular"/>
                </a:endParaRPr>
              </a:p>
            </p:txBody>
          </p:sp>
        </p:grpSp>
        <p:cxnSp>
          <p:nvCxnSpPr>
            <p:cNvPr id="156" name="직선 연결선 155"/>
            <p:cNvCxnSpPr/>
            <p:nvPr/>
          </p:nvCxnSpPr>
          <p:spPr>
            <a:xfrm>
              <a:off x="4760402" y="1697808"/>
              <a:ext cx="0" cy="256230"/>
            </a:xfrm>
            <a:prstGeom prst="line">
              <a:avLst/>
            </a:prstGeom>
            <a:ln w="3175">
              <a:solidFill>
                <a:schemeClr val="tx2">
                  <a:alpha val="50000"/>
                </a:schemeClr>
              </a:solidFill>
              <a:prstDash val="dash"/>
              <a:headEnd type="none" w="sm" len="sm"/>
              <a:tailEnd type="oval" w="sm" len="sm"/>
            </a:ln>
          </p:spPr>
          <p:style>
            <a:lnRef idx="1">
              <a:schemeClr val="accent1"/>
            </a:lnRef>
            <a:fillRef idx="0">
              <a:schemeClr val="accent1"/>
            </a:fillRef>
            <a:effectRef idx="0">
              <a:schemeClr val="accent1"/>
            </a:effectRef>
            <a:fontRef idx="minor">
              <a:schemeClr val="tx1"/>
            </a:fontRef>
          </p:style>
        </p:cxnSp>
      </p:grpSp>
      <p:grpSp>
        <p:nvGrpSpPr>
          <p:cNvPr id="67" name="그룹 66"/>
          <p:cNvGrpSpPr/>
          <p:nvPr/>
        </p:nvGrpSpPr>
        <p:grpSpPr>
          <a:xfrm>
            <a:off x="3682677" y="1915943"/>
            <a:ext cx="1081539" cy="520917"/>
            <a:chOff x="5808915" y="1915938"/>
            <a:chExt cx="1081539" cy="520917"/>
          </a:xfrm>
        </p:grpSpPr>
        <p:grpSp>
          <p:nvGrpSpPr>
            <p:cNvPr id="164" name="그룹 163"/>
            <p:cNvGrpSpPr/>
            <p:nvPr/>
          </p:nvGrpSpPr>
          <p:grpSpPr>
            <a:xfrm>
              <a:off x="5808915" y="1915938"/>
              <a:ext cx="1081539" cy="520917"/>
              <a:chOff x="1158618" y="3522370"/>
              <a:chExt cx="1081539" cy="520917"/>
            </a:xfrm>
            <a:effectLst>
              <a:outerShdw dist="63500" dir="5400000" algn="ctr" rotWithShape="0">
                <a:prstClr val="black">
                  <a:alpha val="10000"/>
                </a:prstClr>
              </a:outerShdw>
            </a:effectLst>
          </p:grpSpPr>
          <p:sp>
            <p:nvSpPr>
              <p:cNvPr id="172" name="Oval 10"/>
              <p:cNvSpPr>
                <a:spLocks noChangeArrowheads="1"/>
              </p:cNvSpPr>
              <p:nvPr/>
            </p:nvSpPr>
            <p:spPr bwMode="auto">
              <a:xfrm>
                <a:off x="1158618" y="3522370"/>
                <a:ext cx="1081539" cy="362895"/>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73" name="Freeform 11"/>
              <p:cNvSpPr>
                <a:spLocks/>
              </p:cNvSpPr>
              <p:nvPr/>
            </p:nvSpPr>
            <p:spPr bwMode="auto">
              <a:xfrm>
                <a:off x="1158618" y="3703420"/>
                <a:ext cx="1081539" cy="339867"/>
              </a:xfrm>
              <a:custGeom>
                <a:avLst/>
                <a:gdLst>
                  <a:gd name="T0" fmla="*/ 921 w 921"/>
                  <a:gd name="T1" fmla="*/ 0 h 289"/>
                  <a:gd name="T2" fmla="*/ 460 w 921"/>
                  <a:gd name="T3" fmla="*/ 155 h 289"/>
                  <a:gd name="T4" fmla="*/ 0 w 921"/>
                  <a:gd name="T5" fmla="*/ 0 h 289"/>
                  <a:gd name="T6" fmla="*/ 0 w 921"/>
                  <a:gd name="T7" fmla="*/ 135 h 289"/>
                  <a:gd name="T8" fmla="*/ 460 w 921"/>
                  <a:gd name="T9" fmla="*/ 289 h 289"/>
                  <a:gd name="T10" fmla="*/ 921 w 921"/>
                  <a:gd name="T11" fmla="*/ 135 h 289"/>
                  <a:gd name="T12" fmla="*/ 921 w 921"/>
                  <a:gd name="T13" fmla="*/ 0 h 289"/>
                </a:gdLst>
                <a:ahLst/>
                <a:cxnLst>
                  <a:cxn ang="0">
                    <a:pos x="T0" y="T1"/>
                  </a:cxn>
                  <a:cxn ang="0">
                    <a:pos x="T2" y="T3"/>
                  </a:cxn>
                  <a:cxn ang="0">
                    <a:pos x="T4" y="T5"/>
                  </a:cxn>
                  <a:cxn ang="0">
                    <a:pos x="T6" y="T7"/>
                  </a:cxn>
                  <a:cxn ang="0">
                    <a:pos x="T8" y="T9"/>
                  </a:cxn>
                  <a:cxn ang="0">
                    <a:pos x="T10" y="T11"/>
                  </a:cxn>
                  <a:cxn ang="0">
                    <a:pos x="T12" y="T13"/>
                  </a:cxn>
                </a:cxnLst>
                <a:rect l="0" t="0" r="r" b="b"/>
                <a:pathLst>
                  <a:path w="921" h="289">
                    <a:moveTo>
                      <a:pt x="921" y="0"/>
                    </a:moveTo>
                    <a:cubicBezTo>
                      <a:pt x="921" y="86"/>
                      <a:pt x="714" y="155"/>
                      <a:pt x="460" y="155"/>
                    </a:cubicBezTo>
                    <a:cubicBezTo>
                      <a:pt x="206" y="155"/>
                      <a:pt x="0" y="86"/>
                      <a:pt x="0" y="0"/>
                    </a:cubicBezTo>
                    <a:cubicBezTo>
                      <a:pt x="0" y="135"/>
                      <a:pt x="0" y="135"/>
                      <a:pt x="0" y="135"/>
                    </a:cubicBezTo>
                    <a:cubicBezTo>
                      <a:pt x="0" y="220"/>
                      <a:pt x="206" y="289"/>
                      <a:pt x="460" y="289"/>
                    </a:cubicBezTo>
                    <a:cubicBezTo>
                      <a:pt x="714" y="289"/>
                      <a:pt x="921" y="220"/>
                      <a:pt x="921" y="135"/>
                    </a:cubicBezTo>
                    <a:lnTo>
                      <a:pt x="921" y="0"/>
                    </a:lnTo>
                    <a:close/>
                  </a:path>
                </a:pathLst>
              </a:custGeom>
              <a:pattFill prst="ltUpDiag">
                <a:fgClr>
                  <a:schemeClr val="accent3">
                    <a:lumMod val="65000"/>
                  </a:schemeClr>
                </a:fgClr>
                <a:bgClr>
                  <a:schemeClr val="accent3">
                    <a:lumMod val="50000"/>
                  </a:schemeClr>
                </a:bgClr>
              </a:pattFill>
              <a:ln w="6350" cap="rnd">
                <a:solidFill>
                  <a:schemeClr val="accent3">
                    <a:lumMod val="5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165" name="TextBox 164"/>
            <p:cNvSpPr txBox="1"/>
            <p:nvPr/>
          </p:nvSpPr>
          <p:spPr>
            <a:xfrm>
              <a:off x="5841888" y="1993179"/>
              <a:ext cx="1014795" cy="256863"/>
            </a:xfrm>
            <a:prstGeom prst="rect">
              <a:avLst/>
            </a:prstGeom>
            <a:noFill/>
          </p:spPr>
          <p:txBody>
            <a:bodyPr wrap="square" lIns="72000" tIns="0" rIns="72000" bIns="0" rtlCol="0">
              <a:noAutofit/>
            </a:bodyPr>
            <a:lstStyle/>
            <a:p>
              <a:pPr algn="ctr"/>
              <a:r>
                <a:rPr lang="en-US" altLang="ko-KR" sz="1000" b="1" dirty="0">
                  <a:gradFill>
                    <a:gsLst>
                      <a:gs pos="0">
                        <a:schemeClr val="bg2"/>
                      </a:gs>
                      <a:gs pos="100000">
                        <a:schemeClr val="bg2"/>
                      </a:gs>
                    </a:gsLst>
                    <a:lin ang="5400000" scaled="0"/>
                  </a:gradFill>
                  <a:latin typeface="Roboto Condensed Regular"/>
                </a:rPr>
                <a:t>Lorem Ipsum </a:t>
              </a:r>
            </a:p>
          </p:txBody>
        </p:sp>
      </p:grpSp>
      <p:grpSp>
        <p:nvGrpSpPr>
          <p:cNvPr id="63" name="그룹 62"/>
          <p:cNvGrpSpPr/>
          <p:nvPr/>
        </p:nvGrpSpPr>
        <p:grpSpPr>
          <a:xfrm>
            <a:off x="3859907" y="884408"/>
            <a:ext cx="726283" cy="1069635"/>
            <a:chOff x="5986145" y="884403"/>
            <a:chExt cx="726283" cy="1069635"/>
          </a:xfrm>
        </p:grpSpPr>
        <p:grpSp>
          <p:nvGrpSpPr>
            <p:cNvPr id="166" name="그룹 165"/>
            <p:cNvGrpSpPr/>
            <p:nvPr/>
          </p:nvGrpSpPr>
          <p:grpSpPr>
            <a:xfrm>
              <a:off x="5986145" y="884403"/>
              <a:ext cx="726283" cy="818746"/>
              <a:chOff x="2865318" y="1573903"/>
              <a:chExt cx="773113" cy="871538"/>
            </a:xfrm>
          </p:grpSpPr>
          <p:grpSp>
            <p:nvGrpSpPr>
              <p:cNvPr id="168" name="그룹 167"/>
              <p:cNvGrpSpPr/>
              <p:nvPr/>
            </p:nvGrpSpPr>
            <p:grpSpPr>
              <a:xfrm>
                <a:off x="2865318" y="1573903"/>
                <a:ext cx="773113" cy="871538"/>
                <a:chOff x="2865318" y="1820082"/>
                <a:chExt cx="773113" cy="871538"/>
              </a:xfrm>
            </p:grpSpPr>
            <p:sp>
              <p:nvSpPr>
                <p:cNvPr id="170" name="Freeform 9"/>
                <p:cNvSpPr>
                  <a:spLocks/>
                </p:cNvSpPr>
                <p:nvPr/>
              </p:nvSpPr>
              <p:spPr bwMode="auto">
                <a:xfrm>
                  <a:off x="2865318" y="1820082"/>
                  <a:ext cx="773113" cy="871538"/>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solidFill>
                  <a:schemeClr val="accent3">
                    <a:lumMod val="85000"/>
                  </a:schemeClr>
                </a:solid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1" name="타원 170"/>
                <p:cNvSpPr/>
                <p:nvPr/>
              </p:nvSpPr>
              <p:spPr>
                <a:xfrm>
                  <a:off x="2955148" y="1887674"/>
                  <a:ext cx="593452" cy="593452"/>
                </a:xfrm>
                <a:prstGeom prst="ellipse">
                  <a:avLst/>
                </a:prstGeom>
                <a:solidFill>
                  <a:schemeClr val="bg2"/>
                </a:solidFill>
                <a:ln w="31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69" name="TextBox 168"/>
              <p:cNvSpPr txBox="1"/>
              <p:nvPr/>
            </p:nvSpPr>
            <p:spPr>
              <a:xfrm>
                <a:off x="2955149" y="1709218"/>
                <a:ext cx="593452" cy="526389"/>
              </a:xfrm>
              <a:prstGeom prst="rect">
                <a:avLst/>
              </a:prstGeom>
              <a:noFill/>
            </p:spPr>
            <p:txBody>
              <a:bodyPr wrap="square" lIns="72000" tIns="0" rIns="72000" bIns="0" rtlCol="0" anchor="ctr">
                <a:noAutofit/>
              </a:bodyPr>
              <a:lstStyle/>
              <a:p>
                <a:pPr algn="ctr">
                  <a:lnSpc>
                    <a:spcPts val="1000"/>
                  </a:lnSpc>
                </a:pPr>
                <a:r>
                  <a:rPr lang="en-US" altLang="ko-KR" sz="1000" b="1" dirty="0">
                    <a:gradFill>
                      <a:gsLst>
                        <a:gs pos="0">
                          <a:schemeClr val="accent3">
                            <a:alpha val="50000"/>
                            <a:lumMod val="50000"/>
                          </a:schemeClr>
                        </a:gs>
                        <a:gs pos="100000">
                          <a:schemeClr val="accent3">
                            <a:alpha val="50000"/>
                            <a:lumMod val="50000"/>
                          </a:schemeClr>
                        </a:gs>
                      </a:gsLst>
                      <a:lin ang="5400000" scaled="0"/>
                    </a:gradFill>
                    <a:latin typeface="Roboto Condensed Regular"/>
                  </a:rPr>
                  <a:t>STEP </a:t>
                </a:r>
              </a:p>
              <a:p>
                <a:pPr algn="ctr">
                  <a:lnSpc>
                    <a:spcPts val="2000"/>
                  </a:lnSpc>
                </a:pPr>
                <a:r>
                  <a:rPr lang="en-US" altLang="ko-KR" sz="2000" b="1" dirty="0">
                    <a:gradFill>
                      <a:gsLst>
                        <a:gs pos="0">
                          <a:schemeClr val="tx2">
                            <a:lumMod val="75000"/>
                          </a:schemeClr>
                        </a:gs>
                        <a:gs pos="100000">
                          <a:schemeClr val="tx2">
                            <a:lumMod val="75000"/>
                          </a:schemeClr>
                        </a:gs>
                      </a:gsLst>
                      <a:lin ang="5400000" scaled="0"/>
                    </a:gradFill>
                    <a:latin typeface="Roboto Condensed Regular"/>
                  </a:rPr>
                  <a:t>03</a:t>
                </a:r>
                <a:endParaRPr lang="ko-KR" altLang="en-US" sz="2000" b="1" dirty="0">
                  <a:gradFill>
                    <a:gsLst>
                      <a:gs pos="0">
                        <a:schemeClr val="tx2">
                          <a:lumMod val="75000"/>
                        </a:schemeClr>
                      </a:gs>
                      <a:gs pos="100000">
                        <a:schemeClr val="tx2">
                          <a:lumMod val="75000"/>
                        </a:schemeClr>
                      </a:gs>
                    </a:gsLst>
                    <a:lin ang="5400000" scaled="0"/>
                  </a:gradFill>
                  <a:latin typeface="Roboto Condensed Regular"/>
                </a:endParaRPr>
              </a:p>
            </p:txBody>
          </p:sp>
        </p:grpSp>
        <p:cxnSp>
          <p:nvCxnSpPr>
            <p:cNvPr id="167" name="직선 연결선 166"/>
            <p:cNvCxnSpPr/>
            <p:nvPr/>
          </p:nvCxnSpPr>
          <p:spPr>
            <a:xfrm>
              <a:off x="6349286" y="1697808"/>
              <a:ext cx="0" cy="256230"/>
            </a:xfrm>
            <a:prstGeom prst="line">
              <a:avLst/>
            </a:prstGeom>
            <a:ln w="3175">
              <a:solidFill>
                <a:schemeClr val="tx2">
                  <a:alpha val="50000"/>
                </a:schemeClr>
              </a:solidFill>
              <a:prstDash val="dash"/>
              <a:headEnd type="none" w="sm" len="sm"/>
              <a:tailEnd type="oval" w="sm" len="sm"/>
            </a:ln>
          </p:spPr>
          <p:style>
            <a:lnRef idx="1">
              <a:schemeClr val="accent1"/>
            </a:lnRef>
            <a:fillRef idx="0">
              <a:schemeClr val="accent1"/>
            </a:fillRef>
            <a:effectRef idx="0">
              <a:schemeClr val="accent1"/>
            </a:effectRef>
            <a:fontRef idx="minor">
              <a:schemeClr val="tx1"/>
            </a:fontRef>
          </p:style>
        </p:cxnSp>
      </p:grpSp>
      <p:grpSp>
        <p:nvGrpSpPr>
          <p:cNvPr id="65" name="그룹 64"/>
          <p:cNvGrpSpPr/>
          <p:nvPr/>
        </p:nvGrpSpPr>
        <p:grpSpPr>
          <a:xfrm>
            <a:off x="816204" y="2476073"/>
            <a:ext cx="1081539" cy="520917"/>
            <a:chOff x="2942443" y="2476070"/>
            <a:chExt cx="1081539" cy="520917"/>
          </a:xfrm>
        </p:grpSpPr>
        <p:grpSp>
          <p:nvGrpSpPr>
            <p:cNvPr id="22" name="그룹 21"/>
            <p:cNvGrpSpPr/>
            <p:nvPr/>
          </p:nvGrpSpPr>
          <p:grpSpPr>
            <a:xfrm>
              <a:off x="2942443" y="2476070"/>
              <a:ext cx="1081539" cy="520917"/>
              <a:chOff x="1158618" y="3522370"/>
              <a:chExt cx="1081539" cy="520917"/>
            </a:xfrm>
            <a:effectLst>
              <a:outerShdw dist="63500" dir="5400000" algn="t" rotWithShape="0">
                <a:prstClr val="black">
                  <a:alpha val="10000"/>
                </a:prstClr>
              </a:outerShdw>
            </a:effectLst>
          </p:grpSpPr>
          <p:sp>
            <p:nvSpPr>
              <p:cNvPr id="120" name="Oval 10"/>
              <p:cNvSpPr>
                <a:spLocks noChangeArrowheads="1"/>
              </p:cNvSpPr>
              <p:nvPr/>
            </p:nvSpPr>
            <p:spPr bwMode="auto">
              <a:xfrm>
                <a:off x="1158618" y="3522370"/>
                <a:ext cx="1081539" cy="362895"/>
              </a:xfrm>
              <a:prstGeom prst="ellipse">
                <a:avLst/>
              </a:prstGeom>
              <a:solidFill>
                <a:schemeClr val="accent1"/>
              </a:solidFill>
              <a:ln w="6350" cap="flat"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21" name="Freeform 11"/>
              <p:cNvSpPr>
                <a:spLocks/>
              </p:cNvSpPr>
              <p:nvPr/>
            </p:nvSpPr>
            <p:spPr bwMode="auto">
              <a:xfrm>
                <a:off x="1158618" y="3703420"/>
                <a:ext cx="1081539" cy="339867"/>
              </a:xfrm>
              <a:custGeom>
                <a:avLst/>
                <a:gdLst>
                  <a:gd name="T0" fmla="*/ 921 w 921"/>
                  <a:gd name="T1" fmla="*/ 0 h 289"/>
                  <a:gd name="T2" fmla="*/ 460 w 921"/>
                  <a:gd name="T3" fmla="*/ 155 h 289"/>
                  <a:gd name="T4" fmla="*/ 0 w 921"/>
                  <a:gd name="T5" fmla="*/ 0 h 289"/>
                  <a:gd name="T6" fmla="*/ 0 w 921"/>
                  <a:gd name="T7" fmla="*/ 135 h 289"/>
                  <a:gd name="T8" fmla="*/ 460 w 921"/>
                  <a:gd name="T9" fmla="*/ 289 h 289"/>
                  <a:gd name="T10" fmla="*/ 921 w 921"/>
                  <a:gd name="T11" fmla="*/ 135 h 289"/>
                  <a:gd name="T12" fmla="*/ 921 w 921"/>
                  <a:gd name="T13" fmla="*/ 0 h 289"/>
                </a:gdLst>
                <a:ahLst/>
                <a:cxnLst>
                  <a:cxn ang="0">
                    <a:pos x="T0" y="T1"/>
                  </a:cxn>
                  <a:cxn ang="0">
                    <a:pos x="T2" y="T3"/>
                  </a:cxn>
                  <a:cxn ang="0">
                    <a:pos x="T4" y="T5"/>
                  </a:cxn>
                  <a:cxn ang="0">
                    <a:pos x="T6" y="T7"/>
                  </a:cxn>
                  <a:cxn ang="0">
                    <a:pos x="T8" y="T9"/>
                  </a:cxn>
                  <a:cxn ang="0">
                    <a:pos x="T10" y="T11"/>
                  </a:cxn>
                  <a:cxn ang="0">
                    <a:pos x="T12" y="T13"/>
                  </a:cxn>
                </a:cxnLst>
                <a:rect l="0" t="0" r="r" b="b"/>
                <a:pathLst>
                  <a:path w="921" h="289">
                    <a:moveTo>
                      <a:pt x="921" y="0"/>
                    </a:moveTo>
                    <a:cubicBezTo>
                      <a:pt x="921" y="86"/>
                      <a:pt x="714" y="155"/>
                      <a:pt x="460" y="155"/>
                    </a:cubicBezTo>
                    <a:cubicBezTo>
                      <a:pt x="206" y="155"/>
                      <a:pt x="0" y="86"/>
                      <a:pt x="0" y="0"/>
                    </a:cubicBezTo>
                    <a:cubicBezTo>
                      <a:pt x="0" y="135"/>
                      <a:pt x="0" y="135"/>
                      <a:pt x="0" y="135"/>
                    </a:cubicBezTo>
                    <a:cubicBezTo>
                      <a:pt x="0" y="220"/>
                      <a:pt x="206" y="289"/>
                      <a:pt x="460" y="289"/>
                    </a:cubicBezTo>
                    <a:cubicBezTo>
                      <a:pt x="714" y="289"/>
                      <a:pt x="921" y="220"/>
                      <a:pt x="921" y="135"/>
                    </a:cubicBezTo>
                    <a:lnTo>
                      <a:pt x="921" y="0"/>
                    </a:lnTo>
                    <a:close/>
                  </a:path>
                </a:pathLst>
              </a:custGeom>
              <a:pattFill prst="dkDnDiag">
                <a:fgClr>
                  <a:schemeClr val="accent1">
                    <a:lumMod val="75000"/>
                  </a:schemeClr>
                </a:fgClr>
                <a:bgClr>
                  <a:schemeClr val="accent1"/>
                </a:bgClr>
              </a:pattFill>
              <a:ln w="6350">
                <a:solidFill>
                  <a:schemeClr val="accent1">
                    <a:lumMod val="75000"/>
                  </a:schemeClr>
                </a:solidFill>
              </a:ln>
              <a:effectLst>
                <a:innerShdw dist="12700" dir="5400000">
                  <a:prstClr val="black">
                    <a:alpha val="10000"/>
                  </a:prstClr>
                </a:innerShdw>
              </a:effectLst>
            </p:spPr>
            <p:txBody>
              <a:bodyPr vert="horz" wrap="square" lIns="91440" tIns="45720" rIns="91440" bIns="45720" numCol="1" anchor="ctr" anchorCtr="0" compatLnSpc="1">
                <a:prstTxWarp prst="textNoShape">
                  <a:avLst/>
                </a:prstTxWarp>
              </a:bodyPr>
              <a:lstStyle/>
              <a:p>
                <a:pPr algn="ctr"/>
                <a:endParaRPr lang="ko-KR" altLang="en-US" sz="1000" b="1" dirty="0">
                  <a:gradFill>
                    <a:gsLst>
                      <a:gs pos="0">
                        <a:prstClr val="white"/>
                      </a:gs>
                      <a:gs pos="100000">
                        <a:prstClr val="white"/>
                      </a:gs>
                    </a:gsLst>
                    <a:lin ang="5400000" scaled="0"/>
                  </a:gradFill>
                </a:endParaRPr>
              </a:p>
            </p:txBody>
          </p:sp>
        </p:grpSp>
        <p:sp>
          <p:nvSpPr>
            <p:cNvPr id="144" name="TextBox 143"/>
            <p:cNvSpPr txBox="1"/>
            <p:nvPr/>
          </p:nvSpPr>
          <p:spPr>
            <a:xfrm>
              <a:off x="2975416" y="2553311"/>
              <a:ext cx="1014795" cy="256863"/>
            </a:xfrm>
            <a:prstGeom prst="rect">
              <a:avLst/>
            </a:prstGeom>
            <a:noFill/>
          </p:spPr>
          <p:txBody>
            <a:bodyPr wrap="square" lIns="72000" tIns="0" rIns="72000" bIns="0" rtlCol="0">
              <a:noAutofit/>
            </a:bodyPr>
            <a:lstStyle/>
            <a:p>
              <a:pPr lvl="0" algn="ctr"/>
              <a:r>
                <a:rPr lang="en-US" altLang="ko-KR" sz="1000" b="1" dirty="0">
                  <a:gradFill>
                    <a:gsLst>
                      <a:gs pos="0">
                        <a:schemeClr val="bg2"/>
                      </a:gs>
                      <a:gs pos="100000">
                        <a:schemeClr val="bg2"/>
                      </a:gs>
                    </a:gsLst>
                    <a:lin ang="5400000" scaled="0"/>
                  </a:gradFill>
                  <a:latin typeface="Roboto Condensed Regular"/>
                </a:rPr>
                <a:t>Lorem Ipsum </a:t>
              </a:r>
            </a:p>
          </p:txBody>
        </p:sp>
      </p:grpSp>
      <p:grpSp>
        <p:nvGrpSpPr>
          <p:cNvPr id="61" name="그룹 60"/>
          <p:cNvGrpSpPr/>
          <p:nvPr/>
        </p:nvGrpSpPr>
        <p:grpSpPr>
          <a:xfrm>
            <a:off x="993435" y="1444538"/>
            <a:ext cx="726283" cy="1069635"/>
            <a:chOff x="3119673" y="1444535"/>
            <a:chExt cx="726283" cy="1069635"/>
          </a:xfrm>
        </p:grpSpPr>
        <p:grpSp>
          <p:nvGrpSpPr>
            <p:cNvPr id="108" name="그룹 107"/>
            <p:cNvGrpSpPr/>
            <p:nvPr/>
          </p:nvGrpSpPr>
          <p:grpSpPr>
            <a:xfrm>
              <a:off x="3119673" y="1444535"/>
              <a:ext cx="726283" cy="818746"/>
              <a:chOff x="2865318" y="1573903"/>
              <a:chExt cx="773113" cy="871538"/>
            </a:xfrm>
          </p:grpSpPr>
          <p:grpSp>
            <p:nvGrpSpPr>
              <p:cNvPr id="112" name="그룹 111"/>
              <p:cNvGrpSpPr/>
              <p:nvPr/>
            </p:nvGrpSpPr>
            <p:grpSpPr>
              <a:xfrm>
                <a:off x="2865318" y="1573903"/>
                <a:ext cx="773113" cy="871538"/>
                <a:chOff x="2865318" y="1820082"/>
                <a:chExt cx="773113" cy="871538"/>
              </a:xfrm>
            </p:grpSpPr>
            <p:sp>
              <p:nvSpPr>
                <p:cNvPr id="114" name="Freeform 9"/>
                <p:cNvSpPr>
                  <a:spLocks/>
                </p:cNvSpPr>
                <p:nvPr/>
              </p:nvSpPr>
              <p:spPr bwMode="auto">
                <a:xfrm>
                  <a:off x="2865318" y="1820082"/>
                  <a:ext cx="773113" cy="871538"/>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solidFill>
                  <a:schemeClr val="accent1">
                    <a:lumMod val="40000"/>
                    <a:lumOff val="60000"/>
                  </a:schemeClr>
                </a:solid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5" name="타원 114"/>
                <p:cNvSpPr/>
                <p:nvPr/>
              </p:nvSpPr>
              <p:spPr>
                <a:xfrm>
                  <a:off x="2955148" y="1887674"/>
                  <a:ext cx="593452" cy="593452"/>
                </a:xfrm>
                <a:prstGeom prst="ellipse">
                  <a:avLst/>
                </a:prstGeom>
                <a:solidFill>
                  <a:schemeClr val="bg2"/>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13" name="TextBox 112"/>
              <p:cNvSpPr txBox="1"/>
              <p:nvPr/>
            </p:nvSpPr>
            <p:spPr>
              <a:xfrm>
                <a:off x="2955149" y="1709218"/>
                <a:ext cx="593452" cy="526389"/>
              </a:xfrm>
              <a:prstGeom prst="rect">
                <a:avLst/>
              </a:prstGeom>
              <a:noFill/>
            </p:spPr>
            <p:txBody>
              <a:bodyPr wrap="square" lIns="72000" tIns="0" rIns="72000" bIns="0" rtlCol="0" anchor="ctr">
                <a:noAutofit/>
              </a:bodyPr>
              <a:lstStyle/>
              <a:p>
                <a:pPr algn="ctr">
                  <a:lnSpc>
                    <a:spcPts val="1000"/>
                  </a:lnSpc>
                </a:pPr>
                <a:r>
                  <a:rPr lang="en-US" altLang="ko-KR" sz="1000" b="1" dirty="0">
                    <a:gradFill>
                      <a:gsLst>
                        <a:gs pos="0">
                          <a:schemeClr val="accent3">
                            <a:alpha val="50000"/>
                            <a:lumMod val="50000"/>
                          </a:schemeClr>
                        </a:gs>
                        <a:gs pos="100000">
                          <a:schemeClr val="accent3">
                            <a:alpha val="50000"/>
                            <a:lumMod val="50000"/>
                          </a:schemeClr>
                        </a:gs>
                      </a:gsLst>
                      <a:lin ang="5400000" scaled="0"/>
                    </a:gradFill>
                    <a:latin typeface="Roboto Condensed Regular"/>
                  </a:rPr>
                  <a:t>STEP </a:t>
                </a:r>
              </a:p>
              <a:p>
                <a:pPr algn="ctr">
                  <a:lnSpc>
                    <a:spcPts val="2000"/>
                  </a:lnSpc>
                </a:pPr>
                <a:r>
                  <a:rPr lang="en-US" altLang="ko-KR" sz="2000" b="1" dirty="0">
                    <a:gradFill>
                      <a:gsLst>
                        <a:gs pos="0">
                          <a:schemeClr val="accent1"/>
                        </a:gs>
                        <a:gs pos="100000">
                          <a:schemeClr val="accent1"/>
                        </a:gs>
                      </a:gsLst>
                      <a:lin ang="5400000" scaled="0"/>
                    </a:gradFill>
                    <a:latin typeface="Roboto Condensed Regular"/>
                  </a:rPr>
                  <a:t>01</a:t>
                </a:r>
                <a:endParaRPr lang="ko-KR" altLang="en-US" sz="2000" b="1" dirty="0">
                  <a:gradFill>
                    <a:gsLst>
                      <a:gs pos="0">
                        <a:schemeClr val="accent1"/>
                      </a:gs>
                      <a:gs pos="100000">
                        <a:schemeClr val="accent1"/>
                      </a:gs>
                    </a:gsLst>
                    <a:lin ang="5400000" scaled="0"/>
                  </a:gradFill>
                  <a:latin typeface="Roboto Condensed Regular"/>
                </a:endParaRPr>
              </a:p>
            </p:txBody>
          </p:sp>
        </p:grpSp>
        <p:cxnSp>
          <p:nvCxnSpPr>
            <p:cNvPr id="151" name="직선 연결선 150"/>
            <p:cNvCxnSpPr/>
            <p:nvPr/>
          </p:nvCxnSpPr>
          <p:spPr>
            <a:xfrm>
              <a:off x="3482814" y="2257940"/>
              <a:ext cx="0" cy="256230"/>
            </a:xfrm>
            <a:prstGeom prst="line">
              <a:avLst/>
            </a:prstGeom>
            <a:ln w="3175">
              <a:solidFill>
                <a:schemeClr val="accent1">
                  <a:lumMod val="75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grpSp>
        <p:nvGrpSpPr>
          <p:cNvPr id="68" name="그룹 67"/>
          <p:cNvGrpSpPr/>
          <p:nvPr/>
        </p:nvGrpSpPr>
        <p:grpSpPr>
          <a:xfrm>
            <a:off x="4960263" y="2476073"/>
            <a:ext cx="1081539" cy="520917"/>
            <a:chOff x="7086503" y="2476070"/>
            <a:chExt cx="1081539" cy="520917"/>
          </a:xfrm>
        </p:grpSpPr>
        <p:grpSp>
          <p:nvGrpSpPr>
            <p:cNvPr id="175" name="그룹 174"/>
            <p:cNvGrpSpPr/>
            <p:nvPr/>
          </p:nvGrpSpPr>
          <p:grpSpPr>
            <a:xfrm>
              <a:off x="7086503" y="2476070"/>
              <a:ext cx="1081539" cy="520917"/>
              <a:chOff x="1158618" y="3522370"/>
              <a:chExt cx="1081539" cy="520917"/>
            </a:xfrm>
            <a:effectLst>
              <a:outerShdw dist="63500" dir="5400000" algn="ctr" rotWithShape="0">
                <a:prstClr val="black">
                  <a:alpha val="10000"/>
                </a:prstClr>
              </a:outerShdw>
            </a:effectLst>
          </p:grpSpPr>
          <p:sp>
            <p:nvSpPr>
              <p:cNvPr id="183" name="Oval 10"/>
              <p:cNvSpPr>
                <a:spLocks noChangeArrowheads="1"/>
              </p:cNvSpPr>
              <p:nvPr/>
            </p:nvSpPr>
            <p:spPr bwMode="auto">
              <a:xfrm>
                <a:off x="1158618" y="3522370"/>
                <a:ext cx="1081539" cy="362895"/>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84" name="Freeform 11"/>
              <p:cNvSpPr>
                <a:spLocks/>
              </p:cNvSpPr>
              <p:nvPr/>
            </p:nvSpPr>
            <p:spPr bwMode="auto">
              <a:xfrm>
                <a:off x="1158618" y="3703420"/>
                <a:ext cx="1081539" cy="339867"/>
              </a:xfrm>
              <a:custGeom>
                <a:avLst/>
                <a:gdLst>
                  <a:gd name="T0" fmla="*/ 921 w 921"/>
                  <a:gd name="T1" fmla="*/ 0 h 289"/>
                  <a:gd name="T2" fmla="*/ 460 w 921"/>
                  <a:gd name="T3" fmla="*/ 155 h 289"/>
                  <a:gd name="T4" fmla="*/ 0 w 921"/>
                  <a:gd name="T5" fmla="*/ 0 h 289"/>
                  <a:gd name="T6" fmla="*/ 0 w 921"/>
                  <a:gd name="T7" fmla="*/ 135 h 289"/>
                  <a:gd name="T8" fmla="*/ 460 w 921"/>
                  <a:gd name="T9" fmla="*/ 289 h 289"/>
                  <a:gd name="T10" fmla="*/ 921 w 921"/>
                  <a:gd name="T11" fmla="*/ 135 h 289"/>
                  <a:gd name="T12" fmla="*/ 921 w 921"/>
                  <a:gd name="T13" fmla="*/ 0 h 289"/>
                </a:gdLst>
                <a:ahLst/>
                <a:cxnLst>
                  <a:cxn ang="0">
                    <a:pos x="T0" y="T1"/>
                  </a:cxn>
                  <a:cxn ang="0">
                    <a:pos x="T2" y="T3"/>
                  </a:cxn>
                  <a:cxn ang="0">
                    <a:pos x="T4" y="T5"/>
                  </a:cxn>
                  <a:cxn ang="0">
                    <a:pos x="T6" y="T7"/>
                  </a:cxn>
                  <a:cxn ang="0">
                    <a:pos x="T8" y="T9"/>
                  </a:cxn>
                  <a:cxn ang="0">
                    <a:pos x="T10" y="T11"/>
                  </a:cxn>
                  <a:cxn ang="0">
                    <a:pos x="T12" y="T13"/>
                  </a:cxn>
                </a:cxnLst>
                <a:rect l="0" t="0" r="r" b="b"/>
                <a:pathLst>
                  <a:path w="921" h="289">
                    <a:moveTo>
                      <a:pt x="921" y="0"/>
                    </a:moveTo>
                    <a:cubicBezTo>
                      <a:pt x="921" y="86"/>
                      <a:pt x="714" y="155"/>
                      <a:pt x="460" y="155"/>
                    </a:cubicBezTo>
                    <a:cubicBezTo>
                      <a:pt x="206" y="155"/>
                      <a:pt x="0" y="86"/>
                      <a:pt x="0" y="0"/>
                    </a:cubicBezTo>
                    <a:cubicBezTo>
                      <a:pt x="0" y="135"/>
                      <a:pt x="0" y="135"/>
                      <a:pt x="0" y="135"/>
                    </a:cubicBezTo>
                    <a:cubicBezTo>
                      <a:pt x="0" y="220"/>
                      <a:pt x="206" y="289"/>
                      <a:pt x="460" y="289"/>
                    </a:cubicBezTo>
                    <a:cubicBezTo>
                      <a:pt x="714" y="289"/>
                      <a:pt x="921" y="220"/>
                      <a:pt x="921" y="135"/>
                    </a:cubicBezTo>
                    <a:lnTo>
                      <a:pt x="921" y="0"/>
                    </a:lnTo>
                    <a:close/>
                  </a:path>
                </a:pathLst>
              </a:custGeom>
              <a:pattFill prst="ltUpDiag">
                <a:fgClr>
                  <a:schemeClr val="accent3">
                    <a:lumMod val="65000"/>
                  </a:schemeClr>
                </a:fgClr>
                <a:bgClr>
                  <a:schemeClr val="accent3">
                    <a:lumMod val="50000"/>
                  </a:schemeClr>
                </a:bgClr>
              </a:pattFill>
              <a:ln w="6350" cap="rnd">
                <a:solidFill>
                  <a:schemeClr val="accent3">
                    <a:lumMod val="5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176" name="TextBox 175"/>
            <p:cNvSpPr txBox="1"/>
            <p:nvPr/>
          </p:nvSpPr>
          <p:spPr>
            <a:xfrm>
              <a:off x="7119476" y="2553311"/>
              <a:ext cx="1014795" cy="256863"/>
            </a:xfrm>
            <a:prstGeom prst="rect">
              <a:avLst/>
            </a:prstGeom>
            <a:noFill/>
          </p:spPr>
          <p:txBody>
            <a:bodyPr wrap="square" lIns="72000" tIns="0" rIns="72000" bIns="0" rtlCol="0">
              <a:noAutofit/>
            </a:bodyPr>
            <a:lstStyle/>
            <a:p>
              <a:pPr algn="ctr"/>
              <a:r>
                <a:rPr lang="en-US" altLang="ko-KR" sz="1000" b="1" dirty="0">
                  <a:gradFill>
                    <a:gsLst>
                      <a:gs pos="0">
                        <a:schemeClr val="bg2"/>
                      </a:gs>
                      <a:gs pos="100000">
                        <a:schemeClr val="bg2"/>
                      </a:gs>
                    </a:gsLst>
                    <a:lin ang="5400000" scaled="0"/>
                  </a:gradFill>
                  <a:latin typeface="Roboto Condensed Regular"/>
                </a:rPr>
                <a:t>Lorem Ipsum </a:t>
              </a:r>
            </a:p>
          </p:txBody>
        </p:sp>
      </p:grpSp>
      <p:grpSp>
        <p:nvGrpSpPr>
          <p:cNvPr id="64" name="그룹 63"/>
          <p:cNvGrpSpPr/>
          <p:nvPr/>
        </p:nvGrpSpPr>
        <p:grpSpPr>
          <a:xfrm>
            <a:off x="5137495" y="1444538"/>
            <a:ext cx="726283" cy="1069635"/>
            <a:chOff x="7263733" y="1444535"/>
            <a:chExt cx="726283" cy="1069635"/>
          </a:xfrm>
        </p:grpSpPr>
        <p:grpSp>
          <p:nvGrpSpPr>
            <p:cNvPr id="177" name="그룹 176"/>
            <p:cNvGrpSpPr/>
            <p:nvPr/>
          </p:nvGrpSpPr>
          <p:grpSpPr>
            <a:xfrm>
              <a:off x="7263733" y="1444535"/>
              <a:ext cx="726283" cy="818746"/>
              <a:chOff x="2865318" y="1573903"/>
              <a:chExt cx="773113" cy="871538"/>
            </a:xfrm>
          </p:grpSpPr>
          <p:grpSp>
            <p:nvGrpSpPr>
              <p:cNvPr id="179" name="그룹 178"/>
              <p:cNvGrpSpPr/>
              <p:nvPr/>
            </p:nvGrpSpPr>
            <p:grpSpPr>
              <a:xfrm>
                <a:off x="2865318" y="1573903"/>
                <a:ext cx="773113" cy="871538"/>
                <a:chOff x="2865318" y="1820082"/>
                <a:chExt cx="773113" cy="871538"/>
              </a:xfrm>
            </p:grpSpPr>
            <p:sp>
              <p:nvSpPr>
                <p:cNvPr id="181" name="Freeform 9"/>
                <p:cNvSpPr>
                  <a:spLocks/>
                </p:cNvSpPr>
                <p:nvPr/>
              </p:nvSpPr>
              <p:spPr bwMode="auto">
                <a:xfrm>
                  <a:off x="2865318" y="1820082"/>
                  <a:ext cx="773113" cy="871538"/>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solidFill>
                  <a:schemeClr val="accent3">
                    <a:lumMod val="85000"/>
                  </a:schemeClr>
                </a:solid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2" name="타원 181"/>
                <p:cNvSpPr/>
                <p:nvPr/>
              </p:nvSpPr>
              <p:spPr>
                <a:xfrm>
                  <a:off x="2955148" y="1887674"/>
                  <a:ext cx="593452" cy="593452"/>
                </a:xfrm>
                <a:prstGeom prst="ellipse">
                  <a:avLst/>
                </a:prstGeom>
                <a:solidFill>
                  <a:schemeClr val="bg2"/>
                </a:solidFill>
                <a:ln w="31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80" name="TextBox 179"/>
              <p:cNvSpPr txBox="1"/>
              <p:nvPr/>
            </p:nvSpPr>
            <p:spPr>
              <a:xfrm>
                <a:off x="2955149" y="1709218"/>
                <a:ext cx="593452" cy="526389"/>
              </a:xfrm>
              <a:prstGeom prst="rect">
                <a:avLst/>
              </a:prstGeom>
              <a:noFill/>
            </p:spPr>
            <p:txBody>
              <a:bodyPr wrap="square" lIns="72000" tIns="0" rIns="72000" bIns="0" rtlCol="0" anchor="ctr">
                <a:noAutofit/>
              </a:bodyPr>
              <a:lstStyle/>
              <a:p>
                <a:pPr algn="ctr">
                  <a:lnSpc>
                    <a:spcPts val="1000"/>
                  </a:lnSpc>
                </a:pPr>
                <a:r>
                  <a:rPr lang="en-US" altLang="ko-KR" sz="1000" b="1" dirty="0">
                    <a:gradFill>
                      <a:gsLst>
                        <a:gs pos="0">
                          <a:schemeClr val="accent3">
                            <a:alpha val="50000"/>
                            <a:lumMod val="50000"/>
                          </a:schemeClr>
                        </a:gs>
                        <a:gs pos="100000">
                          <a:schemeClr val="accent3">
                            <a:alpha val="50000"/>
                            <a:lumMod val="50000"/>
                          </a:schemeClr>
                        </a:gs>
                      </a:gsLst>
                      <a:lin ang="5400000" scaled="0"/>
                    </a:gradFill>
                    <a:latin typeface="Roboto Condensed Regular"/>
                  </a:rPr>
                  <a:t>STEP </a:t>
                </a:r>
              </a:p>
              <a:p>
                <a:pPr algn="ctr">
                  <a:lnSpc>
                    <a:spcPts val="2000"/>
                  </a:lnSpc>
                </a:pPr>
                <a:r>
                  <a:rPr lang="en-US" altLang="ko-KR" sz="2000" b="1" dirty="0">
                    <a:gradFill>
                      <a:gsLst>
                        <a:gs pos="0">
                          <a:schemeClr val="tx2">
                            <a:lumMod val="75000"/>
                          </a:schemeClr>
                        </a:gs>
                        <a:gs pos="100000">
                          <a:schemeClr val="tx2">
                            <a:lumMod val="75000"/>
                          </a:schemeClr>
                        </a:gs>
                      </a:gsLst>
                      <a:lin ang="5400000" scaled="0"/>
                    </a:gradFill>
                    <a:latin typeface="Roboto Condensed Regular"/>
                  </a:rPr>
                  <a:t>04</a:t>
                </a:r>
                <a:endParaRPr lang="ko-KR" altLang="en-US" sz="2000" b="1" dirty="0">
                  <a:gradFill>
                    <a:gsLst>
                      <a:gs pos="0">
                        <a:schemeClr val="tx2">
                          <a:lumMod val="75000"/>
                        </a:schemeClr>
                      </a:gs>
                      <a:gs pos="100000">
                        <a:schemeClr val="tx2">
                          <a:lumMod val="75000"/>
                        </a:schemeClr>
                      </a:gs>
                    </a:gsLst>
                    <a:lin ang="5400000" scaled="0"/>
                  </a:gradFill>
                  <a:latin typeface="Roboto Condensed Regular"/>
                </a:endParaRPr>
              </a:p>
            </p:txBody>
          </p:sp>
        </p:grpSp>
        <p:cxnSp>
          <p:nvCxnSpPr>
            <p:cNvPr id="178" name="직선 연결선 177"/>
            <p:cNvCxnSpPr/>
            <p:nvPr/>
          </p:nvCxnSpPr>
          <p:spPr>
            <a:xfrm>
              <a:off x="7626874" y="2257940"/>
              <a:ext cx="0" cy="256230"/>
            </a:xfrm>
            <a:prstGeom prst="line">
              <a:avLst/>
            </a:prstGeom>
            <a:ln w="3175">
              <a:solidFill>
                <a:schemeClr val="tx2">
                  <a:alpha val="50000"/>
                </a:schemeClr>
              </a:solidFill>
              <a:prstDash val="dash"/>
              <a:headEnd type="none" w="sm" len="sm"/>
              <a:tailEnd type="oval" w="sm" len="sm"/>
            </a:ln>
          </p:spPr>
          <p:style>
            <a:lnRef idx="1">
              <a:schemeClr val="accent1"/>
            </a:lnRef>
            <a:fillRef idx="0">
              <a:schemeClr val="accent1"/>
            </a:fillRef>
            <a:effectRef idx="0">
              <a:schemeClr val="accent1"/>
            </a:effectRef>
            <a:fontRef idx="minor">
              <a:schemeClr val="tx1"/>
            </a:fontRef>
          </p:style>
        </p:cxnSp>
      </p:grpSp>
      <p:sp>
        <p:nvSpPr>
          <p:cNvPr id="190" name="TextBox 189"/>
          <p:cNvSpPr txBox="1"/>
          <p:nvPr/>
        </p:nvSpPr>
        <p:spPr>
          <a:xfrm>
            <a:off x="2711380" y="2698124"/>
            <a:ext cx="1435240" cy="224100"/>
          </a:xfrm>
          <a:prstGeom prst="rect">
            <a:avLst/>
          </a:prstGeom>
          <a:noFill/>
        </p:spPr>
        <p:txBody>
          <a:bodyPr wrap="square" lIns="0" tIns="0" rIns="0" bIns="0" rtlCol="0" anchor="ctr">
            <a:noAutofit/>
          </a:bodyPr>
          <a:lstStyle/>
          <a:p>
            <a:pPr lvl="0" algn="ctr"/>
            <a:r>
              <a:rPr lang="en-US" altLang="ko-KR" sz="1400" dirty="0">
                <a:gradFill>
                  <a:gsLst>
                    <a:gs pos="0">
                      <a:schemeClr val="accent1"/>
                    </a:gs>
                    <a:gs pos="100000">
                      <a:schemeClr val="accent1"/>
                    </a:gs>
                  </a:gsLst>
                  <a:lin ang="0" scaled="1"/>
                </a:gradFill>
                <a:latin typeface="Bebas Neue"/>
                <a:ea typeface="Roboto Condensed Regular"/>
                <a:cs typeface="+mj-cs"/>
              </a:rPr>
              <a:t>We are The Best</a:t>
            </a:r>
            <a:endParaRPr lang="nb-NO" altLang="ko-KR" sz="1400" b="1" dirty="0">
              <a:gradFill>
                <a:gsLst>
                  <a:gs pos="0">
                    <a:schemeClr val="accent1"/>
                  </a:gs>
                  <a:gs pos="100000">
                    <a:schemeClr val="accent1"/>
                  </a:gs>
                </a:gsLst>
                <a:lin ang="0" scaled="1"/>
              </a:gradFill>
              <a:latin typeface="Bebas Neue" pitchFamily="34" charset="0"/>
              <a:ea typeface="Roboto Light" pitchFamily="2" charset="0"/>
              <a:cs typeface="Roboto Condensed Regular"/>
            </a:endParaRPr>
          </a:p>
        </p:txBody>
      </p:sp>
    </p:spTree>
    <p:extLst>
      <p:ext uri="{BB962C8B-B14F-4D97-AF65-F5344CB8AC3E}">
        <p14:creationId xmlns:p14="http://schemas.microsoft.com/office/powerpoint/2010/main" val="97222296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strVal val="#ppt_h"/>
                                          </p:val>
                                        </p:tav>
                                        <p:tav tm="100000">
                                          <p:val>
                                            <p:strVal val="#ppt_h"/>
                                          </p:val>
                                        </p:tav>
                                      </p:tavLst>
                                    </p:anim>
                                  </p:childTnLst>
                                </p:cTn>
                              </p:par>
                              <p:par>
                                <p:cTn id="9" presetID="53" presetClass="entr" presetSubtype="0" fill="hold" grpId="0" nodeType="withEffect">
                                  <p:stCondLst>
                                    <p:cond delay="0"/>
                                  </p:stCondLst>
                                  <p:childTnLst>
                                    <p:set>
                                      <p:cBhvr>
                                        <p:cTn id="10" dur="1" fill="hold">
                                          <p:stCondLst>
                                            <p:cond delay="0"/>
                                          </p:stCondLst>
                                        </p:cTn>
                                        <p:tgtEl>
                                          <p:spTgt spid="190"/>
                                        </p:tgtEl>
                                        <p:attrNameLst>
                                          <p:attrName>style.visibility</p:attrName>
                                        </p:attrNameLst>
                                      </p:cBhvr>
                                      <p:to>
                                        <p:strVal val="visible"/>
                                      </p:to>
                                    </p:set>
                                    <p:anim calcmode="lin" valueType="num">
                                      <p:cBhvr>
                                        <p:cTn id="11" dur="500" fill="hold"/>
                                        <p:tgtEl>
                                          <p:spTgt spid="190"/>
                                        </p:tgtEl>
                                        <p:attrNameLst>
                                          <p:attrName>ppt_w</p:attrName>
                                        </p:attrNameLst>
                                      </p:cBhvr>
                                      <p:tavLst>
                                        <p:tav tm="0">
                                          <p:val>
                                            <p:fltVal val="0"/>
                                          </p:val>
                                        </p:tav>
                                        <p:tav tm="100000">
                                          <p:val>
                                            <p:strVal val="#ppt_w"/>
                                          </p:val>
                                        </p:tav>
                                      </p:tavLst>
                                    </p:anim>
                                    <p:anim calcmode="lin" valueType="num">
                                      <p:cBhvr>
                                        <p:cTn id="12" dur="500" fill="hold"/>
                                        <p:tgtEl>
                                          <p:spTgt spid="190"/>
                                        </p:tgtEl>
                                        <p:attrNameLst>
                                          <p:attrName>ppt_h</p:attrName>
                                        </p:attrNameLst>
                                      </p:cBhvr>
                                      <p:tavLst>
                                        <p:tav tm="0">
                                          <p:val>
                                            <p:fltVal val="0"/>
                                          </p:val>
                                        </p:tav>
                                        <p:tav tm="100000">
                                          <p:val>
                                            <p:strVal val="#ppt_h"/>
                                          </p:val>
                                        </p:tav>
                                      </p:tavLst>
                                    </p:anim>
                                    <p:animEffect transition="in" filter="fade">
                                      <p:cBhvr>
                                        <p:cTn id="13" dur="500"/>
                                        <p:tgtEl>
                                          <p:spTgt spid="190"/>
                                        </p:tgtEl>
                                      </p:cBhvr>
                                    </p:animEffect>
                                  </p:childTnLst>
                                </p:cTn>
                              </p:par>
                            </p:childTnLst>
                          </p:cTn>
                        </p:par>
                        <p:par>
                          <p:cTn id="14" fill="hold">
                            <p:stCondLst>
                              <p:cond delay="500"/>
                            </p:stCondLst>
                            <p:childTnLst>
                              <p:par>
                                <p:cTn id="15" presetID="47" presetClass="entr" presetSubtype="0" fill="hold" nodeType="after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fade">
                                      <p:cBhvr>
                                        <p:cTn id="17" dur="500"/>
                                        <p:tgtEl>
                                          <p:spTgt spid="61"/>
                                        </p:tgtEl>
                                      </p:cBhvr>
                                    </p:animEffect>
                                    <p:anim calcmode="lin" valueType="num">
                                      <p:cBhvr>
                                        <p:cTn id="18" dur="500" fill="hold"/>
                                        <p:tgtEl>
                                          <p:spTgt spid="61"/>
                                        </p:tgtEl>
                                        <p:attrNameLst>
                                          <p:attrName>ppt_x</p:attrName>
                                        </p:attrNameLst>
                                      </p:cBhvr>
                                      <p:tavLst>
                                        <p:tav tm="0">
                                          <p:val>
                                            <p:strVal val="#ppt_x"/>
                                          </p:val>
                                        </p:tav>
                                        <p:tav tm="100000">
                                          <p:val>
                                            <p:strVal val="#ppt_x"/>
                                          </p:val>
                                        </p:tav>
                                      </p:tavLst>
                                    </p:anim>
                                    <p:anim calcmode="lin" valueType="num">
                                      <p:cBhvr>
                                        <p:cTn id="19" dur="500" fill="hold"/>
                                        <p:tgtEl>
                                          <p:spTgt spid="61"/>
                                        </p:tgtEl>
                                        <p:attrNameLst>
                                          <p:attrName>ppt_y</p:attrName>
                                        </p:attrNameLst>
                                      </p:cBhvr>
                                      <p:tavLst>
                                        <p:tav tm="0">
                                          <p:val>
                                            <p:strVal val="#ppt_y-.1"/>
                                          </p:val>
                                        </p:tav>
                                        <p:tav tm="100000">
                                          <p:val>
                                            <p:strVal val="#ppt_y"/>
                                          </p:val>
                                        </p:tav>
                                      </p:tavLst>
                                    </p:anim>
                                  </p:childTnLst>
                                </p:cTn>
                              </p:par>
                              <p:par>
                                <p:cTn id="20" presetID="17" presetClass="entr" presetSubtype="10" fill="hold" nodeType="withEffect">
                                  <p:stCondLst>
                                    <p:cond delay="0"/>
                                  </p:stCondLst>
                                  <p:childTnLst>
                                    <p:set>
                                      <p:cBhvr>
                                        <p:cTn id="21" dur="1" fill="hold">
                                          <p:stCondLst>
                                            <p:cond delay="0"/>
                                          </p:stCondLst>
                                        </p:cTn>
                                        <p:tgtEl>
                                          <p:spTgt spid="65"/>
                                        </p:tgtEl>
                                        <p:attrNameLst>
                                          <p:attrName>style.visibility</p:attrName>
                                        </p:attrNameLst>
                                      </p:cBhvr>
                                      <p:to>
                                        <p:strVal val="visible"/>
                                      </p:to>
                                    </p:set>
                                    <p:anim calcmode="lin" valueType="num">
                                      <p:cBhvr>
                                        <p:cTn id="22" dur="500" fill="hold"/>
                                        <p:tgtEl>
                                          <p:spTgt spid="65"/>
                                        </p:tgtEl>
                                        <p:attrNameLst>
                                          <p:attrName>ppt_w</p:attrName>
                                        </p:attrNameLst>
                                      </p:cBhvr>
                                      <p:tavLst>
                                        <p:tav tm="0">
                                          <p:val>
                                            <p:fltVal val="0"/>
                                          </p:val>
                                        </p:tav>
                                        <p:tav tm="100000">
                                          <p:val>
                                            <p:strVal val="#ppt_w"/>
                                          </p:val>
                                        </p:tav>
                                      </p:tavLst>
                                    </p:anim>
                                    <p:anim calcmode="lin" valueType="num">
                                      <p:cBhvr>
                                        <p:cTn id="23" dur="500" fill="hold"/>
                                        <p:tgtEl>
                                          <p:spTgt spid="65"/>
                                        </p:tgtEl>
                                        <p:attrNameLst>
                                          <p:attrName>ppt_h</p:attrName>
                                        </p:attrNameLst>
                                      </p:cBhvr>
                                      <p:tavLst>
                                        <p:tav tm="0">
                                          <p:val>
                                            <p:strVal val="#ppt_h"/>
                                          </p:val>
                                        </p:tav>
                                        <p:tav tm="100000">
                                          <p:val>
                                            <p:strVal val="#ppt_h"/>
                                          </p:val>
                                        </p:tav>
                                      </p:tavLst>
                                    </p:anim>
                                  </p:childTnLst>
                                </p:cTn>
                              </p:par>
                            </p:childTnLst>
                          </p:cTn>
                        </p:par>
                        <p:par>
                          <p:cTn id="24" fill="hold">
                            <p:stCondLst>
                              <p:cond delay="1000"/>
                            </p:stCondLst>
                            <p:childTnLst>
                              <p:par>
                                <p:cTn id="25" presetID="47" presetClass="entr" presetSubtype="0" fill="hold" nodeType="after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fade">
                                      <p:cBhvr>
                                        <p:cTn id="27" dur="500"/>
                                        <p:tgtEl>
                                          <p:spTgt spid="62"/>
                                        </p:tgtEl>
                                      </p:cBhvr>
                                    </p:animEffect>
                                    <p:anim calcmode="lin" valueType="num">
                                      <p:cBhvr>
                                        <p:cTn id="28" dur="500" fill="hold"/>
                                        <p:tgtEl>
                                          <p:spTgt spid="62"/>
                                        </p:tgtEl>
                                        <p:attrNameLst>
                                          <p:attrName>ppt_x</p:attrName>
                                        </p:attrNameLst>
                                      </p:cBhvr>
                                      <p:tavLst>
                                        <p:tav tm="0">
                                          <p:val>
                                            <p:strVal val="#ppt_x"/>
                                          </p:val>
                                        </p:tav>
                                        <p:tav tm="100000">
                                          <p:val>
                                            <p:strVal val="#ppt_x"/>
                                          </p:val>
                                        </p:tav>
                                      </p:tavLst>
                                    </p:anim>
                                    <p:anim calcmode="lin" valueType="num">
                                      <p:cBhvr>
                                        <p:cTn id="29" dur="500" fill="hold"/>
                                        <p:tgtEl>
                                          <p:spTgt spid="62"/>
                                        </p:tgtEl>
                                        <p:attrNameLst>
                                          <p:attrName>ppt_y</p:attrName>
                                        </p:attrNameLst>
                                      </p:cBhvr>
                                      <p:tavLst>
                                        <p:tav tm="0">
                                          <p:val>
                                            <p:strVal val="#ppt_y-.1"/>
                                          </p:val>
                                        </p:tav>
                                        <p:tav tm="100000">
                                          <p:val>
                                            <p:strVal val="#ppt_y"/>
                                          </p:val>
                                        </p:tav>
                                      </p:tavLst>
                                    </p:anim>
                                  </p:childTnLst>
                                </p:cTn>
                              </p:par>
                              <p:par>
                                <p:cTn id="30" presetID="17" presetClass="entr" presetSubtype="10" fill="hold" nodeType="withEffect">
                                  <p:stCondLst>
                                    <p:cond delay="0"/>
                                  </p:stCondLst>
                                  <p:childTnLst>
                                    <p:set>
                                      <p:cBhvr>
                                        <p:cTn id="31" dur="1" fill="hold">
                                          <p:stCondLst>
                                            <p:cond delay="0"/>
                                          </p:stCondLst>
                                        </p:cTn>
                                        <p:tgtEl>
                                          <p:spTgt spid="66"/>
                                        </p:tgtEl>
                                        <p:attrNameLst>
                                          <p:attrName>style.visibility</p:attrName>
                                        </p:attrNameLst>
                                      </p:cBhvr>
                                      <p:to>
                                        <p:strVal val="visible"/>
                                      </p:to>
                                    </p:set>
                                    <p:anim calcmode="lin" valueType="num">
                                      <p:cBhvr>
                                        <p:cTn id="32" dur="500" fill="hold"/>
                                        <p:tgtEl>
                                          <p:spTgt spid="66"/>
                                        </p:tgtEl>
                                        <p:attrNameLst>
                                          <p:attrName>ppt_w</p:attrName>
                                        </p:attrNameLst>
                                      </p:cBhvr>
                                      <p:tavLst>
                                        <p:tav tm="0">
                                          <p:val>
                                            <p:fltVal val="0"/>
                                          </p:val>
                                        </p:tav>
                                        <p:tav tm="100000">
                                          <p:val>
                                            <p:strVal val="#ppt_w"/>
                                          </p:val>
                                        </p:tav>
                                      </p:tavLst>
                                    </p:anim>
                                    <p:anim calcmode="lin" valueType="num">
                                      <p:cBhvr>
                                        <p:cTn id="33" dur="500" fill="hold"/>
                                        <p:tgtEl>
                                          <p:spTgt spid="66"/>
                                        </p:tgtEl>
                                        <p:attrNameLst>
                                          <p:attrName>ppt_h</p:attrName>
                                        </p:attrNameLst>
                                      </p:cBhvr>
                                      <p:tavLst>
                                        <p:tav tm="0">
                                          <p:val>
                                            <p:strVal val="#ppt_h"/>
                                          </p:val>
                                        </p:tav>
                                        <p:tav tm="100000">
                                          <p:val>
                                            <p:strVal val="#ppt_h"/>
                                          </p:val>
                                        </p:tav>
                                      </p:tavLst>
                                    </p:anim>
                                  </p:childTnLst>
                                </p:cTn>
                              </p:par>
                            </p:childTnLst>
                          </p:cTn>
                        </p:par>
                        <p:par>
                          <p:cTn id="34" fill="hold">
                            <p:stCondLst>
                              <p:cond delay="1500"/>
                            </p:stCondLst>
                            <p:childTnLst>
                              <p:par>
                                <p:cTn id="35" presetID="47" presetClass="entr" presetSubtype="0" fill="hold" nodeType="afterEffect">
                                  <p:stCondLst>
                                    <p:cond delay="0"/>
                                  </p:stCondLst>
                                  <p:childTnLst>
                                    <p:set>
                                      <p:cBhvr>
                                        <p:cTn id="36" dur="1" fill="hold">
                                          <p:stCondLst>
                                            <p:cond delay="0"/>
                                          </p:stCondLst>
                                        </p:cTn>
                                        <p:tgtEl>
                                          <p:spTgt spid="63"/>
                                        </p:tgtEl>
                                        <p:attrNameLst>
                                          <p:attrName>style.visibility</p:attrName>
                                        </p:attrNameLst>
                                      </p:cBhvr>
                                      <p:to>
                                        <p:strVal val="visible"/>
                                      </p:to>
                                    </p:set>
                                    <p:animEffect transition="in" filter="fade">
                                      <p:cBhvr>
                                        <p:cTn id="37" dur="500"/>
                                        <p:tgtEl>
                                          <p:spTgt spid="63"/>
                                        </p:tgtEl>
                                      </p:cBhvr>
                                    </p:animEffect>
                                    <p:anim calcmode="lin" valueType="num">
                                      <p:cBhvr>
                                        <p:cTn id="38" dur="500" fill="hold"/>
                                        <p:tgtEl>
                                          <p:spTgt spid="63"/>
                                        </p:tgtEl>
                                        <p:attrNameLst>
                                          <p:attrName>ppt_x</p:attrName>
                                        </p:attrNameLst>
                                      </p:cBhvr>
                                      <p:tavLst>
                                        <p:tav tm="0">
                                          <p:val>
                                            <p:strVal val="#ppt_x"/>
                                          </p:val>
                                        </p:tav>
                                        <p:tav tm="100000">
                                          <p:val>
                                            <p:strVal val="#ppt_x"/>
                                          </p:val>
                                        </p:tav>
                                      </p:tavLst>
                                    </p:anim>
                                    <p:anim calcmode="lin" valueType="num">
                                      <p:cBhvr>
                                        <p:cTn id="39" dur="500" fill="hold"/>
                                        <p:tgtEl>
                                          <p:spTgt spid="63"/>
                                        </p:tgtEl>
                                        <p:attrNameLst>
                                          <p:attrName>ppt_y</p:attrName>
                                        </p:attrNameLst>
                                      </p:cBhvr>
                                      <p:tavLst>
                                        <p:tav tm="0">
                                          <p:val>
                                            <p:strVal val="#ppt_y-.1"/>
                                          </p:val>
                                        </p:tav>
                                        <p:tav tm="100000">
                                          <p:val>
                                            <p:strVal val="#ppt_y"/>
                                          </p:val>
                                        </p:tav>
                                      </p:tavLst>
                                    </p:anim>
                                  </p:childTnLst>
                                </p:cTn>
                              </p:par>
                              <p:par>
                                <p:cTn id="40" presetID="17" presetClass="entr" presetSubtype="10" fill="hold" nodeType="withEffect">
                                  <p:stCondLst>
                                    <p:cond delay="0"/>
                                  </p:stCondLst>
                                  <p:childTnLst>
                                    <p:set>
                                      <p:cBhvr>
                                        <p:cTn id="41" dur="1" fill="hold">
                                          <p:stCondLst>
                                            <p:cond delay="0"/>
                                          </p:stCondLst>
                                        </p:cTn>
                                        <p:tgtEl>
                                          <p:spTgt spid="67"/>
                                        </p:tgtEl>
                                        <p:attrNameLst>
                                          <p:attrName>style.visibility</p:attrName>
                                        </p:attrNameLst>
                                      </p:cBhvr>
                                      <p:to>
                                        <p:strVal val="visible"/>
                                      </p:to>
                                    </p:set>
                                    <p:anim calcmode="lin" valueType="num">
                                      <p:cBhvr>
                                        <p:cTn id="42" dur="500" fill="hold"/>
                                        <p:tgtEl>
                                          <p:spTgt spid="67"/>
                                        </p:tgtEl>
                                        <p:attrNameLst>
                                          <p:attrName>ppt_w</p:attrName>
                                        </p:attrNameLst>
                                      </p:cBhvr>
                                      <p:tavLst>
                                        <p:tav tm="0">
                                          <p:val>
                                            <p:fltVal val="0"/>
                                          </p:val>
                                        </p:tav>
                                        <p:tav tm="100000">
                                          <p:val>
                                            <p:strVal val="#ppt_w"/>
                                          </p:val>
                                        </p:tav>
                                      </p:tavLst>
                                    </p:anim>
                                    <p:anim calcmode="lin" valueType="num">
                                      <p:cBhvr>
                                        <p:cTn id="43" dur="500" fill="hold"/>
                                        <p:tgtEl>
                                          <p:spTgt spid="67"/>
                                        </p:tgtEl>
                                        <p:attrNameLst>
                                          <p:attrName>ppt_h</p:attrName>
                                        </p:attrNameLst>
                                      </p:cBhvr>
                                      <p:tavLst>
                                        <p:tav tm="0">
                                          <p:val>
                                            <p:strVal val="#ppt_h"/>
                                          </p:val>
                                        </p:tav>
                                        <p:tav tm="100000">
                                          <p:val>
                                            <p:strVal val="#ppt_h"/>
                                          </p:val>
                                        </p:tav>
                                      </p:tavLst>
                                    </p:anim>
                                  </p:childTnLst>
                                </p:cTn>
                              </p:par>
                            </p:childTnLst>
                          </p:cTn>
                        </p:par>
                        <p:par>
                          <p:cTn id="44" fill="hold">
                            <p:stCondLst>
                              <p:cond delay="2000"/>
                            </p:stCondLst>
                            <p:childTnLst>
                              <p:par>
                                <p:cTn id="45" presetID="47" presetClass="entr" presetSubtype="0" fill="hold" nodeType="afterEffect">
                                  <p:stCondLst>
                                    <p:cond delay="0"/>
                                  </p:stCondLst>
                                  <p:childTnLst>
                                    <p:set>
                                      <p:cBhvr>
                                        <p:cTn id="46" dur="1" fill="hold">
                                          <p:stCondLst>
                                            <p:cond delay="0"/>
                                          </p:stCondLst>
                                        </p:cTn>
                                        <p:tgtEl>
                                          <p:spTgt spid="64"/>
                                        </p:tgtEl>
                                        <p:attrNameLst>
                                          <p:attrName>style.visibility</p:attrName>
                                        </p:attrNameLst>
                                      </p:cBhvr>
                                      <p:to>
                                        <p:strVal val="visible"/>
                                      </p:to>
                                    </p:set>
                                    <p:animEffect transition="in" filter="fade">
                                      <p:cBhvr>
                                        <p:cTn id="47" dur="500"/>
                                        <p:tgtEl>
                                          <p:spTgt spid="64"/>
                                        </p:tgtEl>
                                      </p:cBhvr>
                                    </p:animEffect>
                                    <p:anim calcmode="lin" valueType="num">
                                      <p:cBhvr>
                                        <p:cTn id="48" dur="500" fill="hold"/>
                                        <p:tgtEl>
                                          <p:spTgt spid="64"/>
                                        </p:tgtEl>
                                        <p:attrNameLst>
                                          <p:attrName>ppt_x</p:attrName>
                                        </p:attrNameLst>
                                      </p:cBhvr>
                                      <p:tavLst>
                                        <p:tav tm="0">
                                          <p:val>
                                            <p:strVal val="#ppt_x"/>
                                          </p:val>
                                        </p:tav>
                                        <p:tav tm="100000">
                                          <p:val>
                                            <p:strVal val="#ppt_x"/>
                                          </p:val>
                                        </p:tav>
                                      </p:tavLst>
                                    </p:anim>
                                    <p:anim calcmode="lin" valueType="num">
                                      <p:cBhvr>
                                        <p:cTn id="49" dur="500" fill="hold"/>
                                        <p:tgtEl>
                                          <p:spTgt spid="64"/>
                                        </p:tgtEl>
                                        <p:attrNameLst>
                                          <p:attrName>ppt_y</p:attrName>
                                        </p:attrNameLst>
                                      </p:cBhvr>
                                      <p:tavLst>
                                        <p:tav tm="0">
                                          <p:val>
                                            <p:strVal val="#ppt_y-.1"/>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68"/>
                                        </p:tgtEl>
                                        <p:attrNameLst>
                                          <p:attrName>style.visibility</p:attrName>
                                        </p:attrNameLst>
                                      </p:cBhvr>
                                      <p:to>
                                        <p:strVal val="visible"/>
                                      </p:to>
                                    </p:set>
                                    <p:anim calcmode="lin" valueType="num">
                                      <p:cBhvr>
                                        <p:cTn id="52" dur="500" fill="hold"/>
                                        <p:tgtEl>
                                          <p:spTgt spid="68"/>
                                        </p:tgtEl>
                                        <p:attrNameLst>
                                          <p:attrName>ppt_w</p:attrName>
                                        </p:attrNameLst>
                                      </p:cBhvr>
                                      <p:tavLst>
                                        <p:tav tm="0">
                                          <p:val>
                                            <p:fltVal val="0"/>
                                          </p:val>
                                        </p:tav>
                                        <p:tav tm="100000">
                                          <p:val>
                                            <p:strVal val="#ppt_w"/>
                                          </p:val>
                                        </p:tav>
                                      </p:tavLst>
                                    </p:anim>
                                    <p:anim calcmode="lin" valueType="num">
                                      <p:cBhvr>
                                        <p:cTn id="53" dur="500" fill="hold"/>
                                        <p:tgtEl>
                                          <p:spTgt spid="68"/>
                                        </p:tgtEl>
                                        <p:attrNameLst>
                                          <p:attrName>ppt_h</p:attrName>
                                        </p:attrNameLst>
                                      </p:cBhvr>
                                      <p:tavLst>
                                        <p:tav tm="0">
                                          <p:val>
                                            <p:strVal val="#ppt_h"/>
                                          </p:val>
                                        </p:tav>
                                        <p:tav tm="100000">
                                          <p:val>
                                            <p:strVal val="#ppt_h"/>
                                          </p:val>
                                        </p:tav>
                                      </p:tavLst>
                                    </p:anim>
                                  </p:childTnLst>
                                </p:cTn>
                              </p:par>
                            </p:childTnLst>
                          </p:cTn>
                        </p:par>
                        <p:par>
                          <p:cTn id="54" fill="hold">
                            <p:stCondLst>
                              <p:cond delay="2500"/>
                            </p:stCondLst>
                            <p:childTnLst>
                              <p:par>
                                <p:cTn id="55" presetID="12" presetClass="entr" presetSubtype="1" fill="hold" nodeType="afterEffect">
                                  <p:stCondLst>
                                    <p:cond delay="0"/>
                                  </p:stCondLst>
                                  <p:childTnLst>
                                    <p:set>
                                      <p:cBhvr>
                                        <p:cTn id="56" dur="1" fill="hold">
                                          <p:stCondLst>
                                            <p:cond delay="0"/>
                                          </p:stCondLst>
                                        </p:cTn>
                                        <p:tgtEl>
                                          <p:spTgt spid="69"/>
                                        </p:tgtEl>
                                        <p:attrNameLst>
                                          <p:attrName>style.visibility</p:attrName>
                                        </p:attrNameLst>
                                      </p:cBhvr>
                                      <p:to>
                                        <p:strVal val="visible"/>
                                      </p:to>
                                    </p:set>
                                    <p:animEffect transition="in" filter="slide(fromTop)">
                                      <p:cBhvr>
                                        <p:cTn id="57" dur="500"/>
                                        <p:tgtEl>
                                          <p:spTgt spid="69"/>
                                        </p:tgtEl>
                                      </p:cBhvr>
                                    </p:animEffect>
                                  </p:childTnLst>
                                </p:cTn>
                              </p:par>
                              <p:par>
                                <p:cTn id="58" presetID="53"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 calcmode="lin" valueType="num">
                                      <p:cBhvr>
                                        <p:cTn id="60" dur="500" fill="hold"/>
                                        <p:tgtEl>
                                          <p:spTgt spid="23"/>
                                        </p:tgtEl>
                                        <p:attrNameLst>
                                          <p:attrName>ppt_w</p:attrName>
                                        </p:attrNameLst>
                                      </p:cBhvr>
                                      <p:tavLst>
                                        <p:tav tm="0">
                                          <p:val>
                                            <p:fltVal val="0"/>
                                          </p:val>
                                        </p:tav>
                                        <p:tav tm="100000">
                                          <p:val>
                                            <p:strVal val="#ppt_w"/>
                                          </p:val>
                                        </p:tav>
                                      </p:tavLst>
                                    </p:anim>
                                    <p:anim calcmode="lin" valueType="num">
                                      <p:cBhvr>
                                        <p:cTn id="61" dur="500" fill="hold"/>
                                        <p:tgtEl>
                                          <p:spTgt spid="23"/>
                                        </p:tgtEl>
                                        <p:attrNameLst>
                                          <p:attrName>ppt_h</p:attrName>
                                        </p:attrNameLst>
                                      </p:cBhvr>
                                      <p:tavLst>
                                        <p:tav tm="0">
                                          <p:val>
                                            <p:fltVal val="0"/>
                                          </p:val>
                                        </p:tav>
                                        <p:tav tm="100000">
                                          <p:val>
                                            <p:strVal val="#ppt_h"/>
                                          </p:val>
                                        </p:tav>
                                      </p:tavLst>
                                    </p:anim>
                                    <p:animEffect transition="in" filter="fade">
                                      <p:cBhvr>
                                        <p:cTn id="6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오른쪽 화살표 125"/>
          <p:cNvSpPr/>
          <p:nvPr/>
        </p:nvSpPr>
        <p:spPr>
          <a:xfrm rot="5400000" flipV="1">
            <a:off x="3065193" y="2247148"/>
            <a:ext cx="699608" cy="560741"/>
          </a:xfrm>
          <a:prstGeom prst="rightArrow">
            <a:avLst>
              <a:gd name="adj1" fmla="val 59527"/>
              <a:gd name="adj2" fmla="val 49460"/>
            </a:avLst>
          </a:prstGeom>
          <a:pattFill prst="ltUpDiag">
            <a:fgClr>
              <a:schemeClr val="accent6">
                <a:lumMod val="50000"/>
              </a:schemeClr>
            </a:fgClr>
            <a:bgClr>
              <a:schemeClr val="accent6"/>
            </a:bgClr>
          </a:patt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1" name="Title 10"/>
          <p:cNvSpPr>
            <a:spLocks noGrp="1"/>
          </p:cNvSpPr>
          <p:nvPr>
            <p:ph type="title"/>
          </p:nvPr>
        </p:nvSpPr>
        <p:spPr/>
        <p:txBody>
          <a:bodyPr/>
          <a:lstStyle/>
          <a:p>
            <a:r>
              <a:rPr lang="en-US" dirty="0"/>
              <a:t>Conclusion Inducement </a:t>
            </a:r>
            <a:r>
              <a:rPr lang="en-US" altLang="ko-KR" dirty="0"/>
              <a:t>Diagram</a:t>
            </a:r>
            <a:endParaRPr lang="en-US" dirty="0"/>
          </a:p>
        </p:txBody>
      </p:sp>
      <p:grpSp>
        <p:nvGrpSpPr>
          <p:cNvPr id="37" name="그룹 36"/>
          <p:cNvGrpSpPr/>
          <p:nvPr/>
        </p:nvGrpSpPr>
        <p:grpSpPr>
          <a:xfrm>
            <a:off x="1209675" y="2993940"/>
            <a:ext cx="4597400" cy="1261446"/>
            <a:chOff x="3346450" y="2866054"/>
            <a:chExt cx="4597400" cy="1261446"/>
          </a:xfrm>
        </p:grpSpPr>
        <p:grpSp>
          <p:nvGrpSpPr>
            <p:cNvPr id="131" name="그룹 130"/>
            <p:cNvGrpSpPr/>
            <p:nvPr/>
          </p:nvGrpSpPr>
          <p:grpSpPr>
            <a:xfrm>
              <a:off x="3346450" y="2989316"/>
              <a:ext cx="4597400" cy="1138184"/>
              <a:chOff x="3346450" y="2989316"/>
              <a:chExt cx="4597400" cy="1138184"/>
            </a:xfrm>
          </p:grpSpPr>
          <p:sp>
            <p:nvSpPr>
              <p:cNvPr id="121" name="모서리가 둥근 직사각형 120"/>
              <p:cNvSpPr/>
              <p:nvPr/>
            </p:nvSpPr>
            <p:spPr>
              <a:xfrm>
                <a:off x="3346450" y="2989316"/>
                <a:ext cx="4597400" cy="1138184"/>
              </a:xfrm>
              <a:prstGeom prst="roundRect">
                <a:avLst>
                  <a:gd name="adj" fmla="val 11472"/>
                </a:avLst>
              </a:prstGeom>
              <a:gradFill>
                <a:gsLst>
                  <a:gs pos="0">
                    <a:schemeClr val="accent6"/>
                  </a:gs>
                  <a:gs pos="100000">
                    <a:schemeClr val="accent6"/>
                  </a:gs>
                </a:gsLst>
                <a:lin ang="5400000" scaled="1"/>
              </a:gradFill>
              <a:ln w="3175" cap="flat" cmpd="sng" algn="ctr">
                <a:gradFill>
                  <a:gsLst>
                    <a:gs pos="0">
                      <a:schemeClr val="accent6">
                        <a:lumMod val="75000"/>
                      </a:schemeClr>
                    </a:gs>
                    <a:gs pos="100000">
                      <a:schemeClr val="accent6">
                        <a:lumMod val="75000"/>
                      </a:schemeClr>
                    </a:gs>
                  </a:gsLst>
                  <a:lin ang="5400000" scaled="1"/>
                </a:gradFill>
                <a:prstDash val="solid"/>
              </a:ln>
              <a:effectLst>
                <a:outerShdw dist="25400" dir="27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122" name="TextBox 121"/>
              <p:cNvSpPr txBox="1"/>
              <p:nvPr/>
            </p:nvSpPr>
            <p:spPr>
              <a:xfrm>
                <a:off x="3346450" y="3248877"/>
                <a:ext cx="4597400" cy="834174"/>
              </a:xfrm>
              <a:prstGeom prst="rect">
                <a:avLst/>
              </a:prstGeom>
              <a:noFill/>
            </p:spPr>
            <p:txBody>
              <a:bodyPr wrap="square" lIns="180000" tIns="0" rIns="180000" bIns="0" rtlCol="0">
                <a:noAutofit/>
              </a:bodyPr>
              <a:lstStyle/>
              <a:p>
                <a:pPr lvl="0">
                  <a:buClr>
                    <a:srgbClr val="4AB38B"/>
                  </a:buClr>
                </a:pPr>
                <a:r>
                  <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a:p>
                <a:pPr lvl="0">
                  <a:buClr>
                    <a:srgbClr val="4AB38B"/>
                  </a:buClr>
                </a:pPr>
                <a:endPar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a:p>
                <a:pPr>
                  <a:buClr>
                    <a:srgbClr val="4AB38B"/>
                  </a:buClr>
                </a:pPr>
                <a:r>
                  <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Praesent blandit dolor. Sed non quam. In vel mi sit amet augue congue elementum. Morbi in ipsum sit amet pede facilisis laoreet. Donec lacus nunc, viverra nec, blandit vel, egestas et, augue. Vestibulum tincidunt malesuada tellus. Ut ultrices ultrices enim. Curabitur sit amet mauris. </a:t>
                </a:r>
              </a:p>
            </p:txBody>
          </p:sp>
        </p:grpSp>
        <p:grpSp>
          <p:nvGrpSpPr>
            <p:cNvPr id="123" name="그룹 122"/>
            <p:cNvGrpSpPr/>
            <p:nvPr/>
          </p:nvGrpSpPr>
          <p:grpSpPr>
            <a:xfrm>
              <a:off x="3766338" y="2866054"/>
              <a:ext cx="3748752" cy="285099"/>
              <a:chOff x="2974358" y="1239602"/>
              <a:chExt cx="1057582" cy="285099"/>
            </a:xfrm>
          </p:grpSpPr>
          <p:sp>
            <p:nvSpPr>
              <p:cNvPr id="124" name="모서리가 둥근 직사각형 123"/>
              <p:cNvSpPr/>
              <p:nvPr/>
            </p:nvSpPr>
            <p:spPr>
              <a:xfrm>
                <a:off x="2974358" y="1278176"/>
                <a:ext cx="1057582" cy="246525"/>
              </a:xfrm>
              <a:prstGeom prst="roundRect">
                <a:avLst>
                  <a:gd name="adj" fmla="val 50000"/>
                </a:avLst>
              </a:prstGeom>
              <a:pattFill prst="dkDnDiag">
                <a:fgClr>
                  <a:schemeClr val="accent1">
                    <a:lumMod val="75000"/>
                  </a:schemeClr>
                </a:fgClr>
                <a:bgClr>
                  <a:schemeClr val="accent1"/>
                </a:bgClr>
              </a:pattFill>
              <a:ln w="3175">
                <a:solidFill>
                  <a:schemeClr val="accent1">
                    <a:lumMod val="75000"/>
                  </a:schemeClr>
                </a:solidFill>
              </a:ln>
              <a:effectLst>
                <a:innerShdw dist="12700" dir="5400000">
                  <a:prstClr val="black">
                    <a:alpha val="10000"/>
                  </a:prstClr>
                </a:innerShdw>
              </a:effectLst>
            </p:spPr>
            <p:txBody>
              <a:bodyPr vert="horz" wrap="square" lIns="91440" tIns="45720" rIns="91440" bIns="45720" numCol="1" anchor="ctr" anchorCtr="0" compatLnSpc="1">
                <a:prstTxWarp prst="textNoShape">
                  <a:avLst/>
                </a:prstTxWarp>
              </a:bodyPr>
              <a:lstStyle/>
              <a:p>
                <a:pPr algn="ctr"/>
                <a:endParaRPr lang="ko-KR" altLang="en-US" sz="1000" b="1" dirty="0">
                  <a:gradFill>
                    <a:gsLst>
                      <a:gs pos="0">
                        <a:prstClr val="white"/>
                      </a:gs>
                      <a:gs pos="100000">
                        <a:prstClr val="white"/>
                      </a:gs>
                    </a:gsLst>
                    <a:lin ang="5400000" scaled="0"/>
                  </a:gradFill>
                </a:endParaRPr>
              </a:p>
            </p:txBody>
          </p:sp>
          <p:sp>
            <p:nvSpPr>
              <p:cNvPr id="125" name="모서리가 둥근 직사각형 124"/>
              <p:cNvSpPr/>
              <p:nvPr/>
            </p:nvSpPr>
            <p:spPr>
              <a:xfrm>
                <a:off x="2974358" y="1239602"/>
                <a:ext cx="1057582" cy="246525"/>
              </a:xfrm>
              <a:prstGeom prst="roundRect">
                <a:avLst>
                  <a:gd name="adj" fmla="val 50000"/>
                </a:avLst>
              </a:prstGeom>
              <a:solidFill>
                <a:schemeClr val="accent1"/>
              </a:solidFill>
              <a:ln w="3175">
                <a:solidFill>
                  <a:schemeClr val="accent1">
                    <a:lumMod val="75000"/>
                  </a:schemeClr>
                </a:solidFill>
              </a:ln>
              <a:effectLst/>
            </p:spPr>
            <p:txBody>
              <a:bodyPr vert="horz" wrap="square" lIns="91440" tIns="45720" rIns="91440" bIns="45720" numCol="1" anchor="ctr" anchorCtr="0" compatLnSpc="1">
                <a:prstTxWarp prst="textNoShape">
                  <a:avLst/>
                </a:prstTxWarp>
              </a:bodyPr>
              <a:lstStyle/>
              <a:p>
                <a:pPr algn="ctr"/>
                <a:r>
                  <a:rPr lang="en-US" altLang="ko-KR" sz="1000" b="1" dirty="0">
                    <a:gradFill>
                      <a:gsLst>
                        <a:gs pos="0">
                          <a:schemeClr val="bg2"/>
                        </a:gs>
                        <a:gs pos="100000">
                          <a:schemeClr val="bg2"/>
                        </a:gs>
                      </a:gsLst>
                      <a:lin ang="5400000" scaled="0"/>
                    </a:gradFill>
                    <a:latin typeface="+mj-lt"/>
                  </a:rPr>
                  <a:t>LOREM IPSUM</a:t>
                </a:r>
                <a:endParaRPr lang="ko-KR" altLang="en-US" sz="1000" b="1" dirty="0">
                  <a:gradFill>
                    <a:gsLst>
                      <a:gs pos="0">
                        <a:schemeClr val="bg2"/>
                      </a:gs>
                      <a:gs pos="100000">
                        <a:schemeClr val="bg2"/>
                      </a:gs>
                    </a:gsLst>
                    <a:lin ang="5400000" scaled="0"/>
                  </a:gradFill>
                  <a:latin typeface="+mj-lt"/>
                </a:endParaRPr>
              </a:p>
            </p:txBody>
          </p:sp>
        </p:grpSp>
      </p:grpSp>
      <p:grpSp>
        <p:nvGrpSpPr>
          <p:cNvPr id="36" name="그룹 35"/>
          <p:cNvGrpSpPr/>
          <p:nvPr/>
        </p:nvGrpSpPr>
        <p:grpSpPr>
          <a:xfrm>
            <a:off x="563565" y="1240455"/>
            <a:ext cx="5716586" cy="1177040"/>
            <a:chOff x="2700340" y="1112569"/>
            <a:chExt cx="5716586" cy="1177040"/>
          </a:xfrm>
        </p:grpSpPr>
        <p:grpSp>
          <p:nvGrpSpPr>
            <p:cNvPr id="35" name="그룹 34"/>
            <p:cNvGrpSpPr/>
            <p:nvPr/>
          </p:nvGrpSpPr>
          <p:grpSpPr>
            <a:xfrm>
              <a:off x="2700340" y="1112569"/>
              <a:ext cx="3022423" cy="410331"/>
              <a:chOff x="2700340" y="1112569"/>
              <a:chExt cx="3022423" cy="410331"/>
            </a:xfrm>
          </p:grpSpPr>
          <p:grpSp>
            <p:nvGrpSpPr>
              <p:cNvPr id="34" name="그룹 33"/>
              <p:cNvGrpSpPr/>
              <p:nvPr/>
            </p:nvGrpSpPr>
            <p:grpSpPr>
              <a:xfrm>
                <a:off x="2700340" y="1112569"/>
                <a:ext cx="3022423" cy="410330"/>
                <a:chOff x="2700340" y="1112569"/>
                <a:chExt cx="3022423" cy="410330"/>
              </a:xfrm>
            </p:grpSpPr>
            <p:grpSp>
              <p:nvGrpSpPr>
                <p:cNvPr id="109" name="그룹 108"/>
                <p:cNvGrpSpPr/>
                <p:nvPr/>
              </p:nvGrpSpPr>
              <p:grpSpPr>
                <a:xfrm>
                  <a:off x="2700340" y="1112569"/>
                  <a:ext cx="3022423" cy="410330"/>
                  <a:chOff x="2700339" y="1091284"/>
                  <a:chExt cx="3022423" cy="410330"/>
                </a:xfrm>
              </p:grpSpPr>
              <p:sp>
                <p:nvSpPr>
                  <p:cNvPr id="95" name="직사각형 3"/>
                  <p:cNvSpPr/>
                  <p:nvPr/>
                </p:nvSpPr>
                <p:spPr>
                  <a:xfrm rot="5400000">
                    <a:off x="5312432" y="1091284"/>
                    <a:ext cx="410330" cy="410330"/>
                  </a:xfrm>
                  <a:custGeom>
                    <a:avLst/>
                    <a:gdLst/>
                    <a:ahLst/>
                    <a:cxnLst/>
                    <a:rect l="l" t="t" r="r" b="b"/>
                    <a:pathLst>
                      <a:path w="360000" h="360000">
                        <a:moveTo>
                          <a:pt x="360000" y="0"/>
                        </a:moveTo>
                        <a:lnTo>
                          <a:pt x="360000" y="288000"/>
                        </a:lnTo>
                        <a:cubicBezTo>
                          <a:pt x="320235" y="288000"/>
                          <a:pt x="288000" y="320235"/>
                          <a:pt x="288000" y="360000"/>
                        </a:cubicBezTo>
                        <a:lnTo>
                          <a:pt x="0" y="360000"/>
                        </a:lnTo>
                        <a:cubicBezTo>
                          <a:pt x="0" y="161177"/>
                          <a:pt x="161177" y="0"/>
                          <a:pt x="360000" y="0"/>
                        </a:cubicBezTo>
                        <a:close/>
                      </a:path>
                    </a:pathLst>
                  </a:custGeom>
                  <a:solidFill>
                    <a:schemeClr val="accent3">
                      <a:lumMod val="65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96" name="그룹 95"/>
                  <p:cNvGrpSpPr/>
                  <p:nvPr/>
                </p:nvGrpSpPr>
                <p:grpSpPr>
                  <a:xfrm flipH="1">
                    <a:off x="2700339" y="1091284"/>
                    <a:ext cx="2612096" cy="328264"/>
                    <a:chOff x="5929264" y="1078256"/>
                    <a:chExt cx="2641822" cy="331999"/>
                  </a:xfrm>
                </p:grpSpPr>
                <p:sp>
                  <p:nvSpPr>
                    <p:cNvPr id="98" name="직사각형 97"/>
                    <p:cNvSpPr>
                      <a:spLocks/>
                    </p:cNvSpPr>
                    <p:nvPr/>
                  </p:nvSpPr>
                  <p:spPr>
                    <a:xfrm rot="10800000" flipH="1" flipV="1">
                      <a:off x="5929264" y="1078256"/>
                      <a:ext cx="2487661" cy="331999"/>
                    </a:xfrm>
                    <a:prstGeom prst="rect">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9" name="타원 98"/>
                    <p:cNvSpPr/>
                    <p:nvPr/>
                  </p:nvSpPr>
                  <p:spPr>
                    <a:xfrm>
                      <a:off x="8239886" y="1078256"/>
                      <a:ext cx="331200" cy="331200"/>
                    </a:xfrm>
                    <a:prstGeom prst="ellips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sp>
              <p:nvSpPr>
                <p:cNvPr id="118" name="TextBox 117"/>
                <p:cNvSpPr txBox="1"/>
                <p:nvPr/>
              </p:nvSpPr>
              <p:spPr>
                <a:xfrm>
                  <a:off x="2737990" y="1178208"/>
                  <a:ext cx="2587992"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sz="1000" dirty="0">
                      <a:gradFill>
                        <a:gsLst>
                          <a:gs pos="0">
                            <a:schemeClr val="bg2"/>
                          </a:gs>
                          <a:gs pos="100000">
                            <a:schemeClr val="bg2"/>
                          </a:gs>
                        </a:gsLst>
                        <a:lin ang="5400000" scaled="0"/>
                      </a:gradFill>
                    </a:rPr>
                    <a:t>LOREM IPSUM</a:t>
                  </a:r>
                  <a:endParaRPr lang="ko-KR" altLang="en-US" sz="1000" dirty="0">
                    <a:gradFill>
                      <a:gsLst>
                        <a:gs pos="0">
                          <a:schemeClr val="bg2"/>
                        </a:gs>
                        <a:gs pos="100000">
                          <a:schemeClr val="bg2"/>
                        </a:gs>
                      </a:gsLst>
                      <a:lin ang="5400000" scaled="0"/>
                    </a:gradFill>
                  </a:endParaRPr>
                </a:p>
              </p:txBody>
            </p:sp>
            <p:sp>
              <p:nvSpPr>
                <p:cNvPr id="127" name="타원 126"/>
                <p:cNvSpPr/>
                <p:nvPr/>
              </p:nvSpPr>
              <p:spPr>
                <a:xfrm flipH="1">
                  <a:off x="2740328" y="1152557"/>
                  <a:ext cx="247496" cy="247498"/>
                </a:xfrm>
                <a:prstGeom prst="ellips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dirty="0">
                      <a:gradFill>
                        <a:gsLst>
                          <a:gs pos="0">
                            <a:schemeClr val="accent3">
                              <a:lumMod val="65000"/>
                            </a:schemeClr>
                          </a:gs>
                          <a:gs pos="100000">
                            <a:schemeClr val="accent3">
                              <a:lumMod val="65000"/>
                            </a:schemeClr>
                          </a:gs>
                        </a:gsLst>
                        <a:lin ang="5400000" scaled="0"/>
                      </a:gradFill>
                      <a:latin typeface="Bebas Neue" pitchFamily="34" charset="0"/>
                    </a:rPr>
                    <a:t>01</a:t>
                  </a:r>
                  <a:endParaRPr lang="ko-KR" altLang="en-US" sz="1200" dirty="0">
                    <a:gradFill>
                      <a:gsLst>
                        <a:gs pos="0">
                          <a:schemeClr val="accent3">
                            <a:lumMod val="65000"/>
                          </a:schemeClr>
                        </a:gs>
                        <a:gs pos="100000">
                          <a:schemeClr val="accent3">
                            <a:lumMod val="65000"/>
                          </a:schemeClr>
                        </a:gs>
                      </a:gsLst>
                      <a:lin ang="5400000" scaled="0"/>
                    </a:gradFill>
                    <a:latin typeface="Bebas Neue" pitchFamily="34" charset="0"/>
                  </a:endParaRPr>
                </a:p>
              </p:txBody>
            </p:sp>
          </p:grpSp>
          <p:sp>
            <p:nvSpPr>
              <p:cNvPr id="115" name="직사각형 3"/>
              <p:cNvSpPr/>
              <p:nvPr/>
            </p:nvSpPr>
            <p:spPr>
              <a:xfrm rot="16200000" flipH="1">
                <a:off x="5267798" y="1229174"/>
                <a:ext cx="351910" cy="235541"/>
              </a:xfrm>
              <a:custGeom>
                <a:avLst/>
                <a:gdLst/>
                <a:ahLst/>
                <a:cxnLst/>
                <a:rect l="l" t="t" r="r" b="b"/>
                <a:pathLst>
                  <a:path w="351910" h="235541">
                    <a:moveTo>
                      <a:pt x="0" y="194392"/>
                    </a:moveTo>
                    <a:cubicBezTo>
                      <a:pt x="7092" y="209588"/>
                      <a:pt x="16446" y="223384"/>
                      <a:pt x="27888" y="235541"/>
                    </a:cubicBezTo>
                    <a:cubicBezTo>
                      <a:pt x="101888" y="137505"/>
                      <a:pt x="219584" y="74868"/>
                      <a:pt x="351910" y="74868"/>
                    </a:cubicBezTo>
                    <a:lnTo>
                      <a:pt x="351910" y="68517"/>
                    </a:lnTo>
                    <a:cubicBezTo>
                      <a:pt x="311294" y="68517"/>
                      <a:pt x="277571" y="39013"/>
                      <a:pt x="272579" y="0"/>
                    </a:cubicBezTo>
                    <a:cubicBezTo>
                      <a:pt x="155986" y="22524"/>
                      <a:pt x="57132" y="94695"/>
                      <a:pt x="0" y="194392"/>
                    </a:cubicBezTo>
                    <a:close/>
                  </a:path>
                </a:pathLst>
              </a:custGeom>
              <a:pattFill prst="narHorz">
                <a:fgClr>
                  <a:schemeClr val="accent3">
                    <a:lumMod val="50000"/>
                  </a:schemeClr>
                </a:fgClr>
                <a:bgClr>
                  <a:schemeClr val="accent3">
                    <a:lumMod val="6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10" name="그룹 109"/>
            <p:cNvGrpSpPr/>
            <p:nvPr/>
          </p:nvGrpSpPr>
          <p:grpSpPr>
            <a:xfrm>
              <a:off x="5271400" y="1112569"/>
              <a:ext cx="3145526" cy="1144873"/>
              <a:chOff x="5271399" y="1091284"/>
              <a:chExt cx="3145526" cy="1144873"/>
            </a:xfrm>
          </p:grpSpPr>
          <p:sp>
            <p:nvSpPr>
              <p:cNvPr id="93" name="이등변 삼각형 92"/>
              <p:cNvSpPr/>
              <p:nvPr/>
            </p:nvSpPr>
            <p:spPr>
              <a:xfrm flipV="1">
                <a:off x="5271399" y="1944330"/>
                <a:ext cx="574463" cy="291827"/>
              </a:xfrm>
              <a:prstGeom prst="triangle">
                <a:avLst/>
              </a:prstGeom>
              <a:solidFill>
                <a:schemeClr val="bg1">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4" name="직사각형 93"/>
              <p:cNvSpPr>
                <a:spLocks/>
              </p:cNvSpPr>
              <p:nvPr/>
            </p:nvSpPr>
            <p:spPr>
              <a:xfrm rot="5400000" flipV="1">
                <a:off x="5337277" y="1558841"/>
                <a:ext cx="442714" cy="328264"/>
              </a:xfrm>
              <a:prstGeom prst="rect">
                <a:avLst/>
              </a:prstGeom>
              <a:solidFill>
                <a:schemeClr val="bg1">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7" name="직각 삼각형 96"/>
              <p:cNvSpPr>
                <a:spLocks/>
              </p:cNvSpPr>
              <p:nvPr/>
            </p:nvSpPr>
            <p:spPr>
              <a:xfrm rot="5400000" flipH="1">
                <a:off x="5395297" y="1616860"/>
                <a:ext cx="327474" cy="327473"/>
              </a:xfrm>
              <a:prstGeom prst="rtTriangle">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4" name="이등변 삼각형 83"/>
              <p:cNvSpPr/>
              <p:nvPr/>
            </p:nvSpPr>
            <p:spPr>
              <a:xfrm flipH="1" flipV="1">
                <a:off x="5271400" y="1944331"/>
                <a:ext cx="574463" cy="291826"/>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7" name="직사각형 66"/>
              <p:cNvSpPr>
                <a:spLocks/>
              </p:cNvSpPr>
              <p:nvPr/>
            </p:nvSpPr>
            <p:spPr>
              <a:xfrm rot="16200000" flipH="1" flipV="1">
                <a:off x="5337273" y="1558841"/>
                <a:ext cx="442714" cy="328264"/>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8" name="직사각형 3"/>
              <p:cNvSpPr/>
              <p:nvPr/>
            </p:nvSpPr>
            <p:spPr>
              <a:xfrm rot="16200000" flipH="1">
                <a:off x="5394499" y="1091284"/>
                <a:ext cx="410330" cy="410330"/>
              </a:xfrm>
              <a:custGeom>
                <a:avLst/>
                <a:gdLst/>
                <a:ahLst/>
                <a:cxnLst/>
                <a:rect l="l" t="t" r="r" b="b"/>
                <a:pathLst>
                  <a:path w="360000" h="360000">
                    <a:moveTo>
                      <a:pt x="360000" y="0"/>
                    </a:moveTo>
                    <a:lnTo>
                      <a:pt x="360000" y="288000"/>
                    </a:lnTo>
                    <a:cubicBezTo>
                      <a:pt x="320235" y="288000"/>
                      <a:pt x="288000" y="320235"/>
                      <a:pt x="288000" y="360000"/>
                    </a:cubicBezTo>
                    <a:lnTo>
                      <a:pt x="0" y="360000"/>
                    </a:lnTo>
                    <a:cubicBezTo>
                      <a:pt x="0" y="161177"/>
                      <a:pt x="161177" y="0"/>
                      <a:pt x="360000" y="0"/>
                    </a:cubicBezTo>
                    <a:close/>
                  </a:path>
                </a:pathLst>
              </a:cu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89" name="그룹 88"/>
              <p:cNvGrpSpPr/>
              <p:nvPr/>
            </p:nvGrpSpPr>
            <p:grpSpPr>
              <a:xfrm>
                <a:off x="5804828" y="1091285"/>
                <a:ext cx="2612097" cy="328264"/>
                <a:chOff x="5929264" y="1078256"/>
                <a:chExt cx="2641822" cy="331999"/>
              </a:xfrm>
            </p:grpSpPr>
            <p:sp>
              <p:nvSpPr>
                <p:cNvPr id="85" name="직사각형 84"/>
                <p:cNvSpPr>
                  <a:spLocks/>
                </p:cNvSpPr>
                <p:nvPr/>
              </p:nvSpPr>
              <p:spPr>
                <a:xfrm rot="10800000" flipH="1" flipV="1">
                  <a:off x="5929264" y="1078256"/>
                  <a:ext cx="2487661" cy="331999"/>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8" name="타원 87"/>
                <p:cNvSpPr/>
                <p:nvPr/>
              </p:nvSpPr>
              <p:spPr>
                <a:xfrm>
                  <a:off x="8239886" y="1078256"/>
                  <a:ext cx="331200" cy="3312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86" name="직각 삼각형 85"/>
              <p:cNvSpPr>
                <a:spLocks/>
              </p:cNvSpPr>
              <p:nvPr/>
            </p:nvSpPr>
            <p:spPr>
              <a:xfrm rot="16200000">
                <a:off x="5394490" y="1616860"/>
                <a:ext cx="327474" cy="327473"/>
              </a:xfrm>
              <a:prstGeom prst="rtTriangle">
                <a:avLst/>
              </a:prstGeom>
              <a:solidFill>
                <a:srgbClr val="000000">
                  <a:alpha val="10196"/>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16" name="TextBox 115"/>
            <p:cNvSpPr txBox="1"/>
            <p:nvPr/>
          </p:nvSpPr>
          <p:spPr>
            <a:xfrm>
              <a:off x="2855902" y="1540021"/>
              <a:ext cx="2281249" cy="749588"/>
            </a:xfrm>
            <a:prstGeom prst="rect">
              <a:avLst/>
            </a:prstGeom>
            <a:noFill/>
          </p:spPr>
          <p:txBody>
            <a:bodyPr wrap="square" lIns="108000" tIns="0" rIns="108000" bIns="0" rtlCol="0">
              <a:noAutofit/>
            </a:bodyPr>
            <a:lstStyle/>
            <a:p>
              <a:pPr lvl="0">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sp>
          <p:nvSpPr>
            <p:cNvPr id="117" name="TextBox 116"/>
            <p:cNvSpPr txBox="1"/>
            <p:nvPr/>
          </p:nvSpPr>
          <p:spPr>
            <a:xfrm>
              <a:off x="5971940" y="1540021"/>
              <a:ext cx="2281249" cy="749588"/>
            </a:xfrm>
            <a:prstGeom prst="rect">
              <a:avLst/>
            </a:prstGeom>
            <a:noFill/>
          </p:spPr>
          <p:txBody>
            <a:bodyPr wrap="square" lIns="108000" tIns="0" rIns="108000" bIns="0" rtlCol="0">
              <a:noAutofit/>
            </a:bodyPr>
            <a:lstStyle/>
            <a:p>
              <a:pPr lvl="0">
                <a:buClr>
                  <a:srgbClr val="4AB38B"/>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Nulla quis sem at nibh elem entum imperdiet. Duis sagittis ipsum. Praes ent mauris. Fusce nec tellus sed augue sem per porta. Mauris massa. Vestibulum lacinia arcu eget nulla. </a:t>
              </a:r>
            </a:p>
          </p:txBody>
        </p:sp>
        <p:sp>
          <p:nvSpPr>
            <p:cNvPr id="119" name="TextBox 118"/>
            <p:cNvSpPr txBox="1"/>
            <p:nvPr/>
          </p:nvSpPr>
          <p:spPr>
            <a:xfrm>
              <a:off x="5740668" y="1178208"/>
              <a:ext cx="2587992" cy="203603"/>
            </a:xfrm>
            <a:prstGeom prst="rect">
              <a:avLst/>
            </a:prstGeom>
            <a:noFill/>
          </p:spPr>
          <p:txBody>
            <a:bodyPr wrap="square" lIns="72000" tIns="0" rIns="72000" bIns="0" rtlCol="0" anchor="ctr">
              <a:noAutofit/>
            </a:bodyPr>
            <a:lstStyle>
              <a:defPPr>
                <a:defRPr lang="ko-KR"/>
              </a:defPPr>
              <a:lvl1pPr lvl="0" algn="r">
                <a:defRPr sz="800" b="1">
                  <a:gradFill>
                    <a:gsLst>
                      <a:gs pos="0">
                        <a:schemeClr val="bg1">
                          <a:lumMod val="50000"/>
                        </a:schemeClr>
                      </a:gs>
                      <a:gs pos="100000">
                        <a:schemeClr val="bg1">
                          <a:lumMod val="50000"/>
                        </a:schemeClr>
                      </a:gs>
                    </a:gsLst>
                    <a:lin ang="5400000" scaled="0"/>
                  </a:gradFill>
                  <a:latin typeface="Roboto Condensed Regular"/>
                </a:defRPr>
              </a:lvl1pPr>
            </a:lstStyle>
            <a:p>
              <a:pPr algn="ctr"/>
              <a:r>
                <a:rPr lang="en-US" altLang="ko-KR" sz="1000" dirty="0">
                  <a:gradFill>
                    <a:gsLst>
                      <a:gs pos="0">
                        <a:schemeClr val="bg2"/>
                      </a:gs>
                      <a:gs pos="100000">
                        <a:schemeClr val="bg2"/>
                      </a:gs>
                    </a:gsLst>
                    <a:lin ang="5400000" scaled="0"/>
                  </a:gradFill>
                </a:rPr>
                <a:t>LOREM IPSUM</a:t>
              </a:r>
              <a:endParaRPr lang="ko-KR" altLang="en-US" sz="1000" dirty="0">
                <a:gradFill>
                  <a:gsLst>
                    <a:gs pos="0">
                      <a:schemeClr val="bg2"/>
                    </a:gs>
                    <a:gs pos="100000">
                      <a:schemeClr val="bg2"/>
                    </a:gs>
                  </a:gsLst>
                  <a:lin ang="5400000" scaled="0"/>
                </a:gradFill>
              </a:endParaRPr>
            </a:p>
          </p:txBody>
        </p:sp>
        <p:sp>
          <p:nvSpPr>
            <p:cNvPr id="128" name="타원 127"/>
            <p:cNvSpPr/>
            <p:nvPr/>
          </p:nvSpPr>
          <p:spPr>
            <a:xfrm flipH="1">
              <a:off x="8129441" y="1152557"/>
              <a:ext cx="247496" cy="247498"/>
            </a:xfrm>
            <a:prstGeom prst="ellips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dirty="0">
                  <a:gradFill>
                    <a:gsLst>
                      <a:gs pos="0">
                        <a:schemeClr val="accent1"/>
                      </a:gs>
                      <a:gs pos="100000">
                        <a:schemeClr val="accent1"/>
                      </a:gs>
                    </a:gsLst>
                    <a:lin ang="5400000" scaled="0"/>
                  </a:gradFill>
                  <a:latin typeface="Bebas Neue" pitchFamily="34" charset="0"/>
                </a:rPr>
                <a:t>02</a:t>
              </a:r>
              <a:endParaRPr lang="ko-KR" altLang="en-US" sz="1200" dirty="0">
                <a:gradFill>
                  <a:gsLst>
                    <a:gs pos="0">
                      <a:schemeClr val="accent1"/>
                    </a:gs>
                    <a:gs pos="100000">
                      <a:schemeClr val="accent1"/>
                    </a:gs>
                  </a:gsLst>
                  <a:lin ang="5400000" scaled="0"/>
                </a:gradFill>
                <a:latin typeface="Bebas Neue" pitchFamily="34" charset="0"/>
              </a:endParaRPr>
            </a:p>
          </p:txBody>
        </p:sp>
      </p:grpSp>
    </p:spTree>
    <p:extLst>
      <p:ext uri="{BB962C8B-B14F-4D97-AF65-F5344CB8AC3E}">
        <p14:creationId xmlns:p14="http://schemas.microsoft.com/office/powerpoint/2010/main" val="319309643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anim calcmode="lin" valueType="num">
                                      <p:cBhvr>
                                        <p:cTn id="8" dur="500" fill="hold"/>
                                        <p:tgtEl>
                                          <p:spTgt spid="36"/>
                                        </p:tgtEl>
                                        <p:attrNameLst>
                                          <p:attrName>ppt_x</p:attrName>
                                        </p:attrNameLst>
                                      </p:cBhvr>
                                      <p:tavLst>
                                        <p:tav tm="0">
                                          <p:val>
                                            <p:strVal val="#ppt_x"/>
                                          </p:val>
                                        </p:tav>
                                        <p:tav tm="100000">
                                          <p:val>
                                            <p:strVal val="#ppt_x"/>
                                          </p:val>
                                        </p:tav>
                                      </p:tavLst>
                                    </p:anim>
                                    <p:anim calcmode="lin" valueType="num">
                                      <p:cBhvr>
                                        <p:cTn id="9" dur="500" fill="hold"/>
                                        <p:tgtEl>
                                          <p:spTgt spid="36"/>
                                        </p:tgtEl>
                                        <p:attrNameLst>
                                          <p:attrName>ppt_y</p:attrName>
                                        </p:attrNameLst>
                                      </p:cBhvr>
                                      <p:tavLst>
                                        <p:tav tm="0">
                                          <p:val>
                                            <p:strVal val="#ppt_y-.1"/>
                                          </p:val>
                                        </p:tav>
                                        <p:tav tm="100000">
                                          <p:val>
                                            <p:strVal val="#ppt_y"/>
                                          </p:val>
                                        </p:tav>
                                      </p:tavLst>
                                    </p:anim>
                                  </p:childTnLst>
                                </p:cTn>
                              </p:par>
                              <p:par>
                                <p:cTn id="10" presetID="12" presetClass="entr" presetSubtype="1" fill="hold" grpId="0" nodeType="withEffect">
                                  <p:stCondLst>
                                    <p:cond delay="400"/>
                                  </p:stCondLst>
                                  <p:childTnLst>
                                    <p:set>
                                      <p:cBhvr>
                                        <p:cTn id="11" dur="1" fill="hold">
                                          <p:stCondLst>
                                            <p:cond delay="0"/>
                                          </p:stCondLst>
                                        </p:cTn>
                                        <p:tgtEl>
                                          <p:spTgt spid="126"/>
                                        </p:tgtEl>
                                        <p:attrNameLst>
                                          <p:attrName>style.visibility</p:attrName>
                                        </p:attrNameLst>
                                      </p:cBhvr>
                                      <p:to>
                                        <p:strVal val="visible"/>
                                      </p:to>
                                    </p:set>
                                    <p:animEffect transition="in" filter="slide(fromTop)">
                                      <p:cBhvr>
                                        <p:cTn id="12" dur="500"/>
                                        <p:tgtEl>
                                          <p:spTgt spid="126"/>
                                        </p:tgtEl>
                                      </p:cBhvr>
                                    </p:animEffect>
                                  </p:childTnLst>
                                </p:cTn>
                              </p:par>
                              <p:par>
                                <p:cTn id="13" presetID="42" presetClass="entr" presetSubtype="0" fill="hold" nodeType="withEffect">
                                  <p:stCondLst>
                                    <p:cond delay="40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anim calcmode="lin" valueType="num">
                                      <p:cBhvr>
                                        <p:cTn id="16" dur="500" fill="hold"/>
                                        <p:tgtEl>
                                          <p:spTgt spid="37"/>
                                        </p:tgtEl>
                                        <p:attrNameLst>
                                          <p:attrName>ppt_x</p:attrName>
                                        </p:attrNameLst>
                                      </p:cBhvr>
                                      <p:tavLst>
                                        <p:tav tm="0">
                                          <p:val>
                                            <p:strVal val="#ppt_x"/>
                                          </p:val>
                                        </p:tav>
                                        <p:tav tm="100000">
                                          <p:val>
                                            <p:strVal val="#ppt_x"/>
                                          </p:val>
                                        </p:tav>
                                      </p:tavLst>
                                    </p:anim>
                                    <p:anim calcmode="lin" valueType="num">
                                      <p:cBhvr>
                                        <p:cTn id="17" dur="5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SWOT Analysis</a:t>
            </a:r>
          </a:p>
        </p:txBody>
      </p:sp>
      <p:grpSp>
        <p:nvGrpSpPr>
          <p:cNvPr id="24" name="그룹 23"/>
          <p:cNvGrpSpPr/>
          <p:nvPr/>
        </p:nvGrpSpPr>
        <p:grpSpPr>
          <a:xfrm>
            <a:off x="1197324" y="1066805"/>
            <a:ext cx="2177877" cy="1670681"/>
            <a:chOff x="3228975" y="1092200"/>
            <a:chExt cx="2077012" cy="1593306"/>
          </a:xfrm>
        </p:grpSpPr>
        <p:grpSp>
          <p:nvGrpSpPr>
            <p:cNvPr id="54" name="그룹 53"/>
            <p:cNvGrpSpPr/>
            <p:nvPr/>
          </p:nvGrpSpPr>
          <p:grpSpPr>
            <a:xfrm>
              <a:off x="3228975" y="1092200"/>
              <a:ext cx="2077012" cy="1593306"/>
              <a:chOff x="3228975" y="1111250"/>
              <a:chExt cx="2077012" cy="1593306"/>
            </a:xfrm>
          </p:grpSpPr>
          <p:sp>
            <p:nvSpPr>
              <p:cNvPr id="58" name="Freeform 6"/>
              <p:cNvSpPr>
                <a:spLocks/>
              </p:cNvSpPr>
              <p:nvPr/>
            </p:nvSpPr>
            <p:spPr bwMode="auto">
              <a:xfrm>
                <a:off x="3228975" y="2458716"/>
                <a:ext cx="2077012" cy="245840"/>
              </a:xfrm>
              <a:custGeom>
                <a:avLst/>
                <a:gdLst>
                  <a:gd name="T0" fmla="*/ 1378 w 1563"/>
                  <a:gd name="T1" fmla="*/ 0 h 185"/>
                  <a:gd name="T2" fmla="*/ 0 w 1563"/>
                  <a:gd name="T3" fmla="*/ 0 h 185"/>
                  <a:gd name="T4" fmla="*/ 187 w 1563"/>
                  <a:gd name="T5" fmla="*/ 185 h 185"/>
                  <a:gd name="T6" fmla="*/ 1563 w 1563"/>
                  <a:gd name="T7" fmla="*/ 185 h 185"/>
                  <a:gd name="T8" fmla="*/ 1378 w 1563"/>
                  <a:gd name="T9" fmla="*/ 0 h 185"/>
                </a:gdLst>
                <a:ahLst/>
                <a:cxnLst>
                  <a:cxn ang="0">
                    <a:pos x="T0" y="T1"/>
                  </a:cxn>
                  <a:cxn ang="0">
                    <a:pos x="T2" y="T3"/>
                  </a:cxn>
                  <a:cxn ang="0">
                    <a:pos x="T4" y="T5"/>
                  </a:cxn>
                  <a:cxn ang="0">
                    <a:pos x="T6" y="T7"/>
                  </a:cxn>
                  <a:cxn ang="0">
                    <a:pos x="T8" y="T9"/>
                  </a:cxn>
                </a:cxnLst>
                <a:rect l="0" t="0" r="r" b="b"/>
                <a:pathLst>
                  <a:path w="1563" h="185">
                    <a:moveTo>
                      <a:pt x="1378" y="0"/>
                    </a:moveTo>
                    <a:lnTo>
                      <a:pt x="0" y="0"/>
                    </a:lnTo>
                    <a:lnTo>
                      <a:pt x="187" y="185"/>
                    </a:lnTo>
                    <a:lnTo>
                      <a:pt x="1563" y="185"/>
                    </a:lnTo>
                    <a:lnTo>
                      <a:pt x="1378" y="0"/>
                    </a:lnTo>
                    <a:close/>
                  </a:path>
                </a:pathLst>
              </a:custGeom>
              <a:pattFill prst="ltUpDiag">
                <a:fgClr>
                  <a:schemeClr val="accent3">
                    <a:lumMod val="65000"/>
                  </a:schemeClr>
                </a:fgClr>
                <a:bgClr>
                  <a:schemeClr val="accent3">
                    <a:lumMod val="50000"/>
                  </a:schemeClr>
                </a:bgClr>
              </a:pattFill>
              <a:ln w="6350" cap="rnd">
                <a:solidFill>
                  <a:schemeClr val="accent4">
                    <a:lumMod val="50000"/>
                    <a:lumOff val="50000"/>
                  </a:schemeClr>
                </a:solidFill>
                <a:prstDash val="solid"/>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59" name="Freeform 7"/>
              <p:cNvSpPr>
                <a:spLocks/>
              </p:cNvSpPr>
              <p:nvPr/>
            </p:nvSpPr>
            <p:spPr bwMode="auto">
              <a:xfrm>
                <a:off x="5060147" y="1111250"/>
                <a:ext cx="245840" cy="1593306"/>
              </a:xfrm>
              <a:custGeom>
                <a:avLst/>
                <a:gdLst>
                  <a:gd name="T0" fmla="*/ 185 w 185"/>
                  <a:gd name="T1" fmla="*/ 187 h 1199"/>
                  <a:gd name="T2" fmla="*/ 185 w 185"/>
                  <a:gd name="T3" fmla="*/ 1199 h 1199"/>
                  <a:gd name="T4" fmla="*/ 0 w 185"/>
                  <a:gd name="T5" fmla="*/ 1014 h 1199"/>
                  <a:gd name="T6" fmla="*/ 0 w 185"/>
                  <a:gd name="T7" fmla="*/ 0 h 1199"/>
                  <a:gd name="T8" fmla="*/ 185 w 185"/>
                  <a:gd name="T9" fmla="*/ 187 h 1199"/>
                </a:gdLst>
                <a:ahLst/>
                <a:cxnLst>
                  <a:cxn ang="0">
                    <a:pos x="T0" y="T1"/>
                  </a:cxn>
                  <a:cxn ang="0">
                    <a:pos x="T2" y="T3"/>
                  </a:cxn>
                  <a:cxn ang="0">
                    <a:pos x="T4" y="T5"/>
                  </a:cxn>
                  <a:cxn ang="0">
                    <a:pos x="T6" y="T7"/>
                  </a:cxn>
                  <a:cxn ang="0">
                    <a:pos x="T8" y="T9"/>
                  </a:cxn>
                </a:cxnLst>
                <a:rect l="0" t="0" r="r" b="b"/>
                <a:pathLst>
                  <a:path w="185" h="1199">
                    <a:moveTo>
                      <a:pt x="185" y="187"/>
                    </a:moveTo>
                    <a:lnTo>
                      <a:pt x="185" y="1199"/>
                    </a:lnTo>
                    <a:lnTo>
                      <a:pt x="0" y="1014"/>
                    </a:lnTo>
                    <a:lnTo>
                      <a:pt x="0" y="0"/>
                    </a:lnTo>
                    <a:lnTo>
                      <a:pt x="185" y="187"/>
                    </a:lnTo>
                    <a:close/>
                  </a:path>
                </a:pathLst>
              </a:custGeom>
              <a:pattFill prst="ltDnDiag">
                <a:fgClr>
                  <a:schemeClr val="accent4">
                    <a:lumMod val="65000"/>
                    <a:lumOff val="35000"/>
                  </a:schemeClr>
                </a:fgClr>
                <a:bgClr>
                  <a:schemeClr val="accent3">
                    <a:lumMod val="50000"/>
                  </a:schemeClr>
                </a:bgClr>
              </a:pattFill>
              <a:ln w="6350" cap="rnd">
                <a:solidFill>
                  <a:schemeClr val="accent4">
                    <a:lumMod val="50000"/>
                    <a:lumOff val="50000"/>
                  </a:schemeClr>
                </a:solidFill>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60" name="한쪽 모서리가 둥근 사각형 59"/>
              <p:cNvSpPr>
                <a:spLocks/>
              </p:cNvSpPr>
              <p:nvPr/>
            </p:nvSpPr>
            <p:spPr>
              <a:xfrm flipH="1">
                <a:off x="3228975" y="1111250"/>
                <a:ext cx="1831172" cy="1347466"/>
              </a:xfrm>
              <a:prstGeom prst="round1Rect">
                <a:avLst/>
              </a:prstGeom>
              <a:solidFill>
                <a:schemeClr val="accent3">
                  <a:lumMod val="65000"/>
                </a:schemeClr>
              </a:solidFill>
              <a:ln w="6350" cap="rnd" cmpd="sng" algn="ctr">
                <a:solidFill>
                  <a:schemeClr val="accent4">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1" name="타원 60"/>
              <p:cNvSpPr>
                <a:spLocks/>
              </p:cNvSpPr>
              <p:nvPr/>
            </p:nvSpPr>
            <p:spPr>
              <a:xfrm>
                <a:off x="3292475" y="1174750"/>
                <a:ext cx="349250" cy="349250"/>
              </a:xfrm>
              <a:prstGeom prst="ellipse">
                <a:avLst/>
              </a:prstGeom>
              <a:solidFill>
                <a:schemeClr val="bg2"/>
              </a:solidFill>
              <a:ln w="3175" cap="flat" cmpd="sng" algn="ctr">
                <a:solidFill>
                  <a:schemeClr val="accent3">
                    <a:lumMod val="50000"/>
                  </a:schemeClr>
                </a:solidFill>
                <a:prstDash val="solid"/>
              </a:ln>
              <a:effectLst>
                <a:innerShdw dist="25400" dir="13500000">
                  <a:prstClr val="black">
                    <a:alpha val="1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3400"/>
                  </a:lnSpc>
                </a:pPr>
                <a:r>
                  <a:rPr lang="en-US" altLang="ko-KR"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rPr>
                  <a:t>S</a:t>
                </a:r>
                <a:endParaRPr lang="ko-KR" altLang="en-US"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endParaRPr>
              </a:p>
            </p:txBody>
          </p:sp>
        </p:grpSp>
        <p:grpSp>
          <p:nvGrpSpPr>
            <p:cNvPr id="55" name="그룹 54"/>
            <p:cNvGrpSpPr/>
            <p:nvPr/>
          </p:nvGrpSpPr>
          <p:grpSpPr>
            <a:xfrm>
              <a:off x="3724275" y="1254125"/>
              <a:ext cx="1260475" cy="1063625"/>
              <a:chOff x="3705225" y="1273175"/>
              <a:chExt cx="1260475" cy="1063625"/>
            </a:xfrm>
          </p:grpSpPr>
          <p:sp>
            <p:nvSpPr>
              <p:cNvPr id="56" name="TextBox 55"/>
              <p:cNvSpPr txBox="1"/>
              <p:nvPr/>
            </p:nvSpPr>
            <p:spPr>
              <a:xfrm>
                <a:off x="3705225" y="1273175"/>
                <a:ext cx="1260475" cy="231775"/>
              </a:xfrm>
              <a:prstGeom prst="rect">
                <a:avLst/>
              </a:prstGeom>
              <a:noFill/>
            </p:spPr>
            <p:txBody>
              <a:bodyPr wrap="square" lIns="0" tIns="0" rIns="0" bIns="0" rtlCol="0">
                <a:noAutofit/>
              </a:bodyPr>
              <a:lstStyle/>
              <a:p>
                <a:pPr algn="just">
                  <a:spcAft>
                    <a:spcPts val="300"/>
                  </a:spcAft>
                </a:pPr>
                <a:r>
                  <a:rPr lang="nb-NO" sz="1200" b="1" dirty="0">
                    <a:gradFill>
                      <a:gsLst>
                        <a:gs pos="0">
                          <a:schemeClr val="bg2"/>
                        </a:gs>
                        <a:gs pos="100000">
                          <a:schemeClr val="bg2"/>
                        </a:gs>
                      </a:gsLst>
                      <a:lin ang="5400000" scaled="0"/>
                    </a:gradFill>
                    <a:latin typeface="Roboto Condensed Regular"/>
                    <a:ea typeface="Roboto Light" pitchFamily="2" charset="0"/>
                    <a:cs typeface="Roboto Condensed Regular"/>
                  </a:rPr>
                  <a:t>Insert Title Text</a:t>
                </a:r>
                <a:endParaRPr lang="en-US" sz="800" dirty="0">
                  <a:gradFill>
                    <a:gsLst>
                      <a:gs pos="0">
                        <a:schemeClr val="bg2"/>
                      </a:gs>
                      <a:gs pos="100000">
                        <a:schemeClr val="bg2"/>
                      </a:gs>
                    </a:gsLst>
                    <a:lin ang="5400000" scaled="0"/>
                  </a:gradFill>
                  <a:latin typeface="Roboto Condensed Regular"/>
                  <a:cs typeface="Roboto Condensed Regular"/>
                </a:endParaRPr>
              </a:p>
            </p:txBody>
          </p:sp>
          <p:sp>
            <p:nvSpPr>
              <p:cNvPr id="57" name="TextBox 56"/>
              <p:cNvSpPr txBox="1"/>
              <p:nvPr/>
            </p:nvSpPr>
            <p:spPr>
              <a:xfrm>
                <a:off x="3705225" y="1537164"/>
                <a:ext cx="1211709" cy="799636"/>
              </a:xfrm>
              <a:prstGeom prst="rect">
                <a:avLst/>
              </a:prstGeom>
              <a:noFill/>
            </p:spPr>
            <p:txBody>
              <a:bodyPr wrap="square" lIns="0" tIns="0" rIns="0" bIns="0" rtlCol="0" anchor="t">
                <a:noAutofit/>
              </a:bodyPr>
              <a:lstStyle/>
              <a:p>
                <a:pPr lvl="0">
                  <a:buClr>
                    <a:schemeClr val="bg2"/>
                  </a:buClr>
                </a:pPr>
                <a:r>
                  <a:rPr lang="pt-BR" altLang="ko-KR" sz="800" dirty="0">
                    <a:gradFill>
                      <a:gsLst>
                        <a:gs pos="0">
                          <a:schemeClr val="accent4">
                            <a:alpha val="50000"/>
                          </a:schemeClr>
                        </a:gs>
                        <a:gs pos="100000">
                          <a:schemeClr val="accent4">
                            <a:alpha val="50000"/>
                          </a:schemeClr>
                        </a:gs>
                      </a:gsLst>
                      <a:lin ang="5400000" scaled="0"/>
                    </a:gradFill>
                    <a:ea typeface="Roboto Light" pitchFamily="2" charset="0"/>
                    <a:cs typeface="Roboto Condensed Regular"/>
                  </a:rPr>
                  <a:t>Praesent blandit dolor. Sed non quam. In vel mi sit amet augue congue elementum. Morbi in ipsum sit amet pede facilisis laoreet. Donec lacus nunc, viverra nec, blandit vel, </a:t>
                </a:r>
              </a:p>
            </p:txBody>
          </p:sp>
        </p:grpSp>
      </p:grpSp>
      <p:grpSp>
        <p:nvGrpSpPr>
          <p:cNvPr id="25" name="그룹 24"/>
          <p:cNvGrpSpPr/>
          <p:nvPr/>
        </p:nvGrpSpPr>
        <p:grpSpPr>
          <a:xfrm>
            <a:off x="3483886" y="1066805"/>
            <a:ext cx="2180663" cy="1670681"/>
            <a:chOff x="5409638" y="1092200"/>
            <a:chExt cx="2079669" cy="1593306"/>
          </a:xfrm>
        </p:grpSpPr>
        <p:grpSp>
          <p:nvGrpSpPr>
            <p:cNvPr id="46" name="그룹 45"/>
            <p:cNvGrpSpPr/>
            <p:nvPr/>
          </p:nvGrpSpPr>
          <p:grpSpPr>
            <a:xfrm>
              <a:off x="5409638" y="1092200"/>
              <a:ext cx="2079669" cy="1593306"/>
              <a:chOff x="5409638" y="1111250"/>
              <a:chExt cx="2079669" cy="1593306"/>
            </a:xfrm>
          </p:grpSpPr>
          <p:sp>
            <p:nvSpPr>
              <p:cNvPr id="50" name="Freeform 9"/>
              <p:cNvSpPr>
                <a:spLocks/>
              </p:cNvSpPr>
              <p:nvPr/>
            </p:nvSpPr>
            <p:spPr bwMode="auto">
              <a:xfrm>
                <a:off x="5409638" y="2458716"/>
                <a:ext cx="2077012" cy="245840"/>
              </a:xfrm>
              <a:custGeom>
                <a:avLst/>
                <a:gdLst>
                  <a:gd name="T0" fmla="*/ 187 w 1563"/>
                  <a:gd name="T1" fmla="*/ 0 h 185"/>
                  <a:gd name="T2" fmla="*/ 1563 w 1563"/>
                  <a:gd name="T3" fmla="*/ 0 h 185"/>
                  <a:gd name="T4" fmla="*/ 1378 w 1563"/>
                  <a:gd name="T5" fmla="*/ 185 h 185"/>
                  <a:gd name="T6" fmla="*/ 0 w 1563"/>
                  <a:gd name="T7" fmla="*/ 185 h 185"/>
                  <a:gd name="T8" fmla="*/ 187 w 1563"/>
                  <a:gd name="T9" fmla="*/ 0 h 185"/>
                </a:gdLst>
                <a:ahLst/>
                <a:cxnLst>
                  <a:cxn ang="0">
                    <a:pos x="T0" y="T1"/>
                  </a:cxn>
                  <a:cxn ang="0">
                    <a:pos x="T2" y="T3"/>
                  </a:cxn>
                  <a:cxn ang="0">
                    <a:pos x="T4" y="T5"/>
                  </a:cxn>
                  <a:cxn ang="0">
                    <a:pos x="T6" y="T7"/>
                  </a:cxn>
                  <a:cxn ang="0">
                    <a:pos x="T8" y="T9"/>
                  </a:cxn>
                </a:cxnLst>
                <a:rect l="0" t="0" r="r" b="b"/>
                <a:pathLst>
                  <a:path w="1563" h="185">
                    <a:moveTo>
                      <a:pt x="187" y="0"/>
                    </a:moveTo>
                    <a:lnTo>
                      <a:pt x="1563" y="0"/>
                    </a:lnTo>
                    <a:lnTo>
                      <a:pt x="1378" y="185"/>
                    </a:lnTo>
                    <a:lnTo>
                      <a:pt x="0" y="185"/>
                    </a:lnTo>
                    <a:lnTo>
                      <a:pt x="187" y="0"/>
                    </a:lnTo>
                    <a:close/>
                  </a:path>
                </a:pathLst>
              </a:custGeom>
              <a:pattFill prst="dkDn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51" name="Freeform 10"/>
              <p:cNvSpPr>
                <a:spLocks/>
              </p:cNvSpPr>
              <p:nvPr/>
            </p:nvSpPr>
            <p:spPr bwMode="auto">
              <a:xfrm>
                <a:off x="5409638" y="1111250"/>
                <a:ext cx="248498" cy="1593306"/>
              </a:xfrm>
              <a:custGeom>
                <a:avLst/>
                <a:gdLst>
                  <a:gd name="T0" fmla="*/ 0 w 187"/>
                  <a:gd name="T1" fmla="*/ 187 h 1199"/>
                  <a:gd name="T2" fmla="*/ 0 w 187"/>
                  <a:gd name="T3" fmla="*/ 1199 h 1199"/>
                  <a:gd name="T4" fmla="*/ 187 w 187"/>
                  <a:gd name="T5" fmla="*/ 1014 h 1199"/>
                  <a:gd name="T6" fmla="*/ 187 w 187"/>
                  <a:gd name="T7" fmla="*/ 0 h 1199"/>
                  <a:gd name="T8" fmla="*/ 0 w 187"/>
                  <a:gd name="T9" fmla="*/ 187 h 1199"/>
                </a:gdLst>
                <a:ahLst/>
                <a:cxnLst>
                  <a:cxn ang="0">
                    <a:pos x="T0" y="T1"/>
                  </a:cxn>
                  <a:cxn ang="0">
                    <a:pos x="T2" y="T3"/>
                  </a:cxn>
                  <a:cxn ang="0">
                    <a:pos x="T4" y="T5"/>
                  </a:cxn>
                  <a:cxn ang="0">
                    <a:pos x="T6" y="T7"/>
                  </a:cxn>
                  <a:cxn ang="0">
                    <a:pos x="T8" y="T9"/>
                  </a:cxn>
                </a:cxnLst>
                <a:rect l="0" t="0" r="r" b="b"/>
                <a:pathLst>
                  <a:path w="187" h="1199">
                    <a:moveTo>
                      <a:pt x="0" y="187"/>
                    </a:moveTo>
                    <a:lnTo>
                      <a:pt x="0" y="1199"/>
                    </a:lnTo>
                    <a:lnTo>
                      <a:pt x="187" y="1014"/>
                    </a:lnTo>
                    <a:lnTo>
                      <a:pt x="187" y="0"/>
                    </a:lnTo>
                    <a:lnTo>
                      <a:pt x="0" y="187"/>
                    </a:lnTo>
                    <a:close/>
                  </a:path>
                </a:pathLst>
              </a:custGeom>
              <a:pattFill prst="dkUpDiag">
                <a:fgClr>
                  <a:schemeClr val="accent1">
                    <a:lumMod val="50000"/>
                  </a:schemeClr>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52" name="한쪽 모서리가 둥근 사각형 51"/>
              <p:cNvSpPr>
                <a:spLocks/>
              </p:cNvSpPr>
              <p:nvPr/>
            </p:nvSpPr>
            <p:spPr>
              <a:xfrm>
                <a:off x="5658135" y="1111250"/>
                <a:ext cx="1831172" cy="1347466"/>
              </a:xfrm>
              <a:prstGeom prst="round1Rect">
                <a:avLst/>
              </a:pr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53" name="타원 52"/>
              <p:cNvSpPr>
                <a:spLocks/>
              </p:cNvSpPr>
              <p:nvPr/>
            </p:nvSpPr>
            <p:spPr>
              <a:xfrm>
                <a:off x="7076557" y="1174750"/>
                <a:ext cx="349250" cy="349250"/>
              </a:xfrm>
              <a:prstGeom prst="ellipse">
                <a:avLst/>
              </a:prstGeom>
              <a:solidFill>
                <a:schemeClr val="bg2"/>
              </a:solidFill>
              <a:ln w="3175" cap="flat" cmpd="sng" algn="ctr">
                <a:solidFill>
                  <a:schemeClr val="accent1">
                    <a:lumMod val="75000"/>
                  </a:schemeClr>
                </a:solidFill>
                <a:prstDash val="solid"/>
              </a:ln>
              <a:effectLst>
                <a:innerShdw dist="25400" dir="13500000">
                  <a:prstClr val="black">
                    <a:alpha val="1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3400"/>
                  </a:lnSpc>
                </a:pPr>
                <a:r>
                  <a:rPr lang="en-US" altLang="ko-KR" sz="2500" b="1" dirty="0">
                    <a:gradFill>
                      <a:gsLst>
                        <a:gs pos="0">
                          <a:schemeClr val="accent1"/>
                        </a:gs>
                        <a:gs pos="100000">
                          <a:schemeClr val="accent1"/>
                        </a:gs>
                      </a:gsLst>
                      <a:lin ang="5400000" scaled="0"/>
                    </a:gradFill>
                    <a:latin typeface="Bebas Neue" pitchFamily="34" charset="0"/>
                    <a:ea typeface="Roboto Condensed Regular"/>
                  </a:rPr>
                  <a:t>W</a:t>
                </a:r>
                <a:endParaRPr lang="ko-KR" altLang="en-US" sz="2500" b="1" dirty="0">
                  <a:gradFill>
                    <a:gsLst>
                      <a:gs pos="0">
                        <a:schemeClr val="accent1"/>
                      </a:gs>
                      <a:gs pos="100000">
                        <a:schemeClr val="accent1"/>
                      </a:gs>
                    </a:gsLst>
                    <a:lin ang="5400000" scaled="0"/>
                  </a:gradFill>
                  <a:latin typeface="Bebas Neue" pitchFamily="34" charset="0"/>
                  <a:ea typeface="Roboto Condensed Regular"/>
                </a:endParaRPr>
              </a:p>
            </p:txBody>
          </p:sp>
        </p:grpSp>
        <p:grpSp>
          <p:nvGrpSpPr>
            <p:cNvPr id="47" name="그룹 46"/>
            <p:cNvGrpSpPr/>
            <p:nvPr/>
          </p:nvGrpSpPr>
          <p:grpSpPr>
            <a:xfrm>
              <a:off x="5870575" y="1254125"/>
              <a:ext cx="1260475" cy="1063625"/>
              <a:chOff x="3705225" y="1273175"/>
              <a:chExt cx="1260475" cy="1063625"/>
            </a:xfrm>
          </p:grpSpPr>
          <p:sp>
            <p:nvSpPr>
              <p:cNvPr id="48" name="TextBox 47"/>
              <p:cNvSpPr txBox="1"/>
              <p:nvPr/>
            </p:nvSpPr>
            <p:spPr>
              <a:xfrm>
                <a:off x="3705225" y="1273175"/>
                <a:ext cx="1260475" cy="231775"/>
              </a:xfrm>
              <a:prstGeom prst="rect">
                <a:avLst/>
              </a:prstGeom>
              <a:noFill/>
            </p:spPr>
            <p:txBody>
              <a:bodyPr wrap="square" lIns="0" tIns="0" rIns="0" bIns="0" rtlCol="0">
                <a:noAutofit/>
              </a:bodyPr>
              <a:lstStyle/>
              <a:p>
                <a:pPr algn="just">
                  <a:spcAft>
                    <a:spcPts val="300"/>
                  </a:spcAft>
                </a:pPr>
                <a:r>
                  <a:rPr lang="nb-NO" altLang="ko-KR" sz="1200" b="1" dirty="0">
                    <a:gradFill>
                      <a:gsLst>
                        <a:gs pos="0">
                          <a:schemeClr val="bg2"/>
                        </a:gs>
                        <a:gs pos="100000">
                          <a:schemeClr val="bg2"/>
                        </a:gs>
                      </a:gsLst>
                      <a:lin ang="5400000" scaled="0"/>
                    </a:gradFill>
                    <a:latin typeface="Roboto Condensed Regular"/>
                    <a:ea typeface="Roboto Light" pitchFamily="2" charset="0"/>
                    <a:cs typeface="Roboto Condensed Regular"/>
                  </a:rPr>
                  <a:t>Insert Title Text</a:t>
                </a:r>
                <a:endParaRPr lang="en-US" altLang="ko-KR" sz="1200" b="1" dirty="0">
                  <a:gradFill>
                    <a:gsLst>
                      <a:gs pos="0">
                        <a:schemeClr val="bg2"/>
                      </a:gs>
                      <a:gs pos="100000">
                        <a:schemeClr val="bg2"/>
                      </a:gs>
                    </a:gsLst>
                    <a:lin ang="5400000" scaled="0"/>
                  </a:gradFill>
                  <a:latin typeface="Roboto Condensed Regular"/>
                  <a:ea typeface="Roboto Light" pitchFamily="2" charset="0"/>
                  <a:cs typeface="Roboto Condensed Regular"/>
                </a:endParaRPr>
              </a:p>
            </p:txBody>
          </p:sp>
          <p:sp>
            <p:nvSpPr>
              <p:cNvPr id="49" name="TextBox 48"/>
              <p:cNvSpPr txBox="1"/>
              <p:nvPr/>
            </p:nvSpPr>
            <p:spPr>
              <a:xfrm>
                <a:off x="3705225" y="1537164"/>
                <a:ext cx="1197089" cy="799636"/>
              </a:xfrm>
              <a:prstGeom prst="rect">
                <a:avLst/>
              </a:prstGeom>
              <a:noFill/>
            </p:spPr>
            <p:txBody>
              <a:bodyPr wrap="square" lIns="0" tIns="0" rIns="0" bIns="0" rtlCol="0" anchor="t">
                <a:noAutofit/>
              </a:bodyPr>
              <a:lstStyle/>
              <a:p>
                <a:pPr lvl="0">
                  <a:buClr>
                    <a:schemeClr val="bg2"/>
                  </a:buClr>
                </a:pPr>
                <a:r>
                  <a:rPr lang="pt-BR" altLang="ko-KR" sz="800" dirty="0">
                    <a:gradFill>
                      <a:gsLst>
                        <a:gs pos="0">
                          <a:schemeClr val="accent4">
                            <a:alpha val="50000"/>
                          </a:schemeClr>
                        </a:gs>
                        <a:gs pos="100000">
                          <a:schemeClr val="accent4">
                            <a:alpha val="50000"/>
                          </a:schemeClr>
                        </a:gs>
                      </a:gsLst>
                      <a:lin ang="5400000" scaled="0"/>
                    </a:gradFill>
                    <a:ea typeface="Roboto Light" pitchFamily="2" charset="0"/>
                    <a:cs typeface="Roboto Condensed Regular"/>
                  </a:rPr>
                  <a:t>Praesent blandit dolor. Sed non quam. In vel mi sit amet augue congue elementum. Morbi in ipsum sit amet pede facilisis laoreet. Donec lacus nunc, viverra nec, blandit vel, </a:t>
                </a:r>
              </a:p>
            </p:txBody>
          </p:sp>
        </p:grpSp>
      </p:grpSp>
      <p:grpSp>
        <p:nvGrpSpPr>
          <p:cNvPr id="26" name="그룹 25"/>
          <p:cNvGrpSpPr/>
          <p:nvPr/>
        </p:nvGrpSpPr>
        <p:grpSpPr>
          <a:xfrm>
            <a:off x="1197324" y="2846172"/>
            <a:ext cx="2177877" cy="1670681"/>
            <a:chOff x="3228975" y="2789158"/>
            <a:chExt cx="2077012" cy="1593306"/>
          </a:xfrm>
        </p:grpSpPr>
        <p:grpSp>
          <p:nvGrpSpPr>
            <p:cNvPr id="37" name="그룹 36"/>
            <p:cNvGrpSpPr/>
            <p:nvPr/>
          </p:nvGrpSpPr>
          <p:grpSpPr>
            <a:xfrm>
              <a:off x="3228975" y="2789158"/>
              <a:ext cx="2077012" cy="1593306"/>
              <a:chOff x="3228975" y="2808208"/>
              <a:chExt cx="2077012" cy="1593306"/>
            </a:xfrm>
          </p:grpSpPr>
          <p:sp>
            <p:nvSpPr>
              <p:cNvPr id="41" name="Freeform 12"/>
              <p:cNvSpPr>
                <a:spLocks/>
              </p:cNvSpPr>
              <p:nvPr/>
            </p:nvSpPr>
            <p:spPr bwMode="auto">
              <a:xfrm>
                <a:off x="3228975" y="2808208"/>
                <a:ext cx="2077012" cy="249826"/>
              </a:xfrm>
              <a:custGeom>
                <a:avLst/>
                <a:gdLst>
                  <a:gd name="T0" fmla="*/ 1378 w 1563"/>
                  <a:gd name="T1" fmla="*/ 188 h 188"/>
                  <a:gd name="T2" fmla="*/ 0 w 1563"/>
                  <a:gd name="T3" fmla="*/ 188 h 188"/>
                  <a:gd name="T4" fmla="*/ 187 w 1563"/>
                  <a:gd name="T5" fmla="*/ 0 h 188"/>
                  <a:gd name="T6" fmla="*/ 1563 w 1563"/>
                  <a:gd name="T7" fmla="*/ 0 h 188"/>
                  <a:gd name="T8" fmla="*/ 1378 w 1563"/>
                  <a:gd name="T9" fmla="*/ 188 h 188"/>
                </a:gdLst>
                <a:ahLst/>
                <a:cxnLst>
                  <a:cxn ang="0">
                    <a:pos x="T0" y="T1"/>
                  </a:cxn>
                  <a:cxn ang="0">
                    <a:pos x="T2" y="T3"/>
                  </a:cxn>
                  <a:cxn ang="0">
                    <a:pos x="T4" y="T5"/>
                  </a:cxn>
                  <a:cxn ang="0">
                    <a:pos x="T6" y="T7"/>
                  </a:cxn>
                  <a:cxn ang="0">
                    <a:pos x="T8" y="T9"/>
                  </a:cxn>
                </a:cxnLst>
                <a:rect l="0" t="0" r="r" b="b"/>
                <a:pathLst>
                  <a:path w="1563" h="188">
                    <a:moveTo>
                      <a:pt x="1378" y="188"/>
                    </a:moveTo>
                    <a:lnTo>
                      <a:pt x="0" y="188"/>
                    </a:lnTo>
                    <a:lnTo>
                      <a:pt x="187" y="0"/>
                    </a:lnTo>
                    <a:lnTo>
                      <a:pt x="1563" y="0"/>
                    </a:lnTo>
                    <a:lnTo>
                      <a:pt x="1378" y="188"/>
                    </a:lnTo>
                    <a:close/>
                  </a:path>
                </a:pathLst>
              </a:custGeom>
              <a:pattFill prst="ltUpDiag">
                <a:fgClr>
                  <a:schemeClr val="accent3">
                    <a:lumMod val="65000"/>
                  </a:schemeClr>
                </a:fgClr>
                <a:bgClr>
                  <a:schemeClr val="accent3">
                    <a:lumMod val="50000"/>
                  </a:schemeClr>
                </a:bgClr>
              </a:pattFill>
              <a:ln w="6350" cap="rnd">
                <a:solidFill>
                  <a:schemeClr val="accent4">
                    <a:lumMod val="50000"/>
                    <a:lumOff val="50000"/>
                  </a:schemeClr>
                </a:solidFill>
                <a:prstDash val="solid"/>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42" name="Freeform 13"/>
              <p:cNvSpPr>
                <a:spLocks/>
              </p:cNvSpPr>
              <p:nvPr/>
            </p:nvSpPr>
            <p:spPr bwMode="auto">
              <a:xfrm>
                <a:off x="5060147" y="2808208"/>
                <a:ext cx="245840" cy="1593306"/>
              </a:xfrm>
              <a:custGeom>
                <a:avLst/>
                <a:gdLst>
                  <a:gd name="T0" fmla="*/ 185 w 185"/>
                  <a:gd name="T1" fmla="*/ 1015 h 1199"/>
                  <a:gd name="T2" fmla="*/ 185 w 185"/>
                  <a:gd name="T3" fmla="*/ 0 h 1199"/>
                  <a:gd name="T4" fmla="*/ 0 w 185"/>
                  <a:gd name="T5" fmla="*/ 188 h 1199"/>
                  <a:gd name="T6" fmla="*/ 0 w 185"/>
                  <a:gd name="T7" fmla="*/ 1199 h 1199"/>
                  <a:gd name="T8" fmla="*/ 185 w 185"/>
                  <a:gd name="T9" fmla="*/ 1015 h 1199"/>
                </a:gdLst>
                <a:ahLst/>
                <a:cxnLst>
                  <a:cxn ang="0">
                    <a:pos x="T0" y="T1"/>
                  </a:cxn>
                  <a:cxn ang="0">
                    <a:pos x="T2" y="T3"/>
                  </a:cxn>
                  <a:cxn ang="0">
                    <a:pos x="T4" y="T5"/>
                  </a:cxn>
                  <a:cxn ang="0">
                    <a:pos x="T6" y="T7"/>
                  </a:cxn>
                  <a:cxn ang="0">
                    <a:pos x="T8" y="T9"/>
                  </a:cxn>
                </a:cxnLst>
                <a:rect l="0" t="0" r="r" b="b"/>
                <a:pathLst>
                  <a:path w="185" h="1199">
                    <a:moveTo>
                      <a:pt x="185" y="1015"/>
                    </a:moveTo>
                    <a:lnTo>
                      <a:pt x="185" y="0"/>
                    </a:lnTo>
                    <a:lnTo>
                      <a:pt x="0" y="188"/>
                    </a:lnTo>
                    <a:lnTo>
                      <a:pt x="0" y="1199"/>
                    </a:lnTo>
                    <a:lnTo>
                      <a:pt x="185" y="1015"/>
                    </a:lnTo>
                    <a:close/>
                  </a:path>
                </a:pathLst>
              </a:custGeom>
              <a:pattFill prst="ltDnDiag">
                <a:fgClr>
                  <a:schemeClr val="accent4">
                    <a:lumMod val="65000"/>
                    <a:lumOff val="35000"/>
                  </a:schemeClr>
                </a:fgClr>
                <a:bgClr>
                  <a:schemeClr val="accent3">
                    <a:lumMod val="50000"/>
                  </a:schemeClr>
                </a:bgClr>
              </a:pattFill>
              <a:ln w="6350" cap="rnd">
                <a:solidFill>
                  <a:schemeClr val="accent4">
                    <a:lumMod val="50000"/>
                    <a:lumOff val="50000"/>
                  </a:schemeClr>
                </a:solidFill>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43" name="그룹 42"/>
              <p:cNvGrpSpPr/>
              <p:nvPr/>
            </p:nvGrpSpPr>
            <p:grpSpPr>
              <a:xfrm>
                <a:off x="3228975" y="3054048"/>
                <a:ext cx="1831172" cy="1347466"/>
                <a:chOff x="3228975" y="3054048"/>
                <a:chExt cx="1831172" cy="1347466"/>
              </a:xfrm>
            </p:grpSpPr>
            <p:sp>
              <p:nvSpPr>
                <p:cNvPr id="44" name="한쪽 모서리가 둥근 사각형 43"/>
                <p:cNvSpPr>
                  <a:spLocks/>
                </p:cNvSpPr>
                <p:nvPr/>
              </p:nvSpPr>
              <p:spPr>
                <a:xfrm flipH="1" flipV="1">
                  <a:off x="3228975" y="3054048"/>
                  <a:ext cx="1831172" cy="1347466"/>
                </a:xfrm>
                <a:prstGeom prst="round1Rect">
                  <a:avLst/>
                </a:prstGeom>
                <a:solidFill>
                  <a:schemeClr val="accent3">
                    <a:lumMod val="65000"/>
                  </a:schemeClr>
                </a:solidFill>
                <a:ln w="6350" cap="rnd" cmpd="sng" algn="ctr">
                  <a:solidFill>
                    <a:schemeClr val="accent4">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45" name="타원 44"/>
                <p:cNvSpPr>
                  <a:spLocks/>
                </p:cNvSpPr>
                <p:nvPr/>
              </p:nvSpPr>
              <p:spPr>
                <a:xfrm>
                  <a:off x="3292475" y="3988764"/>
                  <a:ext cx="349250" cy="349250"/>
                </a:xfrm>
                <a:prstGeom prst="ellipse">
                  <a:avLst/>
                </a:prstGeom>
                <a:solidFill>
                  <a:schemeClr val="bg2"/>
                </a:solidFill>
                <a:ln w="3175" cap="flat" cmpd="sng" algn="ctr">
                  <a:solidFill>
                    <a:schemeClr val="accent3">
                      <a:lumMod val="50000"/>
                    </a:schemeClr>
                  </a:solidFill>
                  <a:prstDash val="solid"/>
                </a:ln>
                <a:effectLst>
                  <a:innerShdw dist="25400" dir="13500000">
                    <a:prstClr val="black">
                      <a:alpha val="1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3400"/>
                    </a:lnSpc>
                  </a:pPr>
                  <a:r>
                    <a:rPr lang="en-US" altLang="ko-KR"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rPr>
                    <a:t>O</a:t>
                  </a:r>
                  <a:endParaRPr lang="ko-KR" altLang="en-US"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endParaRPr>
                </a:p>
              </p:txBody>
            </p:sp>
          </p:grpSp>
        </p:grpSp>
        <p:grpSp>
          <p:nvGrpSpPr>
            <p:cNvPr id="38" name="그룹 37"/>
            <p:cNvGrpSpPr/>
            <p:nvPr/>
          </p:nvGrpSpPr>
          <p:grpSpPr>
            <a:xfrm>
              <a:off x="3724275" y="3203575"/>
              <a:ext cx="1260475" cy="1063625"/>
              <a:chOff x="3705225" y="1273175"/>
              <a:chExt cx="1260475" cy="1063625"/>
            </a:xfrm>
          </p:grpSpPr>
          <p:sp>
            <p:nvSpPr>
              <p:cNvPr id="39" name="TextBox 38"/>
              <p:cNvSpPr txBox="1"/>
              <p:nvPr/>
            </p:nvSpPr>
            <p:spPr>
              <a:xfrm>
                <a:off x="3705225" y="1273175"/>
                <a:ext cx="1260475" cy="231775"/>
              </a:xfrm>
              <a:prstGeom prst="rect">
                <a:avLst/>
              </a:prstGeom>
              <a:noFill/>
            </p:spPr>
            <p:txBody>
              <a:bodyPr wrap="square" lIns="0" tIns="0" rIns="0" bIns="0" rtlCol="0">
                <a:noAutofit/>
              </a:bodyPr>
              <a:lstStyle/>
              <a:p>
                <a:pPr algn="just">
                  <a:spcAft>
                    <a:spcPts val="300"/>
                  </a:spcAft>
                </a:pPr>
                <a:r>
                  <a:rPr lang="nb-NO" sz="1200" b="1" dirty="0">
                    <a:gradFill>
                      <a:gsLst>
                        <a:gs pos="0">
                          <a:schemeClr val="bg2"/>
                        </a:gs>
                        <a:gs pos="100000">
                          <a:schemeClr val="bg2"/>
                        </a:gs>
                      </a:gsLst>
                      <a:lin ang="5400000" scaled="0"/>
                    </a:gradFill>
                    <a:latin typeface="Roboto Condensed Regular"/>
                    <a:ea typeface="Roboto Light" pitchFamily="2" charset="0"/>
                    <a:cs typeface="Roboto Condensed Regular"/>
                  </a:rPr>
                  <a:t>Insert Title Text</a:t>
                </a:r>
                <a:endParaRPr lang="en-US" sz="1200" b="1" dirty="0">
                  <a:gradFill>
                    <a:gsLst>
                      <a:gs pos="0">
                        <a:schemeClr val="bg2"/>
                      </a:gs>
                      <a:gs pos="100000">
                        <a:schemeClr val="bg2"/>
                      </a:gs>
                    </a:gsLst>
                    <a:lin ang="5400000" scaled="0"/>
                  </a:gradFill>
                  <a:latin typeface="Roboto Condensed Regular"/>
                  <a:ea typeface="Roboto Light" pitchFamily="2" charset="0"/>
                  <a:cs typeface="Roboto Condensed Regular"/>
                </a:endParaRPr>
              </a:p>
            </p:txBody>
          </p:sp>
          <p:sp>
            <p:nvSpPr>
              <p:cNvPr id="40" name="TextBox 39"/>
              <p:cNvSpPr txBox="1"/>
              <p:nvPr/>
            </p:nvSpPr>
            <p:spPr>
              <a:xfrm>
                <a:off x="3705225" y="1537164"/>
                <a:ext cx="1205653" cy="799636"/>
              </a:xfrm>
              <a:prstGeom prst="rect">
                <a:avLst/>
              </a:prstGeom>
              <a:noFill/>
            </p:spPr>
            <p:txBody>
              <a:bodyPr wrap="square" lIns="0" tIns="0" rIns="0" bIns="0" rtlCol="0" anchor="t">
                <a:noAutofit/>
              </a:bodyPr>
              <a:lstStyle/>
              <a:p>
                <a:pPr lvl="0">
                  <a:buClr>
                    <a:schemeClr val="bg2"/>
                  </a:buClr>
                </a:pPr>
                <a:r>
                  <a:rPr lang="pt-BR" altLang="ko-KR" sz="800" dirty="0">
                    <a:gradFill>
                      <a:gsLst>
                        <a:gs pos="0">
                          <a:schemeClr val="accent4">
                            <a:alpha val="50000"/>
                          </a:schemeClr>
                        </a:gs>
                        <a:gs pos="100000">
                          <a:schemeClr val="accent4">
                            <a:alpha val="50000"/>
                          </a:schemeClr>
                        </a:gs>
                      </a:gsLst>
                      <a:lin ang="5400000" scaled="0"/>
                    </a:gradFill>
                    <a:ea typeface="Roboto Light" pitchFamily="2" charset="0"/>
                    <a:cs typeface="Roboto Condensed Regular"/>
                  </a:rPr>
                  <a:t>Praesent blandit dolor. Sed non quam. In vel mi sit amet augue congue elementum. Morbi in ipsum sit amet pede facilisis laoreet. Donec lacus nunc, viverra nec, blandit vel, </a:t>
                </a:r>
              </a:p>
            </p:txBody>
          </p:sp>
        </p:grpSp>
      </p:grpSp>
      <p:grpSp>
        <p:nvGrpSpPr>
          <p:cNvPr id="27" name="그룹 26"/>
          <p:cNvGrpSpPr/>
          <p:nvPr/>
        </p:nvGrpSpPr>
        <p:grpSpPr>
          <a:xfrm>
            <a:off x="3483886" y="2846172"/>
            <a:ext cx="2180663" cy="1670681"/>
            <a:chOff x="5409638" y="2789158"/>
            <a:chExt cx="2079669" cy="1593306"/>
          </a:xfrm>
        </p:grpSpPr>
        <p:grpSp>
          <p:nvGrpSpPr>
            <p:cNvPr id="28" name="그룹 27"/>
            <p:cNvGrpSpPr/>
            <p:nvPr/>
          </p:nvGrpSpPr>
          <p:grpSpPr>
            <a:xfrm>
              <a:off x="5409638" y="2789158"/>
              <a:ext cx="2079669" cy="1593306"/>
              <a:chOff x="5409638" y="2808208"/>
              <a:chExt cx="2079669" cy="1593306"/>
            </a:xfrm>
          </p:grpSpPr>
          <p:sp>
            <p:nvSpPr>
              <p:cNvPr id="32" name="Freeform 15"/>
              <p:cNvSpPr>
                <a:spLocks/>
              </p:cNvSpPr>
              <p:nvPr/>
            </p:nvSpPr>
            <p:spPr bwMode="auto">
              <a:xfrm>
                <a:off x="5409638" y="2808208"/>
                <a:ext cx="2077012" cy="249826"/>
              </a:xfrm>
              <a:custGeom>
                <a:avLst/>
                <a:gdLst>
                  <a:gd name="T0" fmla="*/ 187 w 1563"/>
                  <a:gd name="T1" fmla="*/ 188 h 188"/>
                  <a:gd name="T2" fmla="*/ 1563 w 1563"/>
                  <a:gd name="T3" fmla="*/ 188 h 188"/>
                  <a:gd name="T4" fmla="*/ 1378 w 1563"/>
                  <a:gd name="T5" fmla="*/ 0 h 188"/>
                  <a:gd name="T6" fmla="*/ 0 w 1563"/>
                  <a:gd name="T7" fmla="*/ 0 h 188"/>
                  <a:gd name="T8" fmla="*/ 187 w 1563"/>
                  <a:gd name="T9" fmla="*/ 188 h 188"/>
                </a:gdLst>
                <a:ahLst/>
                <a:cxnLst>
                  <a:cxn ang="0">
                    <a:pos x="T0" y="T1"/>
                  </a:cxn>
                  <a:cxn ang="0">
                    <a:pos x="T2" y="T3"/>
                  </a:cxn>
                  <a:cxn ang="0">
                    <a:pos x="T4" y="T5"/>
                  </a:cxn>
                  <a:cxn ang="0">
                    <a:pos x="T6" y="T7"/>
                  </a:cxn>
                  <a:cxn ang="0">
                    <a:pos x="T8" y="T9"/>
                  </a:cxn>
                </a:cxnLst>
                <a:rect l="0" t="0" r="r" b="b"/>
                <a:pathLst>
                  <a:path w="1563" h="188">
                    <a:moveTo>
                      <a:pt x="187" y="188"/>
                    </a:moveTo>
                    <a:lnTo>
                      <a:pt x="1563" y="188"/>
                    </a:lnTo>
                    <a:lnTo>
                      <a:pt x="1378" y="0"/>
                    </a:lnTo>
                    <a:lnTo>
                      <a:pt x="0" y="0"/>
                    </a:lnTo>
                    <a:lnTo>
                      <a:pt x="187" y="188"/>
                    </a:lnTo>
                    <a:close/>
                  </a:path>
                </a:pathLst>
              </a:custGeom>
              <a:pattFill prst="ltUpDiag">
                <a:fgClr>
                  <a:schemeClr val="accent3">
                    <a:lumMod val="65000"/>
                  </a:schemeClr>
                </a:fgClr>
                <a:bgClr>
                  <a:schemeClr val="accent3">
                    <a:lumMod val="50000"/>
                  </a:schemeClr>
                </a:bgClr>
              </a:pattFill>
              <a:ln w="6350" cap="rnd">
                <a:solidFill>
                  <a:schemeClr val="accent4">
                    <a:lumMod val="50000"/>
                    <a:lumOff val="50000"/>
                  </a:schemeClr>
                </a:solidFill>
                <a:prstDash val="solid"/>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33" name="Freeform 16"/>
              <p:cNvSpPr>
                <a:spLocks/>
              </p:cNvSpPr>
              <p:nvPr/>
            </p:nvSpPr>
            <p:spPr bwMode="auto">
              <a:xfrm>
                <a:off x="5409638" y="2808208"/>
                <a:ext cx="248498" cy="1593306"/>
              </a:xfrm>
              <a:custGeom>
                <a:avLst/>
                <a:gdLst>
                  <a:gd name="T0" fmla="*/ 0 w 187"/>
                  <a:gd name="T1" fmla="*/ 1015 h 1199"/>
                  <a:gd name="T2" fmla="*/ 0 w 187"/>
                  <a:gd name="T3" fmla="*/ 0 h 1199"/>
                  <a:gd name="T4" fmla="*/ 187 w 187"/>
                  <a:gd name="T5" fmla="*/ 188 h 1199"/>
                  <a:gd name="T6" fmla="*/ 187 w 187"/>
                  <a:gd name="T7" fmla="*/ 1199 h 1199"/>
                  <a:gd name="T8" fmla="*/ 0 w 187"/>
                  <a:gd name="T9" fmla="*/ 1015 h 1199"/>
                </a:gdLst>
                <a:ahLst/>
                <a:cxnLst>
                  <a:cxn ang="0">
                    <a:pos x="T0" y="T1"/>
                  </a:cxn>
                  <a:cxn ang="0">
                    <a:pos x="T2" y="T3"/>
                  </a:cxn>
                  <a:cxn ang="0">
                    <a:pos x="T4" y="T5"/>
                  </a:cxn>
                  <a:cxn ang="0">
                    <a:pos x="T6" y="T7"/>
                  </a:cxn>
                  <a:cxn ang="0">
                    <a:pos x="T8" y="T9"/>
                  </a:cxn>
                </a:cxnLst>
                <a:rect l="0" t="0" r="r" b="b"/>
                <a:pathLst>
                  <a:path w="187" h="1199">
                    <a:moveTo>
                      <a:pt x="0" y="1015"/>
                    </a:moveTo>
                    <a:lnTo>
                      <a:pt x="0" y="0"/>
                    </a:lnTo>
                    <a:lnTo>
                      <a:pt x="187" y="188"/>
                    </a:lnTo>
                    <a:lnTo>
                      <a:pt x="187" y="1199"/>
                    </a:lnTo>
                    <a:lnTo>
                      <a:pt x="0" y="1015"/>
                    </a:lnTo>
                    <a:close/>
                  </a:path>
                </a:pathLst>
              </a:custGeom>
              <a:pattFill prst="ltDnDiag">
                <a:fgClr>
                  <a:schemeClr val="accent4">
                    <a:lumMod val="65000"/>
                    <a:lumOff val="35000"/>
                  </a:schemeClr>
                </a:fgClr>
                <a:bgClr>
                  <a:schemeClr val="accent3">
                    <a:lumMod val="50000"/>
                  </a:schemeClr>
                </a:bgClr>
              </a:pattFill>
              <a:ln w="6350" cap="rnd">
                <a:solidFill>
                  <a:schemeClr val="accent4">
                    <a:lumMod val="50000"/>
                    <a:lumOff val="50000"/>
                  </a:schemeClr>
                </a:solidFill>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34" name="그룹 33"/>
              <p:cNvGrpSpPr/>
              <p:nvPr/>
            </p:nvGrpSpPr>
            <p:grpSpPr>
              <a:xfrm>
                <a:off x="5658135" y="3054048"/>
                <a:ext cx="1831172" cy="1347466"/>
                <a:chOff x="5658135" y="3054048"/>
                <a:chExt cx="1831172" cy="1347466"/>
              </a:xfrm>
            </p:grpSpPr>
            <p:sp>
              <p:nvSpPr>
                <p:cNvPr id="35" name="한쪽 모서리가 둥근 사각형 34"/>
                <p:cNvSpPr>
                  <a:spLocks/>
                </p:cNvSpPr>
                <p:nvPr/>
              </p:nvSpPr>
              <p:spPr>
                <a:xfrm flipV="1">
                  <a:off x="5658135" y="3054048"/>
                  <a:ext cx="1831172" cy="1347466"/>
                </a:xfrm>
                <a:prstGeom prst="round1Rect">
                  <a:avLst/>
                </a:prstGeom>
                <a:solidFill>
                  <a:schemeClr val="accent3">
                    <a:lumMod val="65000"/>
                  </a:schemeClr>
                </a:solidFill>
                <a:ln w="6350" cap="rnd" cmpd="sng" algn="ctr">
                  <a:solidFill>
                    <a:schemeClr val="accent4">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6" name="타원 35"/>
                <p:cNvSpPr>
                  <a:spLocks/>
                </p:cNvSpPr>
                <p:nvPr/>
              </p:nvSpPr>
              <p:spPr>
                <a:xfrm>
                  <a:off x="7076557" y="3988764"/>
                  <a:ext cx="349250" cy="349250"/>
                </a:xfrm>
                <a:prstGeom prst="ellipse">
                  <a:avLst/>
                </a:prstGeom>
                <a:solidFill>
                  <a:schemeClr val="bg2"/>
                </a:solidFill>
                <a:ln w="3175" cap="flat" cmpd="sng" algn="ctr">
                  <a:solidFill>
                    <a:schemeClr val="accent3">
                      <a:lumMod val="50000"/>
                    </a:schemeClr>
                  </a:solidFill>
                  <a:prstDash val="solid"/>
                </a:ln>
                <a:effectLst>
                  <a:innerShdw dist="25400" dir="13500000">
                    <a:prstClr val="black">
                      <a:alpha val="1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3400"/>
                    </a:lnSpc>
                  </a:pPr>
                  <a:r>
                    <a:rPr lang="en-US" altLang="ko-KR"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rPr>
                    <a:t>T</a:t>
                  </a:r>
                  <a:endParaRPr lang="ko-KR" altLang="en-US"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endParaRPr>
                </a:p>
              </p:txBody>
            </p:sp>
          </p:grpSp>
        </p:grpSp>
        <p:grpSp>
          <p:nvGrpSpPr>
            <p:cNvPr id="29" name="그룹 28"/>
            <p:cNvGrpSpPr/>
            <p:nvPr/>
          </p:nvGrpSpPr>
          <p:grpSpPr>
            <a:xfrm>
              <a:off x="5870575" y="3203575"/>
              <a:ext cx="1260475" cy="1063625"/>
              <a:chOff x="3705225" y="1273175"/>
              <a:chExt cx="1260475" cy="1063625"/>
            </a:xfrm>
          </p:grpSpPr>
          <p:sp>
            <p:nvSpPr>
              <p:cNvPr id="30" name="TextBox 29"/>
              <p:cNvSpPr txBox="1"/>
              <p:nvPr/>
            </p:nvSpPr>
            <p:spPr>
              <a:xfrm>
                <a:off x="3705225" y="1273175"/>
                <a:ext cx="1260475" cy="231775"/>
              </a:xfrm>
              <a:prstGeom prst="rect">
                <a:avLst/>
              </a:prstGeom>
              <a:noFill/>
            </p:spPr>
            <p:txBody>
              <a:bodyPr wrap="square" lIns="0" tIns="0" rIns="0" bIns="0" rtlCol="0">
                <a:noAutofit/>
              </a:bodyPr>
              <a:lstStyle/>
              <a:p>
                <a:pPr algn="just">
                  <a:spcAft>
                    <a:spcPts val="300"/>
                  </a:spcAft>
                </a:pPr>
                <a:r>
                  <a:rPr lang="nb-NO" altLang="ko-KR" sz="1200" b="1" dirty="0">
                    <a:gradFill>
                      <a:gsLst>
                        <a:gs pos="0">
                          <a:schemeClr val="bg2"/>
                        </a:gs>
                        <a:gs pos="100000">
                          <a:schemeClr val="bg2"/>
                        </a:gs>
                      </a:gsLst>
                      <a:lin ang="5400000" scaled="0"/>
                    </a:gradFill>
                    <a:latin typeface="Roboto Condensed Regular"/>
                    <a:ea typeface="Roboto Light" pitchFamily="2" charset="0"/>
                    <a:cs typeface="Roboto Condensed Regular"/>
                  </a:rPr>
                  <a:t>Insert Title Text</a:t>
                </a:r>
                <a:endParaRPr lang="en-US" altLang="ko-KR" sz="1200" b="1" dirty="0">
                  <a:gradFill>
                    <a:gsLst>
                      <a:gs pos="0">
                        <a:schemeClr val="bg2"/>
                      </a:gs>
                      <a:gs pos="100000">
                        <a:schemeClr val="bg2"/>
                      </a:gs>
                    </a:gsLst>
                    <a:lin ang="5400000" scaled="0"/>
                  </a:gradFill>
                  <a:latin typeface="Roboto Condensed Regular"/>
                  <a:ea typeface="Roboto Light" pitchFamily="2" charset="0"/>
                  <a:cs typeface="Roboto Condensed Regular"/>
                </a:endParaRPr>
              </a:p>
            </p:txBody>
          </p:sp>
          <p:sp>
            <p:nvSpPr>
              <p:cNvPr id="31" name="TextBox 30"/>
              <p:cNvSpPr txBox="1"/>
              <p:nvPr/>
            </p:nvSpPr>
            <p:spPr>
              <a:xfrm>
                <a:off x="3705225" y="1537164"/>
                <a:ext cx="1184977" cy="799636"/>
              </a:xfrm>
              <a:prstGeom prst="rect">
                <a:avLst/>
              </a:prstGeom>
              <a:noFill/>
            </p:spPr>
            <p:txBody>
              <a:bodyPr wrap="square" lIns="0" tIns="0" rIns="0" bIns="0" rtlCol="0" anchor="t">
                <a:noAutofit/>
              </a:bodyPr>
              <a:lstStyle/>
              <a:p>
                <a:pPr lvl="0">
                  <a:buClr>
                    <a:schemeClr val="bg2"/>
                  </a:buClr>
                </a:pPr>
                <a:r>
                  <a:rPr lang="pt-BR" altLang="ko-KR" sz="800" dirty="0">
                    <a:gradFill>
                      <a:gsLst>
                        <a:gs pos="0">
                          <a:schemeClr val="accent4">
                            <a:alpha val="50000"/>
                          </a:schemeClr>
                        </a:gs>
                        <a:gs pos="100000">
                          <a:schemeClr val="accent4">
                            <a:alpha val="50000"/>
                          </a:schemeClr>
                        </a:gs>
                      </a:gsLst>
                      <a:lin ang="5400000" scaled="0"/>
                    </a:gradFill>
                    <a:ea typeface="Roboto Light" pitchFamily="2" charset="0"/>
                    <a:cs typeface="Roboto Condensed Regular"/>
                  </a:rPr>
                  <a:t>Praesent blandit dolor. Sed non quam. In vel mi sit amet augue congue elementum. Morbi in ipsum sit amet pede facilisis laoreet. Donec lacus nunc, viverra nec, blandit vel, </a:t>
                </a:r>
              </a:p>
            </p:txBody>
          </p:sp>
        </p:grpSp>
      </p:grpSp>
    </p:spTree>
    <p:extLst>
      <p:ext uri="{BB962C8B-B14F-4D97-AF65-F5344CB8AC3E}">
        <p14:creationId xmlns:p14="http://schemas.microsoft.com/office/powerpoint/2010/main" val="186484377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childTnLst>
                          </p:cTn>
                        </p:par>
                        <p:par>
                          <p:cTn id="10" fill="hold">
                            <p:stCondLst>
                              <p:cond delay="500"/>
                            </p:stCondLst>
                            <p:childTnLst>
                              <p:par>
                                <p:cTn id="11" presetID="53" presetClass="entr" presetSubtype="0" fill="hold" nodeType="after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p:cTn id="13" dur="500" fill="hold"/>
                                        <p:tgtEl>
                                          <p:spTgt spid="25"/>
                                        </p:tgtEl>
                                        <p:attrNameLst>
                                          <p:attrName>ppt_w</p:attrName>
                                        </p:attrNameLst>
                                      </p:cBhvr>
                                      <p:tavLst>
                                        <p:tav tm="0">
                                          <p:val>
                                            <p:fltVal val="0"/>
                                          </p:val>
                                        </p:tav>
                                        <p:tav tm="100000">
                                          <p:val>
                                            <p:strVal val="#ppt_w"/>
                                          </p:val>
                                        </p:tav>
                                      </p:tavLst>
                                    </p:anim>
                                    <p:anim calcmode="lin" valueType="num">
                                      <p:cBhvr>
                                        <p:cTn id="14" dur="500" fill="hold"/>
                                        <p:tgtEl>
                                          <p:spTgt spid="25"/>
                                        </p:tgtEl>
                                        <p:attrNameLst>
                                          <p:attrName>ppt_h</p:attrName>
                                        </p:attrNameLst>
                                      </p:cBhvr>
                                      <p:tavLst>
                                        <p:tav tm="0">
                                          <p:val>
                                            <p:fltVal val="0"/>
                                          </p:val>
                                        </p:tav>
                                        <p:tav tm="100000">
                                          <p:val>
                                            <p:strVal val="#ppt_h"/>
                                          </p:val>
                                        </p:tav>
                                      </p:tavLst>
                                    </p:anim>
                                    <p:animEffect transition="in" filter="fade">
                                      <p:cBhvr>
                                        <p:cTn id="15" dur="500"/>
                                        <p:tgtEl>
                                          <p:spTgt spid="25"/>
                                        </p:tgtEl>
                                      </p:cBhvr>
                                    </p:animEffect>
                                  </p:childTnLst>
                                </p:cTn>
                              </p:par>
                            </p:childTnLst>
                          </p:cTn>
                        </p:par>
                        <p:par>
                          <p:cTn id="16" fill="hold">
                            <p:stCondLst>
                              <p:cond delay="1000"/>
                            </p:stCondLst>
                            <p:childTnLst>
                              <p:par>
                                <p:cTn id="17" presetID="53" presetClass="entr" presetSubtype="0"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p:cTn id="19" dur="500" fill="hold"/>
                                        <p:tgtEl>
                                          <p:spTgt spid="26"/>
                                        </p:tgtEl>
                                        <p:attrNameLst>
                                          <p:attrName>ppt_w</p:attrName>
                                        </p:attrNameLst>
                                      </p:cBhvr>
                                      <p:tavLst>
                                        <p:tav tm="0">
                                          <p:val>
                                            <p:fltVal val="0"/>
                                          </p:val>
                                        </p:tav>
                                        <p:tav tm="100000">
                                          <p:val>
                                            <p:strVal val="#ppt_w"/>
                                          </p:val>
                                        </p:tav>
                                      </p:tavLst>
                                    </p:anim>
                                    <p:anim calcmode="lin" valueType="num">
                                      <p:cBhvr>
                                        <p:cTn id="20" dur="500" fill="hold"/>
                                        <p:tgtEl>
                                          <p:spTgt spid="26"/>
                                        </p:tgtEl>
                                        <p:attrNameLst>
                                          <p:attrName>ppt_h</p:attrName>
                                        </p:attrNameLst>
                                      </p:cBhvr>
                                      <p:tavLst>
                                        <p:tav tm="0">
                                          <p:val>
                                            <p:fltVal val="0"/>
                                          </p:val>
                                        </p:tav>
                                        <p:tav tm="100000">
                                          <p:val>
                                            <p:strVal val="#ppt_h"/>
                                          </p:val>
                                        </p:tav>
                                      </p:tavLst>
                                    </p:anim>
                                    <p:animEffect transition="in" filter="fade">
                                      <p:cBhvr>
                                        <p:cTn id="21" dur="500"/>
                                        <p:tgtEl>
                                          <p:spTgt spid="26"/>
                                        </p:tgtEl>
                                      </p:cBhvr>
                                    </p:animEffect>
                                  </p:childTnLst>
                                </p:cTn>
                              </p:par>
                            </p:childTnLst>
                          </p:cTn>
                        </p:par>
                        <p:par>
                          <p:cTn id="22" fill="hold">
                            <p:stCondLst>
                              <p:cond delay="1500"/>
                            </p:stCondLst>
                            <p:childTnLst>
                              <p:par>
                                <p:cTn id="23" presetID="53" presetClass="entr" presetSubtype="0" fill="hold" nodeType="after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p:cTn id="25" dur="500" fill="hold"/>
                                        <p:tgtEl>
                                          <p:spTgt spid="27"/>
                                        </p:tgtEl>
                                        <p:attrNameLst>
                                          <p:attrName>ppt_w</p:attrName>
                                        </p:attrNameLst>
                                      </p:cBhvr>
                                      <p:tavLst>
                                        <p:tav tm="0">
                                          <p:val>
                                            <p:fltVal val="0"/>
                                          </p:val>
                                        </p:tav>
                                        <p:tav tm="100000">
                                          <p:val>
                                            <p:strVal val="#ppt_w"/>
                                          </p:val>
                                        </p:tav>
                                      </p:tavLst>
                                    </p:anim>
                                    <p:anim calcmode="lin" valueType="num">
                                      <p:cBhvr>
                                        <p:cTn id="26" dur="500" fill="hold"/>
                                        <p:tgtEl>
                                          <p:spTgt spid="27"/>
                                        </p:tgtEl>
                                        <p:attrNameLst>
                                          <p:attrName>ppt_h</p:attrName>
                                        </p:attrNameLst>
                                      </p:cBhvr>
                                      <p:tavLst>
                                        <p:tav tm="0">
                                          <p:val>
                                            <p:fltVal val="0"/>
                                          </p:val>
                                        </p:tav>
                                        <p:tav tm="100000">
                                          <p:val>
                                            <p:strVal val="#ppt_h"/>
                                          </p:val>
                                        </p:tav>
                                      </p:tavLst>
                                    </p:anim>
                                    <p:animEffect transition="in" filter="fad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SWOT Analysis</a:t>
            </a:r>
          </a:p>
        </p:txBody>
      </p:sp>
      <p:grpSp>
        <p:nvGrpSpPr>
          <p:cNvPr id="40" name="그룹 39"/>
          <p:cNvGrpSpPr/>
          <p:nvPr/>
        </p:nvGrpSpPr>
        <p:grpSpPr>
          <a:xfrm>
            <a:off x="1002354" y="1063627"/>
            <a:ext cx="2623760" cy="1652588"/>
            <a:chOff x="3128103" y="1063625"/>
            <a:chExt cx="2623760" cy="1652588"/>
          </a:xfrm>
        </p:grpSpPr>
        <p:grpSp>
          <p:nvGrpSpPr>
            <p:cNvPr id="85" name="그룹 84"/>
            <p:cNvGrpSpPr/>
            <p:nvPr/>
          </p:nvGrpSpPr>
          <p:grpSpPr>
            <a:xfrm>
              <a:off x="3821028" y="1063625"/>
              <a:ext cx="1930835" cy="1652588"/>
              <a:chOff x="3502025" y="1127125"/>
              <a:chExt cx="1930835" cy="1652588"/>
            </a:xfrm>
          </p:grpSpPr>
          <p:grpSp>
            <p:nvGrpSpPr>
              <p:cNvPr id="73" name="그룹 72"/>
              <p:cNvGrpSpPr/>
              <p:nvPr/>
            </p:nvGrpSpPr>
            <p:grpSpPr>
              <a:xfrm>
                <a:off x="3502025" y="1127125"/>
                <a:ext cx="1652588" cy="1652588"/>
                <a:chOff x="3502025" y="1127125"/>
                <a:chExt cx="1652588" cy="1652588"/>
              </a:xfrm>
            </p:grpSpPr>
            <p:sp>
              <p:nvSpPr>
                <p:cNvPr id="22" name="Freeform 5"/>
                <p:cNvSpPr>
                  <a:spLocks/>
                </p:cNvSpPr>
                <p:nvPr/>
              </p:nvSpPr>
              <p:spPr bwMode="auto">
                <a:xfrm>
                  <a:off x="3502025" y="1127125"/>
                  <a:ext cx="1652588" cy="1652588"/>
                </a:xfrm>
                <a:custGeom>
                  <a:avLst/>
                  <a:gdLst>
                    <a:gd name="T0" fmla="*/ 605 w 605"/>
                    <a:gd name="T1" fmla="*/ 0 h 605"/>
                    <a:gd name="T2" fmla="*/ 550 w 605"/>
                    <a:gd name="T3" fmla="*/ 550 h 605"/>
                    <a:gd name="T4" fmla="*/ 0 w 605"/>
                    <a:gd name="T5" fmla="*/ 605 h 605"/>
                    <a:gd name="T6" fmla="*/ 605 w 605"/>
                    <a:gd name="T7" fmla="*/ 0 h 605"/>
                  </a:gdLst>
                  <a:ahLst/>
                  <a:cxnLst>
                    <a:cxn ang="0">
                      <a:pos x="T0" y="T1"/>
                    </a:cxn>
                    <a:cxn ang="0">
                      <a:pos x="T2" y="T3"/>
                    </a:cxn>
                    <a:cxn ang="0">
                      <a:pos x="T4" y="T5"/>
                    </a:cxn>
                    <a:cxn ang="0">
                      <a:pos x="T6" y="T7"/>
                    </a:cxn>
                  </a:cxnLst>
                  <a:rect l="0" t="0" r="r" b="b"/>
                  <a:pathLst>
                    <a:path w="605" h="605">
                      <a:moveTo>
                        <a:pt x="605" y="0"/>
                      </a:moveTo>
                      <a:cubicBezTo>
                        <a:pt x="550" y="550"/>
                        <a:pt x="550" y="550"/>
                        <a:pt x="550" y="550"/>
                      </a:cubicBezTo>
                      <a:cubicBezTo>
                        <a:pt x="0" y="605"/>
                        <a:pt x="0" y="605"/>
                        <a:pt x="0" y="605"/>
                      </a:cubicBezTo>
                      <a:cubicBezTo>
                        <a:pt x="13" y="277"/>
                        <a:pt x="277" y="13"/>
                        <a:pt x="605" y="0"/>
                      </a:cubicBezTo>
                      <a:close/>
                    </a:path>
                  </a:pathLst>
                </a:custGeom>
                <a:solidFill>
                  <a:schemeClr val="accent3">
                    <a:lumMod val="65000"/>
                  </a:schemeClr>
                </a:solidFill>
                <a:ln w="6350" cap="rnd" cmpd="sng" algn="ctr">
                  <a:solidFill>
                    <a:schemeClr val="accent4">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6" name="Freeform 11"/>
                <p:cNvSpPr>
                  <a:spLocks/>
                </p:cNvSpPr>
                <p:nvPr/>
              </p:nvSpPr>
              <p:spPr bwMode="auto">
                <a:xfrm>
                  <a:off x="3502025" y="2630488"/>
                  <a:ext cx="1652588" cy="149225"/>
                </a:xfrm>
                <a:custGeom>
                  <a:avLst/>
                  <a:gdLst>
                    <a:gd name="T0" fmla="*/ 946 w 1041"/>
                    <a:gd name="T1" fmla="*/ 0 h 94"/>
                    <a:gd name="T2" fmla="*/ 0 w 1041"/>
                    <a:gd name="T3" fmla="*/ 94 h 94"/>
                    <a:gd name="T4" fmla="*/ 1041 w 1041"/>
                    <a:gd name="T5" fmla="*/ 94 h 94"/>
                    <a:gd name="T6" fmla="*/ 946 w 1041"/>
                    <a:gd name="T7" fmla="*/ 0 h 94"/>
                  </a:gdLst>
                  <a:ahLst/>
                  <a:cxnLst>
                    <a:cxn ang="0">
                      <a:pos x="T0" y="T1"/>
                    </a:cxn>
                    <a:cxn ang="0">
                      <a:pos x="T2" y="T3"/>
                    </a:cxn>
                    <a:cxn ang="0">
                      <a:pos x="T4" y="T5"/>
                    </a:cxn>
                    <a:cxn ang="0">
                      <a:pos x="T6" y="T7"/>
                    </a:cxn>
                  </a:cxnLst>
                  <a:rect l="0" t="0" r="r" b="b"/>
                  <a:pathLst>
                    <a:path w="1041" h="94">
                      <a:moveTo>
                        <a:pt x="946" y="0"/>
                      </a:moveTo>
                      <a:lnTo>
                        <a:pt x="0" y="94"/>
                      </a:lnTo>
                      <a:lnTo>
                        <a:pt x="1041" y="94"/>
                      </a:lnTo>
                      <a:lnTo>
                        <a:pt x="946" y="0"/>
                      </a:lnTo>
                      <a:close/>
                    </a:path>
                  </a:pathLst>
                </a:custGeom>
                <a:pattFill prst="ltUpDiag">
                  <a:fgClr>
                    <a:schemeClr val="accent3">
                      <a:lumMod val="65000"/>
                    </a:schemeClr>
                  </a:fgClr>
                  <a:bgClr>
                    <a:schemeClr val="accent3">
                      <a:lumMod val="50000"/>
                    </a:schemeClr>
                  </a:bgClr>
                </a:pattFill>
                <a:ln w="6350" cap="rnd">
                  <a:solidFill>
                    <a:schemeClr val="accent4">
                      <a:lumMod val="50000"/>
                      <a:lumOff val="50000"/>
                    </a:schemeClr>
                  </a:solidFill>
                  <a:prstDash val="solid"/>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27" name="Freeform 12"/>
                <p:cNvSpPr>
                  <a:spLocks/>
                </p:cNvSpPr>
                <p:nvPr/>
              </p:nvSpPr>
              <p:spPr bwMode="auto">
                <a:xfrm>
                  <a:off x="5003800" y="1127125"/>
                  <a:ext cx="150813" cy="1652588"/>
                </a:xfrm>
                <a:custGeom>
                  <a:avLst/>
                  <a:gdLst>
                    <a:gd name="T0" fmla="*/ 95 w 95"/>
                    <a:gd name="T1" fmla="*/ 1041 h 1041"/>
                    <a:gd name="T2" fmla="*/ 95 w 95"/>
                    <a:gd name="T3" fmla="*/ 0 h 1041"/>
                    <a:gd name="T4" fmla="*/ 0 w 95"/>
                    <a:gd name="T5" fmla="*/ 947 h 1041"/>
                    <a:gd name="T6" fmla="*/ 95 w 95"/>
                    <a:gd name="T7" fmla="*/ 1041 h 1041"/>
                    <a:gd name="T8" fmla="*/ 95 w 95"/>
                    <a:gd name="T9" fmla="*/ 1041 h 1041"/>
                  </a:gdLst>
                  <a:ahLst/>
                  <a:cxnLst>
                    <a:cxn ang="0">
                      <a:pos x="T0" y="T1"/>
                    </a:cxn>
                    <a:cxn ang="0">
                      <a:pos x="T2" y="T3"/>
                    </a:cxn>
                    <a:cxn ang="0">
                      <a:pos x="T4" y="T5"/>
                    </a:cxn>
                    <a:cxn ang="0">
                      <a:pos x="T6" y="T7"/>
                    </a:cxn>
                    <a:cxn ang="0">
                      <a:pos x="T8" y="T9"/>
                    </a:cxn>
                  </a:cxnLst>
                  <a:rect l="0" t="0" r="r" b="b"/>
                  <a:pathLst>
                    <a:path w="95" h="1041">
                      <a:moveTo>
                        <a:pt x="95" y="1041"/>
                      </a:moveTo>
                      <a:lnTo>
                        <a:pt x="95" y="0"/>
                      </a:lnTo>
                      <a:lnTo>
                        <a:pt x="0" y="947"/>
                      </a:lnTo>
                      <a:lnTo>
                        <a:pt x="95" y="1041"/>
                      </a:lnTo>
                      <a:lnTo>
                        <a:pt x="95" y="1041"/>
                      </a:lnTo>
                      <a:close/>
                    </a:path>
                  </a:pathLst>
                </a:custGeom>
                <a:pattFill prst="ltDnDiag">
                  <a:fgClr>
                    <a:schemeClr val="accent4">
                      <a:lumMod val="65000"/>
                      <a:lumOff val="35000"/>
                    </a:schemeClr>
                  </a:fgClr>
                  <a:bgClr>
                    <a:schemeClr val="accent3">
                      <a:lumMod val="50000"/>
                    </a:schemeClr>
                  </a:bgClr>
                </a:pattFill>
                <a:ln w="6350" cap="rnd">
                  <a:solidFill>
                    <a:schemeClr val="accent4">
                      <a:lumMod val="50000"/>
                      <a:lumOff val="50000"/>
                    </a:schemeClr>
                  </a:solidFill>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72" name="타원 71"/>
              <p:cNvSpPr>
                <a:spLocks/>
              </p:cNvSpPr>
              <p:nvPr/>
            </p:nvSpPr>
            <p:spPr>
              <a:xfrm>
                <a:off x="4559257" y="2183563"/>
                <a:ext cx="366210" cy="366210"/>
              </a:xfrm>
              <a:prstGeom prst="ellipse">
                <a:avLst/>
              </a:prstGeom>
              <a:solidFill>
                <a:schemeClr val="bg2"/>
              </a:solidFill>
              <a:ln w="3175" cap="flat" cmpd="sng" algn="ctr">
                <a:solidFill>
                  <a:schemeClr val="accent3">
                    <a:lumMod val="50000"/>
                  </a:schemeClr>
                </a:solidFill>
                <a:prstDash val="solid"/>
              </a:ln>
              <a:effectLst>
                <a:innerShdw dist="25400" dir="13500000">
                  <a:prstClr val="black">
                    <a:alpha val="1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3400"/>
                  </a:lnSpc>
                </a:pPr>
                <a:r>
                  <a:rPr lang="en-US" altLang="ko-KR"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rPr>
                  <a:t>S</a:t>
                </a:r>
                <a:endParaRPr lang="ko-KR" altLang="en-US"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endParaRPr>
              </a:p>
            </p:txBody>
          </p:sp>
          <p:sp>
            <p:nvSpPr>
              <p:cNvPr id="67" name="TextBox 66"/>
              <p:cNvSpPr txBox="1">
                <a:spLocks/>
              </p:cNvSpPr>
              <p:nvPr/>
            </p:nvSpPr>
            <p:spPr>
              <a:xfrm rot="18900000">
                <a:off x="3557721" y="1744983"/>
                <a:ext cx="1875139" cy="750816"/>
              </a:xfrm>
              <a:prstGeom prst="rect">
                <a:avLst/>
              </a:prstGeom>
              <a:noFill/>
            </p:spPr>
            <p:txBody>
              <a:bodyPr spcFirstLastPara="1" wrap="square" lIns="0" tIns="0" rIns="0" bIns="0" numCol="1" rtlCol="0">
                <a:prstTxWarp prst="textArchUp">
                  <a:avLst>
                    <a:gd name="adj" fmla="val 10994875"/>
                  </a:avLst>
                </a:prstTxWarp>
                <a:noAutofit/>
              </a:bodyPr>
              <a:lstStyle/>
              <a:p>
                <a:pPr algn="ctr">
                  <a:spcAft>
                    <a:spcPts val="300"/>
                  </a:spcAft>
                </a:pPr>
                <a:r>
                  <a:rPr lang="nb-NO" sz="1200" b="1" dirty="0">
                    <a:gradFill>
                      <a:gsLst>
                        <a:gs pos="0">
                          <a:schemeClr val="bg2"/>
                        </a:gs>
                        <a:gs pos="100000">
                          <a:schemeClr val="bg2"/>
                        </a:gs>
                      </a:gsLst>
                      <a:lin ang="5400000" scaled="0"/>
                    </a:gradFill>
                    <a:latin typeface="Roboto Condensed Regular"/>
                    <a:ea typeface="Roboto Light" pitchFamily="2" charset="0"/>
                    <a:cs typeface="Roboto Condensed Regular"/>
                  </a:rPr>
                  <a:t>Insert Title Text</a:t>
                </a:r>
                <a:endParaRPr lang="en-US" sz="1200" b="1" dirty="0">
                  <a:gradFill>
                    <a:gsLst>
                      <a:gs pos="0">
                        <a:schemeClr val="bg2"/>
                      </a:gs>
                      <a:gs pos="100000">
                        <a:schemeClr val="bg2"/>
                      </a:gs>
                    </a:gsLst>
                    <a:lin ang="5400000" scaled="0"/>
                  </a:gradFill>
                  <a:latin typeface="Roboto Condensed Regular"/>
                  <a:ea typeface="Roboto Light" pitchFamily="2" charset="0"/>
                  <a:cs typeface="Roboto Condensed Regular"/>
                </a:endParaRPr>
              </a:p>
            </p:txBody>
          </p:sp>
        </p:grpSp>
        <p:sp>
          <p:nvSpPr>
            <p:cNvPr id="94" name="TextBox 93"/>
            <p:cNvSpPr txBox="1"/>
            <p:nvPr/>
          </p:nvSpPr>
          <p:spPr>
            <a:xfrm>
              <a:off x="3128103" y="1175214"/>
              <a:ext cx="1265370" cy="389597"/>
            </a:xfrm>
            <a:prstGeom prst="rect">
              <a:avLst/>
            </a:prstGeom>
            <a:noFill/>
          </p:spPr>
          <p:txBody>
            <a:bodyPr wrap="square" lIns="0" tIns="0" rIns="0" bIns="0" rtlCol="0" anchor="t">
              <a:noAutofit/>
            </a:bodyPr>
            <a:lstStyle/>
            <a:p>
              <a:pPr lvl="0">
                <a:buClr>
                  <a:schemeClr val="bg2"/>
                </a:buClr>
              </a:pPr>
              <a:r>
                <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p:txBody>
        </p:sp>
      </p:grpSp>
      <p:grpSp>
        <p:nvGrpSpPr>
          <p:cNvPr id="41" name="그룹 40"/>
          <p:cNvGrpSpPr/>
          <p:nvPr/>
        </p:nvGrpSpPr>
        <p:grpSpPr>
          <a:xfrm>
            <a:off x="3487566" y="1063630"/>
            <a:ext cx="2382194" cy="1930835"/>
            <a:chOff x="5613316" y="1063625"/>
            <a:chExt cx="2382194" cy="1930835"/>
          </a:xfrm>
        </p:grpSpPr>
        <p:grpSp>
          <p:nvGrpSpPr>
            <p:cNvPr id="89" name="그룹 88"/>
            <p:cNvGrpSpPr/>
            <p:nvPr/>
          </p:nvGrpSpPr>
          <p:grpSpPr>
            <a:xfrm>
              <a:off x="5613316" y="1063625"/>
              <a:ext cx="1654175" cy="1930835"/>
              <a:chOff x="5294313" y="1127125"/>
              <a:chExt cx="1654175" cy="1930835"/>
            </a:xfrm>
          </p:grpSpPr>
          <p:grpSp>
            <p:nvGrpSpPr>
              <p:cNvPr id="86" name="그룹 85"/>
              <p:cNvGrpSpPr/>
              <p:nvPr/>
            </p:nvGrpSpPr>
            <p:grpSpPr>
              <a:xfrm>
                <a:off x="5294313" y="1127125"/>
                <a:ext cx="1654175" cy="1652588"/>
                <a:chOff x="5294313" y="1127125"/>
                <a:chExt cx="1654175" cy="1652588"/>
              </a:xfrm>
            </p:grpSpPr>
            <p:grpSp>
              <p:nvGrpSpPr>
                <p:cNvPr id="74" name="그룹 73"/>
                <p:cNvGrpSpPr/>
                <p:nvPr/>
              </p:nvGrpSpPr>
              <p:grpSpPr>
                <a:xfrm>
                  <a:off x="5294313" y="1127125"/>
                  <a:ext cx="1654175" cy="1652588"/>
                  <a:chOff x="5294313" y="1127125"/>
                  <a:chExt cx="1654175" cy="1652588"/>
                </a:xfrm>
              </p:grpSpPr>
              <p:sp>
                <p:nvSpPr>
                  <p:cNvPr id="23" name="Freeform 6"/>
                  <p:cNvSpPr>
                    <a:spLocks/>
                  </p:cNvSpPr>
                  <p:nvPr/>
                </p:nvSpPr>
                <p:spPr bwMode="auto">
                  <a:xfrm>
                    <a:off x="5294313" y="1127125"/>
                    <a:ext cx="1649413" cy="1652588"/>
                  </a:xfrm>
                  <a:custGeom>
                    <a:avLst/>
                    <a:gdLst>
                      <a:gd name="T0" fmla="*/ 604 w 604"/>
                      <a:gd name="T1" fmla="*/ 605 h 605"/>
                      <a:gd name="T2" fmla="*/ 56 w 604"/>
                      <a:gd name="T3" fmla="*/ 550 h 605"/>
                      <a:gd name="T4" fmla="*/ 0 w 604"/>
                      <a:gd name="T5" fmla="*/ 0 h 605"/>
                      <a:gd name="T6" fmla="*/ 604 w 604"/>
                      <a:gd name="T7" fmla="*/ 605 h 605"/>
                    </a:gdLst>
                    <a:ahLst/>
                    <a:cxnLst>
                      <a:cxn ang="0">
                        <a:pos x="T0" y="T1"/>
                      </a:cxn>
                      <a:cxn ang="0">
                        <a:pos x="T2" y="T3"/>
                      </a:cxn>
                      <a:cxn ang="0">
                        <a:pos x="T4" y="T5"/>
                      </a:cxn>
                      <a:cxn ang="0">
                        <a:pos x="T6" y="T7"/>
                      </a:cxn>
                    </a:cxnLst>
                    <a:rect l="0" t="0" r="r" b="b"/>
                    <a:pathLst>
                      <a:path w="604" h="605">
                        <a:moveTo>
                          <a:pt x="604" y="605"/>
                        </a:moveTo>
                        <a:cubicBezTo>
                          <a:pt x="56" y="550"/>
                          <a:pt x="56" y="550"/>
                          <a:pt x="56" y="550"/>
                        </a:cubicBezTo>
                        <a:cubicBezTo>
                          <a:pt x="0" y="0"/>
                          <a:pt x="0" y="0"/>
                          <a:pt x="0" y="0"/>
                        </a:cubicBezTo>
                        <a:cubicBezTo>
                          <a:pt x="328" y="14"/>
                          <a:pt x="591" y="277"/>
                          <a:pt x="604" y="605"/>
                        </a:cubicBezTo>
                        <a:close/>
                      </a:path>
                    </a:pathLst>
                  </a:cu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8" name="Freeform 13"/>
                  <p:cNvSpPr>
                    <a:spLocks/>
                  </p:cNvSpPr>
                  <p:nvPr/>
                </p:nvSpPr>
                <p:spPr bwMode="auto">
                  <a:xfrm>
                    <a:off x="5294313" y="2630488"/>
                    <a:ext cx="1654175" cy="149225"/>
                  </a:xfrm>
                  <a:custGeom>
                    <a:avLst/>
                    <a:gdLst>
                      <a:gd name="T0" fmla="*/ 96 w 1042"/>
                      <a:gd name="T1" fmla="*/ 0 h 94"/>
                      <a:gd name="T2" fmla="*/ 1042 w 1042"/>
                      <a:gd name="T3" fmla="*/ 94 h 94"/>
                      <a:gd name="T4" fmla="*/ 0 w 1042"/>
                      <a:gd name="T5" fmla="*/ 94 h 94"/>
                      <a:gd name="T6" fmla="*/ 96 w 1042"/>
                      <a:gd name="T7" fmla="*/ 0 h 94"/>
                    </a:gdLst>
                    <a:ahLst/>
                    <a:cxnLst>
                      <a:cxn ang="0">
                        <a:pos x="T0" y="T1"/>
                      </a:cxn>
                      <a:cxn ang="0">
                        <a:pos x="T2" y="T3"/>
                      </a:cxn>
                      <a:cxn ang="0">
                        <a:pos x="T4" y="T5"/>
                      </a:cxn>
                      <a:cxn ang="0">
                        <a:pos x="T6" y="T7"/>
                      </a:cxn>
                    </a:cxnLst>
                    <a:rect l="0" t="0" r="r" b="b"/>
                    <a:pathLst>
                      <a:path w="1042" h="94">
                        <a:moveTo>
                          <a:pt x="96" y="0"/>
                        </a:moveTo>
                        <a:lnTo>
                          <a:pt x="1042" y="94"/>
                        </a:lnTo>
                        <a:lnTo>
                          <a:pt x="0" y="94"/>
                        </a:lnTo>
                        <a:lnTo>
                          <a:pt x="96" y="0"/>
                        </a:lnTo>
                        <a:close/>
                      </a:path>
                    </a:pathLst>
                  </a:custGeom>
                  <a:pattFill prst="dkDn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9" name="Freeform 14"/>
                  <p:cNvSpPr>
                    <a:spLocks/>
                  </p:cNvSpPr>
                  <p:nvPr/>
                </p:nvSpPr>
                <p:spPr bwMode="auto">
                  <a:xfrm>
                    <a:off x="5294313" y="1127125"/>
                    <a:ext cx="152400" cy="1652588"/>
                  </a:xfrm>
                  <a:custGeom>
                    <a:avLst/>
                    <a:gdLst>
                      <a:gd name="T0" fmla="*/ 0 w 96"/>
                      <a:gd name="T1" fmla="*/ 1041 h 1041"/>
                      <a:gd name="T2" fmla="*/ 0 w 96"/>
                      <a:gd name="T3" fmla="*/ 0 h 1041"/>
                      <a:gd name="T4" fmla="*/ 96 w 96"/>
                      <a:gd name="T5" fmla="*/ 947 h 1041"/>
                      <a:gd name="T6" fmla="*/ 0 w 96"/>
                      <a:gd name="T7" fmla="*/ 1041 h 1041"/>
                      <a:gd name="T8" fmla="*/ 0 w 96"/>
                      <a:gd name="T9" fmla="*/ 1041 h 1041"/>
                    </a:gdLst>
                    <a:ahLst/>
                    <a:cxnLst>
                      <a:cxn ang="0">
                        <a:pos x="T0" y="T1"/>
                      </a:cxn>
                      <a:cxn ang="0">
                        <a:pos x="T2" y="T3"/>
                      </a:cxn>
                      <a:cxn ang="0">
                        <a:pos x="T4" y="T5"/>
                      </a:cxn>
                      <a:cxn ang="0">
                        <a:pos x="T6" y="T7"/>
                      </a:cxn>
                      <a:cxn ang="0">
                        <a:pos x="T8" y="T9"/>
                      </a:cxn>
                    </a:cxnLst>
                    <a:rect l="0" t="0" r="r" b="b"/>
                    <a:pathLst>
                      <a:path w="96" h="1041">
                        <a:moveTo>
                          <a:pt x="0" y="1041"/>
                        </a:moveTo>
                        <a:lnTo>
                          <a:pt x="0" y="0"/>
                        </a:lnTo>
                        <a:lnTo>
                          <a:pt x="96" y="947"/>
                        </a:lnTo>
                        <a:lnTo>
                          <a:pt x="0" y="1041"/>
                        </a:lnTo>
                        <a:lnTo>
                          <a:pt x="0" y="1041"/>
                        </a:lnTo>
                        <a:close/>
                      </a:path>
                    </a:pathLst>
                  </a:custGeom>
                  <a:pattFill prst="dkUpDiag">
                    <a:fgClr>
                      <a:schemeClr val="accent1">
                        <a:lumMod val="50000"/>
                      </a:schemeClr>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64" name="타원 63"/>
                <p:cNvSpPr>
                  <a:spLocks/>
                </p:cNvSpPr>
                <p:nvPr/>
              </p:nvSpPr>
              <p:spPr>
                <a:xfrm>
                  <a:off x="5525047" y="2183563"/>
                  <a:ext cx="366210" cy="366210"/>
                </a:xfrm>
                <a:prstGeom prst="ellipse">
                  <a:avLst/>
                </a:prstGeom>
                <a:solidFill>
                  <a:schemeClr val="bg2"/>
                </a:solidFill>
                <a:ln w="3175" cap="flat" cmpd="sng" algn="ctr">
                  <a:solidFill>
                    <a:schemeClr val="accent1">
                      <a:lumMod val="75000"/>
                    </a:schemeClr>
                  </a:solidFill>
                  <a:prstDash val="solid"/>
                </a:ln>
                <a:effectLst>
                  <a:innerShdw dist="25400" dir="13500000">
                    <a:prstClr val="black">
                      <a:alpha val="1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3400"/>
                    </a:lnSpc>
                  </a:pPr>
                  <a:r>
                    <a:rPr lang="en-US" altLang="ko-KR" sz="2500" b="1" dirty="0">
                      <a:gradFill>
                        <a:gsLst>
                          <a:gs pos="0">
                            <a:schemeClr val="accent1"/>
                          </a:gs>
                          <a:gs pos="100000">
                            <a:schemeClr val="accent1"/>
                          </a:gs>
                        </a:gsLst>
                        <a:lin ang="5400000" scaled="0"/>
                      </a:gradFill>
                      <a:latin typeface="Bebas Neue" pitchFamily="34" charset="0"/>
                      <a:ea typeface="Roboto Condensed Regular"/>
                    </a:rPr>
                    <a:t>W</a:t>
                  </a:r>
                  <a:endParaRPr lang="ko-KR" altLang="en-US" sz="2500" b="1" dirty="0">
                    <a:gradFill>
                      <a:gsLst>
                        <a:gs pos="0">
                          <a:schemeClr val="accent1"/>
                        </a:gs>
                        <a:gs pos="100000">
                          <a:schemeClr val="accent1"/>
                        </a:gs>
                      </a:gsLst>
                      <a:lin ang="5400000" scaled="0"/>
                    </a:gradFill>
                    <a:latin typeface="Bebas Neue" pitchFamily="34" charset="0"/>
                    <a:ea typeface="Roboto Condensed Regular"/>
                  </a:endParaRPr>
                </a:p>
              </p:txBody>
            </p:sp>
          </p:grpSp>
          <p:sp>
            <p:nvSpPr>
              <p:cNvPr id="81" name="TextBox 80"/>
              <p:cNvSpPr txBox="1">
                <a:spLocks/>
              </p:cNvSpPr>
              <p:nvPr/>
            </p:nvSpPr>
            <p:spPr>
              <a:xfrm rot="2700000">
                <a:off x="5017653" y="1744983"/>
                <a:ext cx="1875139" cy="750816"/>
              </a:xfrm>
              <a:prstGeom prst="rect">
                <a:avLst/>
              </a:prstGeom>
              <a:noFill/>
            </p:spPr>
            <p:txBody>
              <a:bodyPr spcFirstLastPara="1" wrap="square" lIns="0" tIns="0" rIns="0" bIns="0" numCol="1" rtlCol="0">
                <a:prstTxWarp prst="textArchUp">
                  <a:avLst>
                    <a:gd name="adj" fmla="val 10994875"/>
                  </a:avLst>
                </a:prstTxWarp>
                <a:noAutofit/>
              </a:bodyPr>
              <a:lstStyle/>
              <a:p>
                <a:pPr algn="ctr">
                  <a:spcAft>
                    <a:spcPts val="300"/>
                  </a:spcAft>
                </a:pPr>
                <a:r>
                  <a:rPr lang="nb-NO" sz="1200" b="1" dirty="0">
                    <a:gradFill>
                      <a:gsLst>
                        <a:gs pos="0">
                          <a:schemeClr val="bg2"/>
                        </a:gs>
                        <a:gs pos="100000">
                          <a:schemeClr val="bg2"/>
                        </a:gs>
                      </a:gsLst>
                      <a:lin ang="5400000" scaled="0"/>
                    </a:gradFill>
                    <a:latin typeface="Roboto Condensed Regular"/>
                    <a:ea typeface="Roboto Light" pitchFamily="2" charset="0"/>
                    <a:cs typeface="Roboto Condensed Regular"/>
                  </a:rPr>
                  <a:t>Insert Title Text</a:t>
                </a:r>
                <a:endParaRPr lang="en-US" sz="1200" b="1" dirty="0">
                  <a:gradFill>
                    <a:gsLst>
                      <a:gs pos="0">
                        <a:schemeClr val="bg2"/>
                      </a:gs>
                      <a:gs pos="100000">
                        <a:schemeClr val="bg2"/>
                      </a:gs>
                    </a:gsLst>
                    <a:lin ang="5400000" scaled="0"/>
                  </a:gradFill>
                  <a:latin typeface="Roboto Condensed Regular"/>
                  <a:ea typeface="Roboto Light" pitchFamily="2" charset="0"/>
                  <a:cs typeface="Roboto Condensed Regular"/>
                </a:endParaRPr>
              </a:p>
            </p:txBody>
          </p:sp>
        </p:grpSp>
        <p:sp>
          <p:nvSpPr>
            <p:cNvPr id="95" name="TextBox 94"/>
            <p:cNvSpPr txBox="1"/>
            <p:nvPr/>
          </p:nvSpPr>
          <p:spPr>
            <a:xfrm>
              <a:off x="6730140" y="1175214"/>
              <a:ext cx="1265370" cy="389597"/>
            </a:xfrm>
            <a:prstGeom prst="rect">
              <a:avLst/>
            </a:prstGeom>
            <a:noFill/>
          </p:spPr>
          <p:txBody>
            <a:bodyPr wrap="square" lIns="0" tIns="0" rIns="0" bIns="0" rtlCol="0" anchor="t">
              <a:noAutofit/>
            </a:bodyPr>
            <a:lstStyle/>
            <a:p>
              <a:pPr lvl="0" algn="r">
                <a:buClr>
                  <a:schemeClr val="bg2"/>
                </a:buClr>
              </a:pPr>
              <a:r>
                <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p:txBody>
        </p:sp>
      </p:grpSp>
      <p:grpSp>
        <p:nvGrpSpPr>
          <p:cNvPr id="42" name="그룹 41"/>
          <p:cNvGrpSpPr/>
          <p:nvPr/>
        </p:nvGrpSpPr>
        <p:grpSpPr>
          <a:xfrm>
            <a:off x="1002358" y="2668461"/>
            <a:ext cx="2345513" cy="1875139"/>
            <a:chOff x="3128103" y="2668456"/>
            <a:chExt cx="2345513" cy="1875139"/>
          </a:xfrm>
        </p:grpSpPr>
        <p:grpSp>
          <p:nvGrpSpPr>
            <p:cNvPr id="87" name="그룹 86"/>
            <p:cNvGrpSpPr/>
            <p:nvPr/>
          </p:nvGrpSpPr>
          <p:grpSpPr>
            <a:xfrm>
              <a:off x="3821028" y="2668456"/>
              <a:ext cx="1652588" cy="1875139"/>
              <a:chOff x="3502025" y="2731956"/>
              <a:chExt cx="1652588" cy="1875139"/>
            </a:xfrm>
          </p:grpSpPr>
          <p:grpSp>
            <p:nvGrpSpPr>
              <p:cNvPr id="76" name="그룹 75"/>
              <p:cNvGrpSpPr/>
              <p:nvPr/>
            </p:nvGrpSpPr>
            <p:grpSpPr>
              <a:xfrm>
                <a:off x="3502025" y="2919413"/>
                <a:ext cx="1652588" cy="1652588"/>
                <a:chOff x="3502025" y="2919413"/>
                <a:chExt cx="1652588" cy="1652588"/>
              </a:xfrm>
            </p:grpSpPr>
            <p:sp>
              <p:nvSpPr>
                <p:cNvPr id="25" name="Freeform 8"/>
                <p:cNvSpPr>
                  <a:spLocks/>
                </p:cNvSpPr>
                <p:nvPr/>
              </p:nvSpPr>
              <p:spPr bwMode="auto">
                <a:xfrm>
                  <a:off x="3502025" y="2919413"/>
                  <a:ext cx="1652588" cy="1652588"/>
                </a:xfrm>
                <a:custGeom>
                  <a:avLst/>
                  <a:gdLst>
                    <a:gd name="T0" fmla="*/ 605 w 605"/>
                    <a:gd name="T1" fmla="*/ 605 h 605"/>
                    <a:gd name="T2" fmla="*/ 0 w 605"/>
                    <a:gd name="T3" fmla="*/ 0 h 605"/>
                    <a:gd name="T4" fmla="*/ 550 w 605"/>
                    <a:gd name="T5" fmla="*/ 56 h 605"/>
                    <a:gd name="T6" fmla="*/ 605 w 605"/>
                    <a:gd name="T7" fmla="*/ 605 h 605"/>
                  </a:gdLst>
                  <a:ahLst/>
                  <a:cxnLst>
                    <a:cxn ang="0">
                      <a:pos x="T0" y="T1"/>
                    </a:cxn>
                    <a:cxn ang="0">
                      <a:pos x="T2" y="T3"/>
                    </a:cxn>
                    <a:cxn ang="0">
                      <a:pos x="T4" y="T5"/>
                    </a:cxn>
                    <a:cxn ang="0">
                      <a:pos x="T6" y="T7"/>
                    </a:cxn>
                  </a:cxnLst>
                  <a:rect l="0" t="0" r="r" b="b"/>
                  <a:pathLst>
                    <a:path w="605" h="605">
                      <a:moveTo>
                        <a:pt x="605" y="605"/>
                      </a:moveTo>
                      <a:cubicBezTo>
                        <a:pt x="277" y="592"/>
                        <a:pt x="13" y="329"/>
                        <a:pt x="0" y="0"/>
                      </a:cubicBezTo>
                      <a:cubicBezTo>
                        <a:pt x="550" y="56"/>
                        <a:pt x="550" y="56"/>
                        <a:pt x="550" y="56"/>
                      </a:cubicBezTo>
                      <a:lnTo>
                        <a:pt x="605" y="605"/>
                      </a:lnTo>
                      <a:close/>
                    </a:path>
                  </a:pathLst>
                </a:custGeom>
                <a:solidFill>
                  <a:schemeClr val="accent3">
                    <a:lumMod val="65000"/>
                  </a:schemeClr>
                </a:solidFill>
                <a:ln w="6350" cap="rnd" cmpd="sng" algn="ctr">
                  <a:solidFill>
                    <a:schemeClr val="accent4">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0" name="Freeform 15"/>
                <p:cNvSpPr>
                  <a:spLocks/>
                </p:cNvSpPr>
                <p:nvPr/>
              </p:nvSpPr>
              <p:spPr bwMode="auto">
                <a:xfrm>
                  <a:off x="3502025" y="2919413"/>
                  <a:ext cx="1652588" cy="152400"/>
                </a:xfrm>
                <a:custGeom>
                  <a:avLst/>
                  <a:gdLst>
                    <a:gd name="T0" fmla="*/ 946 w 1041"/>
                    <a:gd name="T1" fmla="*/ 96 h 96"/>
                    <a:gd name="T2" fmla="*/ 0 w 1041"/>
                    <a:gd name="T3" fmla="*/ 0 h 96"/>
                    <a:gd name="T4" fmla="*/ 1041 w 1041"/>
                    <a:gd name="T5" fmla="*/ 0 h 96"/>
                    <a:gd name="T6" fmla="*/ 946 w 1041"/>
                    <a:gd name="T7" fmla="*/ 96 h 96"/>
                  </a:gdLst>
                  <a:ahLst/>
                  <a:cxnLst>
                    <a:cxn ang="0">
                      <a:pos x="T0" y="T1"/>
                    </a:cxn>
                    <a:cxn ang="0">
                      <a:pos x="T2" y="T3"/>
                    </a:cxn>
                    <a:cxn ang="0">
                      <a:pos x="T4" y="T5"/>
                    </a:cxn>
                    <a:cxn ang="0">
                      <a:pos x="T6" y="T7"/>
                    </a:cxn>
                  </a:cxnLst>
                  <a:rect l="0" t="0" r="r" b="b"/>
                  <a:pathLst>
                    <a:path w="1041" h="96">
                      <a:moveTo>
                        <a:pt x="946" y="96"/>
                      </a:moveTo>
                      <a:lnTo>
                        <a:pt x="0" y="0"/>
                      </a:lnTo>
                      <a:lnTo>
                        <a:pt x="1041" y="0"/>
                      </a:lnTo>
                      <a:lnTo>
                        <a:pt x="946" y="96"/>
                      </a:lnTo>
                      <a:close/>
                    </a:path>
                  </a:pathLst>
                </a:custGeom>
                <a:pattFill prst="ltUpDiag">
                  <a:fgClr>
                    <a:schemeClr val="accent3">
                      <a:lumMod val="65000"/>
                    </a:schemeClr>
                  </a:fgClr>
                  <a:bgClr>
                    <a:schemeClr val="accent3">
                      <a:lumMod val="50000"/>
                    </a:schemeClr>
                  </a:bgClr>
                </a:pattFill>
                <a:ln w="6350" cap="rnd">
                  <a:solidFill>
                    <a:schemeClr val="accent4">
                      <a:lumMod val="50000"/>
                      <a:lumOff val="50000"/>
                    </a:schemeClr>
                  </a:solidFill>
                  <a:prstDash val="solid"/>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31" name="Freeform 16"/>
                <p:cNvSpPr>
                  <a:spLocks/>
                </p:cNvSpPr>
                <p:nvPr/>
              </p:nvSpPr>
              <p:spPr bwMode="auto">
                <a:xfrm>
                  <a:off x="5003800" y="2919413"/>
                  <a:ext cx="150813" cy="1652588"/>
                </a:xfrm>
                <a:custGeom>
                  <a:avLst/>
                  <a:gdLst>
                    <a:gd name="T0" fmla="*/ 95 w 95"/>
                    <a:gd name="T1" fmla="*/ 0 h 1041"/>
                    <a:gd name="T2" fmla="*/ 95 w 95"/>
                    <a:gd name="T3" fmla="*/ 1041 h 1041"/>
                    <a:gd name="T4" fmla="*/ 0 w 95"/>
                    <a:gd name="T5" fmla="*/ 96 h 1041"/>
                    <a:gd name="T6" fmla="*/ 95 w 95"/>
                    <a:gd name="T7" fmla="*/ 0 h 1041"/>
                    <a:gd name="T8" fmla="*/ 95 w 95"/>
                    <a:gd name="T9" fmla="*/ 0 h 1041"/>
                  </a:gdLst>
                  <a:ahLst/>
                  <a:cxnLst>
                    <a:cxn ang="0">
                      <a:pos x="T0" y="T1"/>
                    </a:cxn>
                    <a:cxn ang="0">
                      <a:pos x="T2" y="T3"/>
                    </a:cxn>
                    <a:cxn ang="0">
                      <a:pos x="T4" y="T5"/>
                    </a:cxn>
                    <a:cxn ang="0">
                      <a:pos x="T6" y="T7"/>
                    </a:cxn>
                    <a:cxn ang="0">
                      <a:pos x="T8" y="T9"/>
                    </a:cxn>
                  </a:cxnLst>
                  <a:rect l="0" t="0" r="r" b="b"/>
                  <a:pathLst>
                    <a:path w="95" h="1041">
                      <a:moveTo>
                        <a:pt x="95" y="0"/>
                      </a:moveTo>
                      <a:lnTo>
                        <a:pt x="95" y="1041"/>
                      </a:lnTo>
                      <a:lnTo>
                        <a:pt x="0" y="96"/>
                      </a:lnTo>
                      <a:lnTo>
                        <a:pt x="95" y="0"/>
                      </a:lnTo>
                      <a:lnTo>
                        <a:pt x="95" y="0"/>
                      </a:lnTo>
                      <a:close/>
                    </a:path>
                  </a:pathLst>
                </a:custGeom>
                <a:pattFill prst="ltDnDiag">
                  <a:fgClr>
                    <a:schemeClr val="accent4">
                      <a:lumMod val="65000"/>
                      <a:lumOff val="35000"/>
                    </a:schemeClr>
                  </a:fgClr>
                  <a:bgClr>
                    <a:schemeClr val="accent3">
                      <a:lumMod val="50000"/>
                    </a:schemeClr>
                  </a:bgClr>
                </a:pattFill>
                <a:ln w="6350" cap="rnd">
                  <a:solidFill>
                    <a:schemeClr val="accent4">
                      <a:lumMod val="50000"/>
                      <a:lumOff val="50000"/>
                    </a:schemeClr>
                  </a:solidFill>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56" name="타원 55"/>
              <p:cNvSpPr>
                <a:spLocks/>
              </p:cNvSpPr>
              <p:nvPr/>
            </p:nvSpPr>
            <p:spPr>
              <a:xfrm>
                <a:off x="4559257" y="3149353"/>
                <a:ext cx="366210" cy="366210"/>
              </a:xfrm>
              <a:prstGeom prst="ellipse">
                <a:avLst/>
              </a:prstGeom>
              <a:solidFill>
                <a:schemeClr val="bg2"/>
              </a:solidFill>
              <a:ln w="3175" cap="flat" cmpd="sng" algn="ctr">
                <a:solidFill>
                  <a:schemeClr val="accent3">
                    <a:lumMod val="50000"/>
                  </a:schemeClr>
                </a:solidFill>
                <a:prstDash val="solid"/>
              </a:ln>
              <a:effectLst>
                <a:innerShdw dist="25400" dir="13500000">
                  <a:prstClr val="black">
                    <a:alpha val="1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3400"/>
                  </a:lnSpc>
                </a:pPr>
                <a:r>
                  <a:rPr lang="en-US" altLang="ko-KR"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rPr>
                  <a:t>O</a:t>
                </a:r>
                <a:endParaRPr lang="ko-KR" altLang="en-US"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endParaRPr>
              </a:p>
            </p:txBody>
          </p:sp>
          <p:sp>
            <p:nvSpPr>
              <p:cNvPr id="82" name="TextBox 81"/>
              <p:cNvSpPr txBox="1">
                <a:spLocks/>
              </p:cNvSpPr>
              <p:nvPr/>
            </p:nvSpPr>
            <p:spPr>
              <a:xfrm rot="2700000">
                <a:off x="3460446" y="3294118"/>
                <a:ext cx="1875139" cy="750816"/>
              </a:xfrm>
              <a:prstGeom prst="rect">
                <a:avLst/>
              </a:prstGeom>
              <a:noFill/>
            </p:spPr>
            <p:txBody>
              <a:bodyPr spcFirstLastPara="1" wrap="square" lIns="0" tIns="0" rIns="0" bIns="0" numCol="1" rtlCol="0">
                <a:prstTxWarp prst="textArchDown">
                  <a:avLst/>
                </a:prstTxWarp>
                <a:noAutofit/>
              </a:bodyPr>
              <a:lstStyle/>
              <a:p>
                <a:pPr algn="ctr">
                  <a:spcAft>
                    <a:spcPts val="300"/>
                  </a:spcAft>
                </a:pPr>
                <a:r>
                  <a:rPr lang="nb-NO" sz="1200" b="1" dirty="0">
                    <a:gradFill>
                      <a:gsLst>
                        <a:gs pos="0">
                          <a:schemeClr val="bg2"/>
                        </a:gs>
                        <a:gs pos="100000">
                          <a:schemeClr val="bg2"/>
                        </a:gs>
                      </a:gsLst>
                      <a:lin ang="5400000" scaled="0"/>
                    </a:gradFill>
                    <a:latin typeface="Roboto Condensed Regular"/>
                    <a:ea typeface="Roboto Light" pitchFamily="2" charset="0"/>
                    <a:cs typeface="Roboto Condensed Regular"/>
                  </a:rPr>
                  <a:t>Insert Title Text</a:t>
                </a:r>
                <a:endParaRPr lang="en-US" sz="1200" b="1" dirty="0">
                  <a:gradFill>
                    <a:gsLst>
                      <a:gs pos="0">
                        <a:schemeClr val="bg2"/>
                      </a:gs>
                      <a:gs pos="100000">
                        <a:schemeClr val="bg2"/>
                      </a:gs>
                    </a:gsLst>
                    <a:lin ang="5400000" scaled="0"/>
                  </a:gradFill>
                  <a:latin typeface="Roboto Condensed Regular"/>
                  <a:ea typeface="Roboto Light" pitchFamily="2" charset="0"/>
                  <a:cs typeface="Roboto Condensed Regular"/>
                </a:endParaRPr>
              </a:p>
            </p:txBody>
          </p:sp>
        </p:grpSp>
        <p:sp>
          <p:nvSpPr>
            <p:cNvPr id="97" name="TextBox 96"/>
            <p:cNvSpPr txBox="1"/>
            <p:nvPr/>
          </p:nvSpPr>
          <p:spPr>
            <a:xfrm>
              <a:off x="3128103" y="3969214"/>
              <a:ext cx="1195387" cy="545636"/>
            </a:xfrm>
            <a:prstGeom prst="rect">
              <a:avLst/>
            </a:prstGeom>
            <a:noFill/>
          </p:spPr>
          <p:txBody>
            <a:bodyPr wrap="square" lIns="0" tIns="0" rIns="0" bIns="0" rtlCol="0" anchor="t">
              <a:noAutofit/>
            </a:bodyPr>
            <a:lstStyle/>
            <a:p>
              <a:pPr lvl="0">
                <a:buClr>
                  <a:schemeClr val="bg2"/>
                </a:buClr>
              </a:pPr>
              <a:r>
                <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p:txBody>
        </p:sp>
      </p:grpSp>
      <p:grpSp>
        <p:nvGrpSpPr>
          <p:cNvPr id="43" name="그룹 42"/>
          <p:cNvGrpSpPr/>
          <p:nvPr/>
        </p:nvGrpSpPr>
        <p:grpSpPr>
          <a:xfrm>
            <a:off x="3301697" y="2855918"/>
            <a:ext cx="2568064" cy="1658937"/>
            <a:chOff x="5427446" y="2855913"/>
            <a:chExt cx="2568064" cy="1658937"/>
          </a:xfrm>
        </p:grpSpPr>
        <p:grpSp>
          <p:nvGrpSpPr>
            <p:cNvPr id="88" name="그룹 87"/>
            <p:cNvGrpSpPr/>
            <p:nvPr/>
          </p:nvGrpSpPr>
          <p:grpSpPr>
            <a:xfrm>
              <a:off x="5427446" y="2855913"/>
              <a:ext cx="1875139" cy="1652588"/>
              <a:chOff x="5108443" y="2919413"/>
              <a:chExt cx="1875139" cy="1652588"/>
            </a:xfrm>
          </p:grpSpPr>
          <p:grpSp>
            <p:nvGrpSpPr>
              <p:cNvPr id="77" name="그룹 76"/>
              <p:cNvGrpSpPr/>
              <p:nvPr/>
            </p:nvGrpSpPr>
            <p:grpSpPr>
              <a:xfrm>
                <a:off x="5294313" y="2919413"/>
                <a:ext cx="1654175" cy="1652588"/>
                <a:chOff x="5294313" y="2919413"/>
                <a:chExt cx="1654175" cy="1652588"/>
              </a:xfrm>
            </p:grpSpPr>
            <p:sp>
              <p:nvSpPr>
                <p:cNvPr id="24" name="Freeform 7"/>
                <p:cNvSpPr>
                  <a:spLocks/>
                </p:cNvSpPr>
                <p:nvPr/>
              </p:nvSpPr>
              <p:spPr bwMode="auto">
                <a:xfrm>
                  <a:off x="5294313" y="2919413"/>
                  <a:ext cx="1649413" cy="1652588"/>
                </a:xfrm>
                <a:custGeom>
                  <a:avLst/>
                  <a:gdLst>
                    <a:gd name="T0" fmla="*/ 604 w 604"/>
                    <a:gd name="T1" fmla="*/ 0 h 605"/>
                    <a:gd name="T2" fmla="*/ 0 w 604"/>
                    <a:gd name="T3" fmla="*/ 605 h 605"/>
                    <a:gd name="T4" fmla="*/ 56 w 604"/>
                    <a:gd name="T5" fmla="*/ 56 h 605"/>
                    <a:gd name="T6" fmla="*/ 604 w 604"/>
                    <a:gd name="T7" fmla="*/ 0 h 605"/>
                  </a:gdLst>
                  <a:ahLst/>
                  <a:cxnLst>
                    <a:cxn ang="0">
                      <a:pos x="T0" y="T1"/>
                    </a:cxn>
                    <a:cxn ang="0">
                      <a:pos x="T2" y="T3"/>
                    </a:cxn>
                    <a:cxn ang="0">
                      <a:pos x="T4" y="T5"/>
                    </a:cxn>
                    <a:cxn ang="0">
                      <a:pos x="T6" y="T7"/>
                    </a:cxn>
                  </a:cxnLst>
                  <a:rect l="0" t="0" r="r" b="b"/>
                  <a:pathLst>
                    <a:path w="604" h="605">
                      <a:moveTo>
                        <a:pt x="604" y="0"/>
                      </a:moveTo>
                      <a:cubicBezTo>
                        <a:pt x="591" y="328"/>
                        <a:pt x="328" y="591"/>
                        <a:pt x="0" y="605"/>
                      </a:cubicBezTo>
                      <a:cubicBezTo>
                        <a:pt x="56" y="56"/>
                        <a:pt x="56" y="56"/>
                        <a:pt x="56" y="56"/>
                      </a:cubicBezTo>
                      <a:lnTo>
                        <a:pt x="604" y="0"/>
                      </a:lnTo>
                      <a:close/>
                    </a:path>
                  </a:pathLst>
                </a:custGeom>
                <a:solidFill>
                  <a:schemeClr val="accent3">
                    <a:lumMod val="65000"/>
                  </a:schemeClr>
                </a:solidFill>
                <a:ln w="6350" cap="rnd" cmpd="sng" algn="ctr">
                  <a:solidFill>
                    <a:schemeClr val="accent4">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2" name="Freeform 17"/>
                <p:cNvSpPr>
                  <a:spLocks/>
                </p:cNvSpPr>
                <p:nvPr/>
              </p:nvSpPr>
              <p:spPr bwMode="auto">
                <a:xfrm>
                  <a:off x="5294313" y="2919413"/>
                  <a:ext cx="1654175" cy="152400"/>
                </a:xfrm>
                <a:custGeom>
                  <a:avLst/>
                  <a:gdLst>
                    <a:gd name="T0" fmla="*/ 96 w 1042"/>
                    <a:gd name="T1" fmla="*/ 96 h 96"/>
                    <a:gd name="T2" fmla="*/ 1042 w 1042"/>
                    <a:gd name="T3" fmla="*/ 0 h 96"/>
                    <a:gd name="T4" fmla="*/ 0 w 1042"/>
                    <a:gd name="T5" fmla="*/ 0 h 96"/>
                    <a:gd name="T6" fmla="*/ 96 w 1042"/>
                    <a:gd name="T7" fmla="*/ 96 h 96"/>
                  </a:gdLst>
                  <a:ahLst/>
                  <a:cxnLst>
                    <a:cxn ang="0">
                      <a:pos x="T0" y="T1"/>
                    </a:cxn>
                    <a:cxn ang="0">
                      <a:pos x="T2" y="T3"/>
                    </a:cxn>
                    <a:cxn ang="0">
                      <a:pos x="T4" y="T5"/>
                    </a:cxn>
                    <a:cxn ang="0">
                      <a:pos x="T6" y="T7"/>
                    </a:cxn>
                  </a:cxnLst>
                  <a:rect l="0" t="0" r="r" b="b"/>
                  <a:pathLst>
                    <a:path w="1042" h="96">
                      <a:moveTo>
                        <a:pt x="96" y="96"/>
                      </a:moveTo>
                      <a:lnTo>
                        <a:pt x="1042" y="0"/>
                      </a:lnTo>
                      <a:lnTo>
                        <a:pt x="0" y="0"/>
                      </a:lnTo>
                      <a:lnTo>
                        <a:pt x="96" y="96"/>
                      </a:lnTo>
                      <a:close/>
                    </a:path>
                  </a:pathLst>
                </a:custGeom>
                <a:pattFill prst="ltUpDiag">
                  <a:fgClr>
                    <a:schemeClr val="accent3">
                      <a:lumMod val="65000"/>
                    </a:schemeClr>
                  </a:fgClr>
                  <a:bgClr>
                    <a:schemeClr val="accent3">
                      <a:lumMod val="50000"/>
                    </a:schemeClr>
                  </a:bgClr>
                </a:pattFill>
                <a:ln w="6350" cap="rnd">
                  <a:solidFill>
                    <a:schemeClr val="accent4">
                      <a:lumMod val="50000"/>
                      <a:lumOff val="50000"/>
                    </a:schemeClr>
                  </a:solidFill>
                  <a:prstDash val="solid"/>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33" name="Freeform 18"/>
                <p:cNvSpPr>
                  <a:spLocks/>
                </p:cNvSpPr>
                <p:nvPr/>
              </p:nvSpPr>
              <p:spPr bwMode="auto">
                <a:xfrm>
                  <a:off x="5294313" y="2919413"/>
                  <a:ext cx="152400" cy="1652588"/>
                </a:xfrm>
                <a:custGeom>
                  <a:avLst/>
                  <a:gdLst>
                    <a:gd name="T0" fmla="*/ 0 w 96"/>
                    <a:gd name="T1" fmla="*/ 0 h 1041"/>
                    <a:gd name="T2" fmla="*/ 0 w 96"/>
                    <a:gd name="T3" fmla="*/ 1041 h 1041"/>
                    <a:gd name="T4" fmla="*/ 96 w 96"/>
                    <a:gd name="T5" fmla="*/ 96 h 1041"/>
                    <a:gd name="T6" fmla="*/ 0 w 96"/>
                    <a:gd name="T7" fmla="*/ 0 h 1041"/>
                    <a:gd name="T8" fmla="*/ 0 w 96"/>
                    <a:gd name="T9" fmla="*/ 0 h 1041"/>
                  </a:gdLst>
                  <a:ahLst/>
                  <a:cxnLst>
                    <a:cxn ang="0">
                      <a:pos x="T0" y="T1"/>
                    </a:cxn>
                    <a:cxn ang="0">
                      <a:pos x="T2" y="T3"/>
                    </a:cxn>
                    <a:cxn ang="0">
                      <a:pos x="T4" y="T5"/>
                    </a:cxn>
                    <a:cxn ang="0">
                      <a:pos x="T6" y="T7"/>
                    </a:cxn>
                    <a:cxn ang="0">
                      <a:pos x="T8" y="T9"/>
                    </a:cxn>
                  </a:cxnLst>
                  <a:rect l="0" t="0" r="r" b="b"/>
                  <a:pathLst>
                    <a:path w="96" h="1041">
                      <a:moveTo>
                        <a:pt x="0" y="0"/>
                      </a:moveTo>
                      <a:lnTo>
                        <a:pt x="0" y="1041"/>
                      </a:lnTo>
                      <a:lnTo>
                        <a:pt x="96" y="96"/>
                      </a:lnTo>
                      <a:lnTo>
                        <a:pt x="0" y="0"/>
                      </a:lnTo>
                      <a:lnTo>
                        <a:pt x="0" y="0"/>
                      </a:lnTo>
                      <a:close/>
                    </a:path>
                  </a:pathLst>
                </a:custGeom>
                <a:pattFill prst="ltDnDiag">
                  <a:fgClr>
                    <a:schemeClr val="accent4">
                      <a:lumMod val="65000"/>
                      <a:lumOff val="35000"/>
                    </a:schemeClr>
                  </a:fgClr>
                  <a:bgClr>
                    <a:schemeClr val="accent3">
                      <a:lumMod val="50000"/>
                    </a:schemeClr>
                  </a:bgClr>
                </a:pattFill>
                <a:ln w="6350" cap="rnd">
                  <a:solidFill>
                    <a:schemeClr val="accent4">
                      <a:lumMod val="50000"/>
                      <a:lumOff val="50000"/>
                    </a:schemeClr>
                  </a:solidFill>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47" name="타원 46"/>
              <p:cNvSpPr>
                <a:spLocks/>
              </p:cNvSpPr>
              <p:nvPr/>
            </p:nvSpPr>
            <p:spPr>
              <a:xfrm>
                <a:off x="5525047" y="3149353"/>
                <a:ext cx="366210" cy="366210"/>
              </a:xfrm>
              <a:prstGeom prst="ellipse">
                <a:avLst/>
              </a:prstGeom>
              <a:solidFill>
                <a:schemeClr val="bg2"/>
              </a:solidFill>
              <a:ln w="3175" cap="flat" cmpd="sng" algn="ctr">
                <a:solidFill>
                  <a:schemeClr val="accent3">
                    <a:lumMod val="50000"/>
                  </a:schemeClr>
                </a:solidFill>
                <a:prstDash val="solid"/>
              </a:ln>
              <a:effectLst>
                <a:innerShdw dist="25400" dir="13500000">
                  <a:prstClr val="black">
                    <a:alpha val="1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3400"/>
                  </a:lnSpc>
                </a:pPr>
                <a:r>
                  <a:rPr lang="en-US" altLang="ko-KR"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rPr>
                  <a:t>T</a:t>
                </a:r>
                <a:endParaRPr lang="ko-KR" altLang="en-US"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endParaRPr>
              </a:p>
            </p:txBody>
          </p:sp>
          <p:sp>
            <p:nvSpPr>
              <p:cNvPr id="84" name="TextBox 83"/>
              <p:cNvSpPr txBox="1">
                <a:spLocks/>
              </p:cNvSpPr>
              <p:nvPr/>
            </p:nvSpPr>
            <p:spPr>
              <a:xfrm rot="18900000">
                <a:off x="5108443" y="3294118"/>
                <a:ext cx="1875139" cy="750816"/>
              </a:xfrm>
              <a:prstGeom prst="rect">
                <a:avLst/>
              </a:prstGeom>
              <a:noFill/>
            </p:spPr>
            <p:txBody>
              <a:bodyPr spcFirstLastPara="1" wrap="square" lIns="0" tIns="0" rIns="0" bIns="0" numCol="1" rtlCol="0">
                <a:prstTxWarp prst="textArchDown">
                  <a:avLst/>
                </a:prstTxWarp>
                <a:noAutofit/>
              </a:bodyPr>
              <a:lstStyle/>
              <a:p>
                <a:pPr algn="ctr">
                  <a:spcAft>
                    <a:spcPts val="300"/>
                  </a:spcAft>
                </a:pPr>
                <a:r>
                  <a:rPr lang="nb-NO" sz="1200" b="1" dirty="0">
                    <a:gradFill>
                      <a:gsLst>
                        <a:gs pos="0">
                          <a:schemeClr val="bg2"/>
                        </a:gs>
                        <a:gs pos="100000">
                          <a:schemeClr val="bg2"/>
                        </a:gs>
                      </a:gsLst>
                      <a:lin ang="5400000" scaled="0"/>
                    </a:gradFill>
                    <a:latin typeface="Roboto Condensed Regular"/>
                    <a:ea typeface="Roboto Light" pitchFamily="2" charset="0"/>
                    <a:cs typeface="Roboto Condensed Regular"/>
                  </a:rPr>
                  <a:t>Insert Title Text</a:t>
                </a:r>
                <a:endParaRPr lang="en-US" sz="1200" b="1" dirty="0">
                  <a:gradFill>
                    <a:gsLst>
                      <a:gs pos="0">
                        <a:schemeClr val="bg2"/>
                      </a:gs>
                      <a:gs pos="100000">
                        <a:schemeClr val="bg2"/>
                      </a:gs>
                    </a:gsLst>
                    <a:lin ang="5400000" scaled="0"/>
                  </a:gradFill>
                  <a:latin typeface="Roboto Condensed Regular"/>
                  <a:ea typeface="Roboto Light" pitchFamily="2" charset="0"/>
                  <a:cs typeface="Roboto Condensed Regular"/>
                </a:endParaRPr>
              </a:p>
            </p:txBody>
          </p:sp>
        </p:grpSp>
        <p:sp>
          <p:nvSpPr>
            <p:cNvPr id="98" name="TextBox 97"/>
            <p:cNvSpPr txBox="1"/>
            <p:nvPr/>
          </p:nvSpPr>
          <p:spPr>
            <a:xfrm>
              <a:off x="6806340" y="3969214"/>
              <a:ext cx="1189170" cy="545636"/>
            </a:xfrm>
            <a:prstGeom prst="rect">
              <a:avLst/>
            </a:prstGeom>
            <a:noFill/>
          </p:spPr>
          <p:txBody>
            <a:bodyPr wrap="square" lIns="0" tIns="0" rIns="0" bIns="0" rtlCol="0" anchor="t">
              <a:noAutofit/>
            </a:bodyPr>
            <a:lstStyle/>
            <a:p>
              <a:pPr lvl="0" algn="r">
                <a:buClr>
                  <a:schemeClr val="bg2"/>
                </a:buClr>
              </a:pPr>
              <a:r>
                <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p:txBody>
        </p:sp>
      </p:grpSp>
    </p:spTree>
    <p:extLst>
      <p:ext uri="{BB962C8B-B14F-4D97-AF65-F5344CB8AC3E}">
        <p14:creationId xmlns:p14="http://schemas.microsoft.com/office/powerpoint/2010/main" val="329996528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dissolve">
                                      <p:cBhvr>
                                        <p:cTn id="11" dur="500"/>
                                        <p:tgtEl>
                                          <p:spTgt spid="41"/>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dissolve">
                                      <p:cBhvr>
                                        <p:cTn id="15" dur="500"/>
                                        <p:tgtEl>
                                          <p:spTgt spid="42"/>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dissolve">
                                      <p:cBhvr>
                                        <p:cTn id="1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Step Diagram</a:t>
            </a:r>
          </a:p>
        </p:txBody>
      </p:sp>
      <p:grpSp>
        <p:nvGrpSpPr>
          <p:cNvPr id="68" name="그룹 67"/>
          <p:cNvGrpSpPr/>
          <p:nvPr/>
        </p:nvGrpSpPr>
        <p:grpSpPr>
          <a:xfrm>
            <a:off x="711727" y="2525601"/>
            <a:ext cx="2627846" cy="1511301"/>
            <a:chOff x="2792543" y="2336799"/>
            <a:chExt cx="2627846" cy="1511301"/>
          </a:xfrm>
        </p:grpSpPr>
        <p:grpSp>
          <p:nvGrpSpPr>
            <p:cNvPr id="49" name="그룹 48"/>
            <p:cNvGrpSpPr/>
            <p:nvPr/>
          </p:nvGrpSpPr>
          <p:grpSpPr>
            <a:xfrm>
              <a:off x="2792543" y="2336799"/>
              <a:ext cx="2627846" cy="1511301"/>
              <a:chOff x="2792543" y="2336799"/>
              <a:chExt cx="2627846" cy="1511301"/>
            </a:xfrm>
          </p:grpSpPr>
          <p:grpSp>
            <p:nvGrpSpPr>
              <p:cNvPr id="4" name="그룹 3"/>
              <p:cNvGrpSpPr/>
              <p:nvPr/>
            </p:nvGrpSpPr>
            <p:grpSpPr>
              <a:xfrm>
                <a:off x="2792543" y="2336799"/>
                <a:ext cx="2627846" cy="1511301"/>
                <a:chOff x="2792543" y="2336799"/>
                <a:chExt cx="2627846" cy="1511301"/>
              </a:xfrm>
              <a:effectLst>
                <a:outerShdw dist="50800" dir="5400000" algn="ctr" rotWithShape="0">
                  <a:prstClr val="black">
                    <a:alpha val="10000"/>
                  </a:prstClr>
                </a:outerShdw>
              </a:effectLst>
            </p:grpSpPr>
            <p:sp>
              <p:nvSpPr>
                <p:cNvPr id="8" name="모서리가 둥근 직사각형 7"/>
                <p:cNvSpPr/>
                <p:nvPr/>
              </p:nvSpPr>
              <p:spPr>
                <a:xfrm rot="18900000">
                  <a:off x="2792543" y="3055600"/>
                  <a:ext cx="2627846" cy="598365"/>
                </a:xfrm>
                <a:prstGeom prst="roundRect">
                  <a:avLst>
                    <a:gd name="adj" fmla="val 50000"/>
                  </a:avLst>
                </a:prstGeom>
                <a:pattFill prst="ltDnDiag">
                  <a:fgClr>
                    <a:schemeClr val="bg2"/>
                  </a:fgClr>
                  <a:bgClr>
                    <a:schemeClr val="accent6">
                      <a:lumMod val="50000"/>
                    </a:schemeClr>
                  </a:bgClr>
                </a:pattFill>
                <a:ln w="6350" cap="rnd">
                  <a:solidFill>
                    <a:schemeClr val="accent6">
                      <a:lumMod val="65000"/>
                    </a:schemeClr>
                  </a:solidFill>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7" name="모서리가 둥근 직사각형 6"/>
                <p:cNvSpPr/>
                <p:nvPr/>
              </p:nvSpPr>
              <p:spPr>
                <a:xfrm rot="16200000">
                  <a:off x="4069617" y="2793267"/>
                  <a:ext cx="1511300" cy="598365"/>
                </a:xfrm>
                <a:prstGeom prst="roundRect">
                  <a:avLst>
                    <a:gd name="adj" fmla="val 50000"/>
                  </a:avLst>
                </a:prstGeom>
                <a:solidFill>
                  <a:schemeClr val="bg2">
                    <a:lumMod val="50000"/>
                    <a:alpha val="50000"/>
                  </a:schemeClr>
                </a:solidFill>
                <a:ln w="6350" cap="rnd" cmpd="sng" algn="ctr">
                  <a:solidFill>
                    <a:schemeClr val="accent6">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 name="모서리가 둥근 직사각형 1"/>
                <p:cNvSpPr/>
                <p:nvPr/>
              </p:nvSpPr>
              <p:spPr>
                <a:xfrm>
                  <a:off x="3613150" y="2336799"/>
                  <a:ext cx="1511300" cy="598365"/>
                </a:xfrm>
                <a:prstGeom prst="roundRect">
                  <a:avLst>
                    <a:gd name="adj" fmla="val 50000"/>
                  </a:avLst>
                </a:prstGeom>
                <a:solidFill>
                  <a:schemeClr val="bg2">
                    <a:lumMod val="50000"/>
                    <a:alpha val="50000"/>
                  </a:schemeClr>
                </a:solidFill>
                <a:ln w="6350" cap="rnd" cmpd="sng" algn="ctr">
                  <a:solidFill>
                    <a:schemeClr val="accent6">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46" name="타원 45"/>
              <p:cNvSpPr>
                <a:spLocks/>
              </p:cNvSpPr>
              <p:nvPr/>
            </p:nvSpPr>
            <p:spPr>
              <a:xfrm>
                <a:off x="4591455" y="2401648"/>
                <a:ext cx="468145" cy="468145"/>
              </a:xfrm>
              <a:prstGeom prst="ellipse">
                <a:avLst/>
              </a:prstGeom>
              <a:solidFill>
                <a:schemeClr val="bg2"/>
              </a:solidFill>
              <a:ln w="3175" cap="flat" cmpd="sng" algn="ctr">
                <a:solidFill>
                  <a:schemeClr val="accent6"/>
                </a:solidFill>
                <a:prstDash val="solid"/>
              </a:ln>
              <a:effectLst>
                <a:innerShdw dist="25400" dir="13500000">
                  <a:prstClr val="black">
                    <a:alpha val="1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3400"/>
                  </a:lnSpc>
                </a:pPr>
                <a:r>
                  <a:rPr lang="en-US" altLang="ko-KR"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rPr>
                  <a:t>01</a:t>
                </a:r>
                <a:endParaRPr lang="ko-KR" altLang="en-US"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endParaRPr>
              </a:p>
            </p:txBody>
          </p:sp>
        </p:grpSp>
        <p:sp>
          <p:nvSpPr>
            <p:cNvPr id="50" name="TextBox 49"/>
            <p:cNvSpPr txBox="1"/>
            <p:nvPr/>
          </p:nvSpPr>
          <p:spPr>
            <a:xfrm rot="18900000">
              <a:off x="2956817" y="3493421"/>
              <a:ext cx="1805573" cy="243031"/>
            </a:xfrm>
            <a:prstGeom prst="rect">
              <a:avLst/>
            </a:prstGeom>
            <a:noFill/>
          </p:spPr>
          <p:txBody>
            <a:bodyPr wrap="square" lIns="0" tIns="0" rIns="0" bIns="0" rtlCol="0">
              <a:noAutofit/>
            </a:bodyPr>
            <a:lstStyle/>
            <a:p>
              <a:pPr algn="ctr">
                <a:spcAft>
                  <a:spcPts val="300"/>
                </a:spcAft>
              </a:pPr>
              <a:r>
                <a:rPr lang="nb-NO" sz="1200" b="1" dirty="0">
                  <a:gradFill>
                    <a:gsLst>
                      <a:gs pos="0">
                        <a:schemeClr val="accent3"/>
                      </a:gs>
                      <a:gs pos="100000">
                        <a:schemeClr val="accent3"/>
                      </a:gs>
                    </a:gsLst>
                    <a:lin ang="5400000" scaled="0"/>
                  </a:gradFill>
                  <a:latin typeface="Roboto Condensed Regular"/>
                  <a:ea typeface="Roboto Light" pitchFamily="2" charset="0"/>
                  <a:cs typeface="Roboto Condensed Regular"/>
                </a:rPr>
                <a:t>Insert Title Text</a:t>
              </a:r>
              <a:endParaRPr lang="en-US" sz="1200" b="1" dirty="0">
                <a:gradFill>
                  <a:gsLst>
                    <a:gs pos="0">
                      <a:schemeClr val="accent3"/>
                    </a:gs>
                    <a:gs pos="100000">
                      <a:schemeClr val="accent3"/>
                    </a:gs>
                  </a:gsLst>
                  <a:lin ang="5400000" scaled="0"/>
                </a:gradFill>
                <a:latin typeface="Roboto Condensed Regular"/>
                <a:ea typeface="Roboto Light" pitchFamily="2" charset="0"/>
                <a:cs typeface="Roboto Condensed Regular"/>
              </a:endParaRPr>
            </a:p>
          </p:txBody>
        </p:sp>
      </p:grpSp>
      <p:sp>
        <p:nvSpPr>
          <p:cNvPr id="51" name="TextBox 50"/>
          <p:cNvSpPr txBox="1"/>
          <p:nvPr/>
        </p:nvSpPr>
        <p:spPr>
          <a:xfrm>
            <a:off x="1499220" y="2067650"/>
            <a:ext cx="1265370" cy="389597"/>
          </a:xfrm>
          <a:prstGeom prst="rect">
            <a:avLst/>
          </a:prstGeom>
          <a:noFill/>
        </p:spPr>
        <p:txBody>
          <a:bodyPr wrap="square" lIns="0" tIns="0" rIns="0" bIns="0" rtlCol="0" anchor="t">
            <a:noAutofit/>
          </a:bodyPr>
          <a:lstStyle/>
          <a:p>
            <a:pPr lvl="0">
              <a:buClr>
                <a:schemeClr val="bg2"/>
              </a:buClr>
            </a:pPr>
            <a:r>
              <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p:txBody>
      </p:sp>
      <p:grpSp>
        <p:nvGrpSpPr>
          <p:cNvPr id="69" name="그룹 68"/>
          <p:cNvGrpSpPr/>
          <p:nvPr/>
        </p:nvGrpSpPr>
        <p:grpSpPr>
          <a:xfrm>
            <a:off x="2153041" y="2006793"/>
            <a:ext cx="2627846" cy="1511301"/>
            <a:chOff x="4235479" y="1817991"/>
            <a:chExt cx="2627846" cy="1511301"/>
          </a:xfrm>
        </p:grpSpPr>
        <p:grpSp>
          <p:nvGrpSpPr>
            <p:cNvPr id="53" name="그룹 52"/>
            <p:cNvGrpSpPr/>
            <p:nvPr/>
          </p:nvGrpSpPr>
          <p:grpSpPr>
            <a:xfrm>
              <a:off x="4235479" y="1817991"/>
              <a:ext cx="2627846" cy="1511301"/>
              <a:chOff x="2792543" y="2336799"/>
              <a:chExt cx="2627846" cy="1511301"/>
            </a:xfrm>
          </p:grpSpPr>
          <p:grpSp>
            <p:nvGrpSpPr>
              <p:cNvPr id="54" name="그룹 53"/>
              <p:cNvGrpSpPr/>
              <p:nvPr/>
            </p:nvGrpSpPr>
            <p:grpSpPr>
              <a:xfrm>
                <a:off x="2792543" y="2336799"/>
                <a:ext cx="2627846" cy="1511301"/>
                <a:chOff x="2792543" y="2336799"/>
                <a:chExt cx="2627846" cy="1511301"/>
              </a:xfrm>
              <a:effectLst>
                <a:outerShdw dist="50800" dir="5400000" algn="ctr" rotWithShape="0">
                  <a:prstClr val="black">
                    <a:alpha val="10000"/>
                  </a:prstClr>
                </a:outerShdw>
              </a:effectLst>
            </p:grpSpPr>
            <p:sp>
              <p:nvSpPr>
                <p:cNvPr id="56" name="모서리가 둥근 직사각형 55"/>
                <p:cNvSpPr/>
                <p:nvPr/>
              </p:nvSpPr>
              <p:spPr>
                <a:xfrm rot="18900000">
                  <a:off x="2792543" y="3055600"/>
                  <a:ext cx="2627846" cy="598365"/>
                </a:xfrm>
                <a:prstGeom prst="roundRect">
                  <a:avLst>
                    <a:gd name="adj" fmla="val 50000"/>
                  </a:avLst>
                </a:prstGeom>
                <a:pattFill prst="ltDnDiag">
                  <a:fgClr>
                    <a:schemeClr val="bg2"/>
                  </a:fgClr>
                  <a:bgClr>
                    <a:schemeClr val="accent6">
                      <a:lumMod val="50000"/>
                    </a:schemeClr>
                  </a:bgClr>
                </a:pattFill>
                <a:ln w="6350" cap="rnd">
                  <a:solidFill>
                    <a:schemeClr val="accent6">
                      <a:lumMod val="65000"/>
                    </a:schemeClr>
                  </a:solidFill>
                  <a:round/>
                  <a:headEnd/>
                  <a:tailEnd/>
                </a:ln>
                <a:effectLst/>
              </p:spPr>
              <p:txBody>
                <a:bodyPr vert="horz" wrap="square" lIns="91440" tIns="45720" rIns="91440" bIns="45720" numCol="1" anchor="t" anchorCtr="0" compatLnSpc="1">
                  <a:prstTxWarp prst="textNoShape">
                    <a:avLst/>
                  </a:prstTxWarp>
                </a:bodyPr>
                <a:lstStyle/>
                <a:p>
                  <a:endParaRPr lang="ko-KR" altLang="en-US" sz="2514" dirty="0"/>
                </a:p>
              </p:txBody>
            </p:sp>
            <p:sp>
              <p:nvSpPr>
                <p:cNvPr id="57" name="모서리가 둥근 직사각형 56"/>
                <p:cNvSpPr/>
                <p:nvPr/>
              </p:nvSpPr>
              <p:spPr>
                <a:xfrm rot="16200000">
                  <a:off x="4069617" y="2793267"/>
                  <a:ext cx="1511300" cy="598365"/>
                </a:xfrm>
                <a:prstGeom prst="roundRect">
                  <a:avLst>
                    <a:gd name="adj" fmla="val 50000"/>
                  </a:avLst>
                </a:prstGeom>
                <a:solidFill>
                  <a:schemeClr val="bg2">
                    <a:lumMod val="50000"/>
                    <a:alpha val="50000"/>
                  </a:schemeClr>
                </a:solidFill>
                <a:ln w="6350" cap="rnd" cmpd="sng" algn="ctr">
                  <a:solidFill>
                    <a:schemeClr val="accent6">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58" name="모서리가 둥근 직사각형 57"/>
                <p:cNvSpPr/>
                <p:nvPr/>
              </p:nvSpPr>
              <p:spPr>
                <a:xfrm>
                  <a:off x="3613150" y="2336799"/>
                  <a:ext cx="1511300" cy="598365"/>
                </a:xfrm>
                <a:prstGeom prst="roundRect">
                  <a:avLst>
                    <a:gd name="adj" fmla="val 50000"/>
                  </a:avLst>
                </a:prstGeom>
                <a:solidFill>
                  <a:schemeClr val="bg2">
                    <a:lumMod val="50000"/>
                    <a:alpha val="50000"/>
                  </a:schemeClr>
                </a:solidFill>
                <a:ln w="6350" cap="rnd" cmpd="sng" algn="ctr">
                  <a:solidFill>
                    <a:schemeClr val="accent6">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55" name="타원 54"/>
              <p:cNvSpPr>
                <a:spLocks/>
              </p:cNvSpPr>
              <p:nvPr/>
            </p:nvSpPr>
            <p:spPr>
              <a:xfrm>
                <a:off x="4591455" y="2401648"/>
                <a:ext cx="468145" cy="468145"/>
              </a:xfrm>
              <a:prstGeom prst="ellipse">
                <a:avLst/>
              </a:prstGeom>
              <a:solidFill>
                <a:schemeClr val="bg2"/>
              </a:solidFill>
              <a:ln w="3175" cap="flat" cmpd="sng" algn="ctr">
                <a:solidFill>
                  <a:schemeClr val="accent6"/>
                </a:solidFill>
                <a:prstDash val="solid"/>
              </a:ln>
              <a:effectLst>
                <a:innerShdw dist="25400" dir="13500000">
                  <a:prstClr val="black">
                    <a:alpha val="1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3400"/>
                  </a:lnSpc>
                </a:pPr>
                <a:r>
                  <a:rPr lang="en-US" altLang="ko-KR"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rPr>
                  <a:t>02</a:t>
                </a:r>
                <a:endParaRPr lang="ko-KR" altLang="en-US" sz="2500" b="1" dirty="0">
                  <a:gradFill>
                    <a:gsLst>
                      <a:gs pos="0">
                        <a:schemeClr val="tx2">
                          <a:alpha val="50000"/>
                        </a:schemeClr>
                      </a:gs>
                      <a:gs pos="100000">
                        <a:schemeClr val="tx2">
                          <a:alpha val="50000"/>
                        </a:schemeClr>
                      </a:gs>
                    </a:gsLst>
                    <a:lin ang="5400000" scaled="0"/>
                  </a:gradFill>
                  <a:latin typeface="Bebas Neue" pitchFamily="34" charset="0"/>
                  <a:ea typeface="Roboto Condensed Regular"/>
                </a:endParaRPr>
              </a:p>
            </p:txBody>
          </p:sp>
        </p:grpSp>
        <p:sp>
          <p:nvSpPr>
            <p:cNvPr id="60" name="TextBox 59"/>
            <p:cNvSpPr txBox="1"/>
            <p:nvPr/>
          </p:nvSpPr>
          <p:spPr>
            <a:xfrm rot="18900000">
              <a:off x="4402996" y="2961643"/>
              <a:ext cx="1805573" cy="243031"/>
            </a:xfrm>
            <a:prstGeom prst="rect">
              <a:avLst/>
            </a:prstGeom>
            <a:noFill/>
          </p:spPr>
          <p:txBody>
            <a:bodyPr wrap="square" lIns="0" tIns="0" rIns="0" bIns="0" rtlCol="0">
              <a:noAutofit/>
            </a:bodyPr>
            <a:lstStyle/>
            <a:p>
              <a:pPr algn="ctr">
                <a:spcAft>
                  <a:spcPts val="300"/>
                </a:spcAft>
              </a:pPr>
              <a:r>
                <a:rPr lang="nb-NO" sz="1200" b="1" dirty="0">
                  <a:gradFill>
                    <a:gsLst>
                      <a:gs pos="0">
                        <a:schemeClr val="accent3"/>
                      </a:gs>
                      <a:gs pos="100000">
                        <a:schemeClr val="accent3"/>
                      </a:gs>
                    </a:gsLst>
                    <a:lin ang="5400000" scaled="0"/>
                  </a:gradFill>
                  <a:latin typeface="Roboto Condensed Regular"/>
                  <a:ea typeface="Roboto Light" pitchFamily="2" charset="0"/>
                  <a:cs typeface="Roboto Condensed Regular"/>
                </a:rPr>
                <a:t>Insert Title Text</a:t>
              </a:r>
              <a:endParaRPr lang="en-US" sz="1200" b="1" dirty="0">
                <a:gradFill>
                  <a:gsLst>
                    <a:gs pos="0">
                      <a:schemeClr val="accent3"/>
                    </a:gs>
                    <a:gs pos="100000">
                      <a:schemeClr val="accent3"/>
                    </a:gs>
                  </a:gsLst>
                  <a:lin ang="5400000" scaled="0"/>
                </a:gradFill>
                <a:latin typeface="Roboto Condensed Regular"/>
                <a:ea typeface="Roboto Light" pitchFamily="2" charset="0"/>
                <a:cs typeface="Roboto Condensed Regular"/>
              </a:endParaRPr>
            </a:p>
          </p:txBody>
        </p:sp>
      </p:grpSp>
      <p:sp>
        <p:nvSpPr>
          <p:cNvPr id="61" name="TextBox 60"/>
          <p:cNvSpPr txBox="1"/>
          <p:nvPr/>
        </p:nvSpPr>
        <p:spPr>
          <a:xfrm>
            <a:off x="2943777" y="1535872"/>
            <a:ext cx="1265370" cy="389597"/>
          </a:xfrm>
          <a:prstGeom prst="rect">
            <a:avLst/>
          </a:prstGeom>
          <a:noFill/>
        </p:spPr>
        <p:txBody>
          <a:bodyPr wrap="square" lIns="0" tIns="0" rIns="0" bIns="0" rtlCol="0" anchor="t">
            <a:noAutofit/>
          </a:bodyPr>
          <a:lstStyle/>
          <a:p>
            <a:pPr lvl="0">
              <a:buClr>
                <a:schemeClr val="bg2"/>
              </a:buClr>
            </a:pPr>
            <a:r>
              <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p:txBody>
      </p:sp>
      <p:grpSp>
        <p:nvGrpSpPr>
          <p:cNvPr id="78" name="그룹 77"/>
          <p:cNvGrpSpPr/>
          <p:nvPr/>
        </p:nvGrpSpPr>
        <p:grpSpPr>
          <a:xfrm>
            <a:off x="3594355" y="1487982"/>
            <a:ext cx="2627846" cy="1511301"/>
            <a:chOff x="4235479" y="1817991"/>
            <a:chExt cx="2627846" cy="1511301"/>
          </a:xfrm>
        </p:grpSpPr>
        <p:grpSp>
          <p:nvGrpSpPr>
            <p:cNvPr id="79" name="그룹 78"/>
            <p:cNvGrpSpPr/>
            <p:nvPr/>
          </p:nvGrpSpPr>
          <p:grpSpPr>
            <a:xfrm>
              <a:off x="4235479" y="1817991"/>
              <a:ext cx="2627846" cy="1511301"/>
              <a:chOff x="2792543" y="2336799"/>
              <a:chExt cx="2627846" cy="1511301"/>
            </a:xfrm>
          </p:grpSpPr>
          <p:grpSp>
            <p:nvGrpSpPr>
              <p:cNvPr id="81" name="그룹 80"/>
              <p:cNvGrpSpPr/>
              <p:nvPr/>
            </p:nvGrpSpPr>
            <p:grpSpPr>
              <a:xfrm>
                <a:off x="2792543" y="2336799"/>
                <a:ext cx="2627846" cy="1511301"/>
                <a:chOff x="2792543" y="2336799"/>
                <a:chExt cx="2627846" cy="1511301"/>
              </a:xfrm>
              <a:effectLst>
                <a:outerShdw dist="50800" dir="5400000" algn="ctr" rotWithShape="0">
                  <a:prstClr val="black">
                    <a:alpha val="10000"/>
                  </a:prstClr>
                </a:outerShdw>
              </a:effectLst>
            </p:grpSpPr>
            <p:sp>
              <p:nvSpPr>
                <p:cNvPr id="83" name="모서리가 둥근 직사각형 82"/>
                <p:cNvSpPr/>
                <p:nvPr/>
              </p:nvSpPr>
              <p:spPr>
                <a:xfrm rot="18900000">
                  <a:off x="2792543" y="3055600"/>
                  <a:ext cx="2627846" cy="598365"/>
                </a:xfrm>
                <a:prstGeom prst="roundRect">
                  <a:avLst>
                    <a:gd name="adj" fmla="val 50000"/>
                  </a:avLst>
                </a:prstGeom>
                <a:pattFill prst="dkDnDiag">
                  <a:fgClr>
                    <a:schemeClr val="accent1"/>
                  </a:fgClr>
                  <a:bgClr>
                    <a:schemeClr val="accent1">
                      <a:lumMod val="75000"/>
                    </a:schemeClr>
                  </a:bgClr>
                </a:pattFill>
                <a:ln w="6350" cap="rnd" cmpd="sng" algn="ctr">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84" name="모서리가 둥근 직사각형 83"/>
                <p:cNvSpPr/>
                <p:nvPr/>
              </p:nvSpPr>
              <p:spPr>
                <a:xfrm rot="16200000">
                  <a:off x="4069617" y="2793267"/>
                  <a:ext cx="1511300" cy="598365"/>
                </a:xfrm>
                <a:prstGeom prst="roundRect">
                  <a:avLst>
                    <a:gd name="adj" fmla="val 50000"/>
                  </a:avLst>
                </a:prstGeom>
                <a:solidFill>
                  <a:schemeClr val="accent1">
                    <a:alpha val="50000"/>
                  </a:schemeClr>
                </a:solidFill>
                <a:ln w="6350" cap="rnd" cmpd="sng" algn="ctr">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85" name="모서리가 둥근 직사각형 84"/>
                <p:cNvSpPr/>
                <p:nvPr/>
              </p:nvSpPr>
              <p:spPr>
                <a:xfrm>
                  <a:off x="3613150" y="2336799"/>
                  <a:ext cx="1511300" cy="598365"/>
                </a:xfrm>
                <a:prstGeom prst="roundRect">
                  <a:avLst>
                    <a:gd name="adj" fmla="val 50000"/>
                  </a:avLst>
                </a:prstGeom>
                <a:solidFill>
                  <a:schemeClr val="accent1">
                    <a:alpha val="50000"/>
                  </a:schemeClr>
                </a:solidFill>
                <a:ln w="6350" cap="rnd" cmpd="sng" algn="ctr">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82" name="타원 81"/>
              <p:cNvSpPr>
                <a:spLocks/>
              </p:cNvSpPr>
              <p:nvPr/>
            </p:nvSpPr>
            <p:spPr>
              <a:xfrm>
                <a:off x="4591455" y="2401648"/>
                <a:ext cx="468145" cy="468145"/>
              </a:xfrm>
              <a:prstGeom prst="ellipse">
                <a:avLst/>
              </a:prstGeom>
              <a:solidFill>
                <a:schemeClr val="bg2"/>
              </a:solidFill>
              <a:ln w="3175" cap="flat" cmpd="sng" algn="ctr">
                <a:solidFill>
                  <a:schemeClr val="accent1">
                    <a:lumMod val="75000"/>
                  </a:schemeClr>
                </a:solidFill>
                <a:prstDash val="solid"/>
              </a:ln>
              <a:effectLst>
                <a:innerShdw dist="25400" dir="13500000">
                  <a:prstClr val="black">
                    <a:alpha val="1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3400"/>
                  </a:lnSpc>
                </a:pPr>
                <a:r>
                  <a:rPr lang="en-US" altLang="ko-KR" sz="2500" b="1" dirty="0">
                    <a:gradFill>
                      <a:gsLst>
                        <a:gs pos="0">
                          <a:schemeClr val="accent1"/>
                        </a:gs>
                        <a:gs pos="100000">
                          <a:schemeClr val="accent1"/>
                        </a:gs>
                      </a:gsLst>
                      <a:lin ang="5400000" scaled="0"/>
                    </a:gradFill>
                    <a:latin typeface="Bebas Neue" pitchFamily="34" charset="0"/>
                    <a:ea typeface="Roboto Condensed Regular"/>
                  </a:rPr>
                  <a:t>03</a:t>
                </a:r>
                <a:endParaRPr lang="ko-KR" altLang="en-US" sz="2500" b="1" dirty="0">
                  <a:gradFill>
                    <a:gsLst>
                      <a:gs pos="0">
                        <a:schemeClr val="accent1"/>
                      </a:gs>
                      <a:gs pos="100000">
                        <a:schemeClr val="accent1"/>
                      </a:gs>
                    </a:gsLst>
                    <a:lin ang="5400000" scaled="0"/>
                  </a:gradFill>
                  <a:latin typeface="Bebas Neue" pitchFamily="34" charset="0"/>
                  <a:ea typeface="Roboto Condensed Regular"/>
                </a:endParaRPr>
              </a:p>
            </p:txBody>
          </p:sp>
        </p:grpSp>
        <p:sp>
          <p:nvSpPr>
            <p:cNvPr id="80" name="TextBox 79"/>
            <p:cNvSpPr txBox="1"/>
            <p:nvPr/>
          </p:nvSpPr>
          <p:spPr>
            <a:xfrm rot="18900000">
              <a:off x="4402996" y="2961643"/>
              <a:ext cx="1805573" cy="243031"/>
            </a:xfrm>
            <a:prstGeom prst="rect">
              <a:avLst/>
            </a:prstGeom>
            <a:noFill/>
          </p:spPr>
          <p:txBody>
            <a:bodyPr wrap="square" lIns="0" tIns="0" rIns="0" bIns="0" rtlCol="0">
              <a:noAutofit/>
            </a:bodyPr>
            <a:lstStyle/>
            <a:p>
              <a:pPr algn="ctr">
                <a:spcAft>
                  <a:spcPts val="300"/>
                </a:spcAft>
              </a:pPr>
              <a:r>
                <a:rPr lang="nb-NO" sz="1200" b="1" dirty="0">
                  <a:gradFill>
                    <a:gsLst>
                      <a:gs pos="0">
                        <a:schemeClr val="accent3"/>
                      </a:gs>
                      <a:gs pos="100000">
                        <a:schemeClr val="accent3"/>
                      </a:gs>
                    </a:gsLst>
                    <a:lin ang="5400000" scaled="0"/>
                  </a:gradFill>
                  <a:latin typeface="Roboto Condensed Regular"/>
                  <a:ea typeface="Roboto Light" pitchFamily="2" charset="0"/>
                  <a:cs typeface="Roboto Condensed Regular"/>
                </a:rPr>
                <a:t>Insert Title Text</a:t>
              </a:r>
              <a:endParaRPr lang="en-US" sz="800" dirty="0">
                <a:gradFill>
                  <a:gsLst>
                    <a:gs pos="0">
                      <a:schemeClr val="accent3"/>
                    </a:gs>
                    <a:gs pos="100000">
                      <a:schemeClr val="accent3"/>
                    </a:gs>
                  </a:gsLst>
                  <a:lin ang="5400000" scaled="0"/>
                </a:gradFill>
                <a:latin typeface="Roboto Condensed Regular"/>
                <a:cs typeface="Roboto Condensed Regular"/>
              </a:endParaRPr>
            </a:p>
          </p:txBody>
        </p:sp>
      </p:grpSp>
      <p:sp>
        <p:nvSpPr>
          <p:cNvPr id="86" name="TextBox 85"/>
          <p:cNvSpPr txBox="1"/>
          <p:nvPr/>
        </p:nvSpPr>
        <p:spPr>
          <a:xfrm>
            <a:off x="4385092" y="1017063"/>
            <a:ext cx="1265370" cy="389597"/>
          </a:xfrm>
          <a:prstGeom prst="rect">
            <a:avLst/>
          </a:prstGeom>
          <a:noFill/>
        </p:spPr>
        <p:txBody>
          <a:bodyPr wrap="square" lIns="0" tIns="0" rIns="0" bIns="0" rtlCol="0" anchor="t">
            <a:noAutofit/>
          </a:bodyPr>
          <a:lstStyle/>
          <a:p>
            <a:pPr lvl="0">
              <a:buClr>
                <a:schemeClr val="bg2"/>
              </a:buClr>
            </a:pPr>
            <a:r>
              <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Vestibulum tincidunt malesuada tellus. Ut ultrices ultrices enim. Curabitur sit amet mauris. </a:t>
            </a:r>
          </a:p>
        </p:txBody>
      </p:sp>
    </p:spTree>
    <p:extLst>
      <p:ext uri="{BB962C8B-B14F-4D97-AF65-F5344CB8AC3E}">
        <p14:creationId xmlns:p14="http://schemas.microsoft.com/office/powerpoint/2010/main" val="56376159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500"/>
                                        <p:tgtEl>
                                          <p:spTgt spid="68"/>
                                        </p:tgtEl>
                                      </p:cBhvr>
                                    </p:animEffect>
                                    <p:anim calcmode="lin" valueType="num">
                                      <p:cBhvr>
                                        <p:cTn id="8" dur="500" fill="hold"/>
                                        <p:tgtEl>
                                          <p:spTgt spid="68"/>
                                        </p:tgtEl>
                                        <p:attrNameLst>
                                          <p:attrName>ppt_x</p:attrName>
                                        </p:attrNameLst>
                                      </p:cBhvr>
                                      <p:tavLst>
                                        <p:tav tm="0">
                                          <p:val>
                                            <p:strVal val="#ppt_x"/>
                                          </p:val>
                                        </p:tav>
                                        <p:tav tm="100000">
                                          <p:val>
                                            <p:strVal val="#ppt_x"/>
                                          </p:val>
                                        </p:tav>
                                      </p:tavLst>
                                    </p:anim>
                                    <p:anim calcmode="lin" valueType="num">
                                      <p:cBhvr>
                                        <p:cTn id="9" dur="500" fill="hold"/>
                                        <p:tgtEl>
                                          <p:spTgt spid="68"/>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fade">
                                      <p:cBhvr>
                                        <p:cTn id="12" dur="500"/>
                                        <p:tgtEl>
                                          <p:spTgt spid="51"/>
                                        </p:tgtEl>
                                      </p:cBhvr>
                                    </p:animEffect>
                                    <p:anim calcmode="lin" valueType="num">
                                      <p:cBhvr>
                                        <p:cTn id="13" dur="500" fill="hold"/>
                                        <p:tgtEl>
                                          <p:spTgt spid="51"/>
                                        </p:tgtEl>
                                        <p:attrNameLst>
                                          <p:attrName>ppt_x</p:attrName>
                                        </p:attrNameLst>
                                      </p:cBhvr>
                                      <p:tavLst>
                                        <p:tav tm="0">
                                          <p:val>
                                            <p:strVal val="#ppt_x"/>
                                          </p:val>
                                        </p:tav>
                                        <p:tav tm="100000">
                                          <p:val>
                                            <p:strVal val="#ppt_x"/>
                                          </p:val>
                                        </p:tav>
                                      </p:tavLst>
                                    </p:anim>
                                    <p:anim calcmode="lin" valueType="num">
                                      <p:cBhvr>
                                        <p:cTn id="14" dur="500" fill="hold"/>
                                        <p:tgtEl>
                                          <p:spTgt spid="51"/>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2" presetClass="entr" presetSubtype="0" fill="hold" nodeType="afterEffect">
                                  <p:stCondLst>
                                    <p:cond delay="0"/>
                                  </p:stCondLst>
                                  <p:childTnLst>
                                    <p:set>
                                      <p:cBhvr>
                                        <p:cTn id="17" dur="1" fill="hold">
                                          <p:stCondLst>
                                            <p:cond delay="0"/>
                                          </p:stCondLst>
                                        </p:cTn>
                                        <p:tgtEl>
                                          <p:spTgt spid="69"/>
                                        </p:tgtEl>
                                        <p:attrNameLst>
                                          <p:attrName>style.visibility</p:attrName>
                                        </p:attrNameLst>
                                      </p:cBhvr>
                                      <p:to>
                                        <p:strVal val="visible"/>
                                      </p:to>
                                    </p:set>
                                    <p:animEffect transition="in" filter="fade">
                                      <p:cBhvr>
                                        <p:cTn id="18" dur="500"/>
                                        <p:tgtEl>
                                          <p:spTgt spid="69"/>
                                        </p:tgtEl>
                                      </p:cBhvr>
                                    </p:animEffect>
                                    <p:anim calcmode="lin" valueType="num">
                                      <p:cBhvr>
                                        <p:cTn id="19" dur="500" fill="hold"/>
                                        <p:tgtEl>
                                          <p:spTgt spid="69"/>
                                        </p:tgtEl>
                                        <p:attrNameLst>
                                          <p:attrName>ppt_x</p:attrName>
                                        </p:attrNameLst>
                                      </p:cBhvr>
                                      <p:tavLst>
                                        <p:tav tm="0">
                                          <p:val>
                                            <p:strVal val="#ppt_x"/>
                                          </p:val>
                                        </p:tav>
                                        <p:tav tm="100000">
                                          <p:val>
                                            <p:strVal val="#ppt_x"/>
                                          </p:val>
                                        </p:tav>
                                      </p:tavLst>
                                    </p:anim>
                                    <p:anim calcmode="lin" valueType="num">
                                      <p:cBhvr>
                                        <p:cTn id="20" dur="500" fill="hold"/>
                                        <p:tgtEl>
                                          <p:spTgt spid="69"/>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61"/>
                                        </p:tgtEl>
                                        <p:attrNameLst>
                                          <p:attrName>style.visibility</p:attrName>
                                        </p:attrNameLst>
                                      </p:cBhvr>
                                      <p:to>
                                        <p:strVal val="visible"/>
                                      </p:to>
                                    </p:set>
                                    <p:animEffect transition="in" filter="fade">
                                      <p:cBhvr>
                                        <p:cTn id="23" dur="500"/>
                                        <p:tgtEl>
                                          <p:spTgt spid="61"/>
                                        </p:tgtEl>
                                      </p:cBhvr>
                                    </p:animEffect>
                                    <p:anim calcmode="lin" valueType="num">
                                      <p:cBhvr>
                                        <p:cTn id="24" dur="500" fill="hold"/>
                                        <p:tgtEl>
                                          <p:spTgt spid="61"/>
                                        </p:tgtEl>
                                        <p:attrNameLst>
                                          <p:attrName>ppt_x</p:attrName>
                                        </p:attrNameLst>
                                      </p:cBhvr>
                                      <p:tavLst>
                                        <p:tav tm="0">
                                          <p:val>
                                            <p:strVal val="#ppt_x"/>
                                          </p:val>
                                        </p:tav>
                                        <p:tav tm="100000">
                                          <p:val>
                                            <p:strVal val="#ppt_x"/>
                                          </p:val>
                                        </p:tav>
                                      </p:tavLst>
                                    </p:anim>
                                    <p:anim calcmode="lin" valueType="num">
                                      <p:cBhvr>
                                        <p:cTn id="25" dur="500" fill="hold"/>
                                        <p:tgtEl>
                                          <p:spTgt spid="61"/>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42" presetClass="entr" presetSubtype="0" fill="hold" nodeType="afterEffect">
                                  <p:stCondLst>
                                    <p:cond delay="0"/>
                                  </p:stCondLst>
                                  <p:childTnLst>
                                    <p:set>
                                      <p:cBhvr>
                                        <p:cTn id="28" dur="1" fill="hold">
                                          <p:stCondLst>
                                            <p:cond delay="0"/>
                                          </p:stCondLst>
                                        </p:cTn>
                                        <p:tgtEl>
                                          <p:spTgt spid="78"/>
                                        </p:tgtEl>
                                        <p:attrNameLst>
                                          <p:attrName>style.visibility</p:attrName>
                                        </p:attrNameLst>
                                      </p:cBhvr>
                                      <p:to>
                                        <p:strVal val="visible"/>
                                      </p:to>
                                    </p:set>
                                    <p:animEffect transition="in" filter="fade">
                                      <p:cBhvr>
                                        <p:cTn id="29" dur="500"/>
                                        <p:tgtEl>
                                          <p:spTgt spid="78"/>
                                        </p:tgtEl>
                                      </p:cBhvr>
                                    </p:animEffect>
                                    <p:anim calcmode="lin" valueType="num">
                                      <p:cBhvr>
                                        <p:cTn id="30" dur="500" fill="hold"/>
                                        <p:tgtEl>
                                          <p:spTgt spid="78"/>
                                        </p:tgtEl>
                                        <p:attrNameLst>
                                          <p:attrName>ppt_x</p:attrName>
                                        </p:attrNameLst>
                                      </p:cBhvr>
                                      <p:tavLst>
                                        <p:tav tm="0">
                                          <p:val>
                                            <p:strVal val="#ppt_x"/>
                                          </p:val>
                                        </p:tav>
                                        <p:tav tm="100000">
                                          <p:val>
                                            <p:strVal val="#ppt_x"/>
                                          </p:val>
                                        </p:tav>
                                      </p:tavLst>
                                    </p:anim>
                                    <p:anim calcmode="lin" valueType="num">
                                      <p:cBhvr>
                                        <p:cTn id="31" dur="500" fill="hold"/>
                                        <p:tgtEl>
                                          <p:spTgt spid="78"/>
                                        </p:tgtEl>
                                        <p:attrNameLst>
                                          <p:attrName>ppt_y</p:attrName>
                                        </p:attrNameLst>
                                      </p:cBhvr>
                                      <p:tavLst>
                                        <p:tav tm="0">
                                          <p:val>
                                            <p:strVal val="#ppt_y+.1"/>
                                          </p:val>
                                        </p:tav>
                                        <p:tav tm="100000">
                                          <p:val>
                                            <p:strVal val="#ppt_y"/>
                                          </p:val>
                                        </p:tav>
                                      </p:tavLst>
                                    </p:anim>
                                  </p:childTnLst>
                                </p:cTn>
                              </p:par>
                              <p:par>
                                <p:cTn id="32" presetID="47" presetClass="entr" presetSubtype="0" fill="hold" grpId="0" nodeType="withEffect">
                                  <p:stCondLst>
                                    <p:cond delay="0"/>
                                  </p:stCondLst>
                                  <p:childTnLst>
                                    <p:set>
                                      <p:cBhvr>
                                        <p:cTn id="33" dur="1" fill="hold">
                                          <p:stCondLst>
                                            <p:cond delay="0"/>
                                          </p:stCondLst>
                                        </p:cTn>
                                        <p:tgtEl>
                                          <p:spTgt spid="86"/>
                                        </p:tgtEl>
                                        <p:attrNameLst>
                                          <p:attrName>style.visibility</p:attrName>
                                        </p:attrNameLst>
                                      </p:cBhvr>
                                      <p:to>
                                        <p:strVal val="visible"/>
                                      </p:to>
                                    </p:set>
                                    <p:animEffect transition="in" filter="fade">
                                      <p:cBhvr>
                                        <p:cTn id="34" dur="500"/>
                                        <p:tgtEl>
                                          <p:spTgt spid="86"/>
                                        </p:tgtEl>
                                      </p:cBhvr>
                                    </p:animEffect>
                                    <p:anim calcmode="lin" valueType="num">
                                      <p:cBhvr>
                                        <p:cTn id="35" dur="500" fill="hold"/>
                                        <p:tgtEl>
                                          <p:spTgt spid="86"/>
                                        </p:tgtEl>
                                        <p:attrNameLst>
                                          <p:attrName>ppt_x</p:attrName>
                                        </p:attrNameLst>
                                      </p:cBhvr>
                                      <p:tavLst>
                                        <p:tav tm="0">
                                          <p:val>
                                            <p:strVal val="#ppt_x"/>
                                          </p:val>
                                        </p:tav>
                                        <p:tav tm="100000">
                                          <p:val>
                                            <p:strVal val="#ppt_x"/>
                                          </p:val>
                                        </p:tav>
                                      </p:tavLst>
                                    </p:anim>
                                    <p:anim calcmode="lin" valueType="num">
                                      <p:cBhvr>
                                        <p:cTn id="36" dur="500" fill="hold"/>
                                        <p:tgtEl>
                                          <p:spTgt spid="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61" grpId="0"/>
      <p:bldP spid="8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val 5"/>
          <p:cNvSpPr>
            <a:spLocks noChangeArrowheads="1"/>
          </p:cNvSpPr>
          <p:nvPr/>
        </p:nvSpPr>
        <p:spPr bwMode="auto">
          <a:xfrm>
            <a:off x="2163926" y="1725328"/>
            <a:ext cx="2530150" cy="2526444"/>
          </a:xfrm>
          <a:custGeom>
            <a:avLst/>
            <a:gdLst/>
            <a:ahLst/>
            <a:cxnLst/>
            <a:rect l="l" t="t" r="r" b="b"/>
            <a:pathLst>
              <a:path w="1353314" h="1351334">
                <a:moveTo>
                  <a:pt x="676657" y="107854"/>
                </a:moveTo>
                <a:cubicBezTo>
                  <a:pt x="362603" y="107854"/>
                  <a:pt x="108012" y="362073"/>
                  <a:pt x="108012" y="675667"/>
                </a:cubicBezTo>
                <a:cubicBezTo>
                  <a:pt x="108012" y="989261"/>
                  <a:pt x="362603" y="1243480"/>
                  <a:pt x="676657" y="1243480"/>
                </a:cubicBezTo>
                <a:cubicBezTo>
                  <a:pt x="990711" y="1243480"/>
                  <a:pt x="1245302" y="989261"/>
                  <a:pt x="1245302" y="675667"/>
                </a:cubicBezTo>
                <a:cubicBezTo>
                  <a:pt x="1245302" y="362073"/>
                  <a:pt x="990711" y="107854"/>
                  <a:pt x="676657" y="107854"/>
                </a:cubicBezTo>
                <a:close/>
                <a:moveTo>
                  <a:pt x="676657" y="0"/>
                </a:moveTo>
                <a:cubicBezTo>
                  <a:pt x="1050364" y="0"/>
                  <a:pt x="1353314" y="302506"/>
                  <a:pt x="1353314" y="675667"/>
                </a:cubicBezTo>
                <a:cubicBezTo>
                  <a:pt x="1353314" y="1048828"/>
                  <a:pt x="1050364" y="1351334"/>
                  <a:pt x="676657" y="1351334"/>
                </a:cubicBezTo>
                <a:cubicBezTo>
                  <a:pt x="302950" y="1351334"/>
                  <a:pt x="0" y="1048828"/>
                  <a:pt x="0" y="675667"/>
                </a:cubicBezTo>
                <a:cubicBezTo>
                  <a:pt x="0" y="302506"/>
                  <a:pt x="302950" y="0"/>
                  <a:pt x="676657" y="0"/>
                </a:cubicBezTo>
                <a:close/>
              </a:path>
            </a:pathLst>
          </a:custGeom>
          <a:pattFill prst="ltDnDiag">
            <a:fgClr>
              <a:schemeClr val="bg2"/>
            </a:fgClr>
            <a:bgClr>
              <a:schemeClr val="accent6">
                <a:lumMod val="85000"/>
              </a:schemeClr>
            </a:bgClr>
          </a:pattFill>
          <a:ln w="9"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 name="Title 10"/>
          <p:cNvSpPr>
            <a:spLocks noGrp="1"/>
          </p:cNvSpPr>
          <p:nvPr>
            <p:ph type="title"/>
          </p:nvPr>
        </p:nvSpPr>
        <p:spPr/>
        <p:txBody>
          <a:bodyPr/>
          <a:lstStyle/>
          <a:p>
            <a:r>
              <a:rPr lang="en-US" dirty="0"/>
              <a:t>Circulation Diagram</a:t>
            </a:r>
          </a:p>
        </p:txBody>
      </p:sp>
      <p:grpSp>
        <p:nvGrpSpPr>
          <p:cNvPr id="45" name="그룹 44"/>
          <p:cNvGrpSpPr/>
          <p:nvPr/>
        </p:nvGrpSpPr>
        <p:grpSpPr>
          <a:xfrm>
            <a:off x="669132" y="973287"/>
            <a:ext cx="5519736" cy="3331952"/>
            <a:chOff x="2801938" y="992470"/>
            <a:chExt cx="5519736" cy="3331952"/>
          </a:xfrm>
        </p:grpSpPr>
        <p:sp>
          <p:nvSpPr>
            <p:cNvPr id="12" name="TextBox 11"/>
            <p:cNvSpPr txBox="1"/>
            <p:nvPr/>
          </p:nvSpPr>
          <p:spPr>
            <a:xfrm>
              <a:off x="4852195" y="992470"/>
              <a:ext cx="1419225" cy="394175"/>
            </a:xfrm>
            <a:prstGeom prst="rect">
              <a:avLst/>
            </a:prstGeom>
            <a:noFill/>
          </p:spPr>
          <p:txBody>
            <a:bodyPr wrap="square" lIns="0" tIns="0" rIns="0" bIns="0" rtlCol="0" anchor="ctr">
              <a:noAutofit/>
            </a:bodyPr>
            <a:lstStyle/>
            <a:p>
              <a:pPr algn="r">
                <a:lnSpc>
                  <a:spcPts val="900"/>
                </a:lnSpc>
              </a:pPr>
              <a:r>
                <a:rPr lang="en-US" altLang="ko-KR" sz="800" dirty="0">
                  <a:gradFill>
                    <a:gsLst>
                      <a:gs pos="0">
                        <a:schemeClr val="accent1"/>
                      </a:gs>
                      <a:gs pos="100000">
                        <a:schemeClr val="accent1"/>
                      </a:gs>
                    </a:gsLst>
                    <a:lin ang="5400000" scaled="0"/>
                  </a:gradFill>
                  <a:ea typeface="Roboto Light" pitchFamily="2" charset="0"/>
                  <a:cs typeface="Roboto Condensed Regular"/>
                </a:rPr>
                <a:t>sit amen, consectetur adipiscing elit. Integer nec odio. Praesent libero. </a:t>
              </a:r>
            </a:p>
          </p:txBody>
        </p:sp>
        <p:sp>
          <p:nvSpPr>
            <p:cNvPr id="14" name="TextBox 13"/>
            <p:cNvSpPr txBox="1"/>
            <p:nvPr/>
          </p:nvSpPr>
          <p:spPr>
            <a:xfrm>
              <a:off x="7181849" y="2331580"/>
              <a:ext cx="1139825" cy="583070"/>
            </a:xfrm>
            <a:prstGeom prst="rect">
              <a:avLst/>
            </a:prstGeom>
            <a:noFill/>
          </p:spPr>
          <p:txBody>
            <a:bodyPr wrap="square" lIns="0" tIns="0" rIns="0" bIns="0" rtlCol="0" anchor="ctr">
              <a:noAutofit/>
            </a:bodyPr>
            <a:lstStyle/>
            <a:p>
              <a:pPr algn="ctr">
                <a:lnSpc>
                  <a:spcPts val="900"/>
                </a:lnSpc>
              </a:pPr>
              <a:r>
                <a:rPr lang="en-US"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sit amen, consectetur adipiscing elit. Integer nec odio. Praesent libero. </a:t>
              </a:r>
            </a:p>
          </p:txBody>
        </p:sp>
        <p:sp>
          <p:nvSpPr>
            <p:cNvPr id="15" name="TextBox 14"/>
            <p:cNvSpPr txBox="1"/>
            <p:nvPr/>
          </p:nvSpPr>
          <p:spPr>
            <a:xfrm>
              <a:off x="2801938" y="2331580"/>
              <a:ext cx="1139825" cy="583070"/>
            </a:xfrm>
            <a:prstGeom prst="rect">
              <a:avLst/>
            </a:prstGeom>
            <a:noFill/>
          </p:spPr>
          <p:txBody>
            <a:bodyPr wrap="square" lIns="0" tIns="0" rIns="0" bIns="0" rtlCol="0" anchor="ctr">
              <a:noAutofit/>
            </a:bodyPr>
            <a:lstStyle/>
            <a:p>
              <a:pPr algn="ctr">
                <a:lnSpc>
                  <a:spcPts val="900"/>
                </a:lnSpc>
              </a:pPr>
              <a:r>
                <a:rPr lang="en-US"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sit amen, consectetur adipiscing elit. Integer nec odio. Praesent libero. </a:t>
              </a:r>
            </a:p>
          </p:txBody>
        </p:sp>
        <p:sp>
          <p:nvSpPr>
            <p:cNvPr id="16" name="TextBox 15"/>
            <p:cNvSpPr txBox="1"/>
            <p:nvPr/>
          </p:nvSpPr>
          <p:spPr>
            <a:xfrm>
              <a:off x="3357563" y="3741352"/>
              <a:ext cx="992187" cy="583070"/>
            </a:xfrm>
            <a:prstGeom prst="rect">
              <a:avLst/>
            </a:prstGeom>
            <a:noFill/>
          </p:spPr>
          <p:txBody>
            <a:bodyPr wrap="square" lIns="0" tIns="0" rIns="0" bIns="0" rtlCol="0" anchor="ctr">
              <a:noAutofit/>
            </a:bodyPr>
            <a:lstStyle/>
            <a:p>
              <a:pPr algn="ctr">
                <a:lnSpc>
                  <a:spcPts val="900"/>
                </a:lnSpc>
              </a:pPr>
              <a:r>
                <a:rPr lang="en-US"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Integer nec odio. Praesent libero. Sed cursus ante dapibus diam. Sed nisi. </a:t>
              </a:r>
            </a:p>
          </p:txBody>
        </p:sp>
        <p:sp>
          <p:nvSpPr>
            <p:cNvPr id="17" name="TextBox 16"/>
            <p:cNvSpPr txBox="1"/>
            <p:nvPr/>
          </p:nvSpPr>
          <p:spPr>
            <a:xfrm>
              <a:off x="6769100" y="3741352"/>
              <a:ext cx="988508" cy="583070"/>
            </a:xfrm>
            <a:prstGeom prst="rect">
              <a:avLst/>
            </a:prstGeom>
            <a:noFill/>
          </p:spPr>
          <p:txBody>
            <a:bodyPr wrap="square" lIns="0" tIns="0" rIns="0" bIns="0" rtlCol="0" anchor="ctr">
              <a:noAutofit/>
            </a:bodyPr>
            <a:lstStyle/>
            <a:p>
              <a:pPr algn="ctr">
                <a:lnSpc>
                  <a:spcPts val="900"/>
                </a:lnSpc>
              </a:pPr>
              <a:r>
                <a:rPr lang="en-US"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Integer nec odio. Praesent libero. Sed cursus ante dapibus diam. Sed nisi. </a:t>
              </a:r>
            </a:p>
          </p:txBody>
        </p:sp>
      </p:grpSp>
      <p:grpSp>
        <p:nvGrpSpPr>
          <p:cNvPr id="126" name="그룹 125"/>
          <p:cNvGrpSpPr/>
          <p:nvPr/>
        </p:nvGrpSpPr>
        <p:grpSpPr>
          <a:xfrm>
            <a:off x="2692449" y="2466582"/>
            <a:ext cx="1473102" cy="1428624"/>
            <a:chOff x="4827139" y="2377815"/>
            <a:chExt cx="1473102" cy="1428624"/>
          </a:xfrm>
        </p:grpSpPr>
        <p:grpSp>
          <p:nvGrpSpPr>
            <p:cNvPr id="4" name="그룹 3"/>
            <p:cNvGrpSpPr/>
            <p:nvPr/>
          </p:nvGrpSpPr>
          <p:grpSpPr>
            <a:xfrm>
              <a:off x="5091704" y="2377815"/>
              <a:ext cx="943971" cy="1428624"/>
              <a:chOff x="5091704" y="2377815"/>
              <a:chExt cx="943971" cy="1428624"/>
            </a:xfrm>
          </p:grpSpPr>
          <p:sp>
            <p:nvSpPr>
              <p:cNvPr id="124" name="TextBox 123"/>
              <p:cNvSpPr txBox="1"/>
              <p:nvPr/>
            </p:nvSpPr>
            <p:spPr>
              <a:xfrm>
                <a:off x="5091704" y="2377815"/>
                <a:ext cx="943971" cy="603174"/>
              </a:xfrm>
              <a:prstGeom prst="rect">
                <a:avLst/>
              </a:prstGeom>
              <a:noFill/>
            </p:spPr>
            <p:txBody>
              <a:bodyPr wrap="square" lIns="0" tIns="0" rIns="0" bIns="0" rtlCol="0" anchor="ctr">
                <a:noAutofit/>
              </a:bodyPr>
              <a:lstStyle/>
              <a:p>
                <a:pPr lvl="0" algn="ctr"/>
                <a:r>
                  <a:rPr lang="en-US" altLang="ko-KR" sz="6000" dirty="0">
                    <a:pattFill prst="pct70">
                      <a:fgClr>
                        <a:schemeClr val="bg2"/>
                      </a:fgClr>
                      <a:bgClr>
                        <a:schemeClr val="accent3">
                          <a:lumMod val="50000"/>
                        </a:schemeClr>
                      </a:bgClr>
                    </a:pattFill>
                    <a:latin typeface="Bebas Neue"/>
                    <a:ea typeface="Roboto Condensed Regular"/>
                    <a:cs typeface="+mj-cs"/>
                  </a:rPr>
                  <a:t>“</a:t>
                </a:r>
                <a:endParaRPr lang="nb-NO" altLang="ko-KR" sz="6000" dirty="0">
                  <a:pattFill prst="pct70">
                    <a:fgClr>
                      <a:schemeClr val="bg2"/>
                    </a:fgClr>
                    <a:bgClr>
                      <a:schemeClr val="accent3">
                        <a:lumMod val="50000"/>
                      </a:schemeClr>
                    </a:bgClr>
                  </a:pattFill>
                  <a:latin typeface="Bebas Neue"/>
                  <a:ea typeface="Roboto Condensed Regular"/>
                  <a:cs typeface="+mj-cs"/>
                </a:endParaRPr>
              </a:p>
            </p:txBody>
          </p:sp>
          <p:sp>
            <p:nvSpPr>
              <p:cNvPr id="125" name="TextBox 124"/>
              <p:cNvSpPr txBox="1"/>
              <p:nvPr/>
            </p:nvSpPr>
            <p:spPr>
              <a:xfrm>
                <a:off x="5091704" y="3203265"/>
                <a:ext cx="943971" cy="603174"/>
              </a:xfrm>
              <a:prstGeom prst="rect">
                <a:avLst/>
              </a:prstGeom>
              <a:noFill/>
            </p:spPr>
            <p:txBody>
              <a:bodyPr wrap="square" lIns="0" tIns="0" rIns="0" bIns="0" rtlCol="0" anchor="ctr">
                <a:noAutofit/>
              </a:bodyPr>
              <a:lstStyle/>
              <a:p>
                <a:pPr lvl="0" algn="ctr"/>
                <a:r>
                  <a:rPr lang="en-US" altLang="ko-KR" sz="6000" dirty="0">
                    <a:pattFill prst="pct70">
                      <a:fgClr>
                        <a:schemeClr val="bg2"/>
                      </a:fgClr>
                      <a:bgClr>
                        <a:schemeClr val="accent3">
                          <a:lumMod val="50000"/>
                        </a:schemeClr>
                      </a:bgClr>
                    </a:pattFill>
                    <a:latin typeface="Bebas Neue"/>
                    <a:ea typeface="Roboto Condensed Regular"/>
                    <a:cs typeface="+mj-cs"/>
                  </a:rPr>
                  <a:t>”</a:t>
                </a:r>
                <a:endParaRPr lang="nb-NO" altLang="ko-KR" sz="6000" dirty="0">
                  <a:pattFill prst="pct70">
                    <a:fgClr>
                      <a:schemeClr val="bg2"/>
                    </a:fgClr>
                    <a:bgClr>
                      <a:schemeClr val="accent3">
                        <a:lumMod val="50000"/>
                      </a:schemeClr>
                    </a:bgClr>
                  </a:pattFill>
                  <a:latin typeface="Bebas Neue"/>
                  <a:ea typeface="Roboto Condensed Regular"/>
                  <a:cs typeface="+mj-cs"/>
                </a:endParaRPr>
              </a:p>
            </p:txBody>
          </p:sp>
        </p:grpSp>
        <p:sp>
          <p:nvSpPr>
            <p:cNvPr id="123" name="TextBox 122"/>
            <p:cNvSpPr txBox="1"/>
            <p:nvPr/>
          </p:nvSpPr>
          <p:spPr>
            <a:xfrm>
              <a:off x="4827139" y="2703096"/>
              <a:ext cx="1473102" cy="339945"/>
            </a:xfrm>
            <a:prstGeom prst="rect">
              <a:avLst/>
            </a:prstGeom>
            <a:noFill/>
          </p:spPr>
          <p:txBody>
            <a:bodyPr wrap="square" lIns="0" tIns="0" rIns="0" bIns="0" rtlCol="0" anchor="ctr">
              <a:noAutofit/>
            </a:bodyPr>
            <a:lstStyle/>
            <a:p>
              <a:pPr lvl="0" algn="ctr"/>
              <a:r>
                <a:rPr lang="en-US" altLang="ko-KR" sz="1500" dirty="0">
                  <a:gradFill>
                    <a:gsLst>
                      <a:gs pos="0">
                        <a:schemeClr val="tx2"/>
                      </a:gs>
                      <a:gs pos="100000">
                        <a:schemeClr val="tx2"/>
                      </a:gs>
                    </a:gsLst>
                    <a:lin ang="0" scaled="1"/>
                  </a:gradFill>
                  <a:latin typeface="Bebas Neue"/>
                  <a:ea typeface="Roboto Condensed Regular"/>
                  <a:cs typeface="+mj-cs"/>
                </a:rPr>
                <a:t>Your Business </a:t>
              </a:r>
            </a:p>
            <a:p>
              <a:pPr lvl="0" algn="ctr"/>
              <a:r>
                <a:rPr lang="en-US" altLang="ko-KR" sz="1500" dirty="0">
                  <a:gradFill>
                    <a:gsLst>
                      <a:gs pos="0">
                        <a:schemeClr val="tx2"/>
                      </a:gs>
                      <a:gs pos="100000">
                        <a:schemeClr val="tx2"/>
                      </a:gs>
                    </a:gsLst>
                    <a:lin ang="0" scaled="1"/>
                  </a:gradFill>
                  <a:latin typeface="Bebas Neue"/>
                  <a:ea typeface="Roboto Condensed Regular"/>
                  <a:cs typeface="+mj-cs"/>
                </a:rPr>
                <a:t>Goals here</a:t>
              </a:r>
              <a:endParaRPr lang="nb-NO" altLang="ko-KR" sz="1500" b="1" dirty="0">
                <a:gradFill>
                  <a:gsLst>
                    <a:gs pos="0">
                      <a:schemeClr val="tx2"/>
                    </a:gs>
                    <a:gs pos="100000">
                      <a:schemeClr val="tx2"/>
                    </a:gs>
                  </a:gsLst>
                  <a:lin ang="0" scaled="1"/>
                </a:gradFill>
                <a:latin typeface="Bebas Neue" pitchFamily="34" charset="0"/>
                <a:ea typeface="Roboto Light" pitchFamily="2" charset="0"/>
                <a:cs typeface="Roboto Condensed Regular"/>
              </a:endParaRPr>
            </a:p>
          </p:txBody>
        </p:sp>
      </p:grpSp>
      <p:sp>
        <p:nvSpPr>
          <p:cNvPr id="136" name="Freeform 14"/>
          <p:cNvSpPr>
            <a:spLocks/>
          </p:cNvSpPr>
          <p:nvPr/>
        </p:nvSpPr>
        <p:spPr bwMode="auto">
          <a:xfrm>
            <a:off x="2529781" y="1861465"/>
            <a:ext cx="320289" cy="237563"/>
          </a:xfrm>
          <a:custGeom>
            <a:avLst/>
            <a:gdLst>
              <a:gd name="T0" fmla="*/ 0 w 101"/>
              <a:gd name="T1" fmla="*/ 75 h 75"/>
              <a:gd name="T2" fmla="*/ 101 w 101"/>
              <a:gd name="T3" fmla="*/ 0 h 75"/>
            </a:gdLst>
            <a:ahLst/>
            <a:cxnLst>
              <a:cxn ang="0">
                <a:pos x="T0" y="T1"/>
              </a:cxn>
              <a:cxn ang="0">
                <a:pos x="T2" y="T3"/>
              </a:cxn>
            </a:cxnLst>
            <a:rect l="0" t="0" r="r" b="b"/>
            <a:pathLst>
              <a:path w="101" h="75">
                <a:moveTo>
                  <a:pt x="0" y="75"/>
                </a:moveTo>
                <a:cubicBezTo>
                  <a:pt x="30" y="45"/>
                  <a:pt x="64" y="20"/>
                  <a:pt x="101" y="0"/>
                </a:cubicBezTo>
              </a:path>
            </a:pathLst>
          </a:custGeom>
          <a:noFill/>
          <a:ln w="57150" cap="rnd">
            <a:solidFill>
              <a:schemeClr val="accent1"/>
            </a:solidFill>
            <a:prstDash val="solid"/>
            <a:round/>
            <a:headEnd type="none" w="med" len="sm"/>
            <a:tailEnd type="triangle" w="med" len="sm"/>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37" name="Freeform 15"/>
          <p:cNvSpPr>
            <a:spLocks/>
          </p:cNvSpPr>
          <p:nvPr/>
        </p:nvSpPr>
        <p:spPr bwMode="auto">
          <a:xfrm>
            <a:off x="2180011" y="3188079"/>
            <a:ext cx="123291" cy="376364"/>
          </a:xfrm>
          <a:custGeom>
            <a:avLst/>
            <a:gdLst>
              <a:gd name="T0" fmla="*/ 39 w 39"/>
              <a:gd name="T1" fmla="*/ 119 h 119"/>
              <a:gd name="T2" fmla="*/ 0 w 39"/>
              <a:gd name="T3" fmla="*/ 0 h 119"/>
            </a:gdLst>
            <a:ahLst/>
            <a:cxnLst>
              <a:cxn ang="0">
                <a:pos x="T0" y="T1"/>
              </a:cxn>
              <a:cxn ang="0">
                <a:pos x="T2" y="T3"/>
              </a:cxn>
            </a:cxnLst>
            <a:rect l="0" t="0" r="r" b="b"/>
            <a:pathLst>
              <a:path w="39" h="119">
                <a:moveTo>
                  <a:pt x="39" y="119"/>
                </a:moveTo>
                <a:cubicBezTo>
                  <a:pt x="20" y="81"/>
                  <a:pt x="7" y="41"/>
                  <a:pt x="0" y="0"/>
                </a:cubicBezTo>
              </a:path>
            </a:pathLst>
          </a:custGeom>
          <a:noFill/>
          <a:ln w="57150" cap="rnd">
            <a:solidFill>
              <a:schemeClr val="accent3">
                <a:lumMod val="65000"/>
              </a:schemeClr>
            </a:solidFill>
            <a:prstDash val="solid"/>
            <a:round/>
            <a:headEnd type="none" w="med" len="sm"/>
            <a:tailEnd type="triangle" w="med" len="sm"/>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38" name="Freeform 16"/>
          <p:cNvSpPr>
            <a:spLocks/>
          </p:cNvSpPr>
          <p:nvPr/>
        </p:nvSpPr>
        <p:spPr bwMode="auto">
          <a:xfrm>
            <a:off x="3234687" y="4229089"/>
            <a:ext cx="400697" cy="22689"/>
          </a:xfrm>
          <a:custGeom>
            <a:avLst/>
            <a:gdLst>
              <a:gd name="T0" fmla="*/ 126 w 126"/>
              <a:gd name="T1" fmla="*/ 0 h 7"/>
              <a:gd name="T2" fmla="*/ 0 w 126"/>
              <a:gd name="T3" fmla="*/ 1 h 7"/>
            </a:gdLst>
            <a:ahLst/>
            <a:cxnLst>
              <a:cxn ang="0">
                <a:pos x="T0" y="T1"/>
              </a:cxn>
              <a:cxn ang="0">
                <a:pos x="T2" y="T3"/>
              </a:cxn>
            </a:cxnLst>
            <a:rect l="0" t="0" r="r" b="b"/>
            <a:pathLst>
              <a:path w="126" h="7">
                <a:moveTo>
                  <a:pt x="126" y="0"/>
                </a:moveTo>
                <a:cubicBezTo>
                  <a:pt x="85" y="7"/>
                  <a:pt x="42" y="7"/>
                  <a:pt x="0" y="1"/>
                </a:cubicBezTo>
              </a:path>
            </a:pathLst>
          </a:custGeom>
          <a:noFill/>
          <a:ln w="57150" cap="rnd">
            <a:solidFill>
              <a:schemeClr val="accent3">
                <a:lumMod val="65000"/>
              </a:schemeClr>
            </a:solidFill>
            <a:prstDash val="solid"/>
            <a:round/>
            <a:headEnd type="none" w="med" len="sm"/>
            <a:tailEnd type="triangle" w="med" len="sm"/>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39" name="Freeform 17"/>
          <p:cNvSpPr>
            <a:spLocks/>
          </p:cNvSpPr>
          <p:nvPr/>
        </p:nvSpPr>
        <p:spPr bwMode="auto">
          <a:xfrm>
            <a:off x="4560067" y="3176071"/>
            <a:ext cx="120611" cy="379033"/>
          </a:xfrm>
          <a:custGeom>
            <a:avLst/>
            <a:gdLst>
              <a:gd name="T0" fmla="*/ 38 w 38"/>
              <a:gd name="T1" fmla="*/ 0 h 120"/>
              <a:gd name="T2" fmla="*/ 0 w 38"/>
              <a:gd name="T3" fmla="*/ 120 h 120"/>
            </a:gdLst>
            <a:ahLst/>
            <a:cxnLst>
              <a:cxn ang="0">
                <a:pos x="T0" y="T1"/>
              </a:cxn>
              <a:cxn ang="0">
                <a:pos x="T2" y="T3"/>
              </a:cxn>
            </a:cxnLst>
            <a:rect l="0" t="0" r="r" b="b"/>
            <a:pathLst>
              <a:path w="38" h="120">
                <a:moveTo>
                  <a:pt x="38" y="0"/>
                </a:moveTo>
                <a:cubicBezTo>
                  <a:pt x="32" y="42"/>
                  <a:pt x="19" y="82"/>
                  <a:pt x="0" y="120"/>
                </a:cubicBezTo>
              </a:path>
            </a:pathLst>
          </a:custGeom>
          <a:noFill/>
          <a:ln w="57150" cap="rnd">
            <a:solidFill>
              <a:schemeClr val="accent3">
                <a:lumMod val="65000"/>
              </a:schemeClr>
            </a:solidFill>
            <a:prstDash val="solid"/>
            <a:round/>
            <a:headEnd type="none" w="med" len="sm"/>
            <a:tailEnd type="triangle" w="med" len="sm"/>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40" name="Freeform 18"/>
          <p:cNvSpPr>
            <a:spLocks/>
          </p:cNvSpPr>
          <p:nvPr/>
        </p:nvSpPr>
        <p:spPr bwMode="auto">
          <a:xfrm>
            <a:off x="3997219" y="1858793"/>
            <a:ext cx="324309" cy="230890"/>
          </a:xfrm>
          <a:custGeom>
            <a:avLst/>
            <a:gdLst>
              <a:gd name="T0" fmla="*/ 0 w 102"/>
              <a:gd name="T1" fmla="*/ 0 h 73"/>
              <a:gd name="T2" fmla="*/ 102 w 102"/>
              <a:gd name="T3" fmla="*/ 73 h 73"/>
            </a:gdLst>
            <a:ahLst/>
            <a:cxnLst>
              <a:cxn ang="0">
                <a:pos x="T0" y="T1"/>
              </a:cxn>
              <a:cxn ang="0">
                <a:pos x="T2" y="T3"/>
              </a:cxn>
            </a:cxnLst>
            <a:rect l="0" t="0" r="r" b="b"/>
            <a:pathLst>
              <a:path w="102" h="73">
                <a:moveTo>
                  <a:pt x="0" y="0"/>
                </a:moveTo>
                <a:cubicBezTo>
                  <a:pt x="38" y="19"/>
                  <a:pt x="72" y="43"/>
                  <a:pt x="102" y="73"/>
                </a:cubicBezTo>
              </a:path>
            </a:pathLst>
          </a:custGeom>
          <a:noFill/>
          <a:ln w="57150" cap="rnd">
            <a:solidFill>
              <a:schemeClr val="accent3">
                <a:lumMod val="65000"/>
              </a:schemeClr>
            </a:solidFill>
            <a:prstDash val="solid"/>
            <a:round/>
            <a:headEnd type="none" w="med" len="sm"/>
            <a:tailEnd type="triangle" w="med" len="sm"/>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47" name="그룹 46"/>
          <p:cNvGrpSpPr/>
          <p:nvPr/>
        </p:nvGrpSpPr>
        <p:grpSpPr>
          <a:xfrm>
            <a:off x="3026327" y="1380166"/>
            <a:ext cx="805348" cy="805347"/>
            <a:chOff x="3026327" y="1380166"/>
            <a:chExt cx="805348" cy="805347"/>
          </a:xfrm>
        </p:grpSpPr>
        <p:grpSp>
          <p:nvGrpSpPr>
            <p:cNvPr id="40" name="그룹 39"/>
            <p:cNvGrpSpPr/>
            <p:nvPr/>
          </p:nvGrpSpPr>
          <p:grpSpPr>
            <a:xfrm>
              <a:off x="3026327" y="1380166"/>
              <a:ext cx="805348" cy="805347"/>
              <a:chOff x="5159132" y="1399345"/>
              <a:chExt cx="805348" cy="805347"/>
            </a:xfrm>
          </p:grpSpPr>
          <p:grpSp>
            <p:nvGrpSpPr>
              <p:cNvPr id="21" name="그룹 20"/>
              <p:cNvGrpSpPr/>
              <p:nvPr/>
            </p:nvGrpSpPr>
            <p:grpSpPr>
              <a:xfrm>
                <a:off x="5159132" y="1399345"/>
                <a:ext cx="805348" cy="805347"/>
                <a:chOff x="5388526" y="1348545"/>
                <a:chExt cx="805348" cy="805347"/>
              </a:xfrm>
            </p:grpSpPr>
            <p:sp>
              <p:nvSpPr>
                <p:cNvPr id="38" name="타원 37"/>
                <p:cNvSpPr/>
                <p:nvPr/>
              </p:nvSpPr>
              <p:spPr>
                <a:xfrm>
                  <a:off x="5388526" y="1348545"/>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200"/>
                    </a:lnSpc>
                  </a:pPr>
                  <a:endParaRPr lang="ko-KR" altLang="en-US" sz="5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39"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48" name="TextBox 47"/>
              <p:cNvSpPr txBox="1"/>
              <p:nvPr/>
            </p:nvSpPr>
            <p:spPr>
              <a:xfrm>
                <a:off x="5171275" y="1890653"/>
                <a:ext cx="781061" cy="193940"/>
              </a:xfrm>
              <a:prstGeom prst="rect">
                <a:avLst/>
              </a:prstGeom>
              <a:noFill/>
            </p:spPr>
            <p:txBody>
              <a:bodyPr wrap="square" lIns="0" tIns="0" rIns="0" bIns="0" rtlCol="0">
                <a:noAutofit/>
              </a:bodyPr>
              <a:lstStyle/>
              <a:p>
                <a:pPr lvl="0"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sp>
          <p:nvSpPr>
            <p:cNvPr id="46" name="Freeform 30"/>
            <p:cNvSpPr>
              <a:spLocks noEditPoints="1"/>
            </p:cNvSpPr>
            <p:nvPr/>
          </p:nvSpPr>
          <p:spPr bwMode="auto">
            <a:xfrm>
              <a:off x="3263406" y="1487074"/>
              <a:ext cx="343977" cy="353336"/>
            </a:xfrm>
            <a:custGeom>
              <a:avLst/>
              <a:gdLst/>
              <a:ahLst/>
              <a:cxnLst>
                <a:cxn ang="0">
                  <a:pos x="162" y="125"/>
                </a:cxn>
                <a:cxn ang="0">
                  <a:pos x="163" y="125"/>
                </a:cxn>
                <a:cxn ang="0">
                  <a:pos x="163" y="124"/>
                </a:cxn>
                <a:cxn ang="0">
                  <a:pos x="134" y="107"/>
                </a:cxn>
                <a:cxn ang="0">
                  <a:pos x="113" y="95"/>
                </a:cxn>
                <a:cxn ang="0">
                  <a:pos x="106" y="89"/>
                </a:cxn>
                <a:cxn ang="0">
                  <a:pos x="104" y="80"/>
                </a:cxn>
                <a:cxn ang="0">
                  <a:pos x="111" y="65"/>
                </a:cxn>
                <a:cxn ang="0">
                  <a:pos x="117" y="51"/>
                </a:cxn>
                <a:cxn ang="0">
                  <a:pos x="115" y="47"/>
                </a:cxn>
                <a:cxn ang="0">
                  <a:pos x="111" y="16"/>
                </a:cxn>
                <a:cxn ang="0">
                  <a:pos x="91" y="3"/>
                </a:cxn>
                <a:cxn ang="0">
                  <a:pos x="84" y="1"/>
                </a:cxn>
                <a:cxn ang="0">
                  <a:pos x="75" y="0"/>
                </a:cxn>
                <a:cxn ang="0">
                  <a:pos x="76" y="3"/>
                </a:cxn>
                <a:cxn ang="0">
                  <a:pos x="57" y="16"/>
                </a:cxn>
                <a:cxn ang="0">
                  <a:pos x="53" y="47"/>
                </a:cxn>
                <a:cxn ang="0">
                  <a:pos x="50" y="51"/>
                </a:cxn>
                <a:cxn ang="0">
                  <a:pos x="57" y="65"/>
                </a:cxn>
                <a:cxn ang="0">
                  <a:pos x="64" y="80"/>
                </a:cxn>
                <a:cxn ang="0">
                  <a:pos x="62" y="89"/>
                </a:cxn>
                <a:cxn ang="0">
                  <a:pos x="55" y="95"/>
                </a:cxn>
                <a:cxn ang="0">
                  <a:pos x="33" y="107"/>
                </a:cxn>
                <a:cxn ang="0">
                  <a:pos x="5" y="124"/>
                </a:cxn>
                <a:cxn ang="0">
                  <a:pos x="0" y="168"/>
                </a:cxn>
                <a:cxn ang="0">
                  <a:pos x="0" y="172"/>
                </a:cxn>
                <a:cxn ang="0">
                  <a:pos x="0" y="172"/>
                </a:cxn>
                <a:cxn ang="0">
                  <a:pos x="84" y="194"/>
                </a:cxn>
                <a:cxn ang="0">
                  <a:pos x="126" y="189"/>
                </a:cxn>
                <a:cxn ang="0">
                  <a:pos x="120" y="167"/>
                </a:cxn>
                <a:cxn ang="0">
                  <a:pos x="162" y="125"/>
                </a:cxn>
                <a:cxn ang="0">
                  <a:pos x="166" y="137"/>
                </a:cxn>
                <a:cxn ang="0">
                  <a:pos x="162" y="136"/>
                </a:cxn>
                <a:cxn ang="0">
                  <a:pos x="131" y="167"/>
                </a:cxn>
                <a:cxn ang="0">
                  <a:pos x="137" y="186"/>
                </a:cxn>
                <a:cxn ang="0">
                  <a:pos x="162" y="198"/>
                </a:cxn>
                <a:cxn ang="0">
                  <a:pos x="193" y="167"/>
                </a:cxn>
                <a:cxn ang="0">
                  <a:pos x="166" y="137"/>
                </a:cxn>
                <a:cxn ang="0">
                  <a:pos x="182" y="171"/>
                </a:cxn>
                <a:cxn ang="0">
                  <a:pos x="166" y="171"/>
                </a:cxn>
                <a:cxn ang="0">
                  <a:pos x="166" y="187"/>
                </a:cxn>
                <a:cxn ang="0">
                  <a:pos x="158" y="187"/>
                </a:cxn>
                <a:cxn ang="0">
                  <a:pos x="158" y="171"/>
                </a:cxn>
                <a:cxn ang="0">
                  <a:pos x="142" y="171"/>
                </a:cxn>
                <a:cxn ang="0">
                  <a:pos x="142" y="163"/>
                </a:cxn>
                <a:cxn ang="0">
                  <a:pos x="158" y="163"/>
                </a:cxn>
                <a:cxn ang="0">
                  <a:pos x="158" y="148"/>
                </a:cxn>
                <a:cxn ang="0">
                  <a:pos x="166" y="148"/>
                </a:cxn>
                <a:cxn ang="0">
                  <a:pos x="166" y="163"/>
                </a:cxn>
                <a:cxn ang="0">
                  <a:pos x="182" y="163"/>
                </a:cxn>
                <a:cxn ang="0">
                  <a:pos x="182" y="171"/>
                </a:cxn>
              </a:cxnLst>
              <a:rect l="0" t="0" r="r" b="b"/>
              <a:pathLst>
                <a:path w="193" h="198">
                  <a:moveTo>
                    <a:pt x="162" y="125"/>
                  </a:moveTo>
                  <a:cubicBezTo>
                    <a:pt x="162" y="125"/>
                    <a:pt x="163" y="125"/>
                    <a:pt x="163" y="125"/>
                  </a:cubicBezTo>
                  <a:cubicBezTo>
                    <a:pt x="163" y="125"/>
                    <a:pt x="163" y="125"/>
                    <a:pt x="163" y="124"/>
                  </a:cubicBezTo>
                  <a:cubicBezTo>
                    <a:pt x="156" y="108"/>
                    <a:pt x="139" y="108"/>
                    <a:pt x="134" y="107"/>
                  </a:cubicBezTo>
                  <a:cubicBezTo>
                    <a:pt x="121" y="103"/>
                    <a:pt x="116" y="101"/>
                    <a:pt x="113" y="95"/>
                  </a:cubicBezTo>
                  <a:cubicBezTo>
                    <a:pt x="110" y="89"/>
                    <a:pt x="106" y="89"/>
                    <a:pt x="106" y="89"/>
                  </a:cubicBezTo>
                  <a:cubicBezTo>
                    <a:pt x="105" y="86"/>
                    <a:pt x="104" y="83"/>
                    <a:pt x="104" y="80"/>
                  </a:cubicBezTo>
                  <a:cubicBezTo>
                    <a:pt x="110" y="73"/>
                    <a:pt x="111" y="65"/>
                    <a:pt x="111" y="65"/>
                  </a:cubicBezTo>
                  <a:cubicBezTo>
                    <a:pt x="116" y="63"/>
                    <a:pt x="118" y="54"/>
                    <a:pt x="117" y="51"/>
                  </a:cubicBezTo>
                  <a:cubicBezTo>
                    <a:pt x="117" y="47"/>
                    <a:pt x="115" y="47"/>
                    <a:pt x="115" y="47"/>
                  </a:cubicBezTo>
                  <a:cubicBezTo>
                    <a:pt x="115" y="47"/>
                    <a:pt x="118" y="28"/>
                    <a:pt x="111" y="16"/>
                  </a:cubicBezTo>
                  <a:cubicBezTo>
                    <a:pt x="103" y="4"/>
                    <a:pt x="91" y="3"/>
                    <a:pt x="91" y="3"/>
                  </a:cubicBezTo>
                  <a:cubicBezTo>
                    <a:pt x="84" y="1"/>
                    <a:pt x="84" y="1"/>
                    <a:pt x="84" y="1"/>
                  </a:cubicBezTo>
                  <a:cubicBezTo>
                    <a:pt x="84" y="1"/>
                    <a:pt x="77" y="1"/>
                    <a:pt x="75" y="0"/>
                  </a:cubicBezTo>
                  <a:cubicBezTo>
                    <a:pt x="75" y="0"/>
                    <a:pt x="75" y="2"/>
                    <a:pt x="76" y="3"/>
                  </a:cubicBezTo>
                  <a:cubicBezTo>
                    <a:pt x="76" y="3"/>
                    <a:pt x="64" y="4"/>
                    <a:pt x="57" y="16"/>
                  </a:cubicBezTo>
                  <a:cubicBezTo>
                    <a:pt x="50" y="28"/>
                    <a:pt x="53" y="47"/>
                    <a:pt x="53" y="47"/>
                  </a:cubicBezTo>
                  <a:cubicBezTo>
                    <a:pt x="53" y="47"/>
                    <a:pt x="51" y="47"/>
                    <a:pt x="50" y="51"/>
                  </a:cubicBezTo>
                  <a:cubicBezTo>
                    <a:pt x="50" y="54"/>
                    <a:pt x="52" y="63"/>
                    <a:pt x="57" y="65"/>
                  </a:cubicBezTo>
                  <a:cubicBezTo>
                    <a:pt x="57" y="65"/>
                    <a:pt x="58" y="73"/>
                    <a:pt x="64" y="80"/>
                  </a:cubicBezTo>
                  <a:cubicBezTo>
                    <a:pt x="63" y="83"/>
                    <a:pt x="63" y="86"/>
                    <a:pt x="62" y="89"/>
                  </a:cubicBezTo>
                  <a:cubicBezTo>
                    <a:pt x="62" y="89"/>
                    <a:pt x="58" y="89"/>
                    <a:pt x="55" y="95"/>
                  </a:cubicBezTo>
                  <a:cubicBezTo>
                    <a:pt x="51" y="101"/>
                    <a:pt x="47" y="103"/>
                    <a:pt x="33" y="107"/>
                  </a:cubicBezTo>
                  <a:cubicBezTo>
                    <a:pt x="29" y="108"/>
                    <a:pt x="12" y="108"/>
                    <a:pt x="5" y="124"/>
                  </a:cubicBezTo>
                  <a:cubicBezTo>
                    <a:pt x="2" y="132"/>
                    <a:pt x="0" y="151"/>
                    <a:pt x="0" y="168"/>
                  </a:cubicBezTo>
                  <a:cubicBezTo>
                    <a:pt x="0" y="170"/>
                    <a:pt x="0" y="171"/>
                    <a:pt x="0" y="172"/>
                  </a:cubicBezTo>
                  <a:cubicBezTo>
                    <a:pt x="0" y="172"/>
                    <a:pt x="0" y="172"/>
                    <a:pt x="0" y="172"/>
                  </a:cubicBezTo>
                  <a:cubicBezTo>
                    <a:pt x="16" y="182"/>
                    <a:pt x="43" y="194"/>
                    <a:pt x="84" y="194"/>
                  </a:cubicBezTo>
                  <a:cubicBezTo>
                    <a:pt x="100" y="194"/>
                    <a:pt x="114" y="192"/>
                    <a:pt x="126" y="189"/>
                  </a:cubicBezTo>
                  <a:cubicBezTo>
                    <a:pt x="122" y="183"/>
                    <a:pt x="120" y="175"/>
                    <a:pt x="120" y="167"/>
                  </a:cubicBezTo>
                  <a:cubicBezTo>
                    <a:pt x="120" y="144"/>
                    <a:pt x="139" y="125"/>
                    <a:pt x="162" y="125"/>
                  </a:cubicBezTo>
                  <a:close/>
                  <a:moveTo>
                    <a:pt x="166" y="137"/>
                  </a:moveTo>
                  <a:cubicBezTo>
                    <a:pt x="164" y="136"/>
                    <a:pt x="163" y="136"/>
                    <a:pt x="162" y="136"/>
                  </a:cubicBezTo>
                  <a:cubicBezTo>
                    <a:pt x="145" y="136"/>
                    <a:pt x="131" y="150"/>
                    <a:pt x="131" y="167"/>
                  </a:cubicBezTo>
                  <a:cubicBezTo>
                    <a:pt x="131" y="174"/>
                    <a:pt x="133" y="181"/>
                    <a:pt x="137" y="186"/>
                  </a:cubicBezTo>
                  <a:cubicBezTo>
                    <a:pt x="143" y="193"/>
                    <a:pt x="152" y="198"/>
                    <a:pt x="162" y="198"/>
                  </a:cubicBezTo>
                  <a:cubicBezTo>
                    <a:pt x="179" y="198"/>
                    <a:pt x="193" y="184"/>
                    <a:pt x="193" y="167"/>
                  </a:cubicBezTo>
                  <a:cubicBezTo>
                    <a:pt x="193" y="151"/>
                    <a:pt x="181" y="138"/>
                    <a:pt x="166" y="137"/>
                  </a:cubicBezTo>
                  <a:close/>
                  <a:moveTo>
                    <a:pt x="182" y="171"/>
                  </a:moveTo>
                  <a:cubicBezTo>
                    <a:pt x="166" y="171"/>
                    <a:pt x="166" y="171"/>
                    <a:pt x="166" y="171"/>
                  </a:cubicBezTo>
                  <a:cubicBezTo>
                    <a:pt x="166" y="187"/>
                    <a:pt x="166" y="187"/>
                    <a:pt x="166" y="187"/>
                  </a:cubicBezTo>
                  <a:cubicBezTo>
                    <a:pt x="158" y="187"/>
                    <a:pt x="158" y="187"/>
                    <a:pt x="158" y="187"/>
                  </a:cubicBezTo>
                  <a:cubicBezTo>
                    <a:pt x="158" y="171"/>
                    <a:pt x="158" y="171"/>
                    <a:pt x="158" y="171"/>
                  </a:cubicBezTo>
                  <a:cubicBezTo>
                    <a:pt x="142" y="171"/>
                    <a:pt x="142" y="171"/>
                    <a:pt x="142" y="171"/>
                  </a:cubicBezTo>
                  <a:cubicBezTo>
                    <a:pt x="142" y="163"/>
                    <a:pt x="142" y="163"/>
                    <a:pt x="142" y="163"/>
                  </a:cubicBezTo>
                  <a:cubicBezTo>
                    <a:pt x="158" y="163"/>
                    <a:pt x="158" y="163"/>
                    <a:pt x="158" y="163"/>
                  </a:cubicBezTo>
                  <a:cubicBezTo>
                    <a:pt x="158" y="148"/>
                    <a:pt x="158" y="148"/>
                    <a:pt x="158" y="148"/>
                  </a:cubicBezTo>
                  <a:cubicBezTo>
                    <a:pt x="166" y="148"/>
                    <a:pt x="166" y="148"/>
                    <a:pt x="166" y="148"/>
                  </a:cubicBezTo>
                  <a:cubicBezTo>
                    <a:pt x="166" y="163"/>
                    <a:pt x="166" y="163"/>
                    <a:pt x="166" y="163"/>
                  </a:cubicBezTo>
                  <a:cubicBezTo>
                    <a:pt x="182" y="163"/>
                    <a:pt x="182" y="163"/>
                    <a:pt x="182" y="163"/>
                  </a:cubicBezTo>
                  <a:lnTo>
                    <a:pt x="182" y="171"/>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50" name="그룹 49"/>
          <p:cNvGrpSpPr/>
          <p:nvPr/>
        </p:nvGrpSpPr>
        <p:grpSpPr>
          <a:xfrm>
            <a:off x="4212053" y="2181589"/>
            <a:ext cx="805348" cy="805347"/>
            <a:chOff x="4212053" y="2181589"/>
            <a:chExt cx="805348" cy="805347"/>
          </a:xfrm>
        </p:grpSpPr>
        <p:grpSp>
          <p:nvGrpSpPr>
            <p:cNvPr id="42" name="그룹 41"/>
            <p:cNvGrpSpPr/>
            <p:nvPr/>
          </p:nvGrpSpPr>
          <p:grpSpPr>
            <a:xfrm>
              <a:off x="4212053" y="2181589"/>
              <a:ext cx="805348" cy="805347"/>
              <a:chOff x="6344858" y="2200768"/>
              <a:chExt cx="805348" cy="805347"/>
            </a:xfrm>
          </p:grpSpPr>
          <p:grpSp>
            <p:nvGrpSpPr>
              <p:cNvPr id="60" name="그룹 59"/>
              <p:cNvGrpSpPr/>
              <p:nvPr/>
            </p:nvGrpSpPr>
            <p:grpSpPr>
              <a:xfrm>
                <a:off x="6344858" y="2200768"/>
                <a:ext cx="805348" cy="805347"/>
                <a:chOff x="5388526" y="1348545"/>
                <a:chExt cx="805348" cy="805347"/>
              </a:xfrm>
            </p:grpSpPr>
            <p:sp>
              <p:nvSpPr>
                <p:cNvPr id="66" name="타원 65"/>
                <p:cNvSpPr/>
                <p:nvPr/>
              </p:nvSpPr>
              <p:spPr>
                <a:xfrm>
                  <a:off x="5388526" y="1348545"/>
                  <a:ext cx="805348" cy="80534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200"/>
                    </a:lnSpc>
                  </a:pPr>
                  <a:endParaRPr lang="ko-KR" altLang="en-US" sz="5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67"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63" name="TextBox 62"/>
              <p:cNvSpPr txBox="1"/>
              <p:nvPr/>
            </p:nvSpPr>
            <p:spPr>
              <a:xfrm>
                <a:off x="6357001" y="2692076"/>
                <a:ext cx="781061" cy="193940"/>
              </a:xfrm>
              <a:prstGeom prst="rect">
                <a:avLst/>
              </a:prstGeom>
              <a:noFill/>
            </p:spPr>
            <p:txBody>
              <a:bodyPr wrap="square" lIns="0" tIns="0" rIns="0" bIns="0" rtlCol="0">
                <a:noAutofit/>
              </a:bodyPr>
              <a:lstStyle/>
              <a:p>
                <a:pPr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sp>
          <p:nvSpPr>
            <p:cNvPr id="49" name="Freeform 48"/>
            <p:cNvSpPr>
              <a:spLocks noEditPoints="1"/>
            </p:cNvSpPr>
            <p:nvPr/>
          </p:nvSpPr>
          <p:spPr bwMode="auto">
            <a:xfrm>
              <a:off x="4488757" y="2259542"/>
              <a:ext cx="251939" cy="368638"/>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52" name="그룹 51"/>
          <p:cNvGrpSpPr/>
          <p:nvPr/>
        </p:nvGrpSpPr>
        <p:grpSpPr>
          <a:xfrm>
            <a:off x="3752858" y="3603988"/>
            <a:ext cx="805348" cy="805347"/>
            <a:chOff x="3752858" y="3603988"/>
            <a:chExt cx="805348" cy="805347"/>
          </a:xfrm>
        </p:grpSpPr>
        <p:grpSp>
          <p:nvGrpSpPr>
            <p:cNvPr id="43" name="그룹 42"/>
            <p:cNvGrpSpPr/>
            <p:nvPr/>
          </p:nvGrpSpPr>
          <p:grpSpPr>
            <a:xfrm>
              <a:off x="3752858" y="3603988"/>
              <a:ext cx="805348" cy="805347"/>
              <a:chOff x="5885663" y="3623168"/>
              <a:chExt cx="805348" cy="805347"/>
            </a:xfrm>
          </p:grpSpPr>
          <p:grpSp>
            <p:nvGrpSpPr>
              <p:cNvPr id="114" name="그룹 113"/>
              <p:cNvGrpSpPr/>
              <p:nvPr/>
            </p:nvGrpSpPr>
            <p:grpSpPr>
              <a:xfrm>
                <a:off x="5885663" y="3623168"/>
                <a:ext cx="805348" cy="805347"/>
                <a:chOff x="5388526" y="1348545"/>
                <a:chExt cx="805348" cy="805347"/>
              </a:xfrm>
            </p:grpSpPr>
            <p:sp>
              <p:nvSpPr>
                <p:cNvPr id="120" name="타원 119"/>
                <p:cNvSpPr/>
                <p:nvPr/>
              </p:nvSpPr>
              <p:spPr>
                <a:xfrm>
                  <a:off x="5388526" y="1348545"/>
                  <a:ext cx="805348" cy="80534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200"/>
                    </a:lnSpc>
                  </a:pPr>
                  <a:endParaRPr lang="ko-KR" altLang="en-US" sz="5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21"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17" name="TextBox 116"/>
              <p:cNvSpPr txBox="1"/>
              <p:nvPr/>
            </p:nvSpPr>
            <p:spPr>
              <a:xfrm>
                <a:off x="5897806" y="4114476"/>
                <a:ext cx="781061" cy="193940"/>
              </a:xfrm>
              <a:prstGeom prst="rect">
                <a:avLst/>
              </a:prstGeom>
              <a:noFill/>
            </p:spPr>
            <p:txBody>
              <a:bodyPr wrap="square" lIns="0" tIns="0" rIns="0" bIns="0" rtlCol="0">
                <a:noAutofit/>
              </a:bodyPr>
              <a:lstStyle/>
              <a:p>
                <a:pPr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sp>
          <p:nvSpPr>
            <p:cNvPr id="51" name="Freeform 50"/>
            <p:cNvSpPr>
              <a:spLocks noEditPoints="1"/>
            </p:cNvSpPr>
            <p:nvPr/>
          </p:nvSpPr>
          <p:spPr bwMode="auto">
            <a:xfrm>
              <a:off x="4027867" y="3728200"/>
              <a:ext cx="255329" cy="321597"/>
            </a:xfrm>
            <a:custGeom>
              <a:avLst/>
              <a:gdLst/>
              <a:ahLst/>
              <a:cxnLst>
                <a:cxn ang="0">
                  <a:pos x="187" y="135"/>
                </a:cxn>
                <a:cxn ang="0">
                  <a:pos x="44" y="135"/>
                </a:cxn>
                <a:cxn ang="0">
                  <a:pos x="44" y="156"/>
                </a:cxn>
                <a:cxn ang="0">
                  <a:pos x="187" y="156"/>
                </a:cxn>
                <a:cxn ang="0">
                  <a:pos x="187" y="135"/>
                </a:cxn>
                <a:cxn ang="0">
                  <a:pos x="187" y="95"/>
                </a:cxn>
                <a:cxn ang="0">
                  <a:pos x="44" y="95"/>
                </a:cxn>
                <a:cxn ang="0">
                  <a:pos x="44" y="115"/>
                </a:cxn>
                <a:cxn ang="0">
                  <a:pos x="187" y="115"/>
                </a:cxn>
                <a:cxn ang="0">
                  <a:pos x="187" y="95"/>
                </a:cxn>
                <a:cxn ang="0">
                  <a:pos x="187" y="54"/>
                </a:cxn>
                <a:cxn ang="0">
                  <a:pos x="44" y="54"/>
                </a:cxn>
                <a:cxn ang="0">
                  <a:pos x="44" y="75"/>
                </a:cxn>
                <a:cxn ang="0">
                  <a:pos x="187" y="75"/>
                </a:cxn>
                <a:cxn ang="0">
                  <a:pos x="187" y="54"/>
                </a:cxn>
                <a:cxn ang="0">
                  <a:pos x="44" y="196"/>
                </a:cxn>
                <a:cxn ang="0">
                  <a:pos x="116" y="196"/>
                </a:cxn>
                <a:cxn ang="0">
                  <a:pos x="116" y="176"/>
                </a:cxn>
                <a:cxn ang="0">
                  <a:pos x="44" y="176"/>
                </a:cxn>
                <a:cxn ang="0">
                  <a:pos x="44" y="196"/>
                </a:cxn>
                <a:cxn ang="0">
                  <a:pos x="233" y="29"/>
                </a:cxn>
                <a:cxn ang="0">
                  <a:pos x="233" y="0"/>
                </a:cxn>
                <a:cxn ang="0">
                  <a:pos x="0" y="0"/>
                </a:cxn>
                <a:cxn ang="0">
                  <a:pos x="0" y="301"/>
                </a:cxn>
                <a:cxn ang="0">
                  <a:pos x="29" y="301"/>
                </a:cxn>
                <a:cxn ang="0">
                  <a:pos x="29" y="330"/>
                </a:cxn>
                <a:cxn ang="0">
                  <a:pos x="262" y="330"/>
                </a:cxn>
                <a:cxn ang="0">
                  <a:pos x="262" y="29"/>
                </a:cxn>
                <a:cxn ang="0">
                  <a:pos x="233" y="29"/>
                </a:cxn>
                <a:cxn ang="0">
                  <a:pos x="15" y="286"/>
                </a:cxn>
                <a:cxn ang="0">
                  <a:pos x="15" y="16"/>
                </a:cxn>
                <a:cxn ang="0">
                  <a:pos x="216" y="16"/>
                </a:cxn>
                <a:cxn ang="0">
                  <a:pos x="216" y="216"/>
                </a:cxn>
                <a:cxn ang="0">
                  <a:pos x="148" y="216"/>
                </a:cxn>
                <a:cxn ang="0">
                  <a:pos x="148" y="286"/>
                </a:cxn>
                <a:cxn ang="0">
                  <a:pos x="15" y="286"/>
                </a:cxn>
                <a:cxn ang="0">
                  <a:pos x="245" y="315"/>
                </a:cxn>
                <a:cxn ang="0">
                  <a:pos x="44" y="315"/>
                </a:cxn>
                <a:cxn ang="0">
                  <a:pos x="44" y="301"/>
                </a:cxn>
                <a:cxn ang="0">
                  <a:pos x="155" y="301"/>
                </a:cxn>
                <a:cxn ang="0">
                  <a:pos x="233" y="225"/>
                </a:cxn>
                <a:cxn ang="0">
                  <a:pos x="233" y="45"/>
                </a:cxn>
                <a:cxn ang="0">
                  <a:pos x="245" y="45"/>
                </a:cxn>
                <a:cxn ang="0">
                  <a:pos x="245" y="315"/>
                </a:cxn>
              </a:cxnLst>
              <a:rect l="0" t="0" r="r" b="b"/>
              <a:pathLst>
                <a:path w="262" h="330">
                  <a:moveTo>
                    <a:pt x="187" y="135"/>
                  </a:moveTo>
                  <a:lnTo>
                    <a:pt x="44" y="135"/>
                  </a:lnTo>
                  <a:lnTo>
                    <a:pt x="44" y="156"/>
                  </a:lnTo>
                  <a:lnTo>
                    <a:pt x="187" y="156"/>
                  </a:lnTo>
                  <a:lnTo>
                    <a:pt x="187" y="135"/>
                  </a:lnTo>
                  <a:close/>
                  <a:moveTo>
                    <a:pt x="187" y="95"/>
                  </a:moveTo>
                  <a:lnTo>
                    <a:pt x="44" y="95"/>
                  </a:lnTo>
                  <a:lnTo>
                    <a:pt x="44" y="115"/>
                  </a:lnTo>
                  <a:lnTo>
                    <a:pt x="187" y="115"/>
                  </a:lnTo>
                  <a:lnTo>
                    <a:pt x="187" y="95"/>
                  </a:lnTo>
                  <a:close/>
                  <a:moveTo>
                    <a:pt x="187" y="54"/>
                  </a:moveTo>
                  <a:lnTo>
                    <a:pt x="44" y="54"/>
                  </a:lnTo>
                  <a:lnTo>
                    <a:pt x="44" y="75"/>
                  </a:lnTo>
                  <a:lnTo>
                    <a:pt x="187" y="75"/>
                  </a:lnTo>
                  <a:lnTo>
                    <a:pt x="187" y="54"/>
                  </a:lnTo>
                  <a:close/>
                  <a:moveTo>
                    <a:pt x="44" y="196"/>
                  </a:moveTo>
                  <a:lnTo>
                    <a:pt x="116" y="196"/>
                  </a:lnTo>
                  <a:lnTo>
                    <a:pt x="116" y="176"/>
                  </a:lnTo>
                  <a:lnTo>
                    <a:pt x="44" y="176"/>
                  </a:lnTo>
                  <a:lnTo>
                    <a:pt x="44" y="196"/>
                  </a:lnTo>
                  <a:close/>
                  <a:moveTo>
                    <a:pt x="233" y="29"/>
                  </a:moveTo>
                  <a:lnTo>
                    <a:pt x="233" y="0"/>
                  </a:lnTo>
                  <a:lnTo>
                    <a:pt x="0" y="0"/>
                  </a:lnTo>
                  <a:lnTo>
                    <a:pt x="0" y="301"/>
                  </a:lnTo>
                  <a:lnTo>
                    <a:pt x="29" y="301"/>
                  </a:lnTo>
                  <a:lnTo>
                    <a:pt x="29" y="330"/>
                  </a:lnTo>
                  <a:lnTo>
                    <a:pt x="262" y="330"/>
                  </a:lnTo>
                  <a:lnTo>
                    <a:pt x="262" y="29"/>
                  </a:lnTo>
                  <a:lnTo>
                    <a:pt x="233" y="29"/>
                  </a:lnTo>
                  <a:close/>
                  <a:moveTo>
                    <a:pt x="15" y="286"/>
                  </a:moveTo>
                  <a:lnTo>
                    <a:pt x="15" y="16"/>
                  </a:lnTo>
                  <a:lnTo>
                    <a:pt x="216" y="16"/>
                  </a:lnTo>
                  <a:lnTo>
                    <a:pt x="216" y="216"/>
                  </a:lnTo>
                  <a:lnTo>
                    <a:pt x="148" y="216"/>
                  </a:lnTo>
                  <a:lnTo>
                    <a:pt x="148" y="286"/>
                  </a:lnTo>
                  <a:lnTo>
                    <a:pt x="15" y="286"/>
                  </a:lnTo>
                  <a:close/>
                  <a:moveTo>
                    <a:pt x="245" y="315"/>
                  </a:moveTo>
                  <a:lnTo>
                    <a:pt x="44" y="315"/>
                  </a:lnTo>
                  <a:lnTo>
                    <a:pt x="44" y="301"/>
                  </a:lnTo>
                  <a:lnTo>
                    <a:pt x="155" y="301"/>
                  </a:lnTo>
                  <a:lnTo>
                    <a:pt x="233" y="225"/>
                  </a:lnTo>
                  <a:lnTo>
                    <a:pt x="233" y="45"/>
                  </a:lnTo>
                  <a:lnTo>
                    <a:pt x="245" y="45"/>
                  </a:lnTo>
                  <a:lnTo>
                    <a:pt x="245" y="315"/>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55" name="그룹 54"/>
          <p:cNvGrpSpPr/>
          <p:nvPr/>
        </p:nvGrpSpPr>
        <p:grpSpPr>
          <a:xfrm>
            <a:off x="2299796" y="3603988"/>
            <a:ext cx="805348" cy="805347"/>
            <a:chOff x="2299796" y="3603988"/>
            <a:chExt cx="805348" cy="805347"/>
          </a:xfrm>
        </p:grpSpPr>
        <p:grpSp>
          <p:nvGrpSpPr>
            <p:cNvPr id="44" name="그룹 43"/>
            <p:cNvGrpSpPr/>
            <p:nvPr/>
          </p:nvGrpSpPr>
          <p:grpSpPr>
            <a:xfrm>
              <a:off x="2299796" y="3603988"/>
              <a:ext cx="805348" cy="805347"/>
              <a:chOff x="4432601" y="3623168"/>
              <a:chExt cx="805348" cy="805347"/>
            </a:xfrm>
          </p:grpSpPr>
          <p:grpSp>
            <p:nvGrpSpPr>
              <p:cNvPr id="105" name="그룹 104"/>
              <p:cNvGrpSpPr/>
              <p:nvPr/>
            </p:nvGrpSpPr>
            <p:grpSpPr>
              <a:xfrm>
                <a:off x="4432601" y="3623168"/>
                <a:ext cx="805348" cy="805347"/>
                <a:chOff x="5388526" y="1348545"/>
                <a:chExt cx="805348" cy="805347"/>
              </a:xfrm>
            </p:grpSpPr>
            <p:sp>
              <p:nvSpPr>
                <p:cNvPr id="111" name="타원 110"/>
                <p:cNvSpPr/>
                <p:nvPr/>
              </p:nvSpPr>
              <p:spPr>
                <a:xfrm>
                  <a:off x="5388526" y="1348545"/>
                  <a:ext cx="805348" cy="80534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200"/>
                    </a:lnSpc>
                  </a:pPr>
                  <a:endParaRPr lang="ko-KR" altLang="en-US" sz="5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12"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08" name="TextBox 107"/>
              <p:cNvSpPr txBox="1"/>
              <p:nvPr/>
            </p:nvSpPr>
            <p:spPr>
              <a:xfrm>
                <a:off x="4444744" y="4114476"/>
                <a:ext cx="781061" cy="193940"/>
              </a:xfrm>
              <a:prstGeom prst="rect">
                <a:avLst/>
              </a:prstGeom>
              <a:noFill/>
            </p:spPr>
            <p:txBody>
              <a:bodyPr wrap="square" lIns="0" tIns="0" rIns="0" bIns="0" rtlCol="0">
                <a:noAutofit/>
              </a:bodyPr>
              <a:lstStyle/>
              <a:p>
                <a:pPr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sp>
          <p:nvSpPr>
            <p:cNvPr id="53" name="Freeform 40"/>
            <p:cNvSpPr>
              <a:spLocks noEditPoints="1"/>
            </p:cNvSpPr>
            <p:nvPr/>
          </p:nvSpPr>
          <p:spPr bwMode="auto">
            <a:xfrm>
              <a:off x="2509155" y="3743897"/>
              <a:ext cx="356188" cy="302991"/>
            </a:xfrm>
            <a:custGeom>
              <a:avLst/>
              <a:gdLst/>
              <a:ahLst/>
              <a:cxnLst>
                <a:cxn ang="0">
                  <a:pos x="72" y="112"/>
                </a:cxn>
                <a:cxn ang="0">
                  <a:pos x="72" y="171"/>
                </a:cxn>
                <a:cxn ang="0">
                  <a:pos x="116" y="171"/>
                </a:cxn>
                <a:cxn ang="0">
                  <a:pos x="116" y="118"/>
                </a:cxn>
                <a:cxn ang="0">
                  <a:pos x="97" y="137"/>
                </a:cxn>
                <a:cxn ang="0">
                  <a:pos x="72" y="112"/>
                </a:cxn>
                <a:cxn ang="0">
                  <a:pos x="9" y="164"/>
                </a:cxn>
                <a:cxn ang="0">
                  <a:pos x="16" y="171"/>
                </a:cxn>
                <a:cxn ang="0">
                  <a:pos x="54" y="171"/>
                </a:cxn>
                <a:cxn ang="0">
                  <a:pos x="54" y="94"/>
                </a:cxn>
                <a:cxn ang="0">
                  <a:pos x="9" y="138"/>
                </a:cxn>
                <a:cxn ang="0">
                  <a:pos x="9" y="164"/>
                </a:cxn>
                <a:cxn ang="0">
                  <a:pos x="134" y="100"/>
                </a:cxn>
                <a:cxn ang="0">
                  <a:pos x="134" y="171"/>
                </a:cxn>
                <a:cxn ang="0">
                  <a:pos x="172" y="171"/>
                </a:cxn>
                <a:cxn ang="0">
                  <a:pos x="179" y="164"/>
                </a:cxn>
                <a:cxn ang="0">
                  <a:pos x="179" y="55"/>
                </a:cxn>
                <a:cxn ang="0">
                  <a:pos x="141" y="94"/>
                </a:cxn>
                <a:cxn ang="0">
                  <a:pos x="134" y="100"/>
                </a:cxn>
                <a:cxn ang="0">
                  <a:pos x="161" y="4"/>
                </a:cxn>
                <a:cxn ang="0">
                  <a:pos x="154" y="13"/>
                </a:cxn>
                <a:cxn ang="0">
                  <a:pos x="163" y="20"/>
                </a:cxn>
                <a:cxn ang="0">
                  <a:pos x="171" y="19"/>
                </a:cxn>
                <a:cxn ang="0">
                  <a:pos x="97" y="94"/>
                </a:cxn>
                <a:cxn ang="0">
                  <a:pos x="54" y="50"/>
                </a:cxn>
                <a:cxn ang="0">
                  <a:pos x="3" y="101"/>
                </a:cxn>
                <a:cxn ang="0">
                  <a:pos x="3" y="112"/>
                </a:cxn>
                <a:cxn ang="0">
                  <a:pos x="14" y="112"/>
                </a:cxn>
                <a:cxn ang="0">
                  <a:pos x="54" y="73"/>
                </a:cxn>
                <a:cxn ang="0">
                  <a:pos x="97" y="116"/>
                </a:cxn>
                <a:cxn ang="0">
                  <a:pos x="183" y="31"/>
                </a:cxn>
                <a:cxn ang="0">
                  <a:pos x="182" y="39"/>
                </a:cxn>
                <a:cxn ang="0">
                  <a:pos x="189" y="48"/>
                </a:cxn>
                <a:cxn ang="0">
                  <a:pos x="190" y="48"/>
                </a:cxn>
                <a:cxn ang="0">
                  <a:pos x="198" y="41"/>
                </a:cxn>
                <a:cxn ang="0">
                  <a:pos x="202" y="0"/>
                </a:cxn>
                <a:cxn ang="0">
                  <a:pos x="161" y="4"/>
                </a:cxn>
              </a:cxnLst>
              <a:rect l="0" t="0" r="r" b="b"/>
              <a:pathLst>
                <a:path w="202" h="171">
                  <a:moveTo>
                    <a:pt x="72" y="112"/>
                  </a:moveTo>
                  <a:cubicBezTo>
                    <a:pt x="72" y="171"/>
                    <a:pt x="72" y="171"/>
                    <a:pt x="72" y="171"/>
                  </a:cubicBezTo>
                  <a:cubicBezTo>
                    <a:pt x="116" y="171"/>
                    <a:pt x="116" y="171"/>
                    <a:pt x="116" y="171"/>
                  </a:cubicBezTo>
                  <a:cubicBezTo>
                    <a:pt x="116" y="118"/>
                    <a:pt x="116" y="118"/>
                    <a:pt x="116" y="118"/>
                  </a:cubicBezTo>
                  <a:cubicBezTo>
                    <a:pt x="97" y="137"/>
                    <a:pt x="97" y="137"/>
                    <a:pt x="97" y="137"/>
                  </a:cubicBezTo>
                  <a:lnTo>
                    <a:pt x="72" y="112"/>
                  </a:lnTo>
                  <a:close/>
                  <a:moveTo>
                    <a:pt x="9" y="164"/>
                  </a:moveTo>
                  <a:cubicBezTo>
                    <a:pt x="9" y="168"/>
                    <a:pt x="12" y="171"/>
                    <a:pt x="16" y="171"/>
                  </a:cubicBezTo>
                  <a:cubicBezTo>
                    <a:pt x="54" y="171"/>
                    <a:pt x="54" y="171"/>
                    <a:pt x="54" y="171"/>
                  </a:cubicBezTo>
                  <a:cubicBezTo>
                    <a:pt x="54" y="94"/>
                    <a:pt x="54" y="94"/>
                    <a:pt x="54" y="94"/>
                  </a:cubicBezTo>
                  <a:cubicBezTo>
                    <a:pt x="9" y="138"/>
                    <a:pt x="9" y="138"/>
                    <a:pt x="9" y="138"/>
                  </a:cubicBezTo>
                  <a:lnTo>
                    <a:pt x="9" y="164"/>
                  </a:lnTo>
                  <a:close/>
                  <a:moveTo>
                    <a:pt x="134" y="100"/>
                  </a:moveTo>
                  <a:cubicBezTo>
                    <a:pt x="134" y="171"/>
                    <a:pt x="134" y="171"/>
                    <a:pt x="134" y="171"/>
                  </a:cubicBezTo>
                  <a:cubicBezTo>
                    <a:pt x="172" y="171"/>
                    <a:pt x="172" y="171"/>
                    <a:pt x="172" y="171"/>
                  </a:cubicBezTo>
                  <a:cubicBezTo>
                    <a:pt x="176" y="171"/>
                    <a:pt x="179" y="168"/>
                    <a:pt x="179" y="164"/>
                  </a:cubicBezTo>
                  <a:cubicBezTo>
                    <a:pt x="179" y="55"/>
                    <a:pt x="179" y="55"/>
                    <a:pt x="179" y="55"/>
                  </a:cubicBezTo>
                  <a:cubicBezTo>
                    <a:pt x="141" y="94"/>
                    <a:pt x="141" y="94"/>
                    <a:pt x="141" y="94"/>
                  </a:cubicBezTo>
                  <a:lnTo>
                    <a:pt x="134" y="100"/>
                  </a:lnTo>
                  <a:close/>
                  <a:moveTo>
                    <a:pt x="161" y="4"/>
                  </a:moveTo>
                  <a:cubicBezTo>
                    <a:pt x="157" y="4"/>
                    <a:pt x="154" y="8"/>
                    <a:pt x="154" y="13"/>
                  </a:cubicBezTo>
                  <a:cubicBezTo>
                    <a:pt x="154" y="17"/>
                    <a:pt x="158" y="20"/>
                    <a:pt x="163" y="20"/>
                  </a:cubicBezTo>
                  <a:cubicBezTo>
                    <a:pt x="171" y="19"/>
                    <a:pt x="171" y="19"/>
                    <a:pt x="171" y="19"/>
                  </a:cubicBezTo>
                  <a:cubicBezTo>
                    <a:pt x="97" y="94"/>
                    <a:pt x="97" y="94"/>
                    <a:pt x="97" y="94"/>
                  </a:cubicBezTo>
                  <a:cubicBezTo>
                    <a:pt x="54" y="50"/>
                    <a:pt x="54" y="50"/>
                    <a:pt x="54" y="50"/>
                  </a:cubicBezTo>
                  <a:cubicBezTo>
                    <a:pt x="3" y="101"/>
                    <a:pt x="3" y="101"/>
                    <a:pt x="3" y="101"/>
                  </a:cubicBezTo>
                  <a:cubicBezTo>
                    <a:pt x="0" y="104"/>
                    <a:pt x="0" y="109"/>
                    <a:pt x="3" y="112"/>
                  </a:cubicBezTo>
                  <a:cubicBezTo>
                    <a:pt x="6" y="115"/>
                    <a:pt x="11" y="115"/>
                    <a:pt x="14" y="112"/>
                  </a:cubicBezTo>
                  <a:cubicBezTo>
                    <a:pt x="54" y="73"/>
                    <a:pt x="54" y="73"/>
                    <a:pt x="54" y="73"/>
                  </a:cubicBezTo>
                  <a:cubicBezTo>
                    <a:pt x="97" y="116"/>
                    <a:pt x="97" y="116"/>
                    <a:pt x="97" y="116"/>
                  </a:cubicBezTo>
                  <a:cubicBezTo>
                    <a:pt x="183" y="31"/>
                    <a:pt x="183" y="31"/>
                    <a:pt x="183" y="31"/>
                  </a:cubicBezTo>
                  <a:cubicBezTo>
                    <a:pt x="182" y="39"/>
                    <a:pt x="182" y="39"/>
                    <a:pt x="182" y="39"/>
                  </a:cubicBezTo>
                  <a:cubicBezTo>
                    <a:pt x="182" y="44"/>
                    <a:pt x="185" y="48"/>
                    <a:pt x="189" y="48"/>
                  </a:cubicBezTo>
                  <a:cubicBezTo>
                    <a:pt x="190" y="48"/>
                    <a:pt x="190" y="48"/>
                    <a:pt x="190" y="48"/>
                  </a:cubicBezTo>
                  <a:cubicBezTo>
                    <a:pt x="194" y="48"/>
                    <a:pt x="198" y="45"/>
                    <a:pt x="198" y="41"/>
                  </a:cubicBezTo>
                  <a:cubicBezTo>
                    <a:pt x="202" y="0"/>
                    <a:pt x="202" y="0"/>
                    <a:pt x="202" y="0"/>
                  </a:cubicBezTo>
                  <a:lnTo>
                    <a:pt x="161" y="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57" name="그룹 56"/>
          <p:cNvGrpSpPr/>
          <p:nvPr/>
        </p:nvGrpSpPr>
        <p:grpSpPr>
          <a:xfrm>
            <a:off x="1840601" y="2181589"/>
            <a:ext cx="805348" cy="805347"/>
            <a:chOff x="1840601" y="2181589"/>
            <a:chExt cx="805348" cy="805347"/>
          </a:xfrm>
        </p:grpSpPr>
        <p:grpSp>
          <p:nvGrpSpPr>
            <p:cNvPr id="41" name="그룹 40"/>
            <p:cNvGrpSpPr/>
            <p:nvPr/>
          </p:nvGrpSpPr>
          <p:grpSpPr>
            <a:xfrm>
              <a:off x="1840601" y="2181589"/>
              <a:ext cx="805348" cy="805347"/>
              <a:chOff x="3973407" y="2200768"/>
              <a:chExt cx="805348" cy="805347"/>
            </a:xfrm>
          </p:grpSpPr>
          <p:grpSp>
            <p:nvGrpSpPr>
              <p:cNvPr id="78" name="그룹 77"/>
              <p:cNvGrpSpPr/>
              <p:nvPr/>
            </p:nvGrpSpPr>
            <p:grpSpPr>
              <a:xfrm>
                <a:off x="3973407" y="2200768"/>
                <a:ext cx="805348" cy="805347"/>
                <a:chOff x="5388526" y="1348545"/>
                <a:chExt cx="805348" cy="805347"/>
              </a:xfrm>
            </p:grpSpPr>
            <p:sp>
              <p:nvSpPr>
                <p:cNvPr id="84" name="타원 83"/>
                <p:cNvSpPr/>
                <p:nvPr/>
              </p:nvSpPr>
              <p:spPr>
                <a:xfrm>
                  <a:off x="5388526" y="1348545"/>
                  <a:ext cx="805348" cy="80534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200"/>
                    </a:lnSpc>
                  </a:pPr>
                  <a:endParaRPr lang="ko-KR" altLang="en-US" sz="5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85"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81" name="TextBox 80"/>
              <p:cNvSpPr txBox="1"/>
              <p:nvPr/>
            </p:nvSpPr>
            <p:spPr>
              <a:xfrm>
                <a:off x="3985550" y="2692076"/>
                <a:ext cx="781061" cy="193940"/>
              </a:xfrm>
              <a:prstGeom prst="rect">
                <a:avLst/>
              </a:prstGeom>
              <a:noFill/>
            </p:spPr>
            <p:txBody>
              <a:bodyPr wrap="square" lIns="0" tIns="0" rIns="0" bIns="0" rtlCol="0">
                <a:noAutofit/>
              </a:bodyPr>
              <a:lstStyle/>
              <a:p>
                <a:pPr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sp>
          <p:nvSpPr>
            <p:cNvPr id="56" name="Freeform 57"/>
            <p:cNvSpPr>
              <a:spLocks noEditPoints="1"/>
            </p:cNvSpPr>
            <p:nvPr/>
          </p:nvSpPr>
          <p:spPr bwMode="auto">
            <a:xfrm>
              <a:off x="2051006" y="2280939"/>
              <a:ext cx="351692" cy="364211"/>
            </a:xfrm>
            <a:custGeom>
              <a:avLst/>
              <a:gdLst/>
              <a:ahLst/>
              <a:cxnLst>
                <a:cxn ang="0">
                  <a:pos x="142" y="175"/>
                </a:cxn>
                <a:cxn ang="0">
                  <a:pos x="147" y="179"/>
                </a:cxn>
                <a:cxn ang="0">
                  <a:pos x="203" y="210"/>
                </a:cxn>
                <a:cxn ang="0">
                  <a:pos x="202" y="146"/>
                </a:cxn>
                <a:cxn ang="0">
                  <a:pos x="200" y="140"/>
                </a:cxn>
                <a:cxn ang="0">
                  <a:pos x="194" y="130"/>
                </a:cxn>
                <a:cxn ang="0">
                  <a:pos x="136" y="165"/>
                </a:cxn>
                <a:cxn ang="0">
                  <a:pos x="142" y="175"/>
                </a:cxn>
                <a:cxn ang="0">
                  <a:pos x="175" y="130"/>
                </a:cxn>
                <a:cxn ang="0">
                  <a:pos x="189" y="122"/>
                </a:cxn>
                <a:cxn ang="0">
                  <a:pos x="129" y="23"/>
                </a:cxn>
                <a:cxn ang="0">
                  <a:pos x="115" y="32"/>
                </a:cxn>
                <a:cxn ang="0">
                  <a:pos x="175" y="130"/>
                </a:cxn>
                <a:cxn ang="0">
                  <a:pos x="169" y="134"/>
                </a:cxn>
                <a:cxn ang="0">
                  <a:pos x="109" y="36"/>
                </a:cxn>
                <a:cxn ang="0">
                  <a:pos x="92" y="46"/>
                </a:cxn>
                <a:cxn ang="0">
                  <a:pos x="151" y="145"/>
                </a:cxn>
                <a:cxn ang="0">
                  <a:pos x="169" y="134"/>
                </a:cxn>
                <a:cxn ang="0">
                  <a:pos x="72" y="58"/>
                </a:cxn>
                <a:cxn ang="0">
                  <a:pos x="131" y="157"/>
                </a:cxn>
                <a:cxn ang="0">
                  <a:pos x="145" y="148"/>
                </a:cxn>
                <a:cxn ang="0">
                  <a:pos x="86" y="50"/>
                </a:cxn>
                <a:cxn ang="0">
                  <a:pos x="72" y="58"/>
                </a:cxn>
                <a:cxn ang="0">
                  <a:pos x="67" y="50"/>
                </a:cxn>
                <a:cxn ang="0">
                  <a:pos x="124" y="15"/>
                </a:cxn>
                <a:cxn ang="0">
                  <a:pos x="120" y="8"/>
                </a:cxn>
                <a:cxn ang="0">
                  <a:pos x="102" y="4"/>
                </a:cxn>
                <a:cxn ang="0">
                  <a:pos x="67" y="25"/>
                </a:cxn>
                <a:cxn ang="0">
                  <a:pos x="62" y="43"/>
                </a:cxn>
                <a:cxn ang="0">
                  <a:pos x="67" y="50"/>
                </a:cxn>
                <a:cxn ang="0">
                  <a:pos x="0" y="210"/>
                </a:cxn>
                <a:cxn ang="0">
                  <a:pos x="155" y="210"/>
                </a:cxn>
                <a:cxn ang="0">
                  <a:pos x="155" y="198"/>
                </a:cxn>
                <a:cxn ang="0">
                  <a:pos x="0" y="198"/>
                </a:cxn>
                <a:cxn ang="0">
                  <a:pos x="0" y="210"/>
                </a:cxn>
              </a:cxnLst>
              <a:rect l="0" t="0" r="r" b="b"/>
              <a:pathLst>
                <a:path w="203" h="210">
                  <a:moveTo>
                    <a:pt x="142" y="175"/>
                  </a:moveTo>
                  <a:cubicBezTo>
                    <a:pt x="143" y="177"/>
                    <a:pt x="145" y="178"/>
                    <a:pt x="147" y="179"/>
                  </a:cubicBezTo>
                  <a:cubicBezTo>
                    <a:pt x="203" y="210"/>
                    <a:pt x="203" y="210"/>
                    <a:pt x="203" y="210"/>
                  </a:cubicBezTo>
                  <a:cubicBezTo>
                    <a:pt x="202" y="146"/>
                    <a:pt x="202" y="146"/>
                    <a:pt x="202" y="146"/>
                  </a:cubicBezTo>
                  <a:cubicBezTo>
                    <a:pt x="202" y="144"/>
                    <a:pt x="201" y="142"/>
                    <a:pt x="200" y="140"/>
                  </a:cubicBezTo>
                  <a:cubicBezTo>
                    <a:pt x="194" y="130"/>
                    <a:pt x="194" y="130"/>
                    <a:pt x="194" y="130"/>
                  </a:cubicBezTo>
                  <a:cubicBezTo>
                    <a:pt x="136" y="165"/>
                    <a:pt x="136" y="165"/>
                    <a:pt x="136" y="165"/>
                  </a:cubicBezTo>
                  <a:lnTo>
                    <a:pt x="142" y="175"/>
                  </a:lnTo>
                  <a:close/>
                  <a:moveTo>
                    <a:pt x="175" y="130"/>
                  </a:moveTo>
                  <a:cubicBezTo>
                    <a:pt x="189" y="122"/>
                    <a:pt x="189" y="122"/>
                    <a:pt x="189" y="122"/>
                  </a:cubicBezTo>
                  <a:cubicBezTo>
                    <a:pt x="129" y="23"/>
                    <a:pt x="129" y="23"/>
                    <a:pt x="129" y="23"/>
                  </a:cubicBezTo>
                  <a:cubicBezTo>
                    <a:pt x="115" y="32"/>
                    <a:pt x="115" y="32"/>
                    <a:pt x="115" y="32"/>
                  </a:cubicBezTo>
                  <a:lnTo>
                    <a:pt x="175" y="130"/>
                  </a:lnTo>
                  <a:close/>
                  <a:moveTo>
                    <a:pt x="169" y="134"/>
                  </a:moveTo>
                  <a:cubicBezTo>
                    <a:pt x="109" y="36"/>
                    <a:pt x="109" y="36"/>
                    <a:pt x="109" y="36"/>
                  </a:cubicBezTo>
                  <a:cubicBezTo>
                    <a:pt x="92" y="46"/>
                    <a:pt x="92" y="46"/>
                    <a:pt x="92" y="46"/>
                  </a:cubicBezTo>
                  <a:cubicBezTo>
                    <a:pt x="151" y="145"/>
                    <a:pt x="151" y="145"/>
                    <a:pt x="151" y="145"/>
                  </a:cubicBezTo>
                  <a:lnTo>
                    <a:pt x="169" y="134"/>
                  </a:lnTo>
                  <a:close/>
                  <a:moveTo>
                    <a:pt x="72" y="58"/>
                  </a:moveTo>
                  <a:cubicBezTo>
                    <a:pt x="131" y="157"/>
                    <a:pt x="131" y="157"/>
                    <a:pt x="131" y="157"/>
                  </a:cubicBezTo>
                  <a:cubicBezTo>
                    <a:pt x="145" y="148"/>
                    <a:pt x="145" y="148"/>
                    <a:pt x="145" y="148"/>
                  </a:cubicBezTo>
                  <a:cubicBezTo>
                    <a:pt x="86" y="50"/>
                    <a:pt x="86" y="50"/>
                    <a:pt x="86" y="50"/>
                  </a:cubicBezTo>
                  <a:lnTo>
                    <a:pt x="72" y="58"/>
                  </a:lnTo>
                  <a:close/>
                  <a:moveTo>
                    <a:pt x="67" y="50"/>
                  </a:moveTo>
                  <a:cubicBezTo>
                    <a:pt x="124" y="15"/>
                    <a:pt x="124" y="15"/>
                    <a:pt x="124" y="15"/>
                  </a:cubicBezTo>
                  <a:cubicBezTo>
                    <a:pt x="120" y="8"/>
                    <a:pt x="120" y="8"/>
                    <a:pt x="120" y="8"/>
                  </a:cubicBezTo>
                  <a:cubicBezTo>
                    <a:pt x="116" y="2"/>
                    <a:pt x="108" y="0"/>
                    <a:pt x="102" y="4"/>
                  </a:cubicBezTo>
                  <a:cubicBezTo>
                    <a:pt x="67" y="25"/>
                    <a:pt x="67" y="25"/>
                    <a:pt x="67" y="25"/>
                  </a:cubicBezTo>
                  <a:cubicBezTo>
                    <a:pt x="61" y="29"/>
                    <a:pt x="59" y="37"/>
                    <a:pt x="62" y="43"/>
                  </a:cubicBezTo>
                  <a:lnTo>
                    <a:pt x="67" y="50"/>
                  </a:lnTo>
                  <a:close/>
                  <a:moveTo>
                    <a:pt x="0" y="210"/>
                  </a:moveTo>
                  <a:cubicBezTo>
                    <a:pt x="155" y="210"/>
                    <a:pt x="155" y="210"/>
                    <a:pt x="155" y="210"/>
                  </a:cubicBezTo>
                  <a:cubicBezTo>
                    <a:pt x="155" y="198"/>
                    <a:pt x="155" y="198"/>
                    <a:pt x="155" y="198"/>
                  </a:cubicBezTo>
                  <a:cubicBezTo>
                    <a:pt x="0" y="198"/>
                    <a:pt x="0" y="198"/>
                    <a:pt x="0" y="198"/>
                  </a:cubicBezTo>
                  <a:lnTo>
                    <a:pt x="0" y="210"/>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299302086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53" presetClass="entr" presetSubtype="0" fill="hold" nodeType="after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p:cTn id="12" dur="500" fill="hold"/>
                                        <p:tgtEl>
                                          <p:spTgt spid="47"/>
                                        </p:tgtEl>
                                        <p:attrNameLst>
                                          <p:attrName>ppt_w</p:attrName>
                                        </p:attrNameLst>
                                      </p:cBhvr>
                                      <p:tavLst>
                                        <p:tav tm="0">
                                          <p:val>
                                            <p:fltVal val="0"/>
                                          </p:val>
                                        </p:tav>
                                        <p:tav tm="100000">
                                          <p:val>
                                            <p:strVal val="#ppt_w"/>
                                          </p:val>
                                        </p:tav>
                                      </p:tavLst>
                                    </p:anim>
                                    <p:anim calcmode="lin" valueType="num">
                                      <p:cBhvr>
                                        <p:cTn id="13" dur="500" fill="hold"/>
                                        <p:tgtEl>
                                          <p:spTgt spid="47"/>
                                        </p:tgtEl>
                                        <p:attrNameLst>
                                          <p:attrName>ppt_h</p:attrName>
                                        </p:attrNameLst>
                                      </p:cBhvr>
                                      <p:tavLst>
                                        <p:tav tm="0">
                                          <p:val>
                                            <p:fltVal val="0"/>
                                          </p:val>
                                        </p:tav>
                                        <p:tav tm="100000">
                                          <p:val>
                                            <p:strVal val="#ppt_h"/>
                                          </p:val>
                                        </p:tav>
                                      </p:tavLst>
                                    </p:anim>
                                    <p:animEffect transition="in" filter="fade">
                                      <p:cBhvr>
                                        <p:cTn id="14" dur="500"/>
                                        <p:tgtEl>
                                          <p:spTgt spid="47"/>
                                        </p:tgtEl>
                                      </p:cBhvr>
                                    </p:animEffect>
                                  </p:childTnLst>
                                </p:cTn>
                              </p:par>
                            </p:childTnLst>
                          </p:cTn>
                        </p:par>
                        <p:par>
                          <p:cTn id="15" fill="hold">
                            <p:stCondLst>
                              <p:cond delay="1000"/>
                            </p:stCondLst>
                            <p:childTnLst>
                              <p:par>
                                <p:cTn id="16" presetID="9" presetClass="entr" presetSubtype="0" fill="hold" grpId="0" nodeType="afterEffect">
                                  <p:stCondLst>
                                    <p:cond delay="0"/>
                                  </p:stCondLst>
                                  <p:childTnLst>
                                    <p:set>
                                      <p:cBhvr>
                                        <p:cTn id="17" dur="1" fill="hold">
                                          <p:stCondLst>
                                            <p:cond delay="0"/>
                                          </p:stCondLst>
                                        </p:cTn>
                                        <p:tgtEl>
                                          <p:spTgt spid="140"/>
                                        </p:tgtEl>
                                        <p:attrNameLst>
                                          <p:attrName>style.visibility</p:attrName>
                                        </p:attrNameLst>
                                      </p:cBhvr>
                                      <p:to>
                                        <p:strVal val="visible"/>
                                      </p:to>
                                    </p:set>
                                    <p:animEffect transition="in" filter="dissolve">
                                      <p:cBhvr>
                                        <p:cTn id="18" dur="500"/>
                                        <p:tgtEl>
                                          <p:spTgt spid="140"/>
                                        </p:tgtEl>
                                      </p:cBhvr>
                                    </p:animEffect>
                                  </p:childTnLst>
                                </p:cTn>
                              </p:par>
                            </p:childTnLst>
                          </p:cTn>
                        </p:par>
                        <p:par>
                          <p:cTn id="19" fill="hold">
                            <p:stCondLst>
                              <p:cond delay="1500"/>
                            </p:stCondLst>
                            <p:childTnLst>
                              <p:par>
                                <p:cTn id="20" presetID="53" presetClass="entr" presetSubtype="0" fill="hold" nodeType="afterEffect">
                                  <p:stCondLst>
                                    <p:cond delay="0"/>
                                  </p:stCondLst>
                                  <p:childTnLst>
                                    <p:set>
                                      <p:cBhvr>
                                        <p:cTn id="21" dur="1" fill="hold">
                                          <p:stCondLst>
                                            <p:cond delay="0"/>
                                          </p:stCondLst>
                                        </p:cTn>
                                        <p:tgtEl>
                                          <p:spTgt spid="50"/>
                                        </p:tgtEl>
                                        <p:attrNameLst>
                                          <p:attrName>style.visibility</p:attrName>
                                        </p:attrNameLst>
                                      </p:cBhvr>
                                      <p:to>
                                        <p:strVal val="visible"/>
                                      </p:to>
                                    </p:set>
                                    <p:anim calcmode="lin" valueType="num">
                                      <p:cBhvr>
                                        <p:cTn id="22" dur="500" fill="hold"/>
                                        <p:tgtEl>
                                          <p:spTgt spid="50"/>
                                        </p:tgtEl>
                                        <p:attrNameLst>
                                          <p:attrName>ppt_w</p:attrName>
                                        </p:attrNameLst>
                                      </p:cBhvr>
                                      <p:tavLst>
                                        <p:tav tm="0">
                                          <p:val>
                                            <p:fltVal val="0"/>
                                          </p:val>
                                        </p:tav>
                                        <p:tav tm="100000">
                                          <p:val>
                                            <p:strVal val="#ppt_w"/>
                                          </p:val>
                                        </p:tav>
                                      </p:tavLst>
                                    </p:anim>
                                    <p:anim calcmode="lin" valueType="num">
                                      <p:cBhvr>
                                        <p:cTn id="23" dur="500" fill="hold"/>
                                        <p:tgtEl>
                                          <p:spTgt spid="50"/>
                                        </p:tgtEl>
                                        <p:attrNameLst>
                                          <p:attrName>ppt_h</p:attrName>
                                        </p:attrNameLst>
                                      </p:cBhvr>
                                      <p:tavLst>
                                        <p:tav tm="0">
                                          <p:val>
                                            <p:fltVal val="0"/>
                                          </p:val>
                                        </p:tav>
                                        <p:tav tm="100000">
                                          <p:val>
                                            <p:strVal val="#ppt_h"/>
                                          </p:val>
                                        </p:tav>
                                      </p:tavLst>
                                    </p:anim>
                                    <p:animEffect transition="in" filter="fade">
                                      <p:cBhvr>
                                        <p:cTn id="24" dur="500"/>
                                        <p:tgtEl>
                                          <p:spTgt spid="50"/>
                                        </p:tgtEl>
                                      </p:cBhvr>
                                    </p:animEffect>
                                  </p:childTnLst>
                                </p:cTn>
                              </p:par>
                            </p:childTnLst>
                          </p:cTn>
                        </p:par>
                        <p:par>
                          <p:cTn id="25" fill="hold">
                            <p:stCondLst>
                              <p:cond delay="2000"/>
                            </p:stCondLst>
                            <p:childTnLst>
                              <p:par>
                                <p:cTn id="26" presetID="9" presetClass="entr" presetSubtype="0" fill="hold" grpId="0" nodeType="afterEffect">
                                  <p:stCondLst>
                                    <p:cond delay="0"/>
                                  </p:stCondLst>
                                  <p:childTnLst>
                                    <p:set>
                                      <p:cBhvr>
                                        <p:cTn id="27" dur="1" fill="hold">
                                          <p:stCondLst>
                                            <p:cond delay="0"/>
                                          </p:stCondLst>
                                        </p:cTn>
                                        <p:tgtEl>
                                          <p:spTgt spid="139"/>
                                        </p:tgtEl>
                                        <p:attrNameLst>
                                          <p:attrName>style.visibility</p:attrName>
                                        </p:attrNameLst>
                                      </p:cBhvr>
                                      <p:to>
                                        <p:strVal val="visible"/>
                                      </p:to>
                                    </p:set>
                                    <p:animEffect transition="in" filter="dissolve">
                                      <p:cBhvr>
                                        <p:cTn id="28" dur="500"/>
                                        <p:tgtEl>
                                          <p:spTgt spid="139"/>
                                        </p:tgtEl>
                                      </p:cBhvr>
                                    </p:animEffect>
                                  </p:childTnLst>
                                </p:cTn>
                              </p:par>
                            </p:childTnLst>
                          </p:cTn>
                        </p:par>
                        <p:par>
                          <p:cTn id="29" fill="hold">
                            <p:stCondLst>
                              <p:cond delay="2500"/>
                            </p:stCondLst>
                            <p:childTnLst>
                              <p:par>
                                <p:cTn id="30" presetID="53" presetClass="entr" presetSubtype="0" fill="hold" nodeType="afterEffect">
                                  <p:stCondLst>
                                    <p:cond delay="0"/>
                                  </p:stCondLst>
                                  <p:childTnLst>
                                    <p:set>
                                      <p:cBhvr>
                                        <p:cTn id="31" dur="1" fill="hold">
                                          <p:stCondLst>
                                            <p:cond delay="0"/>
                                          </p:stCondLst>
                                        </p:cTn>
                                        <p:tgtEl>
                                          <p:spTgt spid="52"/>
                                        </p:tgtEl>
                                        <p:attrNameLst>
                                          <p:attrName>style.visibility</p:attrName>
                                        </p:attrNameLst>
                                      </p:cBhvr>
                                      <p:to>
                                        <p:strVal val="visible"/>
                                      </p:to>
                                    </p:set>
                                    <p:anim calcmode="lin" valueType="num">
                                      <p:cBhvr>
                                        <p:cTn id="32" dur="500" fill="hold"/>
                                        <p:tgtEl>
                                          <p:spTgt spid="52"/>
                                        </p:tgtEl>
                                        <p:attrNameLst>
                                          <p:attrName>ppt_w</p:attrName>
                                        </p:attrNameLst>
                                      </p:cBhvr>
                                      <p:tavLst>
                                        <p:tav tm="0">
                                          <p:val>
                                            <p:fltVal val="0"/>
                                          </p:val>
                                        </p:tav>
                                        <p:tav tm="100000">
                                          <p:val>
                                            <p:strVal val="#ppt_w"/>
                                          </p:val>
                                        </p:tav>
                                      </p:tavLst>
                                    </p:anim>
                                    <p:anim calcmode="lin" valueType="num">
                                      <p:cBhvr>
                                        <p:cTn id="33" dur="500" fill="hold"/>
                                        <p:tgtEl>
                                          <p:spTgt spid="52"/>
                                        </p:tgtEl>
                                        <p:attrNameLst>
                                          <p:attrName>ppt_h</p:attrName>
                                        </p:attrNameLst>
                                      </p:cBhvr>
                                      <p:tavLst>
                                        <p:tav tm="0">
                                          <p:val>
                                            <p:fltVal val="0"/>
                                          </p:val>
                                        </p:tav>
                                        <p:tav tm="100000">
                                          <p:val>
                                            <p:strVal val="#ppt_h"/>
                                          </p:val>
                                        </p:tav>
                                      </p:tavLst>
                                    </p:anim>
                                    <p:animEffect transition="in" filter="fade">
                                      <p:cBhvr>
                                        <p:cTn id="34" dur="500"/>
                                        <p:tgtEl>
                                          <p:spTgt spid="52"/>
                                        </p:tgtEl>
                                      </p:cBhvr>
                                    </p:animEffect>
                                  </p:childTnLst>
                                </p:cTn>
                              </p:par>
                            </p:childTnLst>
                          </p:cTn>
                        </p:par>
                        <p:par>
                          <p:cTn id="35" fill="hold">
                            <p:stCondLst>
                              <p:cond delay="3000"/>
                            </p:stCondLst>
                            <p:childTnLst>
                              <p:par>
                                <p:cTn id="36" presetID="9" presetClass="entr" presetSubtype="0" fill="hold" grpId="0" nodeType="afterEffect">
                                  <p:stCondLst>
                                    <p:cond delay="0"/>
                                  </p:stCondLst>
                                  <p:childTnLst>
                                    <p:set>
                                      <p:cBhvr>
                                        <p:cTn id="37" dur="1" fill="hold">
                                          <p:stCondLst>
                                            <p:cond delay="0"/>
                                          </p:stCondLst>
                                        </p:cTn>
                                        <p:tgtEl>
                                          <p:spTgt spid="138"/>
                                        </p:tgtEl>
                                        <p:attrNameLst>
                                          <p:attrName>style.visibility</p:attrName>
                                        </p:attrNameLst>
                                      </p:cBhvr>
                                      <p:to>
                                        <p:strVal val="visible"/>
                                      </p:to>
                                    </p:set>
                                    <p:animEffect transition="in" filter="dissolve">
                                      <p:cBhvr>
                                        <p:cTn id="38" dur="500"/>
                                        <p:tgtEl>
                                          <p:spTgt spid="138"/>
                                        </p:tgtEl>
                                      </p:cBhvr>
                                    </p:animEffect>
                                  </p:childTnLst>
                                </p:cTn>
                              </p:par>
                            </p:childTnLst>
                          </p:cTn>
                        </p:par>
                        <p:par>
                          <p:cTn id="39" fill="hold">
                            <p:stCondLst>
                              <p:cond delay="3500"/>
                            </p:stCondLst>
                            <p:childTnLst>
                              <p:par>
                                <p:cTn id="40" presetID="53" presetClass="entr" presetSubtype="0" fill="hold" nodeType="afterEffect">
                                  <p:stCondLst>
                                    <p:cond delay="0"/>
                                  </p:stCondLst>
                                  <p:childTnLst>
                                    <p:set>
                                      <p:cBhvr>
                                        <p:cTn id="41" dur="1" fill="hold">
                                          <p:stCondLst>
                                            <p:cond delay="0"/>
                                          </p:stCondLst>
                                        </p:cTn>
                                        <p:tgtEl>
                                          <p:spTgt spid="55"/>
                                        </p:tgtEl>
                                        <p:attrNameLst>
                                          <p:attrName>style.visibility</p:attrName>
                                        </p:attrNameLst>
                                      </p:cBhvr>
                                      <p:to>
                                        <p:strVal val="visible"/>
                                      </p:to>
                                    </p:set>
                                    <p:anim calcmode="lin" valueType="num">
                                      <p:cBhvr>
                                        <p:cTn id="42" dur="500" fill="hold"/>
                                        <p:tgtEl>
                                          <p:spTgt spid="55"/>
                                        </p:tgtEl>
                                        <p:attrNameLst>
                                          <p:attrName>ppt_w</p:attrName>
                                        </p:attrNameLst>
                                      </p:cBhvr>
                                      <p:tavLst>
                                        <p:tav tm="0">
                                          <p:val>
                                            <p:fltVal val="0"/>
                                          </p:val>
                                        </p:tav>
                                        <p:tav tm="100000">
                                          <p:val>
                                            <p:strVal val="#ppt_w"/>
                                          </p:val>
                                        </p:tav>
                                      </p:tavLst>
                                    </p:anim>
                                    <p:anim calcmode="lin" valueType="num">
                                      <p:cBhvr>
                                        <p:cTn id="43" dur="500" fill="hold"/>
                                        <p:tgtEl>
                                          <p:spTgt spid="55"/>
                                        </p:tgtEl>
                                        <p:attrNameLst>
                                          <p:attrName>ppt_h</p:attrName>
                                        </p:attrNameLst>
                                      </p:cBhvr>
                                      <p:tavLst>
                                        <p:tav tm="0">
                                          <p:val>
                                            <p:fltVal val="0"/>
                                          </p:val>
                                        </p:tav>
                                        <p:tav tm="100000">
                                          <p:val>
                                            <p:strVal val="#ppt_h"/>
                                          </p:val>
                                        </p:tav>
                                      </p:tavLst>
                                    </p:anim>
                                    <p:animEffect transition="in" filter="fade">
                                      <p:cBhvr>
                                        <p:cTn id="44" dur="500"/>
                                        <p:tgtEl>
                                          <p:spTgt spid="55"/>
                                        </p:tgtEl>
                                      </p:cBhvr>
                                    </p:animEffect>
                                  </p:childTnLst>
                                </p:cTn>
                              </p:par>
                            </p:childTnLst>
                          </p:cTn>
                        </p:par>
                        <p:par>
                          <p:cTn id="45" fill="hold">
                            <p:stCondLst>
                              <p:cond delay="4000"/>
                            </p:stCondLst>
                            <p:childTnLst>
                              <p:par>
                                <p:cTn id="46" presetID="9" presetClass="entr" presetSubtype="0" fill="hold" grpId="0" nodeType="afterEffect">
                                  <p:stCondLst>
                                    <p:cond delay="0"/>
                                  </p:stCondLst>
                                  <p:childTnLst>
                                    <p:set>
                                      <p:cBhvr>
                                        <p:cTn id="47" dur="1" fill="hold">
                                          <p:stCondLst>
                                            <p:cond delay="0"/>
                                          </p:stCondLst>
                                        </p:cTn>
                                        <p:tgtEl>
                                          <p:spTgt spid="137"/>
                                        </p:tgtEl>
                                        <p:attrNameLst>
                                          <p:attrName>style.visibility</p:attrName>
                                        </p:attrNameLst>
                                      </p:cBhvr>
                                      <p:to>
                                        <p:strVal val="visible"/>
                                      </p:to>
                                    </p:set>
                                    <p:animEffect transition="in" filter="dissolve">
                                      <p:cBhvr>
                                        <p:cTn id="48" dur="500"/>
                                        <p:tgtEl>
                                          <p:spTgt spid="137"/>
                                        </p:tgtEl>
                                      </p:cBhvr>
                                    </p:animEffect>
                                  </p:childTnLst>
                                </p:cTn>
                              </p:par>
                            </p:childTnLst>
                          </p:cTn>
                        </p:par>
                        <p:par>
                          <p:cTn id="49" fill="hold">
                            <p:stCondLst>
                              <p:cond delay="4500"/>
                            </p:stCondLst>
                            <p:childTnLst>
                              <p:par>
                                <p:cTn id="50" presetID="53" presetClass="entr" presetSubtype="0" fill="hold" nodeType="afterEffect">
                                  <p:stCondLst>
                                    <p:cond delay="0"/>
                                  </p:stCondLst>
                                  <p:childTnLst>
                                    <p:set>
                                      <p:cBhvr>
                                        <p:cTn id="51" dur="1" fill="hold">
                                          <p:stCondLst>
                                            <p:cond delay="0"/>
                                          </p:stCondLst>
                                        </p:cTn>
                                        <p:tgtEl>
                                          <p:spTgt spid="57"/>
                                        </p:tgtEl>
                                        <p:attrNameLst>
                                          <p:attrName>style.visibility</p:attrName>
                                        </p:attrNameLst>
                                      </p:cBhvr>
                                      <p:to>
                                        <p:strVal val="visible"/>
                                      </p:to>
                                    </p:set>
                                    <p:anim calcmode="lin" valueType="num">
                                      <p:cBhvr>
                                        <p:cTn id="52" dur="500" fill="hold"/>
                                        <p:tgtEl>
                                          <p:spTgt spid="57"/>
                                        </p:tgtEl>
                                        <p:attrNameLst>
                                          <p:attrName>ppt_w</p:attrName>
                                        </p:attrNameLst>
                                      </p:cBhvr>
                                      <p:tavLst>
                                        <p:tav tm="0">
                                          <p:val>
                                            <p:fltVal val="0"/>
                                          </p:val>
                                        </p:tav>
                                        <p:tav tm="100000">
                                          <p:val>
                                            <p:strVal val="#ppt_w"/>
                                          </p:val>
                                        </p:tav>
                                      </p:tavLst>
                                    </p:anim>
                                    <p:anim calcmode="lin" valueType="num">
                                      <p:cBhvr>
                                        <p:cTn id="53" dur="500" fill="hold"/>
                                        <p:tgtEl>
                                          <p:spTgt spid="57"/>
                                        </p:tgtEl>
                                        <p:attrNameLst>
                                          <p:attrName>ppt_h</p:attrName>
                                        </p:attrNameLst>
                                      </p:cBhvr>
                                      <p:tavLst>
                                        <p:tav tm="0">
                                          <p:val>
                                            <p:fltVal val="0"/>
                                          </p:val>
                                        </p:tav>
                                        <p:tav tm="100000">
                                          <p:val>
                                            <p:strVal val="#ppt_h"/>
                                          </p:val>
                                        </p:tav>
                                      </p:tavLst>
                                    </p:anim>
                                    <p:animEffect transition="in" filter="fade">
                                      <p:cBhvr>
                                        <p:cTn id="54" dur="500"/>
                                        <p:tgtEl>
                                          <p:spTgt spid="57"/>
                                        </p:tgtEl>
                                      </p:cBhvr>
                                    </p:animEffect>
                                  </p:childTnLst>
                                </p:cTn>
                              </p:par>
                            </p:childTnLst>
                          </p:cTn>
                        </p:par>
                        <p:par>
                          <p:cTn id="55" fill="hold">
                            <p:stCondLst>
                              <p:cond delay="5000"/>
                            </p:stCondLst>
                            <p:childTnLst>
                              <p:par>
                                <p:cTn id="56" presetID="9" presetClass="entr" presetSubtype="0" fill="hold" grpId="0" nodeType="afterEffect">
                                  <p:stCondLst>
                                    <p:cond delay="0"/>
                                  </p:stCondLst>
                                  <p:childTnLst>
                                    <p:set>
                                      <p:cBhvr>
                                        <p:cTn id="57" dur="1" fill="hold">
                                          <p:stCondLst>
                                            <p:cond delay="0"/>
                                          </p:stCondLst>
                                        </p:cTn>
                                        <p:tgtEl>
                                          <p:spTgt spid="136"/>
                                        </p:tgtEl>
                                        <p:attrNameLst>
                                          <p:attrName>style.visibility</p:attrName>
                                        </p:attrNameLst>
                                      </p:cBhvr>
                                      <p:to>
                                        <p:strVal val="visible"/>
                                      </p:to>
                                    </p:set>
                                    <p:animEffect transition="in" filter="dissolve">
                                      <p:cBhvr>
                                        <p:cTn id="58" dur="500"/>
                                        <p:tgtEl>
                                          <p:spTgt spid="136"/>
                                        </p:tgtEl>
                                      </p:cBhvr>
                                    </p:animEffect>
                                  </p:childTnLst>
                                </p:cTn>
                              </p:par>
                            </p:childTnLst>
                          </p:cTn>
                        </p:par>
                        <p:par>
                          <p:cTn id="59" fill="hold">
                            <p:stCondLst>
                              <p:cond delay="5500"/>
                            </p:stCondLst>
                            <p:childTnLst>
                              <p:par>
                                <p:cTn id="60" presetID="53" presetClass="entr" presetSubtype="0" fill="hold" nodeType="afterEffect">
                                  <p:stCondLst>
                                    <p:cond delay="0"/>
                                  </p:stCondLst>
                                  <p:childTnLst>
                                    <p:set>
                                      <p:cBhvr>
                                        <p:cTn id="61" dur="1" fill="hold">
                                          <p:stCondLst>
                                            <p:cond delay="0"/>
                                          </p:stCondLst>
                                        </p:cTn>
                                        <p:tgtEl>
                                          <p:spTgt spid="126"/>
                                        </p:tgtEl>
                                        <p:attrNameLst>
                                          <p:attrName>style.visibility</p:attrName>
                                        </p:attrNameLst>
                                      </p:cBhvr>
                                      <p:to>
                                        <p:strVal val="visible"/>
                                      </p:to>
                                    </p:set>
                                    <p:anim calcmode="lin" valueType="num">
                                      <p:cBhvr>
                                        <p:cTn id="62" dur="500" fill="hold"/>
                                        <p:tgtEl>
                                          <p:spTgt spid="126"/>
                                        </p:tgtEl>
                                        <p:attrNameLst>
                                          <p:attrName>ppt_w</p:attrName>
                                        </p:attrNameLst>
                                      </p:cBhvr>
                                      <p:tavLst>
                                        <p:tav tm="0">
                                          <p:val>
                                            <p:fltVal val="0"/>
                                          </p:val>
                                        </p:tav>
                                        <p:tav tm="100000">
                                          <p:val>
                                            <p:strVal val="#ppt_w"/>
                                          </p:val>
                                        </p:tav>
                                      </p:tavLst>
                                    </p:anim>
                                    <p:anim calcmode="lin" valueType="num">
                                      <p:cBhvr>
                                        <p:cTn id="63" dur="500" fill="hold"/>
                                        <p:tgtEl>
                                          <p:spTgt spid="126"/>
                                        </p:tgtEl>
                                        <p:attrNameLst>
                                          <p:attrName>ppt_h</p:attrName>
                                        </p:attrNameLst>
                                      </p:cBhvr>
                                      <p:tavLst>
                                        <p:tav tm="0">
                                          <p:val>
                                            <p:fltVal val="0"/>
                                          </p:val>
                                        </p:tav>
                                        <p:tav tm="100000">
                                          <p:val>
                                            <p:strVal val="#ppt_h"/>
                                          </p:val>
                                        </p:tav>
                                      </p:tavLst>
                                    </p:anim>
                                    <p:animEffect transition="in" filter="fade">
                                      <p:cBhvr>
                                        <p:cTn id="64" dur="500"/>
                                        <p:tgtEl>
                                          <p:spTgt spid="126"/>
                                        </p:tgtEl>
                                      </p:cBhvr>
                                    </p:animEffect>
                                  </p:childTnLst>
                                </p:cTn>
                              </p:par>
                              <p:par>
                                <p:cTn id="65" presetID="10" presetClass="entr" presetSubtype="0" fill="hold" nodeType="with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36" grpId="0" animBg="1"/>
      <p:bldP spid="137" grpId="0" animBg="1"/>
      <p:bldP spid="138" grpId="0" animBg="1"/>
      <p:bldP spid="139" grpId="0" animBg="1"/>
      <p:bldP spid="14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그룹 50"/>
          <p:cNvGrpSpPr/>
          <p:nvPr/>
        </p:nvGrpSpPr>
        <p:grpSpPr>
          <a:xfrm>
            <a:off x="808517" y="2586462"/>
            <a:ext cx="2702505" cy="2029773"/>
            <a:chOff x="3135313" y="2618428"/>
            <a:chExt cx="2702505" cy="2029773"/>
          </a:xfrm>
        </p:grpSpPr>
        <p:grpSp>
          <p:nvGrpSpPr>
            <p:cNvPr id="50" name="그룹 49"/>
            <p:cNvGrpSpPr/>
            <p:nvPr/>
          </p:nvGrpSpPr>
          <p:grpSpPr>
            <a:xfrm>
              <a:off x="3135313" y="2618428"/>
              <a:ext cx="2702505" cy="2029773"/>
              <a:chOff x="3135313" y="2618428"/>
              <a:chExt cx="2702505" cy="2029773"/>
            </a:xfrm>
          </p:grpSpPr>
          <p:sp>
            <p:nvSpPr>
              <p:cNvPr id="147" name="Freeform 5"/>
              <p:cNvSpPr>
                <a:spLocks/>
              </p:cNvSpPr>
              <p:nvPr/>
            </p:nvSpPr>
            <p:spPr bwMode="auto">
              <a:xfrm>
                <a:off x="3135313" y="2901345"/>
                <a:ext cx="2702505" cy="1746856"/>
              </a:xfrm>
              <a:custGeom>
                <a:avLst/>
                <a:gdLst>
                  <a:gd name="T0" fmla="*/ 569 w 2268"/>
                  <a:gd name="T1" fmla="*/ 1466 h 1466"/>
                  <a:gd name="T2" fmla="*/ 0 w 2268"/>
                  <a:gd name="T3" fmla="*/ 718 h 1466"/>
                  <a:gd name="T4" fmla="*/ 600 w 2268"/>
                  <a:gd name="T5" fmla="*/ 0 h 1466"/>
                  <a:gd name="T6" fmla="*/ 1671 w 2268"/>
                  <a:gd name="T7" fmla="*/ 0 h 1466"/>
                  <a:gd name="T8" fmla="*/ 2268 w 2268"/>
                  <a:gd name="T9" fmla="*/ 718 h 1466"/>
                  <a:gd name="T10" fmla="*/ 1702 w 2268"/>
                  <a:gd name="T11" fmla="*/ 1466 h 1466"/>
                  <a:gd name="T12" fmla="*/ 569 w 2268"/>
                  <a:gd name="T13" fmla="*/ 1466 h 1466"/>
                </a:gdLst>
                <a:ahLst/>
                <a:cxnLst>
                  <a:cxn ang="0">
                    <a:pos x="T0" y="T1"/>
                  </a:cxn>
                  <a:cxn ang="0">
                    <a:pos x="T2" y="T3"/>
                  </a:cxn>
                  <a:cxn ang="0">
                    <a:pos x="T4" y="T5"/>
                  </a:cxn>
                  <a:cxn ang="0">
                    <a:pos x="T6" y="T7"/>
                  </a:cxn>
                  <a:cxn ang="0">
                    <a:pos x="T8" y="T9"/>
                  </a:cxn>
                  <a:cxn ang="0">
                    <a:pos x="T10" y="T11"/>
                  </a:cxn>
                  <a:cxn ang="0">
                    <a:pos x="T12" y="T13"/>
                  </a:cxn>
                </a:cxnLst>
                <a:rect l="0" t="0" r="r" b="b"/>
                <a:pathLst>
                  <a:path w="2268" h="1466">
                    <a:moveTo>
                      <a:pt x="569" y="1466"/>
                    </a:moveTo>
                    <a:lnTo>
                      <a:pt x="0" y="718"/>
                    </a:lnTo>
                    <a:lnTo>
                      <a:pt x="600" y="0"/>
                    </a:lnTo>
                    <a:lnTo>
                      <a:pt x="1671" y="0"/>
                    </a:lnTo>
                    <a:lnTo>
                      <a:pt x="2268" y="718"/>
                    </a:lnTo>
                    <a:lnTo>
                      <a:pt x="1702" y="1466"/>
                    </a:lnTo>
                    <a:lnTo>
                      <a:pt x="569" y="1466"/>
                    </a:lnTo>
                    <a:close/>
                  </a:path>
                </a:pathLst>
              </a:custGeom>
              <a:solidFill>
                <a:srgbClr val="000000">
                  <a:alpha val="5098"/>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nvGrpSpPr>
              <p:cNvPr id="13" name="그룹 12"/>
              <p:cNvGrpSpPr/>
              <p:nvPr/>
            </p:nvGrpSpPr>
            <p:grpSpPr>
              <a:xfrm>
                <a:off x="3135313" y="2618428"/>
                <a:ext cx="2702505" cy="1862440"/>
                <a:chOff x="2970213" y="2648501"/>
                <a:chExt cx="2820987" cy="1944092"/>
              </a:xfrm>
            </p:grpSpPr>
            <p:sp>
              <p:nvSpPr>
                <p:cNvPr id="69" name="Freeform 5"/>
                <p:cNvSpPr>
                  <a:spLocks/>
                </p:cNvSpPr>
                <p:nvPr/>
              </p:nvSpPr>
              <p:spPr bwMode="auto">
                <a:xfrm>
                  <a:off x="2970213" y="2648501"/>
                  <a:ext cx="2820987" cy="1823441"/>
                </a:xfrm>
                <a:custGeom>
                  <a:avLst/>
                  <a:gdLst>
                    <a:gd name="T0" fmla="*/ 569 w 2268"/>
                    <a:gd name="T1" fmla="*/ 1466 h 1466"/>
                    <a:gd name="T2" fmla="*/ 0 w 2268"/>
                    <a:gd name="T3" fmla="*/ 718 h 1466"/>
                    <a:gd name="T4" fmla="*/ 600 w 2268"/>
                    <a:gd name="T5" fmla="*/ 0 h 1466"/>
                    <a:gd name="T6" fmla="*/ 1671 w 2268"/>
                    <a:gd name="T7" fmla="*/ 0 h 1466"/>
                    <a:gd name="T8" fmla="*/ 2268 w 2268"/>
                    <a:gd name="T9" fmla="*/ 718 h 1466"/>
                    <a:gd name="T10" fmla="*/ 1702 w 2268"/>
                    <a:gd name="T11" fmla="*/ 1466 h 1466"/>
                    <a:gd name="T12" fmla="*/ 569 w 2268"/>
                    <a:gd name="T13" fmla="*/ 1466 h 1466"/>
                  </a:gdLst>
                  <a:ahLst/>
                  <a:cxnLst>
                    <a:cxn ang="0">
                      <a:pos x="T0" y="T1"/>
                    </a:cxn>
                    <a:cxn ang="0">
                      <a:pos x="T2" y="T3"/>
                    </a:cxn>
                    <a:cxn ang="0">
                      <a:pos x="T4" y="T5"/>
                    </a:cxn>
                    <a:cxn ang="0">
                      <a:pos x="T6" y="T7"/>
                    </a:cxn>
                    <a:cxn ang="0">
                      <a:pos x="T8" y="T9"/>
                    </a:cxn>
                    <a:cxn ang="0">
                      <a:pos x="T10" y="T11"/>
                    </a:cxn>
                    <a:cxn ang="0">
                      <a:pos x="T12" y="T13"/>
                    </a:cxn>
                  </a:cxnLst>
                  <a:rect l="0" t="0" r="r" b="b"/>
                  <a:pathLst>
                    <a:path w="2268" h="1466">
                      <a:moveTo>
                        <a:pt x="569" y="1466"/>
                      </a:moveTo>
                      <a:lnTo>
                        <a:pt x="0" y="718"/>
                      </a:lnTo>
                      <a:lnTo>
                        <a:pt x="600" y="0"/>
                      </a:lnTo>
                      <a:lnTo>
                        <a:pt x="1671" y="0"/>
                      </a:lnTo>
                      <a:lnTo>
                        <a:pt x="2268" y="718"/>
                      </a:lnTo>
                      <a:lnTo>
                        <a:pt x="1702" y="1466"/>
                      </a:lnTo>
                      <a:lnTo>
                        <a:pt x="569" y="1466"/>
                      </a:lnTo>
                      <a:close/>
                    </a:path>
                  </a:pathLst>
                </a:custGeom>
                <a:gradFill>
                  <a:gsLst>
                    <a:gs pos="0">
                      <a:schemeClr val="accent3">
                        <a:lumMod val="75000"/>
                      </a:schemeClr>
                    </a:gs>
                    <a:gs pos="100000">
                      <a:schemeClr val="accent3">
                        <a:lumMod val="95000"/>
                      </a:schemeClr>
                    </a:gs>
                  </a:gsLst>
                  <a:lin ang="5400000" scaled="0"/>
                </a:gra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76" name="Freeform 12"/>
                <p:cNvSpPr>
                  <a:spLocks/>
                </p:cNvSpPr>
                <p:nvPr/>
              </p:nvSpPr>
              <p:spPr bwMode="auto">
                <a:xfrm>
                  <a:off x="2970213" y="3541564"/>
                  <a:ext cx="707735" cy="1051029"/>
                </a:xfrm>
                <a:custGeom>
                  <a:avLst/>
                  <a:gdLst>
                    <a:gd name="T0" fmla="*/ 0 w 569"/>
                    <a:gd name="T1" fmla="*/ 0 h 845"/>
                    <a:gd name="T2" fmla="*/ 0 w 569"/>
                    <a:gd name="T3" fmla="*/ 97 h 845"/>
                    <a:gd name="T4" fmla="*/ 569 w 569"/>
                    <a:gd name="T5" fmla="*/ 845 h 845"/>
                    <a:gd name="T6" fmla="*/ 569 w 569"/>
                    <a:gd name="T7" fmla="*/ 748 h 845"/>
                    <a:gd name="T8" fmla="*/ 0 w 569"/>
                    <a:gd name="T9" fmla="*/ 0 h 845"/>
                  </a:gdLst>
                  <a:ahLst/>
                  <a:cxnLst>
                    <a:cxn ang="0">
                      <a:pos x="T0" y="T1"/>
                    </a:cxn>
                    <a:cxn ang="0">
                      <a:pos x="T2" y="T3"/>
                    </a:cxn>
                    <a:cxn ang="0">
                      <a:pos x="T4" y="T5"/>
                    </a:cxn>
                    <a:cxn ang="0">
                      <a:pos x="T6" y="T7"/>
                    </a:cxn>
                    <a:cxn ang="0">
                      <a:pos x="T8" y="T9"/>
                    </a:cxn>
                  </a:cxnLst>
                  <a:rect l="0" t="0" r="r" b="b"/>
                  <a:pathLst>
                    <a:path w="569" h="845">
                      <a:moveTo>
                        <a:pt x="0" y="0"/>
                      </a:moveTo>
                      <a:lnTo>
                        <a:pt x="0" y="97"/>
                      </a:lnTo>
                      <a:lnTo>
                        <a:pt x="569" y="845"/>
                      </a:lnTo>
                      <a:lnTo>
                        <a:pt x="569" y="748"/>
                      </a:lnTo>
                      <a:lnTo>
                        <a:pt x="0" y="0"/>
                      </a:lnTo>
                      <a:close/>
                    </a:path>
                  </a:pathLst>
                </a:custGeom>
                <a:pattFill prst="dkUp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92" name="Freeform 19"/>
                <p:cNvSpPr>
                  <a:spLocks/>
                </p:cNvSpPr>
                <p:nvPr/>
              </p:nvSpPr>
              <p:spPr bwMode="auto">
                <a:xfrm>
                  <a:off x="5087197" y="3541564"/>
                  <a:ext cx="704003" cy="1051029"/>
                </a:xfrm>
                <a:custGeom>
                  <a:avLst/>
                  <a:gdLst>
                    <a:gd name="T0" fmla="*/ 566 w 566"/>
                    <a:gd name="T1" fmla="*/ 0 h 845"/>
                    <a:gd name="T2" fmla="*/ 566 w 566"/>
                    <a:gd name="T3" fmla="*/ 97 h 845"/>
                    <a:gd name="T4" fmla="*/ 0 w 566"/>
                    <a:gd name="T5" fmla="*/ 845 h 845"/>
                    <a:gd name="T6" fmla="*/ 0 w 566"/>
                    <a:gd name="T7" fmla="*/ 748 h 845"/>
                    <a:gd name="T8" fmla="*/ 566 w 566"/>
                    <a:gd name="T9" fmla="*/ 0 h 845"/>
                  </a:gdLst>
                  <a:ahLst/>
                  <a:cxnLst>
                    <a:cxn ang="0">
                      <a:pos x="T0" y="T1"/>
                    </a:cxn>
                    <a:cxn ang="0">
                      <a:pos x="T2" y="T3"/>
                    </a:cxn>
                    <a:cxn ang="0">
                      <a:pos x="T4" y="T5"/>
                    </a:cxn>
                    <a:cxn ang="0">
                      <a:pos x="T6" y="T7"/>
                    </a:cxn>
                    <a:cxn ang="0">
                      <a:pos x="T8" y="T9"/>
                    </a:cxn>
                  </a:cxnLst>
                  <a:rect l="0" t="0" r="r" b="b"/>
                  <a:pathLst>
                    <a:path w="566" h="845">
                      <a:moveTo>
                        <a:pt x="566" y="0"/>
                      </a:moveTo>
                      <a:lnTo>
                        <a:pt x="566" y="97"/>
                      </a:lnTo>
                      <a:lnTo>
                        <a:pt x="0" y="845"/>
                      </a:lnTo>
                      <a:lnTo>
                        <a:pt x="0" y="748"/>
                      </a:lnTo>
                      <a:lnTo>
                        <a:pt x="566" y="0"/>
                      </a:lnTo>
                      <a:close/>
                    </a:path>
                  </a:pathLst>
                </a:cu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93" name="Rectangle 20"/>
                <p:cNvSpPr>
                  <a:spLocks noChangeArrowheads="1"/>
                </p:cNvSpPr>
                <p:nvPr/>
              </p:nvSpPr>
              <p:spPr bwMode="auto">
                <a:xfrm>
                  <a:off x="3677948" y="4471942"/>
                  <a:ext cx="1409250" cy="120651"/>
                </a:xfrm>
                <a:prstGeom prst="rect">
                  <a:avLst/>
                </a:prstGeom>
                <a:pattFill prst="ltUpDiag">
                  <a:fgClr>
                    <a:schemeClr val="accent3">
                      <a:lumMod val="65000"/>
                    </a:schemeClr>
                  </a:fgClr>
                  <a:bgClr>
                    <a:schemeClr val="accent3">
                      <a:lumMod val="8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sp>
          <p:nvSpPr>
            <p:cNvPr id="151" name="TextBox 150"/>
            <p:cNvSpPr txBox="1"/>
            <p:nvPr/>
          </p:nvSpPr>
          <p:spPr>
            <a:xfrm>
              <a:off x="4010183" y="3880634"/>
              <a:ext cx="952765" cy="193940"/>
            </a:xfrm>
            <a:prstGeom prst="rect">
              <a:avLst/>
            </a:prstGeom>
            <a:noFill/>
          </p:spPr>
          <p:txBody>
            <a:bodyPr wrap="square" lIns="72000" tIns="0" rIns="72000" bIns="0" rtlCol="0">
              <a:noAutofit/>
            </a:bodyPr>
            <a:lstStyle/>
            <a:p>
              <a:pPr algn="ctr"/>
              <a:r>
                <a:rPr lang="en-US" altLang="ko-KR" sz="1200" dirty="0">
                  <a:gradFill>
                    <a:gsLst>
                      <a:gs pos="0">
                        <a:schemeClr val="accent4">
                          <a:lumMod val="65000"/>
                          <a:lumOff val="35000"/>
                        </a:schemeClr>
                      </a:gs>
                      <a:gs pos="100000">
                        <a:schemeClr val="accent4">
                          <a:lumMod val="65000"/>
                          <a:lumOff val="35000"/>
                        </a:schemeClr>
                      </a:gs>
                    </a:gsLst>
                    <a:lin ang="5400000" scaled="0"/>
                  </a:gradFill>
                  <a:latin typeface="Roboto Condensed Regular"/>
                </a:rPr>
                <a:t>Insert Title</a:t>
              </a:r>
              <a:endParaRPr lang="ko-KR" altLang="en-US" sz="1200" dirty="0">
                <a:gradFill>
                  <a:gsLst>
                    <a:gs pos="0">
                      <a:schemeClr val="accent4">
                        <a:lumMod val="65000"/>
                        <a:lumOff val="35000"/>
                      </a:schemeClr>
                    </a:gs>
                    <a:gs pos="100000">
                      <a:schemeClr val="accent4">
                        <a:lumMod val="65000"/>
                        <a:lumOff val="35000"/>
                      </a:schemeClr>
                    </a:gs>
                  </a:gsLst>
                  <a:lin ang="5400000" scaled="0"/>
                </a:gradFill>
                <a:latin typeface="Roboto Condensed Regular"/>
              </a:endParaRPr>
            </a:p>
          </p:txBody>
        </p:sp>
      </p:grpSp>
      <p:grpSp>
        <p:nvGrpSpPr>
          <p:cNvPr id="52" name="그룹 51"/>
          <p:cNvGrpSpPr/>
          <p:nvPr/>
        </p:nvGrpSpPr>
        <p:grpSpPr>
          <a:xfrm>
            <a:off x="1034913" y="1971607"/>
            <a:ext cx="2249704" cy="1687277"/>
            <a:chOff x="3361713" y="2003572"/>
            <a:chExt cx="2249704" cy="1687277"/>
          </a:xfrm>
        </p:grpSpPr>
        <p:grpSp>
          <p:nvGrpSpPr>
            <p:cNvPr id="10" name="그룹 9"/>
            <p:cNvGrpSpPr/>
            <p:nvPr/>
          </p:nvGrpSpPr>
          <p:grpSpPr>
            <a:xfrm>
              <a:off x="3361713" y="2003572"/>
              <a:ext cx="2249704" cy="1687277"/>
              <a:chOff x="3206539" y="2006689"/>
              <a:chExt cx="2348335" cy="1761250"/>
            </a:xfrm>
          </p:grpSpPr>
          <p:sp>
            <p:nvSpPr>
              <p:cNvPr id="70" name="Freeform 6"/>
              <p:cNvSpPr>
                <a:spLocks/>
              </p:cNvSpPr>
              <p:nvPr/>
            </p:nvSpPr>
            <p:spPr bwMode="auto">
              <a:xfrm>
                <a:off x="3206539" y="2006689"/>
                <a:ext cx="2348335" cy="1519949"/>
              </a:xfrm>
              <a:custGeom>
                <a:avLst/>
                <a:gdLst>
                  <a:gd name="T0" fmla="*/ 471 w 1888"/>
                  <a:gd name="T1" fmla="*/ 1222 h 1222"/>
                  <a:gd name="T2" fmla="*/ 0 w 1888"/>
                  <a:gd name="T3" fmla="*/ 597 h 1222"/>
                  <a:gd name="T4" fmla="*/ 500 w 1888"/>
                  <a:gd name="T5" fmla="*/ 0 h 1222"/>
                  <a:gd name="T6" fmla="*/ 1391 w 1888"/>
                  <a:gd name="T7" fmla="*/ 0 h 1222"/>
                  <a:gd name="T8" fmla="*/ 1888 w 1888"/>
                  <a:gd name="T9" fmla="*/ 597 h 1222"/>
                  <a:gd name="T10" fmla="*/ 1417 w 1888"/>
                  <a:gd name="T11" fmla="*/ 1222 h 1222"/>
                  <a:gd name="T12" fmla="*/ 471 w 1888"/>
                  <a:gd name="T13" fmla="*/ 1222 h 1222"/>
                </a:gdLst>
                <a:ahLst/>
                <a:cxnLst>
                  <a:cxn ang="0">
                    <a:pos x="T0" y="T1"/>
                  </a:cxn>
                  <a:cxn ang="0">
                    <a:pos x="T2" y="T3"/>
                  </a:cxn>
                  <a:cxn ang="0">
                    <a:pos x="T4" y="T5"/>
                  </a:cxn>
                  <a:cxn ang="0">
                    <a:pos x="T6" y="T7"/>
                  </a:cxn>
                  <a:cxn ang="0">
                    <a:pos x="T8" y="T9"/>
                  </a:cxn>
                  <a:cxn ang="0">
                    <a:pos x="T10" y="T11"/>
                  </a:cxn>
                  <a:cxn ang="0">
                    <a:pos x="T12" y="T13"/>
                  </a:cxn>
                </a:cxnLst>
                <a:rect l="0" t="0" r="r" b="b"/>
                <a:pathLst>
                  <a:path w="1888" h="1222">
                    <a:moveTo>
                      <a:pt x="471" y="1222"/>
                    </a:moveTo>
                    <a:lnTo>
                      <a:pt x="0" y="597"/>
                    </a:lnTo>
                    <a:lnTo>
                      <a:pt x="500" y="0"/>
                    </a:lnTo>
                    <a:lnTo>
                      <a:pt x="1391" y="0"/>
                    </a:lnTo>
                    <a:lnTo>
                      <a:pt x="1888" y="597"/>
                    </a:lnTo>
                    <a:lnTo>
                      <a:pt x="1417" y="1222"/>
                    </a:lnTo>
                    <a:lnTo>
                      <a:pt x="471" y="1222"/>
                    </a:lnTo>
                    <a:close/>
                  </a:path>
                </a:pathLst>
              </a:custGeom>
              <a:gradFill>
                <a:gsLst>
                  <a:gs pos="0">
                    <a:schemeClr val="accent3">
                      <a:lumMod val="75000"/>
                    </a:schemeClr>
                  </a:gs>
                  <a:gs pos="100000">
                    <a:schemeClr val="accent3">
                      <a:lumMod val="95000"/>
                    </a:schemeClr>
                  </a:gs>
                </a:gsLst>
                <a:lin ang="5400000" scaled="0"/>
              </a:gra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75" name="Freeform 11"/>
              <p:cNvSpPr>
                <a:spLocks/>
              </p:cNvSpPr>
              <p:nvPr/>
            </p:nvSpPr>
            <p:spPr bwMode="auto">
              <a:xfrm>
                <a:off x="3206539" y="2749250"/>
                <a:ext cx="585840" cy="898039"/>
              </a:xfrm>
              <a:custGeom>
                <a:avLst/>
                <a:gdLst>
                  <a:gd name="T0" fmla="*/ 0 w 471"/>
                  <a:gd name="T1" fmla="*/ 0 h 722"/>
                  <a:gd name="T2" fmla="*/ 0 w 471"/>
                  <a:gd name="T3" fmla="*/ 97 h 722"/>
                  <a:gd name="T4" fmla="*/ 471 w 471"/>
                  <a:gd name="T5" fmla="*/ 722 h 722"/>
                  <a:gd name="T6" fmla="*/ 471 w 471"/>
                  <a:gd name="T7" fmla="*/ 625 h 722"/>
                  <a:gd name="T8" fmla="*/ 0 w 471"/>
                  <a:gd name="T9" fmla="*/ 0 h 722"/>
                </a:gdLst>
                <a:ahLst/>
                <a:cxnLst>
                  <a:cxn ang="0">
                    <a:pos x="T0" y="T1"/>
                  </a:cxn>
                  <a:cxn ang="0">
                    <a:pos x="T2" y="T3"/>
                  </a:cxn>
                  <a:cxn ang="0">
                    <a:pos x="T4" y="T5"/>
                  </a:cxn>
                  <a:cxn ang="0">
                    <a:pos x="T6" y="T7"/>
                  </a:cxn>
                  <a:cxn ang="0">
                    <a:pos x="T8" y="T9"/>
                  </a:cxn>
                </a:cxnLst>
                <a:rect l="0" t="0" r="r" b="b"/>
                <a:pathLst>
                  <a:path w="471" h="722">
                    <a:moveTo>
                      <a:pt x="0" y="0"/>
                    </a:moveTo>
                    <a:lnTo>
                      <a:pt x="0" y="97"/>
                    </a:lnTo>
                    <a:lnTo>
                      <a:pt x="471" y="722"/>
                    </a:lnTo>
                    <a:lnTo>
                      <a:pt x="471" y="625"/>
                    </a:lnTo>
                    <a:lnTo>
                      <a:pt x="0" y="0"/>
                    </a:lnTo>
                    <a:close/>
                  </a:path>
                </a:pathLst>
              </a:custGeom>
              <a:pattFill prst="dkUp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88" name="Rectangle 15"/>
              <p:cNvSpPr>
                <a:spLocks noChangeArrowheads="1"/>
              </p:cNvSpPr>
              <p:nvPr/>
            </p:nvSpPr>
            <p:spPr bwMode="auto">
              <a:xfrm>
                <a:off x="3792379" y="3526638"/>
                <a:ext cx="1176655" cy="120651"/>
              </a:xfrm>
              <a:prstGeom prst="rect">
                <a:avLst/>
              </a:prstGeom>
              <a:pattFill prst="ltUpDiag">
                <a:fgClr>
                  <a:schemeClr val="accent3">
                    <a:lumMod val="65000"/>
                  </a:schemeClr>
                </a:fgClr>
                <a:bgClr>
                  <a:schemeClr val="accent3">
                    <a:lumMod val="8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91" name="Freeform 18"/>
              <p:cNvSpPr>
                <a:spLocks/>
              </p:cNvSpPr>
              <p:nvPr/>
            </p:nvSpPr>
            <p:spPr bwMode="auto">
              <a:xfrm>
                <a:off x="4969034" y="2749250"/>
                <a:ext cx="585840" cy="898039"/>
              </a:xfrm>
              <a:custGeom>
                <a:avLst/>
                <a:gdLst>
                  <a:gd name="T0" fmla="*/ 471 w 471"/>
                  <a:gd name="T1" fmla="*/ 0 h 722"/>
                  <a:gd name="T2" fmla="*/ 471 w 471"/>
                  <a:gd name="T3" fmla="*/ 97 h 722"/>
                  <a:gd name="T4" fmla="*/ 0 w 471"/>
                  <a:gd name="T5" fmla="*/ 722 h 722"/>
                  <a:gd name="T6" fmla="*/ 0 w 471"/>
                  <a:gd name="T7" fmla="*/ 625 h 722"/>
                  <a:gd name="T8" fmla="*/ 471 w 471"/>
                  <a:gd name="T9" fmla="*/ 0 h 722"/>
                </a:gdLst>
                <a:ahLst/>
                <a:cxnLst>
                  <a:cxn ang="0">
                    <a:pos x="T0" y="T1"/>
                  </a:cxn>
                  <a:cxn ang="0">
                    <a:pos x="T2" y="T3"/>
                  </a:cxn>
                  <a:cxn ang="0">
                    <a:pos x="T4" y="T5"/>
                  </a:cxn>
                  <a:cxn ang="0">
                    <a:pos x="T6" y="T7"/>
                  </a:cxn>
                  <a:cxn ang="0">
                    <a:pos x="T8" y="T9"/>
                  </a:cxn>
                </a:cxnLst>
                <a:rect l="0" t="0" r="r" b="b"/>
                <a:pathLst>
                  <a:path w="471" h="722">
                    <a:moveTo>
                      <a:pt x="471" y="0"/>
                    </a:moveTo>
                    <a:lnTo>
                      <a:pt x="471" y="97"/>
                    </a:lnTo>
                    <a:lnTo>
                      <a:pt x="0" y="722"/>
                    </a:lnTo>
                    <a:lnTo>
                      <a:pt x="0" y="625"/>
                    </a:lnTo>
                    <a:lnTo>
                      <a:pt x="471" y="0"/>
                    </a:lnTo>
                    <a:close/>
                  </a:path>
                </a:pathLst>
              </a:cu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5" name="Freeform 24"/>
              <p:cNvSpPr>
                <a:spLocks/>
              </p:cNvSpPr>
              <p:nvPr/>
            </p:nvSpPr>
            <p:spPr bwMode="auto">
              <a:xfrm>
                <a:off x="3312264" y="3072643"/>
                <a:ext cx="2136885" cy="695296"/>
              </a:xfrm>
              <a:custGeom>
                <a:avLst/>
                <a:gdLst>
                  <a:gd name="T0" fmla="*/ 1718 w 1718"/>
                  <a:gd name="T1" fmla="*/ 48 h 559"/>
                  <a:gd name="T2" fmla="*/ 1332 w 1718"/>
                  <a:gd name="T3" fmla="*/ 559 h 559"/>
                  <a:gd name="T4" fmla="*/ 386 w 1718"/>
                  <a:gd name="T5" fmla="*/ 559 h 559"/>
                  <a:gd name="T6" fmla="*/ 0 w 1718"/>
                  <a:gd name="T7" fmla="*/ 48 h 559"/>
                  <a:gd name="T8" fmla="*/ 38 w 1718"/>
                  <a:gd name="T9" fmla="*/ 0 h 559"/>
                  <a:gd name="T10" fmla="*/ 386 w 1718"/>
                  <a:gd name="T11" fmla="*/ 462 h 559"/>
                  <a:gd name="T12" fmla="*/ 1332 w 1718"/>
                  <a:gd name="T13" fmla="*/ 462 h 559"/>
                  <a:gd name="T14" fmla="*/ 1680 w 1718"/>
                  <a:gd name="T15" fmla="*/ 0 h 559"/>
                  <a:gd name="T16" fmla="*/ 1718 w 1718"/>
                  <a:gd name="T17" fmla="*/ 48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18" h="559">
                    <a:moveTo>
                      <a:pt x="1718" y="48"/>
                    </a:moveTo>
                    <a:lnTo>
                      <a:pt x="1332" y="559"/>
                    </a:lnTo>
                    <a:lnTo>
                      <a:pt x="386" y="559"/>
                    </a:lnTo>
                    <a:lnTo>
                      <a:pt x="0" y="48"/>
                    </a:lnTo>
                    <a:lnTo>
                      <a:pt x="38" y="0"/>
                    </a:lnTo>
                    <a:lnTo>
                      <a:pt x="386" y="462"/>
                    </a:lnTo>
                    <a:lnTo>
                      <a:pt x="1332" y="462"/>
                    </a:lnTo>
                    <a:lnTo>
                      <a:pt x="1680" y="0"/>
                    </a:lnTo>
                    <a:lnTo>
                      <a:pt x="1718" y="48"/>
                    </a:lnTo>
                    <a:close/>
                  </a:path>
                </a:pathLst>
              </a:custGeom>
              <a:solidFill>
                <a:srgbClr val="000000">
                  <a:alpha val="5098"/>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sp>
          <p:nvSpPr>
            <p:cNvPr id="150" name="TextBox 149"/>
            <p:cNvSpPr txBox="1"/>
            <p:nvPr/>
          </p:nvSpPr>
          <p:spPr>
            <a:xfrm>
              <a:off x="4010183" y="3048784"/>
              <a:ext cx="952765" cy="193940"/>
            </a:xfrm>
            <a:prstGeom prst="rect">
              <a:avLst/>
            </a:prstGeom>
            <a:noFill/>
          </p:spPr>
          <p:txBody>
            <a:bodyPr wrap="square" lIns="72000" tIns="0" rIns="72000" bIns="0" rtlCol="0">
              <a:noAutofit/>
            </a:bodyPr>
            <a:lstStyle/>
            <a:p>
              <a:pPr algn="ctr"/>
              <a:r>
                <a:rPr lang="en-US" altLang="ko-KR" sz="1200" dirty="0">
                  <a:gradFill>
                    <a:gsLst>
                      <a:gs pos="0">
                        <a:schemeClr val="accent4">
                          <a:lumMod val="65000"/>
                          <a:lumOff val="35000"/>
                        </a:schemeClr>
                      </a:gs>
                      <a:gs pos="100000">
                        <a:schemeClr val="accent4">
                          <a:lumMod val="65000"/>
                          <a:lumOff val="35000"/>
                        </a:schemeClr>
                      </a:gs>
                    </a:gsLst>
                    <a:lin ang="5400000" scaled="0"/>
                  </a:gradFill>
                  <a:latin typeface="Roboto Condensed Regular"/>
                </a:rPr>
                <a:t>Insert Title</a:t>
              </a:r>
              <a:endParaRPr lang="ko-KR" altLang="en-US" sz="1200" dirty="0">
                <a:gradFill>
                  <a:gsLst>
                    <a:gs pos="0">
                      <a:schemeClr val="accent4">
                        <a:lumMod val="65000"/>
                        <a:lumOff val="35000"/>
                      </a:schemeClr>
                    </a:gs>
                    <a:gs pos="100000">
                      <a:schemeClr val="accent4">
                        <a:lumMod val="65000"/>
                        <a:lumOff val="35000"/>
                      </a:schemeClr>
                    </a:gs>
                  </a:gsLst>
                  <a:lin ang="5400000" scaled="0"/>
                </a:gradFill>
                <a:latin typeface="Roboto Condensed Regular"/>
              </a:endParaRPr>
            </a:p>
          </p:txBody>
        </p:sp>
      </p:grpSp>
      <p:sp>
        <p:nvSpPr>
          <p:cNvPr id="11" name="Title 10"/>
          <p:cNvSpPr>
            <a:spLocks noGrp="1"/>
          </p:cNvSpPr>
          <p:nvPr>
            <p:ph type="title"/>
          </p:nvPr>
        </p:nvSpPr>
        <p:spPr/>
        <p:txBody>
          <a:bodyPr/>
          <a:lstStyle/>
          <a:p>
            <a:r>
              <a:rPr lang="en-US" altLang="ko-KR" dirty="0"/>
              <a:t>Structured diagram</a:t>
            </a:r>
            <a:r>
              <a:rPr lang="en-US" altLang="ko-KR" dirty="0">
                <a:gradFill>
                  <a:gsLst>
                    <a:gs pos="0">
                      <a:schemeClr val="bg2"/>
                    </a:gs>
                    <a:gs pos="100000">
                      <a:schemeClr val="bg2"/>
                    </a:gs>
                  </a:gsLst>
                  <a:lin ang="0" scaled="1"/>
                </a:gradFill>
              </a:rPr>
              <a:t> </a:t>
            </a:r>
            <a:r>
              <a:rPr lang="en-US" altLang="ko-KR" sz="3600" baseline="10000" dirty="0">
                <a:gradFill>
                  <a:gsLst>
                    <a:gs pos="0">
                      <a:schemeClr val="bg2"/>
                    </a:gs>
                    <a:gs pos="100000">
                      <a:schemeClr val="bg2"/>
                    </a:gs>
                  </a:gsLst>
                  <a:lin ang="0" scaled="1"/>
                </a:gradFill>
              </a:rPr>
              <a:t>:</a:t>
            </a:r>
            <a:r>
              <a:rPr lang="en-US" altLang="ko-KR" dirty="0">
                <a:gradFill>
                  <a:gsLst>
                    <a:gs pos="0">
                      <a:schemeClr val="bg2"/>
                    </a:gs>
                    <a:gs pos="100000">
                      <a:schemeClr val="bg2"/>
                    </a:gs>
                  </a:gsLst>
                  <a:lin ang="0" scaled="1"/>
                </a:gradFill>
              </a:rPr>
              <a:t> Layer</a:t>
            </a:r>
            <a:endParaRPr lang="en-US" dirty="0"/>
          </a:p>
        </p:txBody>
      </p:sp>
      <p:grpSp>
        <p:nvGrpSpPr>
          <p:cNvPr id="53" name="그룹 52"/>
          <p:cNvGrpSpPr/>
          <p:nvPr/>
        </p:nvGrpSpPr>
        <p:grpSpPr>
          <a:xfrm>
            <a:off x="1223185" y="1458036"/>
            <a:ext cx="1875548" cy="1444195"/>
            <a:chOff x="3549983" y="1490001"/>
            <a:chExt cx="1875548" cy="1444195"/>
          </a:xfrm>
        </p:grpSpPr>
        <p:grpSp>
          <p:nvGrpSpPr>
            <p:cNvPr id="9" name="그룹 8"/>
            <p:cNvGrpSpPr/>
            <p:nvPr/>
          </p:nvGrpSpPr>
          <p:grpSpPr>
            <a:xfrm>
              <a:off x="3549983" y="1490001"/>
              <a:ext cx="1875548" cy="1444195"/>
              <a:chOff x="3403063" y="1470602"/>
              <a:chExt cx="1957775" cy="1507511"/>
            </a:xfrm>
          </p:grpSpPr>
          <p:sp>
            <p:nvSpPr>
              <p:cNvPr id="71" name="Freeform 7"/>
              <p:cNvSpPr>
                <a:spLocks/>
              </p:cNvSpPr>
              <p:nvPr/>
            </p:nvSpPr>
            <p:spPr bwMode="auto">
              <a:xfrm>
                <a:off x="3403063" y="1470602"/>
                <a:ext cx="1957775" cy="1269941"/>
              </a:xfrm>
              <a:custGeom>
                <a:avLst/>
                <a:gdLst>
                  <a:gd name="T0" fmla="*/ 394 w 1574"/>
                  <a:gd name="T1" fmla="*/ 1021 h 1021"/>
                  <a:gd name="T2" fmla="*/ 0 w 1574"/>
                  <a:gd name="T3" fmla="*/ 500 h 1021"/>
                  <a:gd name="T4" fmla="*/ 415 w 1574"/>
                  <a:gd name="T5" fmla="*/ 0 h 1021"/>
                  <a:gd name="T6" fmla="*/ 1159 w 1574"/>
                  <a:gd name="T7" fmla="*/ 0 h 1021"/>
                  <a:gd name="T8" fmla="*/ 1574 w 1574"/>
                  <a:gd name="T9" fmla="*/ 500 h 1021"/>
                  <a:gd name="T10" fmla="*/ 1181 w 1574"/>
                  <a:gd name="T11" fmla="*/ 1021 h 1021"/>
                  <a:gd name="T12" fmla="*/ 394 w 1574"/>
                  <a:gd name="T13" fmla="*/ 1021 h 1021"/>
                </a:gdLst>
                <a:ahLst/>
                <a:cxnLst>
                  <a:cxn ang="0">
                    <a:pos x="T0" y="T1"/>
                  </a:cxn>
                  <a:cxn ang="0">
                    <a:pos x="T2" y="T3"/>
                  </a:cxn>
                  <a:cxn ang="0">
                    <a:pos x="T4" y="T5"/>
                  </a:cxn>
                  <a:cxn ang="0">
                    <a:pos x="T6" y="T7"/>
                  </a:cxn>
                  <a:cxn ang="0">
                    <a:pos x="T8" y="T9"/>
                  </a:cxn>
                  <a:cxn ang="0">
                    <a:pos x="T10" y="T11"/>
                  </a:cxn>
                  <a:cxn ang="0">
                    <a:pos x="T12" y="T13"/>
                  </a:cxn>
                </a:cxnLst>
                <a:rect l="0" t="0" r="r" b="b"/>
                <a:pathLst>
                  <a:path w="1574" h="1021">
                    <a:moveTo>
                      <a:pt x="394" y="1021"/>
                    </a:moveTo>
                    <a:lnTo>
                      <a:pt x="0" y="500"/>
                    </a:lnTo>
                    <a:lnTo>
                      <a:pt x="415" y="0"/>
                    </a:lnTo>
                    <a:lnTo>
                      <a:pt x="1159" y="0"/>
                    </a:lnTo>
                    <a:lnTo>
                      <a:pt x="1574" y="500"/>
                    </a:lnTo>
                    <a:lnTo>
                      <a:pt x="1181" y="1021"/>
                    </a:lnTo>
                    <a:lnTo>
                      <a:pt x="394" y="1021"/>
                    </a:lnTo>
                    <a:close/>
                  </a:path>
                </a:pathLst>
              </a:custGeom>
              <a:gradFill>
                <a:gsLst>
                  <a:gs pos="0">
                    <a:schemeClr val="accent3">
                      <a:lumMod val="75000"/>
                    </a:schemeClr>
                  </a:gs>
                  <a:gs pos="100000">
                    <a:schemeClr val="accent3">
                      <a:lumMod val="95000"/>
                    </a:schemeClr>
                  </a:gs>
                </a:gsLst>
                <a:lin ang="5400000" scaled="0"/>
              </a:gra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r>
                  <a:rPr lang="en-US" altLang="ko-KR"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rPr>
                  <a:t> </a:t>
                </a: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74" name="Freeform 10"/>
              <p:cNvSpPr>
                <a:spLocks/>
              </p:cNvSpPr>
              <p:nvPr/>
            </p:nvSpPr>
            <p:spPr bwMode="auto">
              <a:xfrm>
                <a:off x="3403063" y="2092512"/>
                <a:ext cx="490066" cy="764950"/>
              </a:xfrm>
              <a:custGeom>
                <a:avLst/>
                <a:gdLst>
                  <a:gd name="T0" fmla="*/ 0 w 394"/>
                  <a:gd name="T1" fmla="*/ 0 h 615"/>
                  <a:gd name="T2" fmla="*/ 0 w 394"/>
                  <a:gd name="T3" fmla="*/ 97 h 615"/>
                  <a:gd name="T4" fmla="*/ 394 w 394"/>
                  <a:gd name="T5" fmla="*/ 615 h 615"/>
                  <a:gd name="T6" fmla="*/ 394 w 394"/>
                  <a:gd name="T7" fmla="*/ 521 h 615"/>
                  <a:gd name="T8" fmla="*/ 0 w 394"/>
                  <a:gd name="T9" fmla="*/ 0 h 615"/>
                </a:gdLst>
                <a:ahLst/>
                <a:cxnLst>
                  <a:cxn ang="0">
                    <a:pos x="T0" y="T1"/>
                  </a:cxn>
                  <a:cxn ang="0">
                    <a:pos x="T2" y="T3"/>
                  </a:cxn>
                  <a:cxn ang="0">
                    <a:pos x="T4" y="T5"/>
                  </a:cxn>
                  <a:cxn ang="0">
                    <a:pos x="T6" y="T7"/>
                  </a:cxn>
                  <a:cxn ang="0">
                    <a:pos x="T8" y="T9"/>
                  </a:cxn>
                </a:cxnLst>
                <a:rect l="0" t="0" r="r" b="b"/>
                <a:pathLst>
                  <a:path w="394" h="615">
                    <a:moveTo>
                      <a:pt x="0" y="0"/>
                    </a:moveTo>
                    <a:lnTo>
                      <a:pt x="0" y="97"/>
                    </a:lnTo>
                    <a:lnTo>
                      <a:pt x="394" y="615"/>
                    </a:lnTo>
                    <a:lnTo>
                      <a:pt x="394" y="521"/>
                    </a:lnTo>
                    <a:lnTo>
                      <a:pt x="0" y="0"/>
                    </a:lnTo>
                    <a:close/>
                  </a:path>
                </a:pathLst>
              </a:custGeom>
              <a:pattFill prst="dkUp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87" name="Rectangle 14"/>
              <p:cNvSpPr>
                <a:spLocks noChangeArrowheads="1"/>
              </p:cNvSpPr>
              <p:nvPr/>
            </p:nvSpPr>
            <p:spPr bwMode="auto">
              <a:xfrm>
                <a:off x="3893129" y="2740543"/>
                <a:ext cx="978888" cy="116919"/>
              </a:xfrm>
              <a:prstGeom prst="rect">
                <a:avLst/>
              </a:prstGeom>
              <a:pattFill prst="ltUpDiag">
                <a:fgClr>
                  <a:schemeClr val="accent3">
                    <a:lumMod val="65000"/>
                  </a:schemeClr>
                </a:fgClr>
                <a:bgClr>
                  <a:schemeClr val="accent3">
                    <a:lumMod val="8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90" name="Freeform 17"/>
              <p:cNvSpPr>
                <a:spLocks/>
              </p:cNvSpPr>
              <p:nvPr/>
            </p:nvSpPr>
            <p:spPr bwMode="auto">
              <a:xfrm>
                <a:off x="4872016" y="2092512"/>
                <a:ext cx="488822" cy="764950"/>
              </a:xfrm>
              <a:custGeom>
                <a:avLst/>
                <a:gdLst>
                  <a:gd name="T0" fmla="*/ 393 w 393"/>
                  <a:gd name="T1" fmla="*/ 0 h 615"/>
                  <a:gd name="T2" fmla="*/ 393 w 393"/>
                  <a:gd name="T3" fmla="*/ 97 h 615"/>
                  <a:gd name="T4" fmla="*/ 0 w 393"/>
                  <a:gd name="T5" fmla="*/ 615 h 615"/>
                  <a:gd name="T6" fmla="*/ 0 w 393"/>
                  <a:gd name="T7" fmla="*/ 521 h 615"/>
                  <a:gd name="T8" fmla="*/ 393 w 393"/>
                  <a:gd name="T9" fmla="*/ 0 h 615"/>
                </a:gdLst>
                <a:ahLst/>
                <a:cxnLst>
                  <a:cxn ang="0">
                    <a:pos x="T0" y="T1"/>
                  </a:cxn>
                  <a:cxn ang="0">
                    <a:pos x="T2" y="T3"/>
                  </a:cxn>
                  <a:cxn ang="0">
                    <a:pos x="T4" y="T5"/>
                  </a:cxn>
                  <a:cxn ang="0">
                    <a:pos x="T6" y="T7"/>
                  </a:cxn>
                  <a:cxn ang="0">
                    <a:pos x="T8" y="T9"/>
                  </a:cxn>
                </a:cxnLst>
                <a:rect l="0" t="0" r="r" b="b"/>
                <a:pathLst>
                  <a:path w="393" h="615">
                    <a:moveTo>
                      <a:pt x="393" y="0"/>
                    </a:moveTo>
                    <a:lnTo>
                      <a:pt x="393" y="97"/>
                    </a:lnTo>
                    <a:lnTo>
                      <a:pt x="0" y="615"/>
                    </a:lnTo>
                    <a:lnTo>
                      <a:pt x="0" y="521"/>
                    </a:lnTo>
                    <a:lnTo>
                      <a:pt x="393" y="0"/>
                    </a:lnTo>
                    <a:close/>
                  </a:path>
                </a:pathLst>
              </a:cu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96" name="Freeform 23"/>
              <p:cNvSpPr>
                <a:spLocks/>
              </p:cNvSpPr>
              <p:nvPr/>
            </p:nvSpPr>
            <p:spPr bwMode="auto">
              <a:xfrm>
                <a:off x="3473961" y="2372372"/>
                <a:ext cx="1813492" cy="605741"/>
              </a:xfrm>
              <a:custGeom>
                <a:avLst/>
                <a:gdLst>
                  <a:gd name="T0" fmla="*/ 1420 w 1458"/>
                  <a:gd name="T1" fmla="*/ 0 h 487"/>
                  <a:gd name="T2" fmla="*/ 1124 w 1458"/>
                  <a:gd name="T3" fmla="*/ 390 h 487"/>
                  <a:gd name="T4" fmla="*/ 337 w 1458"/>
                  <a:gd name="T5" fmla="*/ 390 h 487"/>
                  <a:gd name="T6" fmla="*/ 38 w 1458"/>
                  <a:gd name="T7" fmla="*/ 0 h 487"/>
                  <a:gd name="T8" fmla="*/ 0 w 1458"/>
                  <a:gd name="T9" fmla="*/ 45 h 487"/>
                  <a:gd name="T10" fmla="*/ 337 w 1458"/>
                  <a:gd name="T11" fmla="*/ 487 h 487"/>
                  <a:gd name="T12" fmla="*/ 1124 w 1458"/>
                  <a:gd name="T13" fmla="*/ 487 h 487"/>
                  <a:gd name="T14" fmla="*/ 1458 w 1458"/>
                  <a:gd name="T15" fmla="*/ 45 h 487"/>
                  <a:gd name="T16" fmla="*/ 1420 w 1458"/>
                  <a:gd name="T17" fmla="*/ 0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58" h="487">
                    <a:moveTo>
                      <a:pt x="1420" y="0"/>
                    </a:moveTo>
                    <a:lnTo>
                      <a:pt x="1124" y="390"/>
                    </a:lnTo>
                    <a:lnTo>
                      <a:pt x="337" y="390"/>
                    </a:lnTo>
                    <a:lnTo>
                      <a:pt x="38" y="0"/>
                    </a:lnTo>
                    <a:lnTo>
                      <a:pt x="0" y="45"/>
                    </a:lnTo>
                    <a:lnTo>
                      <a:pt x="337" y="487"/>
                    </a:lnTo>
                    <a:lnTo>
                      <a:pt x="1124" y="487"/>
                    </a:lnTo>
                    <a:lnTo>
                      <a:pt x="1458" y="45"/>
                    </a:lnTo>
                    <a:lnTo>
                      <a:pt x="1420" y="0"/>
                    </a:lnTo>
                    <a:close/>
                  </a:path>
                </a:pathLst>
              </a:custGeom>
              <a:solidFill>
                <a:srgbClr val="000000">
                  <a:alpha val="5098"/>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sp>
          <p:nvSpPr>
            <p:cNvPr id="149" name="TextBox 148"/>
            <p:cNvSpPr txBox="1"/>
            <p:nvPr/>
          </p:nvSpPr>
          <p:spPr>
            <a:xfrm>
              <a:off x="4010183" y="2350284"/>
              <a:ext cx="952765" cy="193940"/>
            </a:xfrm>
            <a:prstGeom prst="rect">
              <a:avLst/>
            </a:prstGeom>
            <a:noFill/>
          </p:spPr>
          <p:txBody>
            <a:bodyPr wrap="square" lIns="72000" tIns="0" rIns="72000" bIns="0" rtlCol="0">
              <a:noAutofit/>
            </a:bodyPr>
            <a:lstStyle/>
            <a:p>
              <a:pPr lvl="0" algn="ctr"/>
              <a:r>
                <a:rPr lang="en-US" altLang="ko-KR" sz="1200" dirty="0">
                  <a:gradFill>
                    <a:gsLst>
                      <a:gs pos="0">
                        <a:schemeClr val="accent4">
                          <a:lumMod val="65000"/>
                          <a:lumOff val="35000"/>
                        </a:schemeClr>
                      </a:gs>
                      <a:gs pos="100000">
                        <a:schemeClr val="accent4">
                          <a:lumMod val="65000"/>
                          <a:lumOff val="35000"/>
                        </a:schemeClr>
                      </a:gs>
                    </a:gsLst>
                    <a:lin ang="5400000" scaled="0"/>
                  </a:gradFill>
                  <a:latin typeface="Roboto Condensed Regular"/>
                </a:rPr>
                <a:t>Insert Title</a:t>
              </a:r>
              <a:endParaRPr lang="ko-KR" altLang="en-US" sz="1200" dirty="0">
                <a:gradFill>
                  <a:gsLst>
                    <a:gs pos="0">
                      <a:schemeClr val="accent4">
                        <a:lumMod val="65000"/>
                        <a:lumOff val="35000"/>
                      </a:schemeClr>
                    </a:gs>
                    <a:gs pos="100000">
                      <a:schemeClr val="accent4">
                        <a:lumMod val="65000"/>
                        <a:lumOff val="35000"/>
                      </a:schemeClr>
                    </a:gs>
                  </a:gsLst>
                  <a:lin ang="5400000" scaled="0"/>
                </a:gradFill>
                <a:latin typeface="Roboto Condensed Regular"/>
              </a:endParaRPr>
            </a:p>
          </p:txBody>
        </p:sp>
      </p:grpSp>
      <p:grpSp>
        <p:nvGrpSpPr>
          <p:cNvPr id="56" name="그룹 55"/>
          <p:cNvGrpSpPr/>
          <p:nvPr/>
        </p:nvGrpSpPr>
        <p:grpSpPr>
          <a:xfrm>
            <a:off x="4224285" y="2318319"/>
            <a:ext cx="1872190" cy="603295"/>
            <a:chOff x="6551085" y="2350284"/>
            <a:chExt cx="1872190" cy="603295"/>
          </a:xfrm>
        </p:grpSpPr>
        <p:sp>
          <p:nvSpPr>
            <p:cNvPr id="158" name="TextBox 157"/>
            <p:cNvSpPr txBox="1"/>
            <p:nvPr/>
          </p:nvSpPr>
          <p:spPr>
            <a:xfrm>
              <a:off x="6551085" y="2350284"/>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59" name="TextBox 158"/>
            <p:cNvSpPr txBox="1"/>
            <p:nvPr/>
          </p:nvSpPr>
          <p:spPr>
            <a:xfrm>
              <a:off x="6551085" y="2563982"/>
              <a:ext cx="1872190"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Ut ultrices ultrices enim. Curabitur sit amet mauris. </a:t>
              </a:r>
            </a:p>
          </p:txBody>
        </p:sp>
      </p:grpSp>
      <p:cxnSp>
        <p:nvCxnSpPr>
          <p:cNvPr id="160" name="직선 연결선 159"/>
          <p:cNvCxnSpPr/>
          <p:nvPr/>
        </p:nvCxnSpPr>
        <p:spPr>
          <a:xfrm flipH="1">
            <a:off x="2740505" y="2412938"/>
            <a:ext cx="1460501" cy="0"/>
          </a:xfrm>
          <a:prstGeom prst="line">
            <a:avLst/>
          </a:prstGeom>
          <a:ln w="3175">
            <a:solidFill>
              <a:schemeClr val="accent3">
                <a:lumMod val="50000"/>
                <a:alpha val="8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57" name="그룹 56"/>
          <p:cNvGrpSpPr/>
          <p:nvPr/>
        </p:nvGrpSpPr>
        <p:grpSpPr>
          <a:xfrm>
            <a:off x="4224285" y="3016819"/>
            <a:ext cx="1872190" cy="603295"/>
            <a:chOff x="6551085" y="3048784"/>
            <a:chExt cx="1872190" cy="603295"/>
          </a:xfrm>
        </p:grpSpPr>
        <p:sp>
          <p:nvSpPr>
            <p:cNvPr id="162" name="TextBox 161"/>
            <p:cNvSpPr txBox="1"/>
            <p:nvPr/>
          </p:nvSpPr>
          <p:spPr>
            <a:xfrm>
              <a:off x="6551085" y="3048784"/>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63" name="TextBox 162"/>
            <p:cNvSpPr txBox="1"/>
            <p:nvPr/>
          </p:nvSpPr>
          <p:spPr>
            <a:xfrm>
              <a:off x="6551085" y="3262482"/>
              <a:ext cx="1872190"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Ut ultrices ultrices enim. Curabitur sit amet mauris. </a:t>
              </a:r>
            </a:p>
          </p:txBody>
        </p:sp>
      </p:grpSp>
      <p:cxnSp>
        <p:nvCxnSpPr>
          <p:cNvPr id="164" name="직선 연결선 163"/>
          <p:cNvCxnSpPr/>
          <p:nvPr/>
        </p:nvCxnSpPr>
        <p:spPr>
          <a:xfrm flipH="1">
            <a:off x="2740505" y="3111438"/>
            <a:ext cx="1460501" cy="0"/>
          </a:xfrm>
          <a:prstGeom prst="line">
            <a:avLst/>
          </a:prstGeom>
          <a:ln w="3175">
            <a:solidFill>
              <a:schemeClr val="accent3">
                <a:lumMod val="50000"/>
                <a:alpha val="8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58" name="그룹 57"/>
          <p:cNvGrpSpPr/>
          <p:nvPr/>
        </p:nvGrpSpPr>
        <p:grpSpPr>
          <a:xfrm>
            <a:off x="4224285" y="3848669"/>
            <a:ext cx="1872190" cy="603295"/>
            <a:chOff x="6551085" y="3880634"/>
            <a:chExt cx="1872190" cy="603295"/>
          </a:xfrm>
        </p:grpSpPr>
        <p:sp>
          <p:nvSpPr>
            <p:cNvPr id="166" name="TextBox 165"/>
            <p:cNvSpPr txBox="1"/>
            <p:nvPr/>
          </p:nvSpPr>
          <p:spPr>
            <a:xfrm>
              <a:off x="6551085" y="3880634"/>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67" name="TextBox 166"/>
            <p:cNvSpPr txBox="1"/>
            <p:nvPr/>
          </p:nvSpPr>
          <p:spPr>
            <a:xfrm>
              <a:off x="6551085" y="4094332"/>
              <a:ext cx="1872190"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Ut ultrices ultrices enim. Curabitur sit amet mauris. </a:t>
              </a:r>
            </a:p>
          </p:txBody>
        </p:sp>
      </p:grpSp>
      <p:cxnSp>
        <p:nvCxnSpPr>
          <p:cNvPr id="168" name="직선 연결선 167"/>
          <p:cNvCxnSpPr/>
          <p:nvPr/>
        </p:nvCxnSpPr>
        <p:spPr>
          <a:xfrm flipH="1">
            <a:off x="2740505" y="3943288"/>
            <a:ext cx="1460501" cy="0"/>
          </a:xfrm>
          <a:prstGeom prst="line">
            <a:avLst/>
          </a:prstGeom>
          <a:ln w="3175">
            <a:solidFill>
              <a:schemeClr val="accent3">
                <a:lumMod val="50000"/>
                <a:alpha val="8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54" name="그룹 53"/>
          <p:cNvGrpSpPr/>
          <p:nvPr/>
        </p:nvGrpSpPr>
        <p:grpSpPr>
          <a:xfrm>
            <a:off x="1379283" y="1031450"/>
            <a:ext cx="1564546" cy="1241627"/>
            <a:chOff x="3706081" y="1063415"/>
            <a:chExt cx="1564546" cy="1241627"/>
          </a:xfrm>
        </p:grpSpPr>
        <p:grpSp>
          <p:nvGrpSpPr>
            <p:cNvPr id="8" name="그룹 7"/>
            <p:cNvGrpSpPr/>
            <p:nvPr/>
          </p:nvGrpSpPr>
          <p:grpSpPr>
            <a:xfrm>
              <a:off x="3706081" y="1063415"/>
              <a:ext cx="1564546" cy="1241627"/>
              <a:chOff x="3566004" y="1025314"/>
              <a:chExt cx="1633138" cy="1296062"/>
            </a:xfrm>
          </p:grpSpPr>
          <p:grpSp>
            <p:nvGrpSpPr>
              <p:cNvPr id="7" name="그룹 6"/>
              <p:cNvGrpSpPr/>
              <p:nvPr/>
            </p:nvGrpSpPr>
            <p:grpSpPr>
              <a:xfrm>
                <a:off x="3566004" y="1025314"/>
                <a:ext cx="1633138" cy="1175411"/>
                <a:chOff x="3566004" y="1025314"/>
                <a:chExt cx="1633138" cy="1175411"/>
              </a:xfrm>
            </p:grpSpPr>
            <p:sp>
              <p:nvSpPr>
                <p:cNvPr id="72" name="Freeform 8"/>
                <p:cNvSpPr>
                  <a:spLocks/>
                </p:cNvSpPr>
                <p:nvPr/>
              </p:nvSpPr>
              <p:spPr bwMode="auto">
                <a:xfrm>
                  <a:off x="3566004" y="1025314"/>
                  <a:ext cx="1633138" cy="1054760"/>
                </a:xfrm>
                <a:custGeom>
                  <a:avLst/>
                  <a:gdLst>
                    <a:gd name="T0" fmla="*/ 327 w 1313"/>
                    <a:gd name="T1" fmla="*/ 848 h 848"/>
                    <a:gd name="T2" fmla="*/ 0 w 1313"/>
                    <a:gd name="T3" fmla="*/ 415 h 848"/>
                    <a:gd name="T4" fmla="*/ 346 w 1313"/>
                    <a:gd name="T5" fmla="*/ 0 h 848"/>
                    <a:gd name="T6" fmla="*/ 964 w 1313"/>
                    <a:gd name="T7" fmla="*/ 0 h 848"/>
                    <a:gd name="T8" fmla="*/ 1313 w 1313"/>
                    <a:gd name="T9" fmla="*/ 415 h 848"/>
                    <a:gd name="T10" fmla="*/ 983 w 1313"/>
                    <a:gd name="T11" fmla="*/ 848 h 848"/>
                    <a:gd name="T12" fmla="*/ 327 w 1313"/>
                    <a:gd name="T13" fmla="*/ 848 h 848"/>
                  </a:gdLst>
                  <a:ahLst/>
                  <a:cxnLst>
                    <a:cxn ang="0">
                      <a:pos x="T0" y="T1"/>
                    </a:cxn>
                    <a:cxn ang="0">
                      <a:pos x="T2" y="T3"/>
                    </a:cxn>
                    <a:cxn ang="0">
                      <a:pos x="T4" y="T5"/>
                    </a:cxn>
                    <a:cxn ang="0">
                      <a:pos x="T6" y="T7"/>
                    </a:cxn>
                    <a:cxn ang="0">
                      <a:pos x="T8" y="T9"/>
                    </a:cxn>
                    <a:cxn ang="0">
                      <a:pos x="T10" y="T11"/>
                    </a:cxn>
                    <a:cxn ang="0">
                      <a:pos x="T12" y="T13"/>
                    </a:cxn>
                  </a:cxnLst>
                  <a:rect l="0" t="0" r="r" b="b"/>
                  <a:pathLst>
                    <a:path w="1313" h="848">
                      <a:moveTo>
                        <a:pt x="327" y="848"/>
                      </a:moveTo>
                      <a:lnTo>
                        <a:pt x="0" y="415"/>
                      </a:lnTo>
                      <a:lnTo>
                        <a:pt x="346" y="0"/>
                      </a:lnTo>
                      <a:lnTo>
                        <a:pt x="964" y="0"/>
                      </a:lnTo>
                      <a:lnTo>
                        <a:pt x="1313" y="415"/>
                      </a:lnTo>
                      <a:lnTo>
                        <a:pt x="983" y="848"/>
                      </a:lnTo>
                      <a:lnTo>
                        <a:pt x="327" y="848"/>
                      </a:lnTo>
                      <a:close/>
                    </a:path>
                  </a:pathLst>
                </a:cu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73" name="Freeform 9"/>
                <p:cNvSpPr>
                  <a:spLocks/>
                </p:cNvSpPr>
                <p:nvPr/>
              </p:nvSpPr>
              <p:spPr bwMode="auto">
                <a:xfrm>
                  <a:off x="3566004" y="1541500"/>
                  <a:ext cx="406730" cy="659225"/>
                </a:xfrm>
                <a:custGeom>
                  <a:avLst/>
                  <a:gdLst>
                    <a:gd name="T0" fmla="*/ 327 w 327"/>
                    <a:gd name="T1" fmla="*/ 530 h 530"/>
                    <a:gd name="T2" fmla="*/ 327 w 327"/>
                    <a:gd name="T3" fmla="*/ 433 h 530"/>
                    <a:gd name="T4" fmla="*/ 0 w 327"/>
                    <a:gd name="T5" fmla="*/ 0 h 530"/>
                    <a:gd name="T6" fmla="*/ 0 w 327"/>
                    <a:gd name="T7" fmla="*/ 97 h 530"/>
                    <a:gd name="T8" fmla="*/ 327 w 327"/>
                    <a:gd name="T9" fmla="*/ 530 h 530"/>
                  </a:gdLst>
                  <a:ahLst/>
                  <a:cxnLst>
                    <a:cxn ang="0">
                      <a:pos x="T0" y="T1"/>
                    </a:cxn>
                    <a:cxn ang="0">
                      <a:pos x="T2" y="T3"/>
                    </a:cxn>
                    <a:cxn ang="0">
                      <a:pos x="T4" y="T5"/>
                    </a:cxn>
                    <a:cxn ang="0">
                      <a:pos x="T6" y="T7"/>
                    </a:cxn>
                    <a:cxn ang="0">
                      <a:pos x="T8" y="T9"/>
                    </a:cxn>
                  </a:cxnLst>
                  <a:rect l="0" t="0" r="r" b="b"/>
                  <a:pathLst>
                    <a:path w="327" h="530">
                      <a:moveTo>
                        <a:pt x="327" y="530"/>
                      </a:moveTo>
                      <a:lnTo>
                        <a:pt x="327" y="433"/>
                      </a:lnTo>
                      <a:lnTo>
                        <a:pt x="0" y="0"/>
                      </a:lnTo>
                      <a:lnTo>
                        <a:pt x="0" y="97"/>
                      </a:lnTo>
                      <a:lnTo>
                        <a:pt x="327" y="530"/>
                      </a:lnTo>
                      <a:close/>
                    </a:path>
                  </a:pathLst>
                </a:custGeom>
                <a:pattFill prst="dkUpDiag">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86" name="Rectangle 13"/>
                <p:cNvSpPr>
                  <a:spLocks noChangeArrowheads="1"/>
                </p:cNvSpPr>
                <p:nvPr/>
              </p:nvSpPr>
              <p:spPr bwMode="auto">
                <a:xfrm>
                  <a:off x="3972733" y="2080074"/>
                  <a:ext cx="815947" cy="120651"/>
                </a:xfrm>
                <a:prstGeom prst="rect">
                  <a:avLst/>
                </a:prstGeom>
                <a:pattFill prst="dkDn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89" name="Freeform 16"/>
                <p:cNvSpPr>
                  <a:spLocks/>
                </p:cNvSpPr>
                <p:nvPr/>
              </p:nvSpPr>
              <p:spPr bwMode="auto">
                <a:xfrm>
                  <a:off x="4788680" y="1541500"/>
                  <a:ext cx="410461" cy="659225"/>
                </a:xfrm>
                <a:custGeom>
                  <a:avLst/>
                  <a:gdLst>
                    <a:gd name="T0" fmla="*/ 0 w 330"/>
                    <a:gd name="T1" fmla="*/ 530 h 530"/>
                    <a:gd name="T2" fmla="*/ 0 w 330"/>
                    <a:gd name="T3" fmla="*/ 433 h 530"/>
                    <a:gd name="T4" fmla="*/ 330 w 330"/>
                    <a:gd name="T5" fmla="*/ 0 h 530"/>
                    <a:gd name="T6" fmla="*/ 330 w 330"/>
                    <a:gd name="T7" fmla="*/ 97 h 530"/>
                    <a:gd name="T8" fmla="*/ 0 w 330"/>
                    <a:gd name="T9" fmla="*/ 530 h 530"/>
                  </a:gdLst>
                  <a:ahLst/>
                  <a:cxnLst>
                    <a:cxn ang="0">
                      <a:pos x="T0" y="T1"/>
                    </a:cxn>
                    <a:cxn ang="0">
                      <a:pos x="T2" y="T3"/>
                    </a:cxn>
                    <a:cxn ang="0">
                      <a:pos x="T4" y="T5"/>
                    </a:cxn>
                    <a:cxn ang="0">
                      <a:pos x="T6" y="T7"/>
                    </a:cxn>
                    <a:cxn ang="0">
                      <a:pos x="T8" y="T9"/>
                    </a:cxn>
                  </a:cxnLst>
                  <a:rect l="0" t="0" r="r" b="b"/>
                  <a:pathLst>
                    <a:path w="330" h="530">
                      <a:moveTo>
                        <a:pt x="0" y="530"/>
                      </a:moveTo>
                      <a:lnTo>
                        <a:pt x="0" y="433"/>
                      </a:lnTo>
                      <a:lnTo>
                        <a:pt x="330" y="0"/>
                      </a:lnTo>
                      <a:lnTo>
                        <a:pt x="330" y="97"/>
                      </a:lnTo>
                      <a:lnTo>
                        <a:pt x="0" y="530"/>
                      </a:lnTo>
                      <a:close/>
                    </a:path>
                  </a:pathLst>
                </a:custGeom>
                <a:pattFill prst="dkDnDiag">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95" name="Freeform 22"/>
              <p:cNvSpPr>
                <a:spLocks/>
              </p:cNvSpPr>
              <p:nvPr/>
            </p:nvSpPr>
            <p:spPr bwMode="auto">
              <a:xfrm>
                <a:off x="3609537" y="1785289"/>
                <a:ext cx="1542339" cy="536087"/>
              </a:xfrm>
              <a:custGeom>
                <a:avLst/>
                <a:gdLst>
                  <a:gd name="T0" fmla="*/ 1202 w 1240"/>
                  <a:gd name="T1" fmla="*/ 0 h 431"/>
                  <a:gd name="T2" fmla="*/ 948 w 1240"/>
                  <a:gd name="T3" fmla="*/ 334 h 431"/>
                  <a:gd name="T4" fmla="*/ 292 w 1240"/>
                  <a:gd name="T5" fmla="*/ 334 h 431"/>
                  <a:gd name="T6" fmla="*/ 38 w 1240"/>
                  <a:gd name="T7" fmla="*/ 0 h 431"/>
                  <a:gd name="T8" fmla="*/ 0 w 1240"/>
                  <a:gd name="T9" fmla="*/ 45 h 431"/>
                  <a:gd name="T10" fmla="*/ 292 w 1240"/>
                  <a:gd name="T11" fmla="*/ 431 h 431"/>
                  <a:gd name="T12" fmla="*/ 948 w 1240"/>
                  <a:gd name="T13" fmla="*/ 431 h 431"/>
                  <a:gd name="T14" fmla="*/ 1240 w 1240"/>
                  <a:gd name="T15" fmla="*/ 45 h 431"/>
                  <a:gd name="T16" fmla="*/ 1202 w 1240"/>
                  <a:gd name="T17" fmla="*/ 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40" h="431">
                    <a:moveTo>
                      <a:pt x="1202" y="0"/>
                    </a:moveTo>
                    <a:lnTo>
                      <a:pt x="948" y="334"/>
                    </a:lnTo>
                    <a:lnTo>
                      <a:pt x="292" y="334"/>
                    </a:lnTo>
                    <a:lnTo>
                      <a:pt x="38" y="0"/>
                    </a:lnTo>
                    <a:lnTo>
                      <a:pt x="0" y="45"/>
                    </a:lnTo>
                    <a:lnTo>
                      <a:pt x="292" y="431"/>
                    </a:lnTo>
                    <a:lnTo>
                      <a:pt x="948" y="431"/>
                    </a:lnTo>
                    <a:lnTo>
                      <a:pt x="1240" y="45"/>
                    </a:lnTo>
                    <a:lnTo>
                      <a:pt x="1202" y="0"/>
                    </a:lnTo>
                    <a:close/>
                  </a:path>
                </a:pathLst>
              </a:custGeom>
              <a:solidFill>
                <a:srgbClr val="000000">
                  <a:alpha val="5098"/>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sp>
          <p:nvSpPr>
            <p:cNvPr id="148" name="TextBox 147"/>
            <p:cNvSpPr txBox="1"/>
            <p:nvPr/>
          </p:nvSpPr>
          <p:spPr>
            <a:xfrm>
              <a:off x="4010183" y="1467634"/>
              <a:ext cx="952765" cy="193940"/>
            </a:xfrm>
            <a:prstGeom prst="rect">
              <a:avLst/>
            </a:prstGeom>
            <a:noFill/>
          </p:spPr>
          <p:txBody>
            <a:bodyPr wrap="square" lIns="72000" tIns="0" rIns="72000" bIns="0" rtlCol="0">
              <a:noAutofit/>
            </a:bodyPr>
            <a:lstStyle/>
            <a:p>
              <a:pPr lvl="0" algn="ctr"/>
              <a:r>
                <a:rPr lang="en-US" altLang="ko-KR" sz="1200" b="1" dirty="0">
                  <a:gradFill>
                    <a:gsLst>
                      <a:gs pos="0">
                        <a:schemeClr val="accent3"/>
                      </a:gs>
                      <a:gs pos="100000">
                        <a:schemeClr val="accent3"/>
                      </a:gs>
                    </a:gsLst>
                    <a:lin ang="5400000" scaled="0"/>
                  </a:gradFill>
                  <a:latin typeface="Roboto Condensed Regular"/>
                </a:rPr>
                <a:t>Insert Title</a:t>
              </a:r>
              <a:endParaRPr lang="ko-KR" altLang="en-US" sz="1200" b="1" dirty="0">
                <a:gradFill>
                  <a:gsLst>
                    <a:gs pos="0">
                      <a:schemeClr val="accent3"/>
                    </a:gs>
                    <a:gs pos="100000">
                      <a:schemeClr val="accent3"/>
                    </a:gs>
                  </a:gsLst>
                  <a:lin ang="5400000" scaled="0"/>
                </a:gradFill>
                <a:latin typeface="Roboto Condensed Regular"/>
              </a:endParaRPr>
            </a:p>
          </p:txBody>
        </p:sp>
      </p:grpSp>
      <p:grpSp>
        <p:nvGrpSpPr>
          <p:cNvPr id="55" name="그룹 54"/>
          <p:cNvGrpSpPr/>
          <p:nvPr/>
        </p:nvGrpSpPr>
        <p:grpSpPr>
          <a:xfrm>
            <a:off x="4224285" y="1435669"/>
            <a:ext cx="1872190" cy="603295"/>
            <a:chOff x="6551085" y="1467634"/>
            <a:chExt cx="1872190" cy="603295"/>
          </a:xfrm>
        </p:grpSpPr>
        <p:sp>
          <p:nvSpPr>
            <p:cNvPr id="142" name="TextBox 141"/>
            <p:cNvSpPr txBox="1"/>
            <p:nvPr/>
          </p:nvSpPr>
          <p:spPr>
            <a:xfrm>
              <a:off x="6551085" y="1467634"/>
              <a:ext cx="952765" cy="193940"/>
            </a:xfrm>
            <a:prstGeom prst="rect">
              <a:avLst/>
            </a:prstGeom>
            <a:noFill/>
          </p:spPr>
          <p:txBody>
            <a:bodyPr wrap="square" lIns="72000" tIns="0" rIns="7200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Lorem Ipsum</a:t>
              </a:r>
              <a:endParaRPr lang="ko-KR" altLang="en-US" sz="1200" b="1" dirty="0">
                <a:gradFill>
                  <a:gsLst>
                    <a:gs pos="0">
                      <a:schemeClr val="accent1"/>
                    </a:gs>
                    <a:gs pos="100000">
                      <a:schemeClr val="accent1"/>
                    </a:gs>
                  </a:gsLst>
                  <a:lin ang="5400000" scaled="0"/>
                </a:gradFill>
                <a:latin typeface="Roboto Condensed Regular"/>
              </a:endParaRPr>
            </a:p>
          </p:txBody>
        </p:sp>
        <p:sp>
          <p:nvSpPr>
            <p:cNvPr id="143" name="TextBox 142"/>
            <p:cNvSpPr txBox="1"/>
            <p:nvPr/>
          </p:nvSpPr>
          <p:spPr>
            <a:xfrm>
              <a:off x="6551085" y="1681332"/>
              <a:ext cx="1872190"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Ut ultrices ultrices enim. Curabitur sit amet mauris. </a:t>
              </a:r>
            </a:p>
          </p:txBody>
        </p:sp>
      </p:grpSp>
      <p:cxnSp>
        <p:nvCxnSpPr>
          <p:cNvPr id="144" name="직선 연결선 143"/>
          <p:cNvCxnSpPr/>
          <p:nvPr/>
        </p:nvCxnSpPr>
        <p:spPr>
          <a:xfrm flipH="1">
            <a:off x="2740505" y="1530288"/>
            <a:ext cx="1460501" cy="0"/>
          </a:xfrm>
          <a:prstGeom prst="line">
            <a:avLst/>
          </a:prstGeom>
          <a:ln w="3175">
            <a:solidFill>
              <a:schemeClr val="accent1">
                <a:lumMod val="7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089995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anim calcmode="lin" valueType="num">
                                      <p:cBhvr>
                                        <p:cTn id="8" dur="500" fill="hold"/>
                                        <p:tgtEl>
                                          <p:spTgt spid="54"/>
                                        </p:tgtEl>
                                        <p:attrNameLst>
                                          <p:attrName>ppt_x</p:attrName>
                                        </p:attrNameLst>
                                      </p:cBhvr>
                                      <p:tavLst>
                                        <p:tav tm="0">
                                          <p:val>
                                            <p:strVal val="#ppt_x"/>
                                          </p:val>
                                        </p:tav>
                                        <p:tav tm="100000">
                                          <p:val>
                                            <p:strVal val="#ppt_x"/>
                                          </p:val>
                                        </p:tav>
                                      </p:tavLst>
                                    </p:anim>
                                    <p:anim calcmode="lin" valueType="num">
                                      <p:cBhvr>
                                        <p:cTn id="9" dur="500" fill="hold"/>
                                        <p:tgtEl>
                                          <p:spTgt spid="54"/>
                                        </p:tgtEl>
                                        <p:attrNameLst>
                                          <p:attrName>ppt_y</p:attrName>
                                        </p:attrNameLst>
                                      </p:cBhvr>
                                      <p:tavLst>
                                        <p:tav tm="0">
                                          <p:val>
                                            <p:strVal val="#ppt_y+.1"/>
                                          </p:val>
                                        </p:tav>
                                        <p:tav tm="100000">
                                          <p:val>
                                            <p:strVal val="#ppt_y"/>
                                          </p:val>
                                        </p:tav>
                                      </p:tavLst>
                                    </p:anim>
                                  </p:childTnLst>
                                </p:cTn>
                              </p:par>
                              <p:par>
                                <p:cTn id="10" presetID="17" presetClass="entr" presetSubtype="10" fill="hold" nodeType="withEffect">
                                  <p:stCondLst>
                                    <p:cond delay="0"/>
                                  </p:stCondLst>
                                  <p:childTnLst>
                                    <p:set>
                                      <p:cBhvr>
                                        <p:cTn id="11" dur="1" fill="hold">
                                          <p:stCondLst>
                                            <p:cond delay="0"/>
                                          </p:stCondLst>
                                        </p:cTn>
                                        <p:tgtEl>
                                          <p:spTgt spid="144"/>
                                        </p:tgtEl>
                                        <p:attrNameLst>
                                          <p:attrName>style.visibility</p:attrName>
                                        </p:attrNameLst>
                                      </p:cBhvr>
                                      <p:to>
                                        <p:strVal val="visible"/>
                                      </p:to>
                                    </p:set>
                                    <p:anim calcmode="lin" valueType="num">
                                      <p:cBhvr>
                                        <p:cTn id="12" dur="500" fill="hold"/>
                                        <p:tgtEl>
                                          <p:spTgt spid="144"/>
                                        </p:tgtEl>
                                        <p:attrNameLst>
                                          <p:attrName>ppt_w</p:attrName>
                                        </p:attrNameLst>
                                      </p:cBhvr>
                                      <p:tavLst>
                                        <p:tav tm="0">
                                          <p:val>
                                            <p:fltVal val="0"/>
                                          </p:val>
                                        </p:tav>
                                        <p:tav tm="100000">
                                          <p:val>
                                            <p:strVal val="#ppt_w"/>
                                          </p:val>
                                        </p:tav>
                                      </p:tavLst>
                                    </p:anim>
                                    <p:anim calcmode="lin" valueType="num">
                                      <p:cBhvr>
                                        <p:cTn id="13" dur="500" fill="hold"/>
                                        <p:tgtEl>
                                          <p:spTgt spid="144"/>
                                        </p:tgtEl>
                                        <p:attrNameLst>
                                          <p:attrName>ppt_h</p:attrName>
                                        </p:attrNameLst>
                                      </p:cBhvr>
                                      <p:tavLst>
                                        <p:tav tm="0">
                                          <p:val>
                                            <p:strVal val="#ppt_h"/>
                                          </p:val>
                                        </p:tav>
                                        <p:tav tm="100000">
                                          <p:val>
                                            <p:strVal val="#ppt_h"/>
                                          </p:val>
                                        </p:tav>
                                      </p:tavLst>
                                    </p:anim>
                                  </p:childTnLst>
                                </p:cTn>
                              </p:par>
                              <p:par>
                                <p:cTn id="14" presetID="47" presetClass="entr" presetSubtype="0" fill="hold" nodeType="withEffect">
                                  <p:stCondLst>
                                    <p:cond delay="0"/>
                                  </p:stCondLst>
                                  <p:childTnLst>
                                    <p:set>
                                      <p:cBhvr>
                                        <p:cTn id="15" dur="1" fill="hold">
                                          <p:stCondLst>
                                            <p:cond delay="0"/>
                                          </p:stCondLst>
                                        </p:cTn>
                                        <p:tgtEl>
                                          <p:spTgt spid="55"/>
                                        </p:tgtEl>
                                        <p:attrNameLst>
                                          <p:attrName>style.visibility</p:attrName>
                                        </p:attrNameLst>
                                      </p:cBhvr>
                                      <p:to>
                                        <p:strVal val="visible"/>
                                      </p:to>
                                    </p:set>
                                    <p:animEffect transition="in" filter="fade">
                                      <p:cBhvr>
                                        <p:cTn id="16" dur="500"/>
                                        <p:tgtEl>
                                          <p:spTgt spid="55"/>
                                        </p:tgtEl>
                                      </p:cBhvr>
                                    </p:animEffect>
                                    <p:anim calcmode="lin" valueType="num">
                                      <p:cBhvr>
                                        <p:cTn id="17" dur="500" fill="hold"/>
                                        <p:tgtEl>
                                          <p:spTgt spid="55"/>
                                        </p:tgtEl>
                                        <p:attrNameLst>
                                          <p:attrName>ppt_x</p:attrName>
                                        </p:attrNameLst>
                                      </p:cBhvr>
                                      <p:tavLst>
                                        <p:tav tm="0">
                                          <p:val>
                                            <p:strVal val="#ppt_x"/>
                                          </p:val>
                                        </p:tav>
                                        <p:tav tm="100000">
                                          <p:val>
                                            <p:strVal val="#ppt_x"/>
                                          </p:val>
                                        </p:tav>
                                      </p:tavLst>
                                    </p:anim>
                                    <p:anim calcmode="lin" valueType="num">
                                      <p:cBhvr>
                                        <p:cTn id="18" dur="500" fill="hold"/>
                                        <p:tgtEl>
                                          <p:spTgt spid="55"/>
                                        </p:tgtEl>
                                        <p:attrNameLst>
                                          <p:attrName>ppt_y</p:attrName>
                                        </p:attrNameLst>
                                      </p:cBhvr>
                                      <p:tavLst>
                                        <p:tav tm="0">
                                          <p:val>
                                            <p:strVal val="#ppt_y-.1"/>
                                          </p:val>
                                        </p:tav>
                                        <p:tav tm="100000">
                                          <p:val>
                                            <p:strVal val="#ppt_y"/>
                                          </p:val>
                                        </p:tav>
                                      </p:tavLst>
                                    </p:anim>
                                  </p:childTnLst>
                                </p:cTn>
                              </p:par>
                            </p:childTnLst>
                          </p:cTn>
                        </p:par>
                        <p:par>
                          <p:cTn id="19" fill="hold">
                            <p:stCondLst>
                              <p:cond delay="500"/>
                            </p:stCondLst>
                            <p:childTnLst>
                              <p:par>
                                <p:cTn id="20" presetID="42" presetClass="entr" presetSubtype="0" fill="hold" nodeType="after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fade">
                                      <p:cBhvr>
                                        <p:cTn id="22" dur="500"/>
                                        <p:tgtEl>
                                          <p:spTgt spid="53"/>
                                        </p:tgtEl>
                                      </p:cBhvr>
                                    </p:animEffect>
                                    <p:anim calcmode="lin" valueType="num">
                                      <p:cBhvr>
                                        <p:cTn id="23" dur="500" fill="hold"/>
                                        <p:tgtEl>
                                          <p:spTgt spid="53"/>
                                        </p:tgtEl>
                                        <p:attrNameLst>
                                          <p:attrName>ppt_x</p:attrName>
                                        </p:attrNameLst>
                                      </p:cBhvr>
                                      <p:tavLst>
                                        <p:tav tm="0">
                                          <p:val>
                                            <p:strVal val="#ppt_x"/>
                                          </p:val>
                                        </p:tav>
                                        <p:tav tm="100000">
                                          <p:val>
                                            <p:strVal val="#ppt_x"/>
                                          </p:val>
                                        </p:tav>
                                      </p:tavLst>
                                    </p:anim>
                                    <p:anim calcmode="lin" valueType="num">
                                      <p:cBhvr>
                                        <p:cTn id="24" dur="500" fill="hold"/>
                                        <p:tgtEl>
                                          <p:spTgt spid="53"/>
                                        </p:tgtEl>
                                        <p:attrNameLst>
                                          <p:attrName>ppt_y</p:attrName>
                                        </p:attrNameLst>
                                      </p:cBhvr>
                                      <p:tavLst>
                                        <p:tav tm="0">
                                          <p:val>
                                            <p:strVal val="#ppt_y+.1"/>
                                          </p:val>
                                        </p:tav>
                                        <p:tav tm="100000">
                                          <p:val>
                                            <p:strVal val="#ppt_y"/>
                                          </p:val>
                                        </p:tav>
                                      </p:tavLst>
                                    </p:anim>
                                  </p:childTnLst>
                                </p:cTn>
                              </p:par>
                              <p:par>
                                <p:cTn id="25" presetID="17" presetClass="entr" presetSubtype="10" fill="hold" nodeType="withEffect">
                                  <p:stCondLst>
                                    <p:cond delay="0"/>
                                  </p:stCondLst>
                                  <p:childTnLst>
                                    <p:set>
                                      <p:cBhvr>
                                        <p:cTn id="26" dur="1" fill="hold">
                                          <p:stCondLst>
                                            <p:cond delay="0"/>
                                          </p:stCondLst>
                                        </p:cTn>
                                        <p:tgtEl>
                                          <p:spTgt spid="160"/>
                                        </p:tgtEl>
                                        <p:attrNameLst>
                                          <p:attrName>style.visibility</p:attrName>
                                        </p:attrNameLst>
                                      </p:cBhvr>
                                      <p:to>
                                        <p:strVal val="visible"/>
                                      </p:to>
                                    </p:set>
                                    <p:anim calcmode="lin" valueType="num">
                                      <p:cBhvr>
                                        <p:cTn id="27" dur="500" fill="hold"/>
                                        <p:tgtEl>
                                          <p:spTgt spid="160"/>
                                        </p:tgtEl>
                                        <p:attrNameLst>
                                          <p:attrName>ppt_w</p:attrName>
                                        </p:attrNameLst>
                                      </p:cBhvr>
                                      <p:tavLst>
                                        <p:tav tm="0">
                                          <p:val>
                                            <p:fltVal val="0"/>
                                          </p:val>
                                        </p:tav>
                                        <p:tav tm="100000">
                                          <p:val>
                                            <p:strVal val="#ppt_w"/>
                                          </p:val>
                                        </p:tav>
                                      </p:tavLst>
                                    </p:anim>
                                    <p:anim calcmode="lin" valueType="num">
                                      <p:cBhvr>
                                        <p:cTn id="28" dur="500" fill="hold"/>
                                        <p:tgtEl>
                                          <p:spTgt spid="160"/>
                                        </p:tgtEl>
                                        <p:attrNameLst>
                                          <p:attrName>ppt_h</p:attrName>
                                        </p:attrNameLst>
                                      </p:cBhvr>
                                      <p:tavLst>
                                        <p:tav tm="0">
                                          <p:val>
                                            <p:strVal val="#ppt_h"/>
                                          </p:val>
                                        </p:tav>
                                        <p:tav tm="100000">
                                          <p:val>
                                            <p:strVal val="#ppt_h"/>
                                          </p:val>
                                        </p:tav>
                                      </p:tavLst>
                                    </p:anim>
                                  </p:childTnLst>
                                </p:cTn>
                              </p:par>
                              <p:par>
                                <p:cTn id="29" presetID="47" presetClass="entr" presetSubtype="0" fill="hold" nodeType="withEffect">
                                  <p:stCondLst>
                                    <p:cond delay="0"/>
                                  </p:stCondLst>
                                  <p:childTnLst>
                                    <p:set>
                                      <p:cBhvr>
                                        <p:cTn id="30" dur="1" fill="hold">
                                          <p:stCondLst>
                                            <p:cond delay="0"/>
                                          </p:stCondLst>
                                        </p:cTn>
                                        <p:tgtEl>
                                          <p:spTgt spid="56"/>
                                        </p:tgtEl>
                                        <p:attrNameLst>
                                          <p:attrName>style.visibility</p:attrName>
                                        </p:attrNameLst>
                                      </p:cBhvr>
                                      <p:to>
                                        <p:strVal val="visible"/>
                                      </p:to>
                                    </p:set>
                                    <p:animEffect transition="in" filter="fade">
                                      <p:cBhvr>
                                        <p:cTn id="31" dur="500"/>
                                        <p:tgtEl>
                                          <p:spTgt spid="56"/>
                                        </p:tgtEl>
                                      </p:cBhvr>
                                    </p:animEffect>
                                    <p:anim calcmode="lin" valueType="num">
                                      <p:cBhvr>
                                        <p:cTn id="32" dur="500" fill="hold"/>
                                        <p:tgtEl>
                                          <p:spTgt spid="56"/>
                                        </p:tgtEl>
                                        <p:attrNameLst>
                                          <p:attrName>ppt_x</p:attrName>
                                        </p:attrNameLst>
                                      </p:cBhvr>
                                      <p:tavLst>
                                        <p:tav tm="0">
                                          <p:val>
                                            <p:strVal val="#ppt_x"/>
                                          </p:val>
                                        </p:tav>
                                        <p:tav tm="100000">
                                          <p:val>
                                            <p:strVal val="#ppt_x"/>
                                          </p:val>
                                        </p:tav>
                                      </p:tavLst>
                                    </p:anim>
                                    <p:anim calcmode="lin" valueType="num">
                                      <p:cBhvr>
                                        <p:cTn id="33" dur="500" fill="hold"/>
                                        <p:tgtEl>
                                          <p:spTgt spid="56"/>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42" presetClass="entr" presetSubtype="0" fill="hold" nodeType="after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fade">
                                      <p:cBhvr>
                                        <p:cTn id="37" dur="500"/>
                                        <p:tgtEl>
                                          <p:spTgt spid="52"/>
                                        </p:tgtEl>
                                      </p:cBhvr>
                                    </p:animEffect>
                                    <p:anim calcmode="lin" valueType="num">
                                      <p:cBhvr>
                                        <p:cTn id="38" dur="500" fill="hold"/>
                                        <p:tgtEl>
                                          <p:spTgt spid="52"/>
                                        </p:tgtEl>
                                        <p:attrNameLst>
                                          <p:attrName>ppt_x</p:attrName>
                                        </p:attrNameLst>
                                      </p:cBhvr>
                                      <p:tavLst>
                                        <p:tav tm="0">
                                          <p:val>
                                            <p:strVal val="#ppt_x"/>
                                          </p:val>
                                        </p:tav>
                                        <p:tav tm="100000">
                                          <p:val>
                                            <p:strVal val="#ppt_x"/>
                                          </p:val>
                                        </p:tav>
                                      </p:tavLst>
                                    </p:anim>
                                    <p:anim calcmode="lin" valueType="num">
                                      <p:cBhvr>
                                        <p:cTn id="39" dur="500" fill="hold"/>
                                        <p:tgtEl>
                                          <p:spTgt spid="52"/>
                                        </p:tgtEl>
                                        <p:attrNameLst>
                                          <p:attrName>ppt_y</p:attrName>
                                        </p:attrNameLst>
                                      </p:cBhvr>
                                      <p:tavLst>
                                        <p:tav tm="0">
                                          <p:val>
                                            <p:strVal val="#ppt_y+.1"/>
                                          </p:val>
                                        </p:tav>
                                        <p:tav tm="100000">
                                          <p:val>
                                            <p:strVal val="#ppt_y"/>
                                          </p:val>
                                        </p:tav>
                                      </p:tavLst>
                                    </p:anim>
                                  </p:childTnLst>
                                </p:cTn>
                              </p:par>
                              <p:par>
                                <p:cTn id="40" presetID="17" presetClass="entr" presetSubtype="10" fill="hold" nodeType="withEffect">
                                  <p:stCondLst>
                                    <p:cond delay="0"/>
                                  </p:stCondLst>
                                  <p:childTnLst>
                                    <p:set>
                                      <p:cBhvr>
                                        <p:cTn id="41" dur="1" fill="hold">
                                          <p:stCondLst>
                                            <p:cond delay="0"/>
                                          </p:stCondLst>
                                        </p:cTn>
                                        <p:tgtEl>
                                          <p:spTgt spid="164"/>
                                        </p:tgtEl>
                                        <p:attrNameLst>
                                          <p:attrName>style.visibility</p:attrName>
                                        </p:attrNameLst>
                                      </p:cBhvr>
                                      <p:to>
                                        <p:strVal val="visible"/>
                                      </p:to>
                                    </p:set>
                                    <p:anim calcmode="lin" valueType="num">
                                      <p:cBhvr>
                                        <p:cTn id="42" dur="500" fill="hold"/>
                                        <p:tgtEl>
                                          <p:spTgt spid="164"/>
                                        </p:tgtEl>
                                        <p:attrNameLst>
                                          <p:attrName>ppt_w</p:attrName>
                                        </p:attrNameLst>
                                      </p:cBhvr>
                                      <p:tavLst>
                                        <p:tav tm="0">
                                          <p:val>
                                            <p:fltVal val="0"/>
                                          </p:val>
                                        </p:tav>
                                        <p:tav tm="100000">
                                          <p:val>
                                            <p:strVal val="#ppt_w"/>
                                          </p:val>
                                        </p:tav>
                                      </p:tavLst>
                                    </p:anim>
                                    <p:anim calcmode="lin" valueType="num">
                                      <p:cBhvr>
                                        <p:cTn id="43" dur="500" fill="hold"/>
                                        <p:tgtEl>
                                          <p:spTgt spid="164"/>
                                        </p:tgtEl>
                                        <p:attrNameLst>
                                          <p:attrName>ppt_h</p:attrName>
                                        </p:attrNameLst>
                                      </p:cBhvr>
                                      <p:tavLst>
                                        <p:tav tm="0">
                                          <p:val>
                                            <p:strVal val="#ppt_h"/>
                                          </p:val>
                                        </p:tav>
                                        <p:tav tm="100000">
                                          <p:val>
                                            <p:strVal val="#ppt_h"/>
                                          </p:val>
                                        </p:tav>
                                      </p:tavLst>
                                    </p:anim>
                                  </p:childTnLst>
                                </p:cTn>
                              </p:par>
                              <p:par>
                                <p:cTn id="44" presetID="47" presetClass="entr" presetSubtype="0" fill="hold" nodeType="with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fade">
                                      <p:cBhvr>
                                        <p:cTn id="46" dur="500"/>
                                        <p:tgtEl>
                                          <p:spTgt spid="57"/>
                                        </p:tgtEl>
                                      </p:cBhvr>
                                    </p:animEffect>
                                    <p:anim calcmode="lin" valueType="num">
                                      <p:cBhvr>
                                        <p:cTn id="47" dur="500" fill="hold"/>
                                        <p:tgtEl>
                                          <p:spTgt spid="57"/>
                                        </p:tgtEl>
                                        <p:attrNameLst>
                                          <p:attrName>ppt_x</p:attrName>
                                        </p:attrNameLst>
                                      </p:cBhvr>
                                      <p:tavLst>
                                        <p:tav tm="0">
                                          <p:val>
                                            <p:strVal val="#ppt_x"/>
                                          </p:val>
                                        </p:tav>
                                        <p:tav tm="100000">
                                          <p:val>
                                            <p:strVal val="#ppt_x"/>
                                          </p:val>
                                        </p:tav>
                                      </p:tavLst>
                                    </p:anim>
                                    <p:anim calcmode="lin" valueType="num">
                                      <p:cBhvr>
                                        <p:cTn id="48" dur="500" fill="hold"/>
                                        <p:tgtEl>
                                          <p:spTgt spid="57"/>
                                        </p:tgtEl>
                                        <p:attrNameLst>
                                          <p:attrName>ppt_y</p:attrName>
                                        </p:attrNameLst>
                                      </p:cBhvr>
                                      <p:tavLst>
                                        <p:tav tm="0">
                                          <p:val>
                                            <p:strVal val="#ppt_y-.1"/>
                                          </p:val>
                                        </p:tav>
                                        <p:tav tm="100000">
                                          <p:val>
                                            <p:strVal val="#ppt_y"/>
                                          </p:val>
                                        </p:tav>
                                      </p:tavLst>
                                    </p:anim>
                                  </p:childTnLst>
                                </p:cTn>
                              </p:par>
                            </p:childTnLst>
                          </p:cTn>
                        </p:par>
                        <p:par>
                          <p:cTn id="49" fill="hold">
                            <p:stCondLst>
                              <p:cond delay="1500"/>
                            </p:stCondLst>
                            <p:childTnLst>
                              <p:par>
                                <p:cTn id="50" presetID="42" presetClass="entr" presetSubtype="0" fill="hold" nodeType="after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500"/>
                                        <p:tgtEl>
                                          <p:spTgt spid="51"/>
                                        </p:tgtEl>
                                      </p:cBhvr>
                                    </p:animEffect>
                                    <p:anim calcmode="lin" valueType="num">
                                      <p:cBhvr>
                                        <p:cTn id="53" dur="500" fill="hold"/>
                                        <p:tgtEl>
                                          <p:spTgt spid="51"/>
                                        </p:tgtEl>
                                        <p:attrNameLst>
                                          <p:attrName>ppt_x</p:attrName>
                                        </p:attrNameLst>
                                      </p:cBhvr>
                                      <p:tavLst>
                                        <p:tav tm="0">
                                          <p:val>
                                            <p:strVal val="#ppt_x"/>
                                          </p:val>
                                        </p:tav>
                                        <p:tav tm="100000">
                                          <p:val>
                                            <p:strVal val="#ppt_x"/>
                                          </p:val>
                                        </p:tav>
                                      </p:tavLst>
                                    </p:anim>
                                    <p:anim calcmode="lin" valueType="num">
                                      <p:cBhvr>
                                        <p:cTn id="54" dur="500" fill="hold"/>
                                        <p:tgtEl>
                                          <p:spTgt spid="51"/>
                                        </p:tgtEl>
                                        <p:attrNameLst>
                                          <p:attrName>ppt_y</p:attrName>
                                        </p:attrNameLst>
                                      </p:cBhvr>
                                      <p:tavLst>
                                        <p:tav tm="0">
                                          <p:val>
                                            <p:strVal val="#ppt_y+.1"/>
                                          </p:val>
                                        </p:tav>
                                        <p:tav tm="100000">
                                          <p:val>
                                            <p:strVal val="#ppt_y"/>
                                          </p:val>
                                        </p:tav>
                                      </p:tavLst>
                                    </p:anim>
                                  </p:childTnLst>
                                </p:cTn>
                              </p:par>
                              <p:par>
                                <p:cTn id="55" presetID="17" presetClass="entr" presetSubtype="10" fill="hold" nodeType="withEffect">
                                  <p:stCondLst>
                                    <p:cond delay="0"/>
                                  </p:stCondLst>
                                  <p:childTnLst>
                                    <p:set>
                                      <p:cBhvr>
                                        <p:cTn id="56" dur="1" fill="hold">
                                          <p:stCondLst>
                                            <p:cond delay="0"/>
                                          </p:stCondLst>
                                        </p:cTn>
                                        <p:tgtEl>
                                          <p:spTgt spid="168"/>
                                        </p:tgtEl>
                                        <p:attrNameLst>
                                          <p:attrName>style.visibility</p:attrName>
                                        </p:attrNameLst>
                                      </p:cBhvr>
                                      <p:to>
                                        <p:strVal val="visible"/>
                                      </p:to>
                                    </p:set>
                                    <p:anim calcmode="lin" valueType="num">
                                      <p:cBhvr>
                                        <p:cTn id="57" dur="500" fill="hold"/>
                                        <p:tgtEl>
                                          <p:spTgt spid="168"/>
                                        </p:tgtEl>
                                        <p:attrNameLst>
                                          <p:attrName>ppt_w</p:attrName>
                                        </p:attrNameLst>
                                      </p:cBhvr>
                                      <p:tavLst>
                                        <p:tav tm="0">
                                          <p:val>
                                            <p:fltVal val="0"/>
                                          </p:val>
                                        </p:tav>
                                        <p:tav tm="100000">
                                          <p:val>
                                            <p:strVal val="#ppt_w"/>
                                          </p:val>
                                        </p:tav>
                                      </p:tavLst>
                                    </p:anim>
                                    <p:anim calcmode="lin" valueType="num">
                                      <p:cBhvr>
                                        <p:cTn id="58" dur="500" fill="hold"/>
                                        <p:tgtEl>
                                          <p:spTgt spid="168"/>
                                        </p:tgtEl>
                                        <p:attrNameLst>
                                          <p:attrName>ppt_h</p:attrName>
                                        </p:attrNameLst>
                                      </p:cBhvr>
                                      <p:tavLst>
                                        <p:tav tm="0">
                                          <p:val>
                                            <p:strVal val="#ppt_h"/>
                                          </p:val>
                                        </p:tav>
                                        <p:tav tm="100000">
                                          <p:val>
                                            <p:strVal val="#ppt_h"/>
                                          </p:val>
                                        </p:tav>
                                      </p:tavLst>
                                    </p:anim>
                                  </p:childTnLst>
                                </p:cTn>
                              </p:par>
                              <p:par>
                                <p:cTn id="59" presetID="47" presetClass="entr" presetSubtype="0" fill="hold" nodeType="withEffect">
                                  <p:stCondLst>
                                    <p:cond delay="0"/>
                                  </p:stCondLst>
                                  <p:childTnLst>
                                    <p:set>
                                      <p:cBhvr>
                                        <p:cTn id="60" dur="1" fill="hold">
                                          <p:stCondLst>
                                            <p:cond delay="0"/>
                                          </p:stCondLst>
                                        </p:cTn>
                                        <p:tgtEl>
                                          <p:spTgt spid="58"/>
                                        </p:tgtEl>
                                        <p:attrNameLst>
                                          <p:attrName>style.visibility</p:attrName>
                                        </p:attrNameLst>
                                      </p:cBhvr>
                                      <p:to>
                                        <p:strVal val="visible"/>
                                      </p:to>
                                    </p:set>
                                    <p:animEffect transition="in" filter="fade">
                                      <p:cBhvr>
                                        <p:cTn id="61" dur="500"/>
                                        <p:tgtEl>
                                          <p:spTgt spid="58"/>
                                        </p:tgtEl>
                                      </p:cBhvr>
                                    </p:animEffect>
                                    <p:anim calcmode="lin" valueType="num">
                                      <p:cBhvr>
                                        <p:cTn id="62" dur="500" fill="hold"/>
                                        <p:tgtEl>
                                          <p:spTgt spid="58"/>
                                        </p:tgtEl>
                                        <p:attrNameLst>
                                          <p:attrName>ppt_x</p:attrName>
                                        </p:attrNameLst>
                                      </p:cBhvr>
                                      <p:tavLst>
                                        <p:tav tm="0">
                                          <p:val>
                                            <p:strVal val="#ppt_x"/>
                                          </p:val>
                                        </p:tav>
                                        <p:tav tm="100000">
                                          <p:val>
                                            <p:strVal val="#ppt_x"/>
                                          </p:val>
                                        </p:tav>
                                      </p:tavLst>
                                    </p:anim>
                                    <p:anim calcmode="lin" valueType="num">
                                      <p:cBhvr>
                                        <p:cTn id="63" dur="5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그룹 43"/>
          <p:cNvGrpSpPr/>
          <p:nvPr/>
        </p:nvGrpSpPr>
        <p:grpSpPr>
          <a:xfrm>
            <a:off x="812264" y="2662715"/>
            <a:ext cx="2702505" cy="1953516"/>
            <a:chOff x="3135313" y="2694685"/>
            <a:chExt cx="2702505" cy="1953516"/>
          </a:xfrm>
        </p:grpSpPr>
        <p:grpSp>
          <p:nvGrpSpPr>
            <p:cNvPr id="68" name="그룹 67"/>
            <p:cNvGrpSpPr/>
            <p:nvPr/>
          </p:nvGrpSpPr>
          <p:grpSpPr>
            <a:xfrm>
              <a:off x="3135313" y="2694685"/>
              <a:ext cx="2702505" cy="1953516"/>
              <a:chOff x="2771775" y="2838450"/>
              <a:chExt cx="2919413" cy="2011363"/>
            </a:xfrm>
          </p:grpSpPr>
          <p:sp>
            <p:nvSpPr>
              <p:cNvPr id="100" name="Oval 24"/>
              <p:cNvSpPr>
                <a:spLocks noChangeArrowheads="1"/>
              </p:cNvSpPr>
              <p:nvPr/>
            </p:nvSpPr>
            <p:spPr bwMode="auto">
              <a:xfrm>
                <a:off x="2771775" y="2838450"/>
                <a:ext cx="2919413" cy="1885950"/>
              </a:xfrm>
              <a:prstGeom prst="ellipse">
                <a:avLst/>
              </a:prstGeom>
              <a:gradFill>
                <a:gsLst>
                  <a:gs pos="0">
                    <a:schemeClr val="accent3">
                      <a:lumMod val="75000"/>
                    </a:schemeClr>
                  </a:gs>
                  <a:gs pos="100000">
                    <a:schemeClr val="accent3">
                      <a:lumMod val="95000"/>
                    </a:schemeClr>
                  </a:gs>
                </a:gsLst>
                <a:lin ang="5400000" scaled="0"/>
              </a:gra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101" name="Freeform 26"/>
              <p:cNvSpPr>
                <a:spLocks/>
              </p:cNvSpPr>
              <p:nvPr/>
            </p:nvSpPr>
            <p:spPr bwMode="auto">
              <a:xfrm>
                <a:off x="2771775" y="3779838"/>
                <a:ext cx="2919413" cy="1069975"/>
              </a:xfrm>
              <a:custGeom>
                <a:avLst/>
                <a:gdLst>
                  <a:gd name="T0" fmla="*/ 0 w 957"/>
                  <a:gd name="T1" fmla="*/ 41 h 351"/>
                  <a:gd name="T2" fmla="*/ 478 w 957"/>
                  <a:gd name="T3" fmla="*/ 351 h 351"/>
                  <a:gd name="T4" fmla="*/ 957 w 957"/>
                  <a:gd name="T5" fmla="*/ 41 h 351"/>
                  <a:gd name="T6" fmla="*/ 957 w 957"/>
                  <a:gd name="T7" fmla="*/ 0 h 351"/>
                  <a:gd name="T8" fmla="*/ 478 w 957"/>
                  <a:gd name="T9" fmla="*/ 310 h 351"/>
                  <a:gd name="T10" fmla="*/ 0 w 957"/>
                  <a:gd name="T11" fmla="*/ 0 h 351"/>
                  <a:gd name="T12" fmla="*/ 0 w 957"/>
                  <a:gd name="T13" fmla="*/ 41 h 351"/>
                </a:gdLst>
                <a:ahLst/>
                <a:cxnLst>
                  <a:cxn ang="0">
                    <a:pos x="T0" y="T1"/>
                  </a:cxn>
                  <a:cxn ang="0">
                    <a:pos x="T2" y="T3"/>
                  </a:cxn>
                  <a:cxn ang="0">
                    <a:pos x="T4" y="T5"/>
                  </a:cxn>
                  <a:cxn ang="0">
                    <a:pos x="T6" y="T7"/>
                  </a:cxn>
                  <a:cxn ang="0">
                    <a:pos x="T8" y="T9"/>
                  </a:cxn>
                  <a:cxn ang="0">
                    <a:pos x="T10" y="T11"/>
                  </a:cxn>
                  <a:cxn ang="0">
                    <a:pos x="T12" y="T13"/>
                  </a:cxn>
                </a:cxnLst>
                <a:rect l="0" t="0" r="r" b="b"/>
                <a:pathLst>
                  <a:path w="957" h="351">
                    <a:moveTo>
                      <a:pt x="0" y="41"/>
                    </a:moveTo>
                    <a:cubicBezTo>
                      <a:pt x="0" y="213"/>
                      <a:pt x="214" y="351"/>
                      <a:pt x="478" y="351"/>
                    </a:cubicBezTo>
                    <a:cubicBezTo>
                      <a:pt x="743" y="351"/>
                      <a:pt x="957" y="213"/>
                      <a:pt x="957" y="41"/>
                    </a:cubicBezTo>
                    <a:cubicBezTo>
                      <a:pt x="957" y="0"/>
                      <a:pt x="957" y="0"/>
                      <a:pt x="957" y="0"/>
                    </a:cubicBezTo>
                    <a:cubicBezTo>
                      <a:pt x="957" y="172"/>
                      <a:pt x="743" y="310"/>
                      <a:pt x="478" y="310"/>
                    </a:cubicBezTo>
                    <a:cubicBezTo>
                      <a:pt x="214" y="310"/>
                      <a:pt x="0" y="172"/>
                      <a:pt x="0" y="0"/>
                    </a:cubicBezTo>
                    <a:lnTo>
                      <a:pt x="0" y="41"/>
                    </a:lnTo>
                    <a:close/>
                  </a:path>
                </a:pathLst>
              </a:cu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151" name="TextBox 150"/>
            <p:cNvSpPr txBox="1"/>
            <p:nvPr/>
          </p:nvSpPr>
          <p:spPr>
            <a:xfrm>
              <a:off x="4010183" y="3880634"/>
              <a:ext cx="952765" cy="193940"/>
            </a:xfrm>
            <a:prstGeom prst="rect">
              <a:avLst/>
            </a:prstGeom>
            <a:noFill/>
          </p:spPr>
          <p:txBody>
            <a:bodyPr wrap="square" lIns="72000" tIns="0" rIns="72000" bIns="0" rtlCol="0">
              <a:noAutofit/>
            </a:bodyPr>
            <a:lstStyle/>
            <a:p>
              <a:pPr algn="ctr"/>
              <a:r>
                <a:rPr lang="en-US" altLang="ko-KR" sz="1200" dirty="0">
                  <a:gradFill>
                    <a:gsLst>
                      <a:gs pos="0">
                        <a:schemeClr val="accent4">
                          <a:lumMod val="65000"/>
                          <a:lumOff val="35000"/>
                        </a:schemeClr>
                      </a:gs>
                      <a:gs pos="100000">
                        <a:schemeClr val="accent4">
                          <a:lumMod val="65000"/>
                          <a:lumOff val="35000"/>
                        </a:schemeClr>
                      </a:gs>
                    </a:gsLst>
                    <a:lin ang="5400000" scaled="0"/>
                  </a:gradFill>
                  <a:latin typeface="Roboto Condensed Regular"/>
                </a:rPr>
                <a:t>Insert Title</a:t>
              </a:r>
              <a:endParaRPr lang="ko-KR" altLang="en-US" sz="1200" dirty="0">
                <a:gradFill>
                  <a:gsLst>
                    <a:gs pos="0">
                      <a:schemeClr val="accent4">
                        <a:lumMod val="65000"/>
                        <a:lumOff val="35000"/>
                      </a:schemeClr>
                    </a:gs>
                    <a:gs pos="100000">
                      <a:schemeClr val="accent4">
                        <a:lumMod val="65000"/>
                        <a:lumOff val="35000"/>
                      </a:schemeClr>
                    </a:gs>
                  </a:gsLst>
                  <a:lin ang="5400000" scaled="0"/>
                </a:gradFill>
                <a:latin typeface="Roboto Condensed Regular"/>
              </a:endParaRPr>
            </a:p>
          </p:txBody>
        </p:sp>
      </p:grpSp>
      <p:grpSp>
        <p:nvGrpSpPr>
          <p:cNvPr id="43" name="그룹 42"/>
          <p:cNvGrpSpPr/>
          <p:nvPr/>
        </p:nvGrpSpPr>
        <p:grpSpPr>
          <a:xfrm>
            <a:off x="1038575" y="2016685"/>
            <a:ext cx="2249883" cy="1785454"/>
            <a:chOff x="3361624" y="2048653"/>
            <a:chExt cx="2249883" cy="1785454"/>
          </a:xfrm>
        </p:grpSpPr>
        <p:grpSp>
          <p:nvGrpSpPr>
            <p:cNvPr id="77" name="그룹 76"/>
            <p:cNvGrpSpPr/>
            <p:nvPr/>
          </p:nvGrpSpPr>
          <p:grpSpPr>
            <a:xfrm>
              <a:off x="3361624" y="2048653"/>
              <a:ext cx="2249883" cy="1785454"/>
              <a:chOff x="3016250" y="2173288"/>
              <a:chExt cx="2430463" cy="1838325"/>
            </a:xfrm>
          </p:grpSpPr>
          <p:sp>
            <p:nvSpPr>
              <p:cNvPr id="97" name="Freeform 31"/>
              <p:cNvSpPr>
                <a:spLocks/>
              </p:cNvSpPr>
              <p:nvPr/>
            </p:nvSpPr>
            <p:spPr bwMode="auto">
              <a:xfrm>
                <a:off x="3016250" y="3236913"/>
                <a:ext cx="2430463" cy="774700"/>
              </a:xfrm>
              <a:custGeom>
                <a:avLst/>
                <a:gdLst>
                  <a:gd name="T0" fmla="*/ 797 w 797"/>
                  <a:gd name="T1" fmla="*/ 7 h 254"/>
                  <a:gd name="T2" fmla="*/ 797 w 797"/>
                  <a:gd name="T3" fmla="*/ 7 h 254"/>
                  <a:gd name="T4" fmla="*/ 777 w 797"/>
                  <a:gd name="T5" fmla="*/ 76 h 254"/>
                  <a:gd name="T6" fmla="*/ 398 w 797"/>
                  <a:gd name="T7" fmla="*/ 254 h 254"/>
                  <a:gd name="T8" fmla="*/ 20 w 797"/>
                  <a:gd name="T9" fmla="*/ 76 h 254"/>
                  <a:gd name="T10" fmla="*/ 0 w 797"/>
                  <a:gd name="T11" fmla="*/ 7 h 254"/>
                  <a:gd name="T12" fmla="*/ 0 w 797"/>
                  <a:gd name="T13" fmla="*/ 7 h 254"/>
                  <a:gd name="T14" fmla="*/ 7 w 797"/>
                  <a:gd name="T15" fmla="*/ 0 h 254"/>
                  <a:gd name="T16" fmla="*/ 39 w 797"/>
                  <a:gd name="T17" fmla="*/ 61 h 254"/>
                  <a:gd name="T18" fmla="*/ 398 w 797"/>
                  <a:gd name="T19" fmla="*/ 208 h 254"/>
                  <a:gd name="T20" fmla="*/ 758 w 797"/>
                  <a:gd name="T21" fmla="*/ 61 h 254"/>
                  <a:gd name="T22" fmla="*/ 790 w 797"/>
                  <a:gd name="T23" fmla="*/ 0 h 254"/>
                  <a:gd name="T24" fmla="*/ 797 w 797"/>
                  <a:gd name="T25" fmla="*/ 7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7" h="254">
                    <a:moveTo>
                      <a:pt x="797" y="7"/>
                    </a:moveTo>
                    <a:cubicBezTo>
                      <a:pt x="797" y="7"/>
                      <a:pt x="797" y="7"/>
                      <a:pt x="797" y="7"/>
                    </a:cubicBezTo>
                    <a:cubicBezTo>
                      <a:pt x="795" y="31"/>
                      <a:pt x="788" y="54"/>
                      <a:pt x="777" y="76"/>
                    </a:cubicBezTo>
                    <a:cubicBezTo>
                      <a:pt x="725" y="179"/>
                      <a:pt x="575" y="254"/>
                      <a:pt x="398" y="254"/>
                    </a:cubicBezTo>
                    <a:cubicBezTo>
                      <a:pt x="222" y="254"/>
                      <a:pt x="72" y="179"/>
                      <a:pt x="20" y="76"/>
                    </a:cubicBezTo>
                    <a:cubicBezTo>
                      <a:pt x="8" y="54"/>
                      <a:pt x="2" y="31"/>
                      <a:pt x="0" y="7"/>
                    </a:cubicBezTo>
                    <a:cubicBezTo>
                      <a:pt x="0" y="7"/>
                      <a:pt x="0" y="7"/>
                      <a:pt x="0" y="7"/>
                    </a:cubicBezTo>
                    <a:cubicBezTo>
                      <a:pt x="3" y="4"/>
                      <a:pt x="5" y="2"/>
                      <a:pt x="7" y="0"/>
                    </a:cubicBezTo>
                    <a:cubicBezTo>
                      <a:pt x="14" y="21"/>
                      <a:pt x="25" y="42"/>
                      <a:pt x="39" y="61"/>
                    </a:cubicBezTo>
                    <a:cubicBezTo>
                      <a:pt x="103" y="148"/>
                      <a:pt x="240" y="208"/>
                      <a:pt x="398" y="208"/>
                    </a:cubicBezTo>
                    <a:cubicBezTo>
                      <a:pt x="557" y="208"/>
                      <a:pt x="694" y="148"/>
                      <a:pt x="758" y="61"/>
                    </a:cubicBezTo>
                    <a:cubicBezTo>
                      <a:pt x="772" y="42"/>
                      <a:pt x="783" y="21"/>
                      <a:pt x="790" y="0"/>
                    </a:cubicBezTo>
                    <a:cubicBezTo>
                      <a:pt x="792" y="2"/>
                      <a:pt x="794" y="4"/>
                      <a:pt x="797" y="7"/>
                    </a:cubicBezTo>
                    <a:close/>
                  </a:path>
                </a:pathLst>
              </a:custGeom>
              <a:solidFill>
                <a:srgbClr val="000000">
                  <a:alpha val="5098"/>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sp>
            <p:nvSpPr>
              <p:cNvPr id="98" name="Oval 23"/>
              <p:cNvSpPr>
                <a:spLocks noChangeArrowheads="1"/>
              </p:cNvSpPr>
              <p:nvPr/>
            </p:nvSpPr>
            <p:spPr bwMode="auto">
              <a:xfrm>
                <a:off x="3016250" y="2173288"/>
                <a:ext cx="2430463" cy="1573213"/>
              </a:xfrm>
              <a:prstGeom prst="ellipse">
                <a:avLst/>
              </a:prstGeom>
              <a:gradFill>
                <a:gsLst>
                  <a:gs pos="0">
                    <a:schemeClr val="accent3">
                      <a:lumMod val="75000"/>
                    </a:schemeClr>
                  </a:gs>
                  <a:gs pos="100000">
                    <a:schemeClr val="accent3">
                      <a:lumMod val="95000"/>
                    </a:schemeClr>
                  </a:gs>
                </a:gsLst>
                <a:lin ang="5400000" scaled="0"/>
              </a:gra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99" name="Freeform 27"/>
              <p:cNvSpPr>
                <a:spLocks/>
              </p:cNvSpPr>
              <p:nvPr/>
            </p:nvSpPr>
            <p:spPr bwMode="auto">
              <a:xfrm>
                <a:off x="3016250" y="2960688"/>
                <a:ext cx="2430463" cy="911225"/>
              </a:xfrm>
              <a:custGeom>
                <a:avLst/>
                <a:gdLst>
                  <a:gd name="T0" fmla="*/ 797 w 797"/>
                  <a:gd name="T1" fmla="*/ 41 h 299"/>
                  <a:gd name="T2" fmla="*/ 398 w 797"/>
                  <a:gd name="T3" fmla="*/ 299 h 299"/>
                  <a:gd name="T4" fmla="*/ 0 w 797"/>
                  <a:gd name="T5" fmla="*/ 41 h 299"/>
                  <a:gd name="T6" fmla="*/ 0 w 797"/>
                  <a:gd name="T7" fmla="*/ 0 h 299"/>
                  <a:gd name="T8" fmla="*/ 398 w 797"/>
                  <a:gd name="T9" fmla="*/ 258 h 299"/>
                  <a:gd name="T10" fmla="*/ 797 w 797"/>
                  <a:gd name="T11" fmla="*/ 0 h 299"/>
                  <a:gd name="T12" fmla="*/ 797 w 797"/>
                  <a:gd name="T13" fmla="*/ 41 h 299"/>
                </a:gdLst>
                <a:ahLst/>
                <a:cxnLst>
                  <a:cxn ang="0">
                    <a:pos x="T0" y="T1"/>
                  </a:cxn>
                  <a:cxn ang="0">
                    <a:pos x="T2" y="T3"/>
                  </a:cxn>
                  <a:cxn ang="0">
                    <a:pos x="T4" y="T5"/>
                  </a:cxn>
                  <a:cxn ang="0">
                    <a:pos x="T6" y="T7"/>
                  </a:cxn>
                  <a:cxn ang="0">
                    <a:pos x="T8" y="T9"/>
                  </a:cxn>
                  <a:cxn ang="0">
                    <a:pos x="T10" y="T11"/>
                  </a:cxn>
                  <a:cxn ang="0">
                    <a:pos x="T12" y="T13"/>
                  </a:cxn>
                </a:cxnLst>
                <a:rect l="0" t="0" r="r" b="b"/>
                <a:pathLst>
                  <a:path w="797" h="299">
                    <a:moveTo>
                      <a:pt x="797" y="41"/>
                    </a:moveTo>
                    <a:cubicBezTo>
                      <a:pt x="797" y="183"/>
                      <a:pt x="619" y="299"/>
                      <a:pt x="398" y="299"/>
                    </a:cubicBezTo>
                    <a:cubicBezTo>
                      <a:pt x="178" y="299"/>
                      <a:pt x="0" y="183"/>
                      <a:pt x="0" y="41"/>
                    </a:cubicBezTo>
                    <a:cubicBezTo>
                      <a:pt x="0" y="0"/>
                      <a:pt x="0" y="0"/>
                      <a:pt x="0" y="0"/>
                    </a:cubicBezTo>
                    <a:cubicBezTo>
                      <a:pt x="0" y="143"/>
                      <a:pt x="178" y="258"/>
                      <a:pt x="398" y="258"/>
                    </a:cubicBezTo>
                    <a:cubicBezTo>
                      <a:pt x="619" y="258"/>
                      <a:pt x="797" y="143"/>
                      <a:pt x="797" y="0"/>
                    </a:cubicBezTo>
                    <a:lnTo>
                      <a:pt x="797" y="41"/>
                    </a:lnTo>
                    <a:close/>
                  </a:path>
                </a:pathLst>
              </a:cu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150" name="TextBox 149"/>
            <p:cNvSpPr txBox="1"/>
            <p:nvPr/>
          </p:nvSpPr>
          <p:spPr>
            <a:xfrm>
              <a:off x="4010183" y="3048784"/>
              <a:ext cx="952765" cy="193940"/>
            </a:xfrm>
            <a:prstGeom prst="rect">
              <a:avLst/>
            </a:prstGeom>
            <a:noFill/>
          </p:spPr>
          <p:txBody>
            <a:bodyPr wrap="square" lIns="72000" tIns="0" rIns="72000" bIns="0" rtlCol="0">
              <a:noAutofit/>
            </a:bodyPr>
            <a:lstStyle/>
            <a:p>
              <a:pPr algn="ctr"/>
              <a:r>
                <a:rPr lang="en-US" altLang="ko-KR" sz="1200" dirty="0">
                  <a:gradFill>
                    <a:gsLst>
                      <a:gs pos="0">
                        <a:schemeClr val="accent4">
                          <a:lumMod val="65000"/>
                          <a:lumOff val="35000"/>
                        </a:schemeClr>
                      </a:gs>
                      <a:gs pos="100000">
                        <a:schemeClr val="accent4">
                          <a:lumMod val="65000"/>
                          <a:lumOff val="35000"/>
                        </a:schemeClr>
                      </a:gs>
                    </a:gsLst>
                    <a:lin ang="5400000" scaled="0"/>
                  </a:gradFill>
                  <a:latin typeface="Roboto Condensed Regular"/>
                </a:rPr>
                <a:t>Insert Title</a:t>
              </a:r>
              <a:endParaRPr lang="ko-KR" altLang="en-US" sz="1200" dirty="0">
                <a:gradFill>
                  <a:gsLst>
                    <a:gs pos="0">
                      <a:schemeClr val="accent4">
                        <a:lumMod val="65000"/>
                        <a:lumOff val="35000"/>
                      </a:schemeClr>
                    </a:gs>
                    <a:gs pos="100000">
                      <a:schemeClr val="accent4">
                        <a:lumMod val="65000"/>
                        <a:lumOff val="35000"/>
                      </a:schemeClr>
                    </a:gs>
                  </a:gsLst>
                  <a:lin ang="5400000" scaled="0"/>
                </a:gradFill>
                <a:latin typeface="Roboto Condensed Regular"/>
              </a:endParaRPr>
            </a:p>
          </p:txBody>
        </p:sp>
      </p:grpSp>
      <p:grpSp>
        <p:nvGrpSpPr>
          <p:cNvPr id="42" name="그룹 41"/>
          <p:cNvGrpSpPr/>
          <p:nvPr/>
        </p:nvGrpSpPr>
        <p:grpSpPr>
          <a:xfrm>
            <a:off x="1225208" y="1478580"/>
            <a:ext cx="1876617" cy="1529508"/>
            <a:chOff x="3548257" y="1510550"/>
            <a:chExt cx="1876617" cy="1529508"/>
          </a:xfrm>
        </p:grpSpPr>
        <p:grpSp>
          <p:nvGrpSpPr>
            <p:cNvPr id="78" name="그룹 77"/>
            <p:cNvGrpSpPr/>
            <p:nvPr/>
          </p:nvGrpSpPr>
          <p:grpSpPr>
            <a:xfrm>
              <a:off x="3548257" y="1510550"/>
              <a:ext cx="1876617" cy="1529508"/>
              <a:chOff x="3217863" y="1619250"/>
              <a:chExt cx="2027238" cy="1574800"/>
            </a:xfrm>
          </p:grpSpPr>
          <p:sp>
            <p:nvSpPr>
              <p:cNvPr id="84" name="Oval 22"/>
              <p:cNvSpPr>
                <a:spLocks noChangeArrowheads="1"/>
              </p:cNvSpPr>
              <p:nvPr/>
            </p:nvSpPr>
            <p:spPr bwMode="auto">
              <a:xfrm>
                <a:off x="3217863" y="1619250"/>
                <a:ext cx="2027238" cy="1312863"/>
              </a:xfrm>
              <a:prstGeom prst="ellipse">
                <a:avLst/>
              </a:prstGeom>
              <a:gradFill>
                <a:gsLst>
                  <a:gs pos="0">
                    <a:schemeClr val="accent3">
                      <a:lumMod val="75000"/>
                    </a:schemeClr>
                  </a:gs>
                  <a:gs pos="100000">
                    <a:schemeClr val="accent3">
                      <a:lumMod val="95000"/>
                    </a:schemeClr>
                  </a:gs>
                </a:gsLst>
                <a:lin ang="5400000" scaled="0"/>
              </a:gra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85" name="Freeform 25"/>
              <p:cNvSpPr>
                <a:spLocks/>
              </p:cNvSpPr>
              <p:nvPr/>
            </p:nvSpPr>
            <p:spPr bwMode="auto">
              <a:xfrm>
                <a:off x="3217863" y="2274888"/>
                <a:ext cx="2027238" cy="779463"/>
              </a:xfrm>
              <a:custGeom>
                <a:avLst/>
                <a:gdLst>
                  <a:gd name="T0" fmla="*/ 665 w 665"/>
                  <a:gd name="T1" fmla="*/ 41 h 256"/>
                  <a:gd name="T2" fmla="*/ 332 w 665"/>
                  <a:gd name="T3" fmla="*/ 256 h 256"/>
                  <a:gd name="T4" fmla="*/ 0 w 665"/>
                  <a:gd name="T5" fmla="*/ 41 h 256"/>
                  <a:gd name="T6" fmla="*/ 0 w 665"/>
                  <a:gd name="T7" fmla="*/ 0 h 256"/>
                  <a:gd name="T8" fmla="*/ 332 w 665"/>
                  <a:gd name="T9" fmla="*/ 216 h 256"/>
                  <a:gd name="T10" fmla="*/ 665 w 665"/>
                  <a:gd name="T11" fmla="*/ 0 h 256"/>
                  <a:gd name="T12" fmla="*/ 665 w 665"/>
                  <a:gd name="T13" fmla="*/ 41 h 256"/>
                </a:gdLst>
                <a:ahLst/>
                <a:cxnLst>
                  <a:cxn ang="0">
                    <a:pos x="T0" y="T1"/>
                  </a:cxn>
                  <a:cxn ang="0">
                    <a:pos x="T2" y="T3"/>
                  </a:cxn>
                  <a:cxn ang="0">
                    <a:pos x="T4" y="T5"/>
                  </a:cxn>
                  <a:cxn ang="0">
                    <a:pos x="T6" y="T7"/>
                  </a:cxn>
                  <a:cxn ang="0">
                    <a:pos x="T8" y="T9"/>
                  </a:cxn>
                  <a:cxn ang="0">
                    <a:pos x="T10" y="T11"/>
                  </a:cxn>
                  <a:cxn ang="0">
                    <a:pos x="T12" y="T13"/>
                  </a:cxn>
                </a:cxnLst>
                <a:rect l="0" t="0" r="r" b="b"/>
                <a:pathLst>
                  <a:path w="665" h="256">
                    <a:moveTo>
                      <a:pt x="665" y="41"/>
                    </a:moveTo>
                    <a:cubicBezTo>
                      <a:pt x="665" y="160"/>
                      <a:pt x="516" y="256"/>
                      <a:pt x="332" y="256"/>
                    </a:cubicBezTo>
                    <a:cubicBezTo>
                      <a:pt x="149" y="256"/>
                      <a:pt x="0" y="160"/>
                      <a:pt x="0" y="41"/>
                    </a:cubicBezTo>
                    <a:cubicBezTo>
                      <a:pt x="0" y="0"/>
                      <a:pt x="0" y="0"/>
                      <a:pt x="0" y="0"/>
                    </a:cubicBezTo>
                    <a:cubicBezTo>
                      <a:pt x="0" y="119"/>
                      <a:pt x="149" y="216"/>
                      <a:pt x="332" y="216"/>
                    </a:cubicBezTo>
                    <a:cubicBezTo>
                      <a:pt x="516" y="216"/>
                      <a:pt x="665" y="119"/>
                      <a:pt x="665" y="0"/>
                    </a:cubicBezTo>
                    <a:lnTo>
                      <a:pt x="665" y="41"/>
                    </a:lnTo>
                    <a:close/>
                  </a:path>
                </a:pathLst>
              </a:custGeom>
              <a:pattFill prst="dkDn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94" name="Freeform 29"/>
              <p:cNvSpPr>
                <a:spLocks/>
              </p:cNvSpPr>
              <p:nvPr/>
            </p:nvSpPr>
            <p:spPr bwMode="auto">
              <a:xfrm>
                <a:off x="3217863" y="2511425"/>
                <a:ext cx="2027238" cy="682625"/>
              </a:xfrm>
              <a:custGeom>
                <a:avLst/>
                <a:gdLst>
                  <a:gd name="T0" fmla="*/ 665 w 665"/>
                  <a:gd name="T1" fmla="*/ 9 h 224"/>
                  <a:gd name="T2" fmla="*/ 648 w 665"/>
                  <a:gd name="T3" fmla="*/ 76 h 224"/>
                  <a:gd name="T4" fmla="*/ 581 w 665"/>
                  <a:gd name="T5" fmla="*/ 152 h 224"/>
                  <a:gd name="T6" fmla="*/ 467 w 665"/>
                  <a:gd name="T7" fmla="*/ 206 h 224"/>
                  <a:gd name="T8" fmla="*/ 467 w 665"/>
                  <a:gd name="T9" fmla="*/ 206 h 224"/>
                  <a:gd name="T10" fmla="*/ 332 w 665"/>
                  <a:gd name="T11" fmla="*/ 224 h 224"/>
                  <a:gd name="T12" fmla="*/ 198 w 665"/>
                  <a:gd name="T13" fmla="*/ 206 h 224"/>
                  <a:gd name="T14" fmla="*/ 198 w 665"/>
                  <a:gd name="T15" fmla="*/ 206 h 224"/>
                  <a:gd name="T16" fmla="*/ 84 w 665"/>
                  <a:gd name="T17" fmla="*/ 152 h 224"/>
                  <a:gd name="T18" fmla="*/ 17 w 665"/>
                  <a:gd name="T19" fmla="*/ 76 h 224"/>
                  <a:gd name="T20" fmla="*/ 0 w 665"/>
                  <a:gd name="T21" fmla="*/ 9 h 224"/>
                  <a:gd name="T22" fmla="*/ 0 w 665"/>
                  <a:gd name="T23" fmla="*/ 4 h 224"/>
                  <a:gd name="T24" fmla="*/ 5 w 665"/>
                  <a:gd name="T25" fmla="*/ 0 h 224"/>
                  <a:gd name="T26" fmla="*/ 36 w 665"/>
                  <a:gd name="T27" fmla="*/ 61 h 224"/>
                  <a:gd name="T28" fmla="*/ 132 w 665"/>
                  <a:gd name="T29" fmla="*/ 135 h 224"/>
                  <a:gd name="T30" fmla="*/ 332 w 665"/>
                  <a:gd name="T31" fmla="*/ 178 h 224"/>
                  <a:gd name="T32" fmla="*/ 533 w 665"/>
                  <a:gd name="T33" fmla="*/ 135 h 224"/>
                  <a:gd name="T34" fmla="*/ 629 w 665"/>
                  <a:gd name="T35" fmla="*/ 61 h 224"/>
                  <a:gd name="T36" fmla="*/ 660 w 665"/>
                  <a:gd name="T37" fmla="*/ 0 h 224"/>
                  <a:gd name="T38" fmla="*/ 665 w 665"/>
                  <a:gd name="T39" fmla="*/ 4 h 224"/>
                  <a:gd name="T40" fmla="*/ 665 w 665"/>
                  <a:gd name="T41" fmla="*/ 9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5" h="224">
                    <a:moveTo>
                      <a:pt x="665" y="9"/>
                    </a:moveTo>
                    <a:cubicBezTo>
                      <a:pt x="665" y="32"/>
                      <a:pt x="659" y="55"/>
                      <a:pt x="648" y="76"/>
                    </a:cubicBezTo>
                    <a:cubicBezTo>
                      <a:pt x="634" y="104"/>
                      <a:pt x="611" y="130"/>
                      <a:pt x="581" y="152"/>
                    </a:cubicBezTo>
                    <a:cubicBezTo>
                      <a:pt x="550" y="175"/>
                      <a:pt x="511" y="193"/>
                      <a:pt x="467" y="206"/>
                    </a:cubicBezTo>
                    <a:cubicBezTo>
                      <a:pt x="467" y="206"/>
                      <a:pt x="467" y="206"/>
                      <a:pt x="467" y="206"/>
                    </a:cubicBezTo>
                    <a:cubicBezTo>
                      <a:pt x="426" y="218"/>
                      <a:pt x="380" y="224"/>
                      <a:pt x="332" y="224"/>
                    </a:cubicBezTo>
                    <a:cubicBezTo>
                      <a:pt x="284" y="224"/>
                      <a:pt x="239" y="218"/>
                      <a:pt x="198" y="206"/>
                    </a:cubicBezTo>
                    <a:cubicBezTo>
                      <a:pt x="198" y="206"/>
                      <a:pt x="198" y="206"/>
                      <a:pt x="198" y="206"/>
                    </a:cubicBezTo>
                    <a:cubicBezTo>
                      <a:pt x="154" y="193"/>
                      <a:pt x="115" y="175"/>
                      <a:pt x="84" y="152"/>
                    </a:cubicBezTo>
                    <a:cubicBezTo>
                      <a:pt x="54" y="130"/>
                      <a:pt x="31" y="104"/>
                      <a:pt x="17" y="76"/>
                    </a:cubicBezTo>
                    <a:cubicBezTo>
                      <a:pt x="6" y="55"/>
                      <a:pt x="0" y="32"/>
                      <a:pt x="0" y="9"/>
                    </a:cubicBezTo>
                    <a:cubicBezTo>
                      <a:pt x="0" y="7"/>
                      <a:pt x="0" y="6"/>
                      <a:pt x="0" y="4"/>
                    </a:cubicBezTo>
                    <a:cubicBezTo>
                      <a:pt x="2" y="3"/>
                      <a:pt x="4" y="1"/>
                      <a:pt x="5" y="0"/>
                    </a:cubicBezTo>
                    <a:cubicBezTo>
                      <a:pt x="11" y="21"/>
                      <a:pt x="21" y="42"/>
                      <a:pt x="36" y="61"/>
                    </a:cubicBezTo>
                    <a:cubicBezTo>
                      <a:pt x="59" y="90"/>
                      <a:pt x="92" y="115"/>
                      <a:pt x="132" y="135"/>
                    </a:cubicBezTo>
                    <a:cubicBezTo>
                      <a:pt x="188" y="162"/>
                      <a:pt x="257" y="178"/>
                      <a:pt x="332" y="178"/>
                    </a:cubicBezTo>
                    <a:cubicBezTo>
                      <a:pt x="408" y="178"/>
                      <a:pt x="477" y="162"/>
                      <a:pt x="533" y="135"/>
                    </a:cubicBezTo>
                    <a:cubicBezTo>
                      <a:pt x="573" y="115"/>
                      <a:pt x="606" y="90"/>
                      <a:pt x="629" y="61"/>
                    </a:cubicBezTo>
                    <a:cubicBezTo>
                      <a:pt x="644" y="42"/>
                      <a:pt x="654" y="21"/>
                      <a:pt x="660" y="0"/>
                    </a:cubicBezTo>
                    <a:cubicBezTo>
                      <a:pt x="661" y="1"/>
                      <a:pt x="663" y="3"/>
                      <a:pt x="665" y="4"/>
                    </a:cubicBezTo>
                    <a:cubicBezTo>
                      <a:pt x="665" y="6"/>
                      <a:pt x="665" y="7"/>
                      <a:pt x="665" y="9"/>
                    </a:cubicBezTo>
                    <a:close/>
                  </a:path>
                </a:pathLst>
              </a:custGeom>
              <a:solidFill>
                <a:srgbClr val="000000">
                  <a:alpha val="5098"/>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sp>
          <p:nvSpPr>
            <p:cNvPr id="149" name="TextBox 148"/>
            <p:cNvSpPr txBox="1"/>
            <p:nvPr/>
          </p:nvSpPr>
          <p:spPr>
            <a:xfrm>
              <a:off x="4010183" y="2350284"/>
              <a:ext cx="952765" cy="193940"/>
            </a:xfrm>
            <a:prstGeom prst="rect">
              <a:avLst/>
            </a:prstGeom>
            <a:noFill/>
          </p:spPr>
          <p:txBody>
            <a:bodyPr wrap="square" lIns="72000" tIns="0" rIns="72000" bIns="0" rtlCol="0">
              <a:noAutofit/>
            </a:bodyPr>
            <a:lstStyle/>
            <a:p>
              <a:pPr algn="ctr"/>
              <a:r>
                <a:rPr lang="en-US" altLang="ko-KR" sz="1200" dirty="0">
                  <a:gradFill>
                    <a:gsLst>
                      <a:gs pos="0">
                        <a:schemeClr val="accent4">
                          <a:lumMod val="65000"/>
                          <a:lumOff val="35000"/>
                        </a:schemeClr>
                      </a:gs>
                      <a:gs pos="100000">
                        <a:schemeClr val="accent4">
                          <a:lumMod val="65000"/>
                          <a:lumOff val="35000"/>
                        </a:schemeClr>
                      </a:gs>
                    </a:gsLst>
                    <a:lin ang="5400000" scaled="0"/>
                  </a:gradFill>
                  <a:latin typeface="Roboto Condensed Regular"/>
                </a:rPr>
                <a:t>Insert Title</a:t>
              </a:r>
              <a:endParaRPr lang="ko-KR" altLang="en-US" sz="1200" dirty="0">
                <a:gradFill>
                  <a:gsLst>
                    <a:gs pos="0">
                      <a:schemeClr val="accent4">
                        <a:lumMod val="65000"/>
                        <a:lumOff val="35000"/>
                      </a:schemeClr>
                    </a:gs>
                    <a:gs pos="100000">
                      <a:schemeClr val="accent4">
                        <a:lumMod val="65000"/>
                        <a:lumOff val="35000"/>
                      </a:schemeClr>
                    </a:gs>
                  </a:gsLst>
                  <a:lin ang="5400000" scaled="0"/>
                </a:gradFill>
                <a:latin typeface="Roboto Condensed Regular"/>
              </a:endParaRPr>
            </a:p>
          </p:txBody>
        </p:sp>
      </p:grpSp>
      <p:sp>
        <p:nvSpPr>
          <p:cNvPr id="11" name="Title 10"/>
          <p:cNvSpPr>
            <a:spLocks noGrp="1"/>
          </p:cNvSpPr>
          <p:nvPr>
            <p:ph type="title"/>
          </p:nvPr>
        </p:nvSpPr>
        <p:spPr/>
        <p:txBody>
          <a:bodyPr/>
          <a:lstStyle/>
          <a:p>
            <a:r>
              <a:rPr lang="en-US" altLang="ko-KR" dirty="0"/>
              <a:t>Structured diagram</a:t>
            </a:r>
            <a:r>
              <a:rPr lang="en-US" altLang="ko-KR" dirty="0">
                <a:gradFill>
                  <a:gsLst>
                    <a:gs pos="0">
                      <a:schemeClr val="bg2"/>
                    </a:gs>
                    <a:gs pos="100000">
                      <a:schemeClr val="bg2"/>
                    </a:gs>
                  </a:gsLst>
                  <a:lin ang="0" scaled="1"/>
                </a:gradFill>
              </a:rPr>
              <a:t> </a:t>
            </a:r>
            <a:r>
              <a:rPr lang="en-US" altLang="ko-KR" sz="3600" baseline="10000" dirty="0">
                <a:gradFill>
                  <a:gsLst>
                    <a:gs pos="0">
                      <a:schemeClr val="bg2"/>
                    </a:gs>
                    <a:gs pos="100000">
                      <a:schemeClr val="bg2"/>
                    </a:gs>
                  </a:gsLst>
                  <a:lin ang="0" scaled="1"/>
                </a:gradFill>
              </a:rPr>
              <a:t>:</a:t>
            </a:r>
            <a:r>
              <a:rPr lang="en-US" altLang="ko-KR" dirty="0">
                <a:gradFill>
                  <a:gsLst>
                    <a:gs pos="0">
                      <a:schemeClr val="bg2"/>
                    </a:gs>
                    <a:gs pos="100000">
                      <a:schemeClr val="bg2"/>
                    </a:gs>
                  </a:gsLst>
                  <a:lin ang="0" scaled="1"/>
                </a:gradFill>
              </a:rPr>
              <a:t> Layer</a:t>
            </a:r>
            <a:endParaRPr lang="en-US" dirty="0"/>
          </a:p>
        </p:txBody>
      </p:sp>
      <p:grpSp>
        <p:nvGrpSpPr>
          <p:cNvPr id="41" name="그룹 40"/>
          <p:cNvGrpSpPr/>
          <p:nvPr/>
        </p:nvGrpSpPr>
        <p:grpSpPr>
          <a:xfrm>
            <a:off x="1382450" y="1031446"/>
            <a:ext cx="1562133" cy="1316734"/>
            <a:chOff x="3705499" y="1063415"/>
            <a:chExt cx="1562133" cy="1316734"/>
          </a:xfrm>
        </p:grpSpPr>
        <p:grpSp>
          <p:nvGrpSpPr>
            <p:cNvPr id="79" name="그룹 78"/>
            <p:cNvGrpSpPr/>
            <p:nvPr/>
          </p:nvGrpSpPr>
          <p:grpSpPr>
            <a:xfrm>
              <a:off x="3705499" y="1063415"/>
              <a:ext cx="1562133" cy="1316734"/>
              <a:chOff x="3387725" y="1158875"/>
              <a:chExt cx="1687513" cy="1355725"/>
            </a:xfrm>
          </p:grpSpPr>
          <p:sp>
            <p:nvSpPr>
              <p:cNvPr id="80" name="Freeform 30"/>
              <p:cNvSpPr>
                <a:spLocks/>
              </p:cNvSpPr>
              <p:nvPr/>
            </p:nvSpPr>
            <p:spPr bwMode="auto">
              <a:xfrm>
                <a:off x="3387725" y="1905000"/>
                <a:ext cx="1687513" cy="609600"/>
              </a:xfrm>
              <a:custGeom>
                <a:avLst/>
                <a:gdLst>
                  <a:gd name="T0" fmla="*/ 553 w 553"/>
                  <a:gd name="T1" fmla="*/ 21 h 200"/>
                  <a:gd name="T2" fmla="*/ 540 w 553"/>
                  <a:gd name="T3" fmla="*/ 77 h 200"/>
                  <a:gd name="T4" fmla="*/ 496 w 553"/>
                  <a:gd name="T5" fmla="*/ 130 h 200"/>
                  <a:gd name="T6" fmla="*/ 389 w 553"/>
                  <a:gd name="T7" fmla="*/ 185 h 200"/>
                  <a:gd name="T8" fmla="*/ 389 w 553"/>
                  <a:gd name="T9" fmla="*/ 185 h 200"/>
                  <a:gd name="T10" fmla="*/ 276 w 553"/>
                  <a:gd name="T11" fmla="*/ 200 h 200"/>
                  <a:gd name="T12" fmla="*/ 164 w 553"/>
                  <a:gd name="T13" fmla="*/ 185 h 200"/>
                  <a:gd name="T14" fmla="*/ 164 w 553"/>
                  <a:gd name="T15" fmla="*/ 185 h 200"/>
                  <a:gd name="T16" fmla="*/ 57 w 553"/>
                  <a:gd name="T17" fmla="*/ 130 h 200"/>
                  <a:gd name="T18" fmla="*/ 13 w 553"/>
                  <a:gd name="T19" fmla="*/ 77 h 200"/>
                  <a:gd name="T20" fmla="*/ 0 w 553"/>
                  <a:gd name="T21" fmla="*/ 21 h 200"/>
                  <a:gd name="T22" fmla="*/ 1 w 553"/>
                  <a:gd name="T23" fmla="*/ 1 h 200"/>
                  <a:gd name="T24" fmla="*/ 2 w 553"/>
                  <a:gd name="T25" fmla="*/ 0 h 200"/>
                  <a:gd name="T26" fmla="*/ 34 w 553"/>
                  <a:gd name="T27" fmla="*/ 61 h 200"/>
                  <a:gd name="T28" fmla="*/ 101 w 553"/>
                  <a:gd name="T29" fmla="*/ 114 h 200"/>
                  <a:gd name="T30" fmla="*/ 276 w 553"/>
                  <a:gd name="T31" fmla="*/ 154 h 200"/>
                  <a:gd name="T32" fmla="*/ 452 w 553"/>
                  <a:gd name="T33" fmla="*/ 114 h 200"/>
                  <a:gd name="T34" fmla="*/ 519 w 553"/>
                  <a:gd name="T35" fmla="*/ 61 h 200"/>
                  <a:gd name="T36" fmla="*/ 551 w 553"/>
                  <a:gd name="T37" fmla="*/ 0 h 200"/>
                  <a:gd name="T38" fmla="*/ 551 w 553"/>
                  <a:gd name="T39" fmla="*/ 1 h 200"/>
                  <a:gd name="T40" fmla="*/ 553 w 553"/>
                  <a:gd name="T41" fmla="*/ 21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3" h="200">
                    <a:moveTo>
                      <a:pt x="553" y="21"/>
                    </a:moveTo>
                    <a:cubicBezTo>
                      <a:pt x="553" y="40"/>
                      <a:pt x="548" y="59"/>
                      <a:pt x="540" y="77"/>
                    </a:cubicBezTo>
                    <a:cubicBezTo>
                      <a:pt x="530" y="96"/>
                      <a:pt x="515" y="114"/>
                      <a:pt x="496" y="130"/>
                    </a:cubicBezTo>
                    <a:cubicBezTo>
                      <a:pt x="468" y="154"/>
                      <a:pt x="431" y="173"/>
                      <a:pt x="389" y="185"/>
                    </a:cubicBezTo>
                    <a:cubicBezTo>
                      <a:pt x="389" y="185"/>
                      <a:pt x="389" y="185"/>
                      <a:pt x="389" y="185"/>
                    </a:cubicBezTo>
                    <a:cubicBezTo>
                      <a:pt x="355" y="195"/>
                      <a:pt x="316" y="200"/>
                      <a:pt x="276" y="200"/>
                    </a:cubicBezTo>
                    <a:cubicBezTo>
                      <a:pt x="236" y="200"/>
                      <a:pt x="198" y="195"/>
                      <a:pt x="164" y="185"/>
                    </a:cubicBezTo>
                    <a:cubicBezTo>
                      <a:pt x="164" y="185"/>
                      <a:pt x="164" y="185"/>
                      <a:pt x="164" y="185"/>
                    </a:cubicBezTo>
                    <a:cubicBezTo>
                      <a:pt x="122" y="173"/>
                      <a:pt x="85" y="154"/>
                      <a:pt x="57" y="130"/>
                    </a:cubicBezTo>
                    <a:cubicBezTo>
                      <a:pt x="38" y="114"/>
                      <a:pt x="23" y="96"/>
                      <a:pt x="13" y="77"/>
                    </a:cubicBezTo>
                    <a:cubicBezTo>
                      <a:pt x="4" y="59"/>
                      <a:pt x="0" y="40"/>
                      <a:pt x="0" y="21"/>
                    </a:cubicBezTo>
                    <a:cubicBezTo>
                      <a:pt x="0" y="14"/>
                      <a:pt x="0" y="7"/>
                      <a:pt x="1" y="1"/>
                    </a:cubicBezTo>
                    <a:cubicBezTo>
                      <a:pt x="2" y="0"/>
                      <a:pt x="2" y="0"/>
                      <a:pt x="2" y="0"/>
                    </a:cubicBezTo>
                    <a:cubicBezTo>
                      <a:pt x="7" y="22"/>
                      <a:pt x="18" y="43"/>
                      <a:pt x="34" y="61"/>
                    </a:cubicBezTo>
                    <a:cubicBezTo>
                      <a:pt x="51" y="81"/>
                      <a:pt x="74" y="99"/>
                      <a:pt x="101" y="114"/>
                    </a:cubicBezTo>
                    <a:cubicBezTo>
                      <a:pt x="149" y="139"/>
                      <a:pt x="210" y="154"/>
                      <a:pt x="276" y="154"/>
                    </a:cubicBezTo>
                    <a:cubicBezTo>
                      <a:pt x="343" y="154"/>
                      <a:pt x="404" y="139"/>
                      <a:pt x="452" y="114"/>
                    </a:cubicBezTo>
                    <a:cubicBezTo>
                      <a:pt x="479" y="99"/>
                      <a:pt x="502" y="81"/>
                      <a:pt x="519" y="61"/>
                    </a:cubicBezTo>
                    <a:cubicBezTo>
                      <a:pt x="535" y="43"/>
                      <a:pt x="546" y="22"/>
                      <a:pt x="551" y="0"/>
                    </a:cubicBezTo>
                    <a:cubicBezTo>
                      <a:pt x="551" y="0"/>
                      <a:pt x="551" y="0"/>
                      <a:pt x="551" y="1"/>
                    </a:cubicBezTo>
                    <a:cubicBezTo>
                      <a:pt x="553" y="7"/>
                      <a:pt x="553" y="14"/>
                      <a:pt x="553" y="21"/>
                    </a:cubicBezTo>
                    <a:close/>
                  </a:path>
                </a:pathLst>
              </a:custGeom>
              <a:solidFill>
                <a:srgbClr val="000000">
                  <a:alpha val="5098"/>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nvGrpSpPr>
              <p:cNvPr id="81" name="그룹 80"/>
              <p:cNvGrpSpPr/>
              <p:nvPr/>
            </p:nvGrpSpPr>
            <p:grpSpPr>
              <a:xfrm>
                <a:off x="3387725" y="1158875"/>
                <a:ext cx="1687513" cy="1216025"/>
                <a:chOff x="3387725" y="1158875"/>
                <a:chExt cx="1687513" cy="1216025"/>
              </a:xfrm>
            </p:grpSpPr>
            <p:sp>
              <p:nvSpPr>
                <p:cNvPr id="82" name="Oval 28"/>
                <p:cNvSpPr>
                  <a:spLocks noChangeArrowheads="1"/>
                </p:cNvSpPr>
                <p:nvPr/>
              </p:nvSpPr>
              <p:spPr bwMode="auto">
                <a:xfrm>
                  <a:off x="3387725" y="1158875"/>
                  <a:ext cx="1687513" cy="1090613"/>
                </a:xfrm>
                <a:prstGeom prst="ellipse">
                  <a:avLst/>
                </a:pr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83" name="Freeform 20"/>
                <p:cNvSpPr>
                  <a:spLocks/>
                </p:cNvSpPr>
                <p:nvPr/>
              </p:nvSpPr>
              <p:spPr bwMode="auto">
                <a:xfrm>
                  <a:off x="3387725" y="1704975"/>
                  <a:ext cx="1687513" cy="669925"/>
                </a:xfrm>
                <a:custGeom>
                  <a:avLst/>
                  <a:gdLst>
                    <a:gd name="T0" fmla="*/ 553 w 553"/>
                    <a:gd name="T1" fmla="*/ 41 h 220"/>
                    <a:gd name="T2" fmla="*/ 276 w 553"/>
                    <a:gd name="T3" fmla="*/ 220 h 220"/>
                    <a:gd name="T4" fmla="*/ 0 w 553"/>
                    <a:gd name="T5" fmla="*/ 41 h 220"/>
                    <a:gd name="T6" fmla="*/ 0 w 553"/>
                    <a:gd name="T7" fmla="*/ 0 h 220"/>
                    <a:gd name="T8" fmla="*/ 276 w 553"/>
                    <a:gd name="T9" fmla="*/ 179 h 220"/>
                    <a:gd name="T10" fmla="*/ 553 w 553"/>
                    <a:gd name="T11" fmla="*/ 0 h 220"/>
                    <a:gd name="T12" fmla="*/ 553 w 553"/>
                    <a:gd name="T13" fmla="*/ 41 h 220"/>
                  </a:gdLst>
                  <a:ahLst/>
                  <a:cxnLst>
                    <a:cxn ang="0">
                      <a:pos x="T0" y="T1"/>
                    </a:cxn>
                    <a:cxn ang="0">
                      <a:pos x="T2" y="T3"/>
                    </a:cxn>
                    <a:cxn ang="0">
                      <a:pos x="T4" y="T5"/>
                    </a:cxn>
                    <a:cxn ang="0">
                      <a:pos x="T6" y="T7"/>
                    </a:cxn>
                    <a:cxn ang="0">
                      <a:pos x="T8" y="T9"/>
                    </a:cxn>
                    <a:cxn ang="0">
                      <a:pos x="T10" y="T11"/>
                    </a:cxn>
                    <a:cxn ang="0">
                      <a:pos x="T12" y="T13"/>
                    </a:cxn>
                  </a:cxnLst>
                  <a:rect l="0" t="0" r="r" b="b"/>
                  <a:pathLst>
                    <a:path w="553" h="220">
                      <a:moveTo>
                        <a:pt x="553" y="41"/>
                      </a:moveTo>
                      <a:cubicBezTo>
                        <a:pt x="553" y="140"/>
                        <a:pt x="429" y="220"/>
                        <a:pt x="276" y="220"/>
                      </a:cubicBezTo>
                      <a:cubicBezTo>
                        <a:pt x="124" y="220"/>
                        <a:pt x="0" y="140"/>
                        <a:pt x="0" y="41"/>
                      </a:cubicBezTo>
                      <a:cubicBezTo>
                        <a:pt x="0" y="0"/>
                        <a:pt x="0" y="0"/>
                        <a:pt x="0" y="0"/>
                      </a:cubicBezTo>
                      <a:cubicBezTo>
                        <a:pt x="0" y="99"/>
                        <a:pt x="124" y="179"/>
                        <a:pt x="276" y="179"/>
                      </a:cubicBezTo>
                      <a:cubicBezTo>
                        <a:pt x="429" y="179"/>
                        <a:pt x="553" y="99"/>
                        <a:pt x="553" y="0"/>
                      </a:cubicBezTo>
                      <a:lnTo>
                        <a:pt x="553" y="41"/>
                      </a:lnTo>
                      <a:close/>
                    </a:path>
                  </a:pathLst>
                </a:custGeom>
                <a:pattFill prst="dkUpDiag">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sp>
          <p:nvSpPr>
            <p:cNvPr id="148" name="TextBox 147"/>
            <p:cNvSpPr txBox="1"/>
            <p:nvPr/>
          </p:nvSpPr>
          <p:spPr>
            <a:xfrm>
              <a:off x="4010183" y="1467634"/>
              <a:ext cx="952765" cy="193940"/>
            </a:xfrm>
            <a:prstGeom prst="rect">
              <a:avLst/>
            </a:prstGeom>
            <a:noFill/>
          </p:spPr>
          <p:txBody>
            <a:bodyPr wrap="square" lIns="72000" tIns="0" rIns="72000" bIns="0" rtlCol="0">
              <a:noAutofit/>
            </a:bodyPr>
            <a:lstStyle/>
            <a:p>
              <a:pPr algn="ctr"/>
              <a:r>
                <a:rPr lang="en-US" altLang="ko-KR" sz="1200" b="1" dirty="0">
                  <a:gradFill>
                    <a:gsLst>
                      <a:gs pos="0">
                        <a:schemeClr val="accent3"/>
                      </a:gs>
                      <a:gs pos="100000">
                        <a:schemeClr val="accent3"/>
                      </a:gs>
                    </a:gsLst>
                    <a:lin ang="5400000" scaled="0"/>
                  </a:gradFill>
                  <a:latin typeface="Roboto Condensed Regular"/>
                </a:rPr>
                <a:t>Insert Title</a:t>
              </a:r>
              <a:endParaRPr lang="ko-KR" altLang="en-US" sz="1200" b="1" dirty="0">
                <a:gradFill>
                  <a:gsLst>
                    <a:gs pos="0">
                      <a:schemeClr val="accent3"/>
                    </a:gs>
                    <a:gs pos="100000">
                      <a:schemeClr val="accent3"/>
                    </a:gs>
                  </a:gsLst>
                  <a:lin ang="5400000" scaled="0"/>
                </a:gradFill>
                <a:latin typeface="Roboto Condensed Regular"/>
              </a:endParaRPr>
            </a:p>
          </p:txBody>
        </p:sp>
      </p:grpSp>
      <p:grpSp>
        <p:nvGrpSpPr>
          <p:cNvPr id="46" name="그룹 45"/>
          <p:cNvGrpSpPr/>
          <p:nvPr/>
        </p:nvGrpSpPr>
        <p:grpSpPr>
          <a:xfrm>
            <a:off x="4228032" y="2318319"/>
            <a:ext cx="1872190" cy="603295"/>
            <a:chOff x="6551085" y="2350284"/>
            <a:chExt cx="1872190" cy="603295"/>
          </a:xfrm>
        </p:grpSpPr>
        <p:sp>
          <p:nvSpPr>
            <p:cNvPr id="158" name="TextBox 157"/>
            <p:cNvSpPr txBox="1"/>
            <p:nvPr/>
          </p:nvSpPr>
          <p:spPr>
            <a:xfrm>
              <a:off x="6551085" y="2350284"/>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59" name="TextBox 158"/>
            <p:cNvSpPr txBox="1"/>
            <p:nvPr/>
          </p:nvSpPr>
          <p:spPr>
            <a:xfrm>
              <a:off x="6551085" y="2563982"/>
              <a:ext cx="1872190"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Ut ultrices ultrices enim. Curabitur sit amet mauris. </a:t>
              </a:r>
            </a:p>
          </p:txBody>
        </p:sp>
      </p:grpSp>
      <p:cxnSp>
        <p:nvCxnSpPr>
          <p:cNvPr id="160" name="직선 연결선 159"/>
          <p:cNvCxnSpPr/>
          <p:nvPr/>
        </p:nvCxnSpPr>
        <p:spPr>
          <a:xfrm flipH="1">
            <a:off x="2744252" y="2412938"/>
            <a:ext cx="1460501" cy="0"/>
          </a:xfrm>
          <a:prstGeom prst="line">
            <a:avLst/>
          </a:prstGeom>
          <a:ln w="3175">
            <a:solidFill>
              <a:schemeClr val="accent3">
                <a:lumMod val="50000"/>
                <a:alpha val="8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47" name="그룹 46"/>
          <p:cNvGrpSpPr/>
          <p:nvPr/>
        </p:nvGrpSpPr>
        <p:grpSpPr>
          <a:xfrm>
            <a:off x="4228032" y="3016819"/>
            <a:ext cx="1872190" cy="603295"/>
            <a:chOff x="6551085" y="3048784"/>
            <a:chExt cx="1872190" cy="603295"/>
          </a:xfrm>
        </p:grpSpPr>
        <p:sp>
          <p:nvSpPr>
            <p:cNvPr id="162" name="TextBox 161"/>
            <p:cNvSpPr txBox="1"/>
            <p:nvPr/>
          </p:nvSpPr>
          <p:spPr>
            <a:xfrm>
              <a:off x="6551085" y="3048784"/>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63" name="TextBox 162"/>
            <p:cNvSpPr txBox="1"/>
            <p:nvPr/>
          </p:nvSpPr>
          <p:spPr>
            <a:xfrm>
              <a:off x="6551085" y="3262482"/>
              <a:ext cx="1872190"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Ut ultrices ultrices enim. Curabitur sit amet mauris. </a:t>
              </a:r>
            </a:p>
          </p:txBody>
        </p:sp>
      </p:grpSp>
      <p:cxnSp>
        <p:nvCxnSpPr>
          <p:cNvPr id="164" name="직선 연결선 163"/>
          <p:cNvCxnSpPr/>
          <p:nvPr/>
        </p:nvCxnSpPr>
        <p:spPr>
          <a:xfrm flipH="1">
            <a:off x="2744252" y="3111438"/>
            <a:ext cx="1460501" cy="0"/>
          </a:xfrm>
          <a:prstGeom prst="line">
            <a:avLst/>
          </a:prstGeom>
          <a:ln w="3175">
            <a:solidFill>
              <a:schemeClr val="accent3">
                <a:lumMod val="50000"/>
                <a:alpha val="8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48" name="그룹 47"/>
          <p:cNvGrpSpPr/>
          <p:nvPr/>
        </p:nvGrpSpPr>
        <p:grpSpPr>
          <a:xfrm>
            <a:off x="4228032" y="3848669"/>
            <a:ext cx="1872190" cy="603295"/>
            <a:chOff x="6551085" y="3880634"/>
            <a:chExt cx="1872190" cy="603295"/>
          </a:xfrm>
        </p:grpSpPr>
        <p:sp>
          <p:nvSpPr>
            <p:cNvPr id="166" name="TextBox 165"/>
            <p:cNvSpPr txBox="1"/>
            <p:nvPr/>
          </p:nvSpPr>
          <p:spPr>
            <a:xfrm>
              <a:off x="6551085" y="3880634"/>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67" name="TextBox 166"/>
            <p:cNvSpPr txBox="1"/>
            <p:nvPr/>
          </p:nvSpPr>
          <p:spPr>
            <a:xfrm>
              <a:off x="6551085" y="4094332"/>
              <a:ext cx="1872190"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Ut ultrices ultrices enim. Curabitur sit amet mauris. </a:t>
              </a:r>
            </a:p>
          </p:txBody>
        </p:sp>
      </p:grpSp>
      <p:cxnSp>
        <p:nvCxnSpPr>
          <p:cNvPr id="168" name="직선 연결선 167"/>
          <p:cNvCxnSpPr/>
          <p:nvPr/>
        </p:nvCxnSpPr>
        <p:spPr>
          <a:xfrm flipH="1">
            <a:off x="2744252" y="3943288"/>
            <a:ext cx="1460501" cy="0"/>
          </a:xfrm>
          <a:prstGeom prst="line">
            <a:avLst/>
          </a:prstGeom>
          <a:ln w="3175">
            <a:solidFill>
              <a:schemeClr val="accent3">
                <a:lumMod val="50000"/>
                <a:alpha val="8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45" name="그룹 44"/>
          <p:cNvGrpSpPr/>
          <p:nvPr/>
        </p:nvGrpSpPr>
        <p:grpSpPr>
          <a:xfrm>
            <a:off x="4228032" y="1435669"/>
            <a:ext cx="1872190" cy="603295"/>
            <a:chOff x="6551085" y="1467634"/>
            <a:chExt cx="1872190" cy="603295"/>
          </a:xfrm>
        </p:grpSpPr>
        <p:sp>
          <p:nvSpPr>
            <p:cNvPr id="142" name="TextBox 141"/>
            <p:cNvSpPr txBox="1"/>
            <p:nvPr/>
          </p:nvSpPr>
          <p:spPr>
            <a:xfrm>
              <a:off x="6551085" y="1467634"/>
              <a:ext cx="952765" cy="193940"/>
            </a:xfrm>
            <a:prstGeom prst="rect">
              <a:avLst/>
            </a:prstGeom>
            <a:noFill/>
          </p:spPr>
          <p:txBody>
            <a:bodyPr wrap="square" lIns="72000" tIns="0" rIns="7200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Lorem Ipsum</a:t>
              </a:r>
              <a:endParaRPr lang="ko-KR" altLang="en-US" sz="1200" b="1" dirty="0">
                <a:gradFill>
                  <a:gsLst>
                    <a:gs pos="0">
                      <a:schemeClr val="accent1"/>
                    </a:gs>
                    <a:gs pos="100000">
                      <a:schemeClr val="accent1"/>
                    </a:gs>
                  </a:gsLst>
                  <a:lin ang="5400000" scaled="0"/>
                </a:gradFill>
                <a:latin typeface="Roboto Condensed Regular"/>
              </a:endParaRPr>
            </a:p>
          </p:txBody>
        </p:sp>
        <p:sp>
          <p:nvSpPr>
            <p:cNvPr id="143" name="TextBox 142"/>
            <p:cNvSpPr txBox="1"/>
            <p:nvPr/>
          </p:nvSpPr>
          <p:spPr>
            <a:xfrm>
              <a:off x="6551085" y="1681332"/>
              <a:ext cx="1872190" cy="389597"/>
            </a:xfrm>
            <a:prstGeom prst="rect">
              <a:avLst/>
            </a:prstGeom>
            <a:noFill/>
          </p:spPr>
          <p:txBody>
            <a:bodyPr wrap="square" lIns="72000" tIns="0" rIns="7200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Ut ultrices ultrices enim. Curabitur sit amet mauris. </a:t>
              </a:r>
            </a:p>
          </p:txBody>
        </p:sp>
      </p:grpSp>
      <p:cxnSp>
        <p:nvCxnSpPr>
          <p:cNvPr id="144" name="직선 연결선 143"/>
          <p:cNvCxnSpPr/>
          <p:nvPr/>
        </p:nvCxnSpPr>
        <p:spPr>
          <a:xfrm flipH="1">
            <a:off x="2744252" y="1530288"/>
            <a:ext cx="1460501" cy="0"/>
          </a:xfrm>
          <a:prstGeom prst="line">
            <a:avLst/>
          </a:prstGeom>
          <a:ln w="3175">
            <a:solidFill>
              <a:schemeClr val="accent1">
                <a:lumMod val="7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815951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anim calcmode="lin" valueType="num">
                                      <p:cBhvr>
                                        <p:cTn id="8" dur="500" fill="hold"/>
                                        <p:tgtEl>
                                          <p:spTgt spid="41"/>
                                        </p:tgtEl>
                                        <p:attrNameLst>
                                          <p:attrName>ppt_x</p:attrName>
                                        </p:attrNameLst>
                                      </p:cBhvr>
                                      <p:tavLst>
                                        <p:tav tm="0">
                                          <p:val>
                                            <p:strVal val="#ppt_x"/>
                                          </p:val>
                                        </p:tav>
                                        <p:tav tm="100000">
                                          <p:val>
                                            <p:strVal val="#ppt_x"/>
                                          </p:val>
                                        </p:tav>
                                      </p:tavLst>
                                    </p:anim>
                                    <p:anim calcmode="lin" valueType="num">
                                      <p:cBhvr>
                                        <p:cTn id="9" dur="500" fill="hold"/>
                                        <p:tgtEl>
                                          <p:spTgt spid="41"/>
                                        </p:tgtEl>
                                        <p:attrNameLst>
                                          <p:attrName>ppt_y</p:attrName>
                                        </p:attrNameLst>
                                      </p:cBhvr>
                                      <p:tavLst>
                                        <p:tav tm="0">
                                          <p:val>
                                            <p:strVal val="#ppt_y+.1"/>
                                          </p:val>
                                        </p:tav>
                                        <p:tav tm="100000">
                                          <p:val>
                                            <p:strVal val="#ppt_y"/>
                                          </p:val>
                                        </p:tav>
                                      </p:tavLst>
                                    </p:anim>
                                  </p:childTnLst>
                                </p:cTn>
                              </p:par>
                              <p:par>
                                <p:cTn id="10" presetID="17" presetClass="entr" presetSubtype="10" fill="hold" nodeType="withEffect">
                                  <p:stCondLst>
                                    <p:cond delay="0"/>
                                  </p:stCondLst>
                                  <p:childTnLst>
                                    <p:set>
                                      <p:cBhvr>
                                        <p:cTn id="11" dur="1" fill="hold">
                                          <p:stCondLst>
                                            <p:cond delay="0"/>
                                          </p:stCondLst>
                                        </p:cTn>
                                        <p:tgtEl>
                                          <p:spTgt spid="144"/>
                                        </p:tgtEl>
                                        <p:attrNameLst>
                                          <p:attrName>style.visibility</p:attrName>
                                        </p:attrNameLst>
                                      </p:cBhvr>
                                      <p:to>
                                        <p:strVal val="visible"/>
                                      </p:to>
                                    </p:set>
                                    <p:anim calcmode="lin" valueType="num">
                                      <p:cBhvr>
                                        <p:cTn id="12" dur="500" fill="hold"/>
                                        <p:tgtEl>
                                          <p:spTgt spid="144"/>
                                        </p:tgtEl>
                                        <p:attrNameLst>
                                          <p:attrName>ppt_w</p:attrName>
                                        </p:attrNameLst>
                                      </p:cBhvr>
                                      <p:tavLst>
                                        <p:tav tm="0">
                                          <p:val>
                                            <p:fltVal val="0"/>
                                          </p:val>
                                        </p:tav>
                                        <p:tav tm="100000">
                                          <p:val>
                                            <p:strVal val="#ppt_w"/>
                                          </p:val>
                                        </p:tav>
                                      </p:tavLst>
                                    </p:anim>
                                    <p:anim calcmode="lin" valueType="num">
                                      <p:cBhvr>
                                        <p:cTn id="13" dur="500" fill="hold"/>
                                        <p:tgtEl>
                                          <p:spTgt spid="144"/>
                                        </p:tgtEl>
                                        <p:attrNameLst>
                                          <p:attrName>ppt_h</p:attrName>
                                        </p:attrNameLst>
                                      </p:cBhvr>
                                      <p:tavLst>
                                        <p:tav tm="0">
                                          <p:val>
                                            <p:strVal val="#ppt_h"/>
                                          </p:val>
                                        </p:tav>
                                        <p:tav tm="100000">
                                          <p:val>
                                            <p:strVal val="#ppt_h"/>
                                          </p:val>
                                        </p:tav>
                                      </p:tavLst>
                                    </p:anim>
                                  </p:childTnLst>
                                </p:cTn>
                              </p:par>
                              <p:par>
                                <p:cTn id="14" presetID="47" presetClass="entr" presetSubtype="0" fill="hold"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500"/>
                                        <p:tgtEl>
                                          <p:spTgt spid="45"/>
                                        </p:tgtEl>
                                      </p:cBhvr>
                                    </p:animEffect>
                                    <p:anim calcmode="lin" valueType="num">
                                      <p:cBhvr>
                                        <p:cTn id="17" dur="500" fill="hold"/>
                                        <p:tgtEl>
                                          <p:spTgt spid="45"/>
                                        </p:tgtEl>
                                        <p:attrNameLst>
                                          <p:attrName>ppt_x</p:attrName>
                                        </p:attrNameLst>
                                      </p:cBhvr>
                                      <p:tavLst>
                                        <p:tav tm="0">
                                          <p:val>
                                            <p:strVal val="#ppt_x"/>
                                          </p:val>
                                        </p:tav>
                                        <p:tav tm="100000">
                                          <p:val>
                                            <p:strVal val="#ppt_x"/>
                                          </p:val>
                                        </p:tav>
                                      </p:tavLst>
                                    </p:anim>
                                    <p:anim calcmode="lin" valueType="num">
                                      <p:cBhvr>
                                        <p:cTn id="18" dur="500" fill="hold"/>
                                        <p:tgtEl>
                                          <p:spTgt spid="45"/>
                                        </p:tgtEl>
                                        <p:attrNameLst>
                                          <p:attrName>ppt_y</p:attrName>
                                        </p:attrNameLst>
                                      </p:cBhvr>
                                      <p:tavLst>
                                        <p:tav tm="0">
                                          <p:val>
                                            <p:strVal val="#ppt_y-.1"/>
                                          </p:val>
                                        </p:tav>
                                        <p:tav tm="100000">
                                          <p:val>
                                            <p:strVal val="#ppt_y"/>
                                          </p:val>
                                        </p:tav>
                                      </p:tavLst>
                                    </p:anim>
                                  </p:childTnLst>
                                </p:cTn>
                              </p:par>
                            </p:childTnLst>
                          </p:cTn>
                        </p:par>
                        <p:par>
                          <p:cTn id="19" fill="hold">
                            <p:stCondLst>
                              <p:cond delay="500"/>
                            </p:stCondLst>
                            <p:childTnLst>
                              <p:par>
                                <p:cTn id="20" presetID="42" presetClass="entr" presetSubtype="0" fill="hold" nodeType="after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anim calcmode="lin" valueType="num">
                                      <p:cBhvr>
                                        <p:cTn id="23" dur="500" fill="hold"/>
                                        <p:tgtEl>
                                          <p:spTgt spid="42"/>
                                        </p:tgtEl>
                                        <p:attrNameLst>
                                          <p:attrName>ppt_x</p:attrName>
                                        </p:attrNameLst>
                                      </p:cBhvr>
                                      <p:tavLst>
                                        <p:tav tm="0">
                                          <p:val>
                                            <p:strVal val="#ppt_x"/>
                                          </p:val>
                                        </p:tav>
                                        <p:tav tm="100000">
                                          <p:val>
                                            <p:strVal val="#ppt_x"/>
                                          </p:val>
                                        </p:tav>
                                      </p:tavLst>
                                    </p:anim>
                                    <p:anim calcmode="lin" valueType="num">
                                      <p:cBhvr>
                                        <p:cTn id="24" dur="500" fill="hold"/>
                                        <p:tgtEl>
                                          <p:spTgt spid="42"/>
                                        </p:tgtEl>
                                        <p:attrNameLst>
                                          <p:attrName>ppt_y</p:attrName>
                                        </p:attrNameLst>
                                      </p:cBhvr>
                                      <p:tavLst>
                                        <p:tav tm="0">
                                          <p:val>
                                            <p:strVal val="#ppt_y+.1"/>
                                          </p:val>
                                        </p:tav>
                                        <p:tav tm="100000">
                                          <p:val>
                                            <p:strVal val="#ppt_y"/>
                                          </p:val>
                                        </p:tav>
                                      </p:tavLst>
                                    </p:anim>
                                  </p:childTnLst>
                                </p:cTn>
                              </p:par>
                              <p:par>
                                <p:cTn id="25" presetID="17" presetClass="entr" presetSubtype="10" fill="hold" nodeType="withEffect">
                                  <p:stCondLst>
                                    <p:cond delay="0"/>
                                  </p:stCondLst>
                                  <p:childTnLst>
                                    <p:set>
                                      <p:cBhvr>
                                        <p:cTn id="26" dur="1" fill="hold">
                                          <p:stCondLst>
                                            <p:cond delay="0"/>
                                          </p:stCondLst>
                                        </p:cTn>
                                        <p:tgtEl>
                                          <p:spTgt spid="160"/>
                                        </p:tgtEl>
                                        <p:attrNameLst>
                                          <p:attrName>style.visibility</p:attrName>
                                        </p:attrNameLst>
                                      </p:cBhvr>
                                      <p:to>
                                        <p:strVal val="visible"/>
                                      </p:to>
                                    </p:set>
                                    <p:anim calcmode="lin" valueType="num">
                                      <p:cBhvr>
                                        <p:cTn id="27" dur="500" fill="hold"/>
                                        <p:tgtEl>
                                          <p:spTgt spid="160"/>
                                        </p:tgtEl>
                                        <p:attrNameLst>
                                          <p:attrName>ppt_w</p:attrName>
                                        </p:attrNameLst>
                                      </p:cBhvr>
                                      <p:tavLst>
                                        <p:tav tm="0">
                                          <p:val>
                                            <p:fltVal val="0"/>
                                          </p:val>
                                        </p:tav>
                                        <p:tav tm="100000">
                                          <p:val>
                                            <p:strVal val="#ppt_w"/>
                                          </p:val>
                                        </p:tav>
                                      </p:tavLst>
                                    </p:anim>
                                    <p:anim calcmode="lin" valueType="num">
                                      <p:cBhvr>
                                        <p:cTn id="28" dur="500" fill="hold"/>
                                        <p:tgtEl>
                                          <p:spTgt spid="160"/>
                                        </p:tgtEl>
                                        <p:attrNameLst>
                                          <p:attrName>ppt_h</p:attrName>
                                        </p:attrNameLst>
                                      </p:cBhvr>
                                      <p:tavLst>
                                        <p:tav tm="0">
                                          <p:val>
                                            <p:strVal val="#ppt_h"/>
                                          </p:val>
                                        </p:tav>
                                        <p:tav tm="100000">
                                          <p:val>
                                            <p:strVal val="#ppt_h"/>
                                          </p:val>
                                        </p:tav>
                                      </p:tavLst>
                                    </p:anim>
                                  </p:childTnLst>
                                </p:cTn>
                              </p:par>
                              <p:par>
                                <p:cTn id="29" presetID="47"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00"/>
                                        <p:tgtEl>
                                          <p:spTgt spid="46"/>
                                        </p:tgtEl>
                                      </p:cBhvr>
                                    </p:animEffect>
                                    <p:anim calcmode="lin" valueType="num">
                                      <p:cBhvr>
                                        <p:cTn id="32" dur="500" fill="hold"/>
                                        <p:tgtEl>
                                          <p:spTgt spid="46"/>
                                        </p:tgtEl>
                                        <p:attrNameLst>
                                          <p:attrName>ppt_x</p:attrName>
                                        </p:attrNameLst>
                                      </p:cBhvr>
                                      <p:tavLst>
                                        <p:tav tm="0">
                                          <p:val>
                                            <p:strVal val="#ppt_x"/>
                                          </p:val>
                                        </p:tav>
                                        <p:tav tm="100000">
                                          <p:val>
                                            <p:strVal val="#ppt_x"/>
                                          </p:val>
                                        </p:tav>
                                      </p:tavLst>
                                    </p:anim>
                                    <p:anim calcmode="lin" valueType="num">
                                      <p:cBhvr>
                                        <p:cTn id="33" dur="500" fill="hold"/>
                                        <p:tgtEl>
                                          <p:spTgt spid="46"/>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42" presetClass="entr" presetSubtype="0" fill="hold" nodeType="after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anim calcmode="lin" valueType="num">
                                      <p:cBhvr>
                                        <p:cTn id="38" dur="500" fill="hold"/>
                                        <p:tgtEl>
                                          <p:spTgt spid="43"/>
                                        </p:tgtEl>
                                        <p:attrNameLst>
                                          <p:attrName>ppt_x</p:attrName>
                                        </p:attrNameLst>
                                      </p:cBhvr>
                                      <p:tavLst>
                                        <p:tav tm="0">
                                          <p:val>
                                            <p:strVal val="#ppt_x"/>
                                          </p:val>
                                        </p:tav>
                                        <p:tav tm="100000">
                                          <p:val>
                                            <p:strVal val="#ppt_x"/>
                                          </p:val>
                                        </p:tav>
                                      </p:tavLst>
                                    </p:anim>
                                    <p:anim calcmode="lin" valueType="num">
                                      <p:cBhvr>
                                        <p:cTn id="39" dur="500" fill="hold"/>
                                        <p:tgtEl>
                                          <p:spTgt spid="43"/>
                                        </p:tgtEl>
                                        <p:attrNameLst>
                                          <p:attrName>ppt_y</p:attrName>
                                        </p:attrNameLst>
                                      </p:cBhvr>
                                      <p:tavLst>
                                        <p:tav tm="0">
                                          <p:val>
                                            <p:strVal val="#ppt_y+.1"/>
                                          </p:val>
                                        </p:tav>
                                        <p:tav tm="100000">
                                          <p:val>
                                            <p:strVal val="#ppt_y"/>
                                          </p:val>
                                        </p:tav>
                                      </p:tavLst>
                                    </p:anim>
                                  </p:childTnLst>
                                </p:cTn>
                              </p:par>
                              <p:par>
                                <p:cTn id="40" presetID="17" presetClass="entr" presetSubtype="10" fill="hold" nodeType="withEffect">
                                  <p:stCondLst>
                                    <p:cond delay="0"/>
                                  </p:stCondLst>
                                  <p:childTnLst>
                                    <p:set>
                                      <p:cBhvr>
                                        <p:cTn id="41" dur="1" fill="hold">
                                          <p:stCondLst>
                                            <p:cond delay="0"/>
                                          </p:stCondLst>
                                        </p:cTn>
                                        <p:tgtEl>
                                          <p:spTgt spid="164"/>
                                        </p:tgtEl>
                                        <p:attrNameLst>
                                          <p:attrName>style.visibility</p:attrName>
                                        </p:attrNameLst>
                                      </p:cBhvr>
                                      <p:to>
                                        <p:strVal val="visible"/>
                                      </p:to>
                                    </p:set>
                                    <p:anim calcmode="lin" valueType="num">
                                      <p:cBhvr>
                                        <p:cTn id="42" dur="500" fill="hold"/>
                                        <p:tgtEl>
                                          <p:spTgt spid="164"/>
                                        </p:tgtEl>
                                        <p:attrNameLst>
                                          <p:attrName>ppt_w</p:attrName>
                                        </p:attrNameLst>
                                      </p:cBhvr>
                                      <p:tavLst>
                                        <p:tav tm="0">
                                          <p:val>
                                            <p:fltVal val="0"/>
                                          </p:val>
                                        </p:tav>
                                        <p:tav tm="100000">
                                          <p:val>
                                            <p:strVal val="#ppt_w"/>
                                          </p:val>
                                        </p:tav>
                                      </p:tavLst>
                                    </p:anim>
                                    <p:anim calcmode="lin" valueType="num">
                                      <p:cBhvr>
                                        <p:cTn id="43" dur="500" fill="hold"/>
                                        <p:tgtEl>
                                          <p:spTgt spid="164"/>
                                        </p:tgtEl>
                                        <p:attrNameLst>
                                          <p:attrName>ppt_h</p:attrName>
                                        </p:attrNameLst>
                                      </p:cBhvr>
                                      <p:tavLst>
                                        <p:tav tm="0">
                                          <p:val>
                                            <p:strVal val="#ppt_h"/>
                                          </p:val>
                                        </p:tav>
                                        <p:tav tm="100000">
                                          <p:val>
                                            <p:strVal val="#ppt_h"/>
                                          </p:val>
                                        </p:tav>
                                      </p:tavLst>
                                    </p:anim>
                                  </p:childTnLst>
                                </p:cTn>
                              </p:par>
                              <p:par>
                                <p:cTn id="44" presetID="47" presetClass="entr" presetSubtype="0" fill="hold" nodeType="with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fade">
                                      <p:cBhvr>
                                        <p:cTn id="46" dur="500"/>
                                        <p:tgtEl>
                                          <p:spTgt spid="47"/>
                                        </p:tgtEl>
                                      </p:cBhvr>
                                    </p:animEffect>
                                    <p:anim calcmode="lin" valueType="num">
                                      <p:cBhvr>
                                        <p:cTn id="47" dur="500" fill="hold"/>
                                        <p:tgtEl>
                                          <p:spTgt spid="47"/>
                                        </p:tgtEl>
                                        <p:attrNameLst>
                                          <p:attrName>ppt_x</p:attrName>
                                        </p:attrNameLst>
                                      </p:cBhvr>
                                      <p:tavLst>
                                        <p:tav tm="0">
                                          <p:val>
                                            <p:strVal val="#ppt_x"/>
                                          </p:val>
                                        </p:tav>
                                        <p:tav tm="100000">
                                          <p:val>
                                            <p:strVal val="#ppt_x"/>
                                          </p:val>
                                        </p:tav>
                                      </p:tavLst>
                                    </p:anim>
                                    <p:anim calcmode="lin" valueType="num">
                                      <p:cBhvr>
                                        <p:cTn id="48" dur="500" fill="hold"/>
                                        <p:tgtEl>
                                          <p:spTgt spid="47"/>
                                        </p:tgtEl>
                                        <p:attrNameLst>
                                          <p:attrName>ppt_y</p:attrName>
                                        </p:attrNameLst>
                                      </p:cBhvr>
                                      <p:tavLst>
                                        <p:tav tm="0">
                                          <p:val>
                                            <p:strVal val="#ppt_y-.1"/>
                                          </p:val>
                                        </p:tav>
                                        <p:tav tm="100000">
                                          <p:val>
                                            <p:strVal val="#ppt_y"/>
                                          </p:val>
                                        </p:tav>
                                      </p:tavLst>
                                    </p:anim>
                                  </p:childTnLst>
                                </p:cTn>
                              </p:par>
                            </p:childTnLst>
                          </p:cTn>
                        </p:par>
                        <p:par>
                          <p:cTn id="49" fill="hold">
                            <p:stCondLst>
                              <p:cond delay="1500"/>
                            </p:stCondLst>
                            <p:childTnLst>
                              <p:par>
                                <p:cTn id="50" presetID="42" presetClass="entr" presetSubtype="0" fill="hold" nodeType="after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fade">
                                      <p:cBhvr>
                                        <p:cTn id="52" dur="500"/>
                                        <p:tgtEl>
                                          <p:spTgt spid="44"/>
                                        </p:tgtEl>
                                      </p:cBhvr>
                                    </p:animEffect>
                                    <p:anim calcmode="lin" valueType="num">
                                      <p:cBhvr>
                                        <p:cTn id="53" dur="500" fill="hold"/>
                                        <p:tgtEl>
                                          <p:spTgt spid="44"/>
                                        </p:tgtEl>
                                        <p:attrNameLst>
                                          <p:attrName>ppt_x</p:attrName>
                                        </p:attrNameLst>
                                      </p:cBhvr>
                                      <p:tavLst>
                                        <p:tav tm="0">
                                          <p:val>
                                            <p:strVal val="#ppt_x"/>
                                          </p:val>
                                        </p:tav>
                                        <p:tav tm="100000">
                                          <p:val>
                                            <p:strVal val="#ppt_x"/>
                                          </p:val>
                                        </p:tav>
                                      </p:tavLst>
                                    </p:anim>
                                    <p:anim calcmode="lin" valueType="num">
                                      <p:cBhvr>
                                        <p:cTn id="54" dur="500" fill="hold"/>
                                        <p:tgtEl>
                                          <p:spTgt spid="44"/>
                                        </p:tgtEl>
                                        <p:attrNameLst>
                                          <p:attrName>ppt_y</p:attrName>
                                        </p:attrNameLst>
                                      </p:cBhvr>
                                      <p:tavLst>
                                        <p:tav tm="0">
                                          <p:val>
                                            <p:strVal val="#ppt_y+.1"/>
                                          </p:val>
                                        </p:tav>
                                        <p:tav tm="100000">
                                          <p:val>
                                            <p:strVal val="#ppt_y"/>
                                          </p:val>
                                        </p:tav>
                                      </p:tavLst>
                                    </p:anim>
                                  </p:childTnLst>
                                </p:cTn>
                              </p:par>
                              <p:par>
                                <p:cTn id="55" presetID="17" presetClass="entr" presetSubtype="10" fill="hold" nodeType="withEffect">
                                  <p:stCondLst>
                                    <p:cond delay="0"/>
                                  </p:stCondLst>
                                  <p:childTnLst>
                                    <p:set>
                                      <p:cBhvr>
                                        <p:cTn id="56" dur="1" fill="hold">
                                          <p:stCondLst>
                                            <p:cond delay="0"/>
                                          </p:stCondLst>
                                        </p:cTn>
                                        <p:tgtEl>
                                          <p:spTgt spid="168"/>
                                        </p:tgtEl>
                                        <p:attrNameLst>
                                          <p:attrName>style.visibility</p:attrName>
                                        </p:attrNameLst>
                                      </p:cBhvr>
                                      <p:to>
                                        <p:strVal val="visible"/>
                                      </p:to>
                                    </p:set>
                                    <p:anim calcmode="lin" valueType="num">
                                      <p:cBhvr>
                                        <p:cTn id="57" dur="500" fill="hold"/>
                                        <p:tgtEl>
                                          <p:spTgt spid="168"/>
                                        </p:tgtEl>
                                        <p:attrNameLst>
                                          <p:attrName>ppt_w</p:attrName>
                                        </p:attrNameLst>
                                      </p:cBhvr>
                                      <p:tavLst>
                                        <p:tav tm="0">
                                          <p:val>
                                            <p:fltVal val="0"/>
                                          </p:val>
                                        </p:tav>
                                        <p:tav tm="100000">
                                          <p:val>
                                            <p:strVal val="#ppt_w"/>
                                          </p:val>
                                        </p:tav>
                                      </p:tavLst>
                                    </p:anim>
                                    <p:anim calcmode="lin" valueType="num">
                                      <p:cBhvr>
                                        <p:cTn id="58" dur="500" fill="hold"/>
                                        <p:tgtEl>
                                          <p:spTgt spid="168"/>
                                        </p:tgtEl>
                                        <p:attrNameLst>
                                          <p:attrName>ppt_h</p:attrName>
                                        </p:attrNameLst>
                                      </p:cBhvr>
                                      <p:tavLst>
                                        <p:tav tm="0">
                                          <p:val>
                                            <p:strVal val="#ppt_h"/>
                                          </p:val>
                                        </p:tav>
                                        <p:tav tm="100000">
                                          <p:val>
                                            <p:strVal val="#ppt_h"/>
                                          </p:val>
                                        </p:tav>
                                      </p:tavLst>
                                    </p:anim>
                                  </p:childTnLst>
                                </p:cTn>
                              </p:par>
                              <p:par>
                                <p:cTn id="59" presetID="47" presetClass="entr" presetSubtype="0" fill="hold" nodeType="withEffect">
                                  <p:stCondLst>
                                    <p:cond delay="0"/>
                                  </p:stCondLst>
                                  <p:childTnLst>
                                    <p:set>
                                      <p:cBhvr>
                                        <p:cTn id="60" dur="1" fill="hold">
                                          <p:stCondLst>
                                            <p:cond delay="0"/>
                                          </p:stCondLst>
                                        </p:cTn>
                                        <p:tgtEl>
                                          <p:spTgt spid="48"/>
                                        </p:tgtEl>
                                        <p:attrNameLst>
                                          <p:attrName>style.visibility</p:attrName>
                                        </p:attrNameLst>
                                      </p:cBhvr>
                                      <p:to>
                                        <p:strVal val="visible"/>
                                      </p:to>
                                    </p:set>
                                    <p:animEffect transition="in" filter="fade">
                                      <p:cBhvr>
                                        <p:cTn id="61" dur="500"/>
                                        <p:tgtEl>
                                          <p:spTgt spid="48"/>
                                        </p:tgtEl>
                                      </p:cBhvr>
                                    </p:animEffect>
                                    <p:anim calcmode="lin" valueType="num">
                                      <p:cBhvr>
                                        <p:cTn id="62" dur="500" fill="hold"/>
                                        <p:tgtEl>
                                          <p:spTgt spid="48"/>
                                        </p:tgtEl>
                                        <p:attrNameLst>
                                          <p:attrName>ppt_x</p:attrName>
                                        </p:attrNameLst>
                                      </p:cBhvr>
                                      <p:tavLst>
                                        <p:tav tm="0">
                                          <p:val>
                                            <p:strVal val="#ppt_x"/>
                                          </p:val>
                                        </p:tav>
                                        <p:tav tm="100000">
                                          <p:val>
                                            <p:strVal val="#ppt_x"/>
                                          </p:val>
                                        </p:tav>
                                      </p:tavLst>
                                    </p:anim>
                                    <p:anim calcmode="lin" valueType="num">
                                      <p:cBhvr>
                                        <p:cTn id="63" dur="5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Brain Diagram</a:t>
            </a:r>
          </a:p>
        </p:txBody>
      </p:sp>
      <p:grpSp>
        <p:nvGrpSpPr>
          <p:cNvPr id="32" name="그룹 31"/>
          <p:cNvGrpSpPr/>
          <p:nvPr/>
        </p:nvGrpSpPr>
        <p:grpSpPr>
          <a:xfrm>
            <a:off x="1869540" y="1968501"/>
            <a:ext cx="3036902" cy="3175000"/>
            <a:chOff x="3971926" y="1968500"/>
            <a:chExt cx="3036902" cy="3175000"/>
          </a:xfrm>
        </p:grpSpPr>
        <p:sp>
          <p:nvSpPr>
            <p:cNvPr id="78" name="Freeform 35"/>
            <p:cNvSpPr>
              <a:spLocks/>
            </p:cNvSpPr>
            <p:nvPr/>
          </p:nvSpPr>
          <p:spPr bwMode="auto">
            <a:xfrm>
              <a:off x="3971926" y="1968500"/>
              <a:ext cx="3036902" cy="3175000"/>
            </a:xfrm>
            <a:custGeom>
              <a:avLst/>
              <a:gdLst>
                <a:gd name="T0" fmla="*/ 314 w 1684"/>
                <a:gd name="T1" fmla="*/ 284 h 1761"/>
                <a:gd name="T2" fmla="*/ 201 w 1684"/>
                <a:gd name="T3" fmla="*/ 565 h 1761"/>
                <a:gd name="T4" fmla="*/ 191 w 1684"/>
                <a:gd name="T5" fmla="*/ 655 h 1761"/>
                <a:gd name="T6" fmla="*/ 36 w 1684"/>
                <a:gd name="T7" fmla="*/ 832 h 1761"/>
                <a:gd name="T8" fmla="*/ 9 w 1684"/>
                <a:gd name="T9" fmla="*/ 921 h 1761"/>
                <a:gd name="T10" fmla="*/ 105 w 1684"/>
                <a:gd name="T11" fmla="*/ 981 h 1761"/>
                <a:gd name="T12" fmla="*/ 76 w 1684"/>
                <a:gd name="T13" fmla="*/ 1088 h 1761"/>
                <a:gd name="T14" fmla="*/ 119 w 1684"/>
                <a:gd name="T15" fmla="*/ 1143 h 1761"/>
                <a:gd name="T16" fmla="*/ 79 w 1684"/>
                <a:gd name="T17" fmla="*/ 1179 h 1761"/>
                <a:gd name="T18" fmla="*/ 91 w 1684"/>
                <a:gd name="T19" fmla="*/ 1225 h 1761"/>
                <a:gd name="T20" fmla="*/ 128 w 1684"/>
                <a:gd name="T21" fmla="*/ 1252 h 1761"/>
                <a:gd name="T22" fmla="*/ 114 w 1684"/>
                <a:gd name="T23" fmla="*/ 1362 h 1761"/>
                <a:gd name="T24" fmla="*/ 400 w 1684"/>
                <a:gd name="T25" fmla="*/ 1490 h 1761"/>
                <a:gd name="T26" fmla="*/ 484 w 1684"/>
                <a:gd name="T27" fmla="*/ 1761 h 1761"/>
                <a:gd name="T28" fmla="*/ 745 w 1684"/>
                <a:gd name="T29" fmla="*/ 1761 h 1761"/>
                <a:gd name="T30" fmla="*/ 745 w 1684"/>
                <a:gd name="T31" fmla="*/ 1761 h 1761"/>
                <a:gd name="T32" fmla="*/ 1253 w 1684"/>
                <a:gd name="T33" fmla="*/ 1761 h 1761"/>
                <a:gd name="T34" fmla="*/ 1346 w 1684"/>
                <a:gd name="T35" fmla="*/ 1032 h 1761"/>
                <a:gd name="T36" fmla="*/ 745 w 1684"/>
                <a:gd name="T37" fmla="*/ 69 h 1761"/>
                <a:gd name="T38" fmla="*/ 745 w 1684"/>
                <a:gd name="T39" fmla="*/ 69 h 1761"/>
                <a:gd name="T40" fmla="*/ 314 w 1684"/>
                <a:gd name="T41" fmla="*/ 284 h 1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84" h="1761">
                  <a:moveTo>
                    <a:pt x="314" y="284"/>
                  </a:moveTo>
                  <a:cubicBezTo>
                    <a:pt x="204" y="415"/>
                    <a:pt x="223" y="522"/>
                    <a:pt x="201" y="565"/>
                  </a:cubicBezTo>
                  <a:cubicBezTo>
                    <a:pt x="187" y="594"/>
                    <a:pt x="210" y="629"/>
                    <a:pt x="191" y="655"/>
                  </a:cubicBezTo>
                  <a:cubicBezTo>
                    <a:pt x="145" y="720"/>
                    <a:pt x="102" y="764"/>
                    <a:pt x="36" y="832"/>
                  </a:cubicBezTo>
                  <a:cubicBezTo>
                    <a:pt x="18" y="850"/>
                    <a:pt x="0" y="897"/>
                    <a:pt x="9" y="921"/>
                  </a:cubicBezTo>
                  <a:cubicBezTo>
                    <a:pt x="19" y="946"/>
                    <a:pt x="93" y="941"/>
                    <a:pt x="105" y="981"/>
                  </a:cubicBezTo>
                  <a:cubicBezTo>
                    <a:pt x="121" y="1034"/>
                    <a:pt x="73" y="1053"/>
                    <a:pt x="76" y="1088"/>
                  </a:cubicBezTo>
                  <a:cubicBezTo>
                    <a:pt x="69" y="1129"/>
                    <a:pt x="105" y="1134"/>
                    <a:pt x="119" y="1143"/>
                  </a:cubicBezTo>
                  <a:cubicBezTo>
                    <a:pt x="98" y="1163"/>
                    <a:pt x="89" y="1162"/>
                    <a:pt x="79" y="1179"/>
                  </a:cubicBezTo>
                  <a:cubicBezTo>
                    <a:pt x="72" y="1191"/>
                    <a:pt x="83" y="1213"/>
                    <a:pt x="91" y="1225"/>
                  </a:cubicBezTo>
                  <a:cubicBezTo>
                    <a:pt x="100" y="1239"/>
                    <a:pt x="127" y="1236"/>
                    <a:pt x="128" y="1252"/>
                  </a:cubicBezTo>
                  <a:cubicBezTo>
                    <a:pt x="129" y="1296"/>
                    <a:pt x="107" y="1319"/>
                    <a:pt x="114" y="1362"/>
                  </a:cubicBezTo>
                  <a:cubicBezTo>
                    <a:pt x="140" y="1527"/>
                    <a:pt x="333" y="1406"/>
                    <a:pt x="400" y="1490"/>
                  </a:cubicBezTo>
                  <a:cubicBezTo>
                    <a:pt x="454" y="1556"/>
                    <a:pt x="512" y="1620"/>
                    <a:pt x="484" y="1761"/>
                  </a:cubicBezTo>
                  <a:cubicBezTo>
                    <a:pt x="745" y="1761"/>
                    <a:pt x="745" y="1761"/>
                    <a:pt x="745" y="1761"/>
                  </a:cubicBezTo>
                  <a:cubicBezTo>
                    <a:pt x="745" y="1761"/>
                    <a:pt x="745" y="1761"/>
                    <a:pt x="745" y="1761"/>
                  </a:cubicBezTo>
                  <a:cubicBezTo>
                    <a:pt x="1253" y="1761"/>
                    <a:pt x="1253" y="1761"/>
                    <a:pt x="1253" y="1761"/>
                  </a:cubicBezTo>
                  <a:cubicBezTo>
                    <a:pt x="1084" y="1384"/>
                    <a:pt x="1150" y="1293"/>
                    <a:pt x="1346" y="1032"/>
                  </a:cubicBezTo>
                  <a:cubicBezTo>
                    <a:pt x="1684" y="581"/>
                    <a:pt x="1314" y="0"/>
                    <a:pt x="745" y="69"/>
                  </a:cubicBezTo>
                  <a:cubicBezTo>
                    <a:pt x="745" y="69"/>
                    <a:pt x="745" y="69"/>
                    <a:pt x="745" y="69"/>
                  </a:cubicBezTo>
                  <a:cubicBezTo>
                    <a:pt x="610" y="85"/>
                    <a:pt x="408" y="169"/>
                    <a:pt x="314" y="28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80" name="TextBox 79"/>
            <p:cNvSpPr txBox="1">
              <a:spLocks/>
            </p:cNvSpPr>
            <p:nvPr/>
          </p:nvSpPr>
          <p:spPr>
            <a:xfrm>
              <a:off x="4511148" y="2655084"/>
              <a:ext cx="1872190" cy="589766"/>
            </a:xfrm>
            <a:prstGeom prst="rect">
              <a:avLst/>
            </a:prstGeom>
            <a:noFill/>
          </p:spPr>
          <p:txBody>
            <a:bodyPr wrap="square" lIns="72000" tIns="0" rIns="72000" bIns="0" rtlCol="0">
              <a:noAutofit/>
            </a:bodyPr>
            <a:lstStyle/>
            <a:p>
              <a:pPr lvl="0" algn="ctr"/>
              <a:r>
                <a:rPr lang="en-US" altLang="ko-KR" sz="1500" b="1" dirty="0">
                  <a:gradFill>
                    <a:gsLst>
                      <a:gs pos="0">
                        <a:schemeClr val="accent1"/>
                      </a:gs>
                      <a:gs pos="100000">
                        <a:schemeClr val="accent1"/>
                      </a:gs>
                    </a:gsLst>
                    <a:lin ang="5400000" scaled="1"/>
                  </a:gradFill>
                  <a:latin typeface="Roboto Condensed Regular"/>
                </a:rPr>
                <a:t>Insert Main </a:t>
              </a:r>
            </a:p>
            <a:p>
              <a:pPr lvl="0" algn="ctr"/>
              <a:r>
                <a:rPr lang="en-US" altLang="ko-KR" sz="1500" b="1" dirty="0">
                  <a:gradFill>
                    <a:gsLst>
                      <a:gs pos="0">
                        <a:schemeClr val="accent1"/>
                      </a:gs>
                      <a:gs pos="100000">
                        <a:schemeClr val="accent1"/>
                      </a:gs>
                    </a:gsLst>
                    <a:lin ang="5400000" scaled="1"/>
                  </a:gradFill>
                  <a:latin typeface="Roboto Condensed Regular"/>
                </a:rPr>
                <a:t>Keyword</a:t>
              </a:r>
              <a:endParaRPr lang="ko-KR" altLang="en-US" sz="1500" b="1" dirty="0">
                <a:gradFill>
                  <a:gsLst>
                    <a:gs pos="0">
                      <a:schemeClr val="accent1"/>
                    </a:gs>
                    <a:gs pos="100000">
                      <a:schemeClr val="accent1"/>
                    </a:gs>
                  </a:gsLst>
                  <a:lin ang="5400000" scaled="1"/>
                </a:gradFill>
                <a:latin typeface="Roboto Condensed Regular"/>
              </a:endParaRPr>
            </a:p>
          </p:txBody>
        </p:sp>
        <p:sp>
          <p:nvSpPr>
            <p:cNvPr id="81" name="TextBox 80"/>
            <p:cNvSpPr txBox="1"/>
            <p:nvPr/>
          </p:nvSpPr>
          <p:spPr>
            <a:xfrm>
              <a:off x="4511148" y="3262482"/>
              <a:ext cx="1872190" cy="389597"/>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accent3">
                          <a:lumMod val="65000"/>
                        </a:schemeClr>
                      </a:gs>
                      <a:gs pos="100000">
                        <a:schemeClr val="accent3">
                          <a:lumMod val="65000"/>
                        </a:schemeClr>
                      </a:gs>
                    </a:gsLst>
                    <a:lin ang="5400000" scaled="0"/>
                  </a:gradFill>
                  <a:ea typeface="Roboto Light" pitchFamily="2" charset="0"/>
                  <a:cs typeface="Roboto Condensed Regular"/>
                </a:rPr>
                <a:t>Donec lacus nunc, viverra nec, blandit vel, egestas et, augue. Vestibulum tincidunt malesuada tellus. Ut ultrices ultrices enim. Curabitur sit amet mauris. </a:t>
              </a:r>
            </a:p>
          </p:txBody>
        </p:sp>
      </p:grpSp>
      <p:grpSp>
        <p:nvGrpSpPr>
          <p:cNvPr id="44" name="그룹 43"/>
          <p:cNvGrpSpPr/>
          <p:nvPr/>
        </p:nvGrpSpPr>
        <p:grpSpPr>
          <a:xfrm>
            <a:off x="1322688" y="1644656"/>
            <a:ext cx="1299331" cy="1155699"/>
            <a:chOff x="1322688" y="1644656"/>
            <a:chExt cx="1299331" cy="1155699"/>
          </a:xfrm>
        </p:grpSpPr>
        <p:grpSp>
          <p:nvGrpSpPr>
            <p:cNvPr id="38" name="그룹 37"/>
            <p:cNvGrpSpPr/>
            <p:nvPr/>
          </p:nvGrpSpPr>
          <p:grpSpPr>
            <a:xfrm>
              <a:off x="1322688" y="1644656"/>
              <a:ext cx="1299331" cy="1155699"/>
              <a:chOff x="3425069" y="1644651"/>
              <a:chExt cx="1299331" cy="1155699"/>
            </a:xfrm>
          </p:grpSpPr>
          <p:cxnSp>
            <p:nvCxnSpPr>
              <p:cNvPr id="82" name="직선 연결선 81"/>
              <p:cNvCxnSpPr/>
              <p:nvPr/>
            </p:nvCxnSpPr>
            <p:spPr>
              <a:xfrm flipH="1" flipV="1">
                <a:off x="3905707" y="2131637"/>
                <a:ext cx="818693" cy="668713"/>
              </a:xfrm>
              <a:prstGeom prst="line">
                <a:avLst/>
              </a:prstGeom>
              <a:ln w="3175">
                <a:solidFill>
                  <a:schemeClr val="accent1"/>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34" name="그룹 33"/>
              <p:cNvGrpSpPr/>
              <p:nvPr/>
            </p:nvGrpSpPr>
            <p:grpSpPr>
              <a:xfrm>
                <a:off x="3425069" y="1644651"/>
                <a:ext cx="644939" cy="644936"/>
                <a:chOff x="3425069" y="1644651"/>
                <a:chExt cx="644939" cy="644936"/>
              </a:xfrm>
            </p:grpSpPr>
            <p:grpSp>
              <p:nvGrpSpPr>
                <p:cNvPr id="84" name="그룹 83"/>
                <p:cNvGrpSpPr/>
                <p:nvPr/>
              </p:nvGrpSpPr>
              <p:grpSpPr>
                <a:xfrm>
                  <a:off x="3425069" y="1644651"/>
                  <a:ext cx="644939" cy="644936"/>
                  <a:chOff x="5388525" y="1348545"/>
                  <a:chExt cx="805349" cy="805347"/>
                </a:xfrm>
              </p:grpSpPr>
              <p:sp>
                <p:nvSpPr>
                  <p:cNvPr id="90" name="타원 89"/>
                  <p:cNvSpPr/>
                  <p:nvPr/>
                </p:nvSpPr>
                <p:spPr>
                  <a:xfrm>
                    <a:off x="5388525" y="1348545"/>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900"/>
                      </a:lnSpc>
                    </a:pPr>
                    <a:endParaRPr lang="ko-KR" altLang="en-US" sz="4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91"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87" name="TextBox 86"/>
                <p:cNvSpPr txBox="1"/>
                <p:nvPr/>
              </p:nvSpPr>
              <p:spPr>
                <a:xfrm>
                  <a:off x="3434792" y="2038101"/>
                  <a:ext cx="625489" cy="155311"/>
                </a:xfrm>
                <a:prstGeom prst="rect">
                  <a:avLst/>
                </a:prstGeom>
                <a:noFill/>
              </p:spPr>
              <p:txBody>
                <a:bodyPr wrap="square" lIns="0" tIns="0" rIns="0" bIns="0" rtlCol="0">
                  <a:noAutofit/>
                </a:bodyPr>
                <a:lstStyle/>
                <a:p>
                  <a:pPr lvl="0" algn="ctr"/>
                  <a:r>
                    <a:rPr lang="en-US" altLang="ko-KR" sz="800" b="1" dirty="0">
                      <a:gradFill>
                        <a:gsLst>
                          <a:gs pos="0">
                            <a:schemeClr val="bg2"/>
                          </a:gs>
                          <a:gs pos="100000">
                            <a:schemeClr val="bg2"/>
                          </a:gs>
                        </a:gsLst>
                        <a:lin ang="5400000" scaled="0"/>
                      </a:gradFill>
                      <a:latin typeface="Roboto Condensed Regular"/>
                    </a:rPr>
                    <a:t>Keyword</a:t>
                  </a:r>
                  <a:endParaRPr lang="ko-KR" altLang="en-US" sz="800" b="1" dirty="0">
                    <a:gradFill>
                      <a:gsLst>
                        <a:gs pos="0">
                          <a:schemeClr val="bg2"/>
                        </a:gs>
                        <a:gs pos="100000">
                          <a:schemeClr val="bg2"/>
                        </a:gs>
                      </a:gsLst>
                      <a:lin ang="5400000" scaled="0"/>
                    </a:gradFill>
                    <a:latin typeface="Roboto Condensed Regular"/>
                  </a:endParaRPr>
                </a:p>
              </p:txBody>
            </p:sp>
          </p:grpSp>
        </p:grpSp>
        <p:sp>
          <p:nvSpPr>
            <p:cNvPr id="43" name="Freeform 48"/>
            <p:cNvSpPr>
              <a:spLocks noEditPoints="1"/>
            </p:cNvSpPr>
            <p:nvPr/>
          </p:nvSpPr>
          <p:spPr bwMode="auto">
            <a:xfrm>
              <a:off x="1540077" y="1708505"/>
              <a:ext cx="209767" cy="306932"/>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46" name="그룹 45"/>
          <p:cNvGrpSpPr/>
          <p:nvPr/>
        </p:nvGrpSpPr>
        <p:grpSpPr>
          <a:xfrm>
            <a:off x="2160885" y="1066801"/>
            <a:ext cx="899282" cy="1409700"/>
            <a:chOff x="2160885" y="1066801"/>
            <a:chExt cx="899282" cy="1409700"/>
          </a:xfrm>
        </p:grpSpPr>
        <p:grpSp>
          <p:nvGrpSpPr>
            <p:cNvPr id="39" name="그룹 38"/>
            <p:cNvGrpSpPr/>
            <p:nvPr/>
          </p:nvGrpSpPr>
          <p:grpSpPr>
            <a:xfrm>
              <a:off x="2160885" y="1066801"/>
              <a:ext cx="899282" cy="1409700"/>
              <a:chOff x="4263269" y="1066801"/>
              <a:chExt cx="899282" cy="1409700"/>
            </a:xfrm>
          </p:grpSpPr>
          <p:cxnSp>
            <p:nvCxnSpPr>
              <p:cNvPr id="104" name="직선 연결선 103"/>
              <p:cNvCxnSpPr/>
              <p:nvPr/>
            </p:nvCxnSpPr>
            <p:spPr>
              <a:xfrm flipH="1" flipV="1">
                <a:off x="4705350" y="1619250"/>
                <a:ext cx="457201" cy="857251"/>
              </a:xfrm>
              <a:prstGeom prst="line">
                <a:avLst/>
              </a:prstGeom>
              <a:ln w="3175">
                <a:solidFill>
                  <a:schemeClr val="accent3">
                    <a:lumMod val="6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33" name="그룹 32"/>
              <p:cNvGrpSpPr/>
              <p:nvPr/>
            </p:nvGrpSpPr>
            <p:grpSpPr>
              <a:xfrm>
                <a:off x="4263269" y="1066801"/>
                <a:ext cx="644939" cy="644936"/>
                <a:chOff x="4263269" y="1066801"/>
                <a:chExt cx="644939" cy="644936"/>
              </a:xfrm>
            </p:grpSpPr>
            <p:grpSp>
              <p:nvGrpSpPr>
                <p:cNvPr id="106" name="그룹 105"/>
                <p:cNvGrpSpPr/>
                <p:nvPr/>
              </p:nvGrpSpPr>
              <p:grpSpPr>
                <a:xfrm>
                  <a:off x="4263269" y="1066801"/>
                  <a:ext cx="644939" cy="644936"/>
                  <a:chOff x="5388525" y="1348545"/>
                  <a:chExt cx="805349" cy="805347"/>
                </a:xfrm>
              </p:grpSpPr>
              <p:sp>
                <p:nvSpPr>
                  <p:cNvPr id="112" name="타원 111"/>
                  <p:cNvSpPr/>
                  <p:nvPr/>
                </p:nvSpPr>
                <p:spPr>
                  <a:xfrm>
                    <a:off x="5388525" y="1348545"/>
                    <a:ext cx="805348" cy="80534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900"/>
                      </a:lnSpc>
                    </a:pPr>
                    <a:endParaRPr lang="ko-KR" altLang="en-US" sz="4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13"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09" name="TextBox 108"/>
                <p:cNvSpPr txBox="1"/>
                <p:nvPr/>
              </p:nvSpPr>
              <p:spPr>
                <a:xfrm>
                  <a:off x="4272992" y="1460251"/>
                  <a:ext cx="625489" cy="155311"/>
                </a:xfrm>
                <a:prstGeom prst="rect">
                  <a:avLst/>
                </a:prstGeom>
                <a:noFill/>
              </p:spPr>
              <p:txBody>
                <a:bodyPr wrap="square" lIns="0" tIns="0" rIns="0" bIns="0" rtlCol="0">
                  <a:noAutofit/>
                </a:bodyPr>
                <a:lstStyle/>
                <a:p>
                  <a:pPr algn="ctr"/>
                  <a:r>
                    <a:rPr lang="en-US" altLang="ko-KR" sz="800" b="1" dirty="0">
                      <a:gradFill>
                        <a:gsLst>
                          <a:gs pos="0">
                            <a:schemeClr val="bg2"/>
                          </a:gs>
                          <a:gs pos="100000">
                            <a:schemeClr val="bg2"/>
                          </a:gs>
                        </a:gsLst>
                        <a:lin ang="5400000" scaled="0"/>
                      </a:gradFill>
                      <a:latin typeface="Roboto Condensed Regular"/>
                    </a:rPr>
                    <a:t>Keyword</a:t>
                  </a:r>
                  <a:endParaRPr lang="ko-KR" altLang="en-US" sz="800" b="1" dirty="0">
                    <a:gradFill>
                      <a:gsLst>
                        <a:gs pos="0">
                          <a:schemeClr val="bg2"/>
                        </a:gs>
                        <a:gs pos="100000">
                          <a:schemeClr val="bg2"/>
                        </a:gs>
                      </a:gsLst>
                      <a:lin ang="5400000" scaled="0"/>
                    </a:gradFill>
                    <a:latin typeface="Roboto Condensed Regular"/>
                  </a:endParaRPr>
                </a:p>
              </p:txBody>
            </p:sp>
          </p:grpSp>
        </p:grpSp>
        <p:sp>
          <p:nvSpPr>
            <p:cNvPr id="45" name="Freeform 45"/>
            <p:cNvSpPr>
              <a:spLocks noEditPoints="1"/>
            </p:cNvSpPr>
            <p:nvPr/>
          </p:nvSpPr>
          <p:spPr bwMode="auto">
            <a:xfrm>
              <a:off x="2398347" y="1137613"/>
              <a:ext cx="181353" cy="310511"/>
            </a:xfrm>
            <a:custGeom>
              <a:avLst/>
              <a:gdLst/>
              <a:ahLst/>
              <a:cxnLst>
                <a:cxn ang="0">
                  <a:pos x="67" y="230"/>
                </a:cxn>
                <a:cxn ang="0">
                  <a:pos x="104" y="194"/>
                </a:cxn>
                <a:cxn ang="0">
                  <a:pos x="31" y="194"/>
                </a:cxn>
                <a:cxn ang="0">
                  <a:pos x="67" y="230"/>
                </a:cxn>
                <a:cxn ang="0">
                  <a:pos x="31" y="182"/>
                </a:cxn>
                <a:cxn ang="0">
                  <a:pos x="104" y="182"/>
                </a:cxn>
                <a:cxn ang="0">
                  <a:pos x="104" y="160"/>
                </a:cxn>
                <a:cxn ang="0">
                  <a:pos x="31" y="160"/>
                </a:cxn>
                <a:cxn ang="0">
                  <a:pos x="31" y="182"/>
                </a:cxn>
                <a:cxn ang="0">
                  <a:pos x="132" y="78"/>
                </a:cxn>
                <a:cxn ang="0">
                  <a:pos x="67" y="0"/>
                </a:cxn>
                <a:cxn ang="0">
                  <a:pos x="3" y="78"/>
                </a:cxn>
                <a:cxn ang="0">
                  <a:pos x="2" y="88"/>
                </a:cxn>
                <a:cxn ang="0">
                  <a:pos x="10" y="93"/>
                </a:cxn>
                <a:cxn ang="0">
                  <a:pos x="31" y="93"/>
                </a:cxn>
                <a:cxn ang="0">
                  <a:pos x="31" y="148"/>
                </a:cxn>
                <a:cxn ang="0">
                  <a:pos x="104" y="148"/>
                </a:cxn>
                <a:cxn ang="0">
                  <a:pos x="104" y="93"/>
                </a:cxn>
                <a:cxn ang="0">
                  <a:pos x="125" y="93"/>
                </a:cxn>
                <a:cxn ang="0">
                  <a:pos x="133" y="88"/>
                </a:cxn>
                <a:cxn ang="0">
                  <a:pos x="132" y="78"/>
                </a:cxn>
              </a:cxnLst>
              <a:rect l="0" t="0" r="r" b="b"/>
              <a:pathLst>
                <a:path w="135" h="230">
                  <a:moveTo>
                    <a:pt x="67" y="230"/>
                  </a:moveTo>
                  <a:cubicBezTo>
                    <a:pt x="88" y="230"/>
                    <a:pt x="104" y="214"/>
                    <a:pt x="104" y="194"/>
                  </a:cubicBezTo>
                  <a:cubicBezTo>
                    <a:pt x="31" y="194"/>
                    <a:pt x="31" y="194"/>
                    <a:pt x="31" y="194"/>
                  </a:cubicBezTo>
                  <a:cubicBezTo>
                    <a:pt x="31" y="214"/>
                    <a:pt x="47" y="230"/>
                    <a:pt x="67" y="230"/>
                  </a:cubicBezTo>
                  <a:close/>
                  <a:moveTo>
                    <a:pt x="31" y="182"/>
                  </a:moveTo>
                  <a:cubicBezTo>
                    <a:pt x="104" y="182"/>
                    <a:pt x="104" y="182"/>
                    <a:pt x="104" y="182"/>
                  </a:cubicBezTo>
                  <a:cubicBezTo>
                    <a:pt x="104" y="160"/>
                    <a:pt x="104" y="160"/>
                    <a:pt x="104" y="160"/>
                  </a:cubicBezTo>
                  <a:cubicBezTo>
                    <a:pt x="31" y="160"/>
                    <a:pt x="31" y="160"/>
                    <a:pt x="31" y="160"/>
                  </a:cubicBezTo>
                  <a:lnTo>
                    <a:pt x="31" y="182"/>
                  </a:lnTo>
                  <a:close/>
                  <a:moveTo>
                    <a:pt x="132" y="78"/>
                  </a:moveTo>
                  <a:cubicBezTo>
                    <a:pt x="67" y="0"/>
                    <a:pt x="67" y="0"/>
                    <a:pt x="67" y="0"/>
                  </a:cubicBezTo>
                  <a:cubicBezTo>
                    <a:pt x="3" y="78"/>
                    <a:pt x="3" y="78"/>
                    <a:pt x="3" y="78"/>
                  </a:cubicBezTo>
                  <a:cubicBezTo>
                    <a:pt x="1" y="81"/>
                    <a:pt x="0" y="85"/>
                    <a:pt x="2" y="88"/>
                  </a:cubicBezTo>
                  <a:cubicBezTo>
                    <a:pt x="3" y="91"/>
                    <a:pt x="6" y="93"/>
                    <a:pt x="10" y="93"/>
                  </a:cubicBezTo>
                  <a:cubicBezTo>
                    <a:pt x="31" y="93"/>
                    <a:pt x="31" y="93"/>
                    <a:pt x="31" y="93"/>
                  </a:cubicBezTo>
                  <a:cubicBezTo>
                    <a:pt x="31" y="148"/>
                    <a:pt x="31" y="148"/>
                    <a:pt x="31" y="148"/>
                  </a:cubicBezTo>
                  <a:cubicBezTo>
                    <a:pt x="104" y="148"/>
                    <a:pt x="104" y="148"/>
                    <a:pt x="104" y="148"/>
                  </a:cubicBezTo>
                  <a:cubicBezTo>
                    <a:pt x="104" y="93"/>
                    <a:pt x="104" y="93"/>
                    <a:pt x="104" y="93"/>
                  </a:cubicBezTo>
                  <a:cubicBezTo>
                    <a:pt x="125" y="93"/>
                    <a:pt x="125" y="93"/>
                    <a:pt x="125" y="93"/>
                  </a:cubicBezTo>
                  <a:cubicBezTo>
                    <a:pt x="129" y="93"/>
                    <a:pt x="132" y="91"/>
                    <a:pt x="133" y="88"/>
                  </a:cubicBezTo>
                  <a:cubicBezTo>
                    <a:pt x="135" y="85"/>
                    <a:pt x="134" y="81"/>
                    <a:pt x="132" y="78"/>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50" name="그룹 49"/>
          <p:cNvGrpSpPr/>
          <p:nvPr/>
        </p:nvGrpSpPr>
        <p:grpSpPr>
          <a:xfrm>
            <a:off x="3240388" y="971555"/>
            <a:ext cx="644939" cy="1492683"/>
            <a:chOff x="3240388" y="971555"/>
            <a:chExt cx="644939" cy="1492683"/>
          </a:xfrm>
        </p:grpSpPr>
        <p:grpSp>
          <p:nvGrpSpPr>
            <p:cNvPr id="40" name="그룹 39"/>
            <p:cNvGrpSpPr/>
            <p:nvPr/>
          </p:nvGrpSpPr>
          <p:grpSpPr>
            <a:xfrm>
              <a:off x="3240388" y="971555"/>
              <a:ext cx="644939" cy="1492683"/>
              <a:chOff x="5342769" y="971551"/>
              <a:chExt cx="644939" cy="1492683"/>
            </a:xfrm>
          </p:grpSpPr>
          <p:cxnSp>
            <p:nvCxnSpPr>
              <p:cNvPr id="119" name="직선 연결선 118"/>
              <p:cNvCxnSpPr/>
              <p:nvPr/>
            </p:nvCxnSpPr>
            <p:spPr>
              <a:xfrm flipV="1">
                <a:off x="5664200" y="1564234"/>
                <a:ext cx="1038" cy="900000"/>
              </a:xfrm>
              <a:prstGeom prst="line">
                <a:avLst/>
              </a:prstGeom>
              <a:ln w="3175">
                <a:solidFill>
                  <a:schemeClr val="accent3">
                    <a:lumMod val="6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35" name="그룹 34"/>
              <p:cNvGrpSpPr/>
              <p:nvPr/>
            </p:nvGrpSpPr>
            <p:grpSpPr>
              <a:xfrm>
                <a:off x="5342769" y="971551"/>
                <a:ext cx="644939" cy="644936"/>
                <a:chOff x="5342769" y="971551"/>
                <a:chExt cx="644939" cy="644936"/>
              </a:xfrm>
            </p:grpSpPr>
            <p:grpSp>
              <p:nvGrpSpPr>
                <p:cNvPr id="121" name="그룹 120"/>
                <p:cNvGrpSpPr/>
                <p:nvPr/>
              </p:nvGrpSpPr>
              <p:grpSpPr>
                <a:xfrm>
                  <a:off x="5342769" y="971551"/>
                  <a:ext cx="644939" cy="644936"/>
                  <a:chOff x="5388525" y="1348545"/>
                  <a:chExt cx="805349" cy="805347"/>
                </a:xfrm>
              </p:grpSpPr>
              <p:sp>
                <p:nvSpPr>
                  <p:cNvPr id="127" name="타원 126"/>
                  <p:cNvSpPr/>
                  <p:nvPr/>
                </p:nvSpPr>
                <p:spPr>
                  <a:xfrm>
                    <a:off x="5388525" y="1348545"/>
                    <a:ext cx="805348" cy="80534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900"/>
                      </a:lnSpc>
                    </a:pPr>
                    <a:endParaRPr lang="ko-KR" altLang="en-US" sz="4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28"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24" name="TextBox 123"/>
                <p:cNvSpPr txBox="1"/>
                <p:nvPr/>
              </p:nvSpPr>
              <p:spPr>
                <a:xfrm>
                  <a:off x="5352492" y="1365001"/>
                  <a:ext cx="625489" cy="155311"/>
                </a:xfrm>
                <a:prstGeom prst="rect">
                  <a:avLst/>
                </a:prstGeom>
                <a:noFill/>
              </p:spPr>
              <p:txBody>
                <a:bodyPr wrap="square" lIns="0" tIns="0" rIns="0" bIns="0" rtlCol="0">
                  <a:noAutofit/>
                </a:bodyPr>
                <a:lstStyle/>
                <a:p>
                  <a:pPr algn="ctr"/>
                  <a:r>
                    <a:rPr lang="en-US" altLang="ko-KR" sz="800" b="1" dirty="0">
                      <a:gradFill>
                        <a:gsLst>
                          <a:gs pos="0">
                            <a:schemeClr val="bg2"/>
                          </a:gs>
                          <a:gs pos="100000">
                            <a:schemeClr val="bg2"/>
                          </a:gs>
                        </a:gsLst>
                        <a:lin ang="5400000" scaled="0"/>
                      </a:gradFill>
                      <a:latin typeface="Roboto Condensed Regular"/>
                    </a:rPr>
                    <a:t>Keyword</a:t>
                  </a:r>
                  <a:endParaRPr lang="ko-KR" altLang="en-US" sz="800" b="1" dirty="0">
                    <a:gradFill>
                      <a:gsLst>
                        <a:gs pos="0">
                          <a:schemeClr val="bg2"/>
                        </a:gs>
                        <a:gs pos="100000">
                          <a:schemeClr val="bg2"/>
                        </a:gs>
                      </a:gsLst>
                      <a:lin ang="5400000" scaled="0"/>
                    </a:gradFill>
                    <a:latin typeface="Roboto Condensed Regular"/>
                  </a:endParaRPr>
                </a:p>
              </p:txBody>
            </p:sp>
          </p:grpSp>
        </p:grpSp>
        <p:sp>
          <p:nvSpPr>
            <p:cNvPr id="47" name="Freeform 54"/>
            <p:cNvSpPr>
              <a:spLocks noEditPoints="1"/>
            </p:cNvSpPr>
            <p:nvPr/>
          </p:nvSpPr>
          <p:spPr bwMode="auto">
            <a:xfrm>
              <a:off x="3422750" y="1076369"/>
              <a:ext cx="268276" cy="253955"/>
            </a:xfrm>
            <a:custGeom>
              <a:avLst/>
              <a:gdLst/>
              <a:ahLst/>
              <a:cxnLst>
                <a:cxn ang="0">
                  <a:pos x="0" y="266"/>
                </a:cxn>
                <a:cxn ang="0">
                  <a:pos x="76" y="266"/>
                </a:cxn>
                <a:cxn ang="0">
                  <a:pos x="76" y="144"/>
                </a:cxn>
                <a:cxn ang="0">
                  <a:pos x="0" y="144"/>
                </a:cxn>
                <a:cxn ang="0">
                  <a:pos x="0" y="266"/>
                </a:cxn>
                <a:cxn ang="0">
                  <a:pos x="204" y="73"/>
                </a:cxn>
                <a:cxn ang="0">
                  <a:pos x="204" y="266"/>
                </a:cxn>
                <a:cxn ang="0">
                  <a:pos x="281" y="266"/>
                </a:cxn>
                <a:cxn ang="0">
                  <a:pos x="281" y="73"/>
                </a:cxn>
                <a:cxn ang="0">
                  <a:pos x="204" y="73"/>
                </a:cxn>
                <a:cxn ang="0">
                  <a:pos x="102" y="266"/>
                </a:cxn>
                <a:cxn ang="0">
                  <a:pos x="178" y="266"/>
                </a:cxn>
                <a:cxn ang="0">
                  <a:pos x="178" y="0"/>
                </a:cxn>
                <a:cxn ang="0">
                  <a:pos x="102" y="0"/>
                </a:cxn>
                <a:cxn ang="0">
                  <a:pos x="102" y="266"/>
                </a:cxn>
              </a:cxnLst>
              <a:rect l="0" t="0" r="r" b="b"/>
              <a:pathLst>
                <a:path w="281" h="266">
                  <a:moveTo>
                    <a:pt x="0" y="266"/>
                  </a:moveTo>
                  <a:lnTo>
                    <a:pt x="76" y="266"/>
                  </a:lnTo>
                  <a:lnTo>
                    <a:pt x="76" y="144"/>
                  </a:lnTo>
                  <a:lnTo>
                    <a:pt x="0" y="144"/>
                  </a:lnTo>
                  <a:lnTo>
                    <a:pt x="0" y="266"/>
                  </a:lnTo>
                  <a:close/>
                  <a:moveTo>
                    <a:pt x="204" y="73"/>
                  </a:moveTo>
                  <a:lnTo>
                    <a:pt x="204" y="266"/>
                  </a:lnTo>
                  <a:lnTo>
                    <a:pt x="281" y="266"/>
                  </a:lnTo>
                  <a:lnTo>
                    <a:pt x="281" y="73"/>
                  </a:lnTo>
                  <a:lnTo>
                    <a:pt x="204" y="73"/>
                  </a:lnTo>
                  <a:close/>
                  <a:moveTo>
                    <a:pt x="102" y="266"/>
                  </a:moveTo>
                  <a:lnTo>
                    <a:pt x="178" y="266"/>
                  </a:lnTo>
                  <a:lnTo>
                    <a:pt x="178" y="0"/>
                  </a:lnTo>
                  <a:lnTo>
                    <a:pt x="102" y="0"/>
                  </a:lnTo>
                  <a:lnTo>
                    <a:pt x="102" y="266"/>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51" name="그룹 50"/>
          <p:cNvGrpSpPr/>
          <p:nvPr/>
        </p:nvGrpSpPr>
        <p:grpSpPr>
          <a:xfrm>
            <a:off x="3961864" y="1365253"/>
            <a:ext cx="1047408" cy="1244600"/>
            <a:chOff x="3961864" y="1365253"/>
            <a:chExt cx="1047408" cy="1244600"/>
          </a:xfrm>
        </p:grpSpPr>
        <p:grpSp>
          <p:nvGrpSpPr>
            <p:cNvPr id="41" name="그룹 40"/>
            <p:cNvGrpSpPr/>
            <p:nvPr/>
          </p:nvGrpSpPr>
          <p:grpSpPr>
            <a:xfrm>
              <a:off x="3961864" y="1365253"/>
              <a:ext cx="1047408" cy="1244600"/>
              <a:chOff x="6064250" y="1365251"/>
              <a:chExt cx="1047408" cy="1244600"/>
            </a:xfrm>
          </p:grpSpPr>
          <p:cxnSp>
            <p:nvCxnSpPr>
              <p:cNvPr id="129" name="직선 연결선 128"/>
              <p:cNvCxnSpPr/>
              <p:nvPr/>
            </p:nvCxnSpPr>
            <p:spPr>
              <a:xfrm flipV="1">
                <a:off x="6064250" y="1892300"/>
                <a:ext cx="603250" cy="717551"/>
              </a:xfrm>
              <a:prstGeom prst="line">
                <a:avLst/>
              </a:prstGeom>
              <a:ln w="3175">
                <a:solidFill>
                  <a:schemeClr val="accent3">
                    <a:lumMod val="6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36" name="그룹 35"/>
              <p:cNvGrpSpPr/>
              <p:nvPr/>
            </p:nvGrpSpPr>
            <p:grpSpPr>
              <a:xfrm>
                <a:off x="6466719" y="1365251"/>
                <a:ext cx="644939" cy="644936"/>
                <a:chOff x="6466719" y="1365251"/>
                <a:chExt cx="644939" cy="644936"/>
              </a:xfrm>
            </p:grpSpPr>
            <p:grpSp>
              <p:nvGrpSpPr>
                <p:cNvPr id="131" name="그룹 130"/>
                <p:cNvGrpSpPr/>
                <p:nvPr/>
              </p:nvGrpSpPr>
              <p:grpSpPr>
                <a:xfrm>
                  <a:off x="6466719" y="1365251"/>
                  <a:ext cx="644939" cy="644936"/>
                  <a:chOff x="5388525" y="1348545"/>
                  <a:chExt cx="805349" cy="805347"/>
                </a:xfrm>
              </p:grpSpPr>
              <p:sp>
                <p:nvSpPr>
                  <p:cNvPr id="137" name="타원 136"/>
                  <p:cNvSpPr/>
                  <p:nvPr/>
                </p:nvSpPr>
                <p:spPr>
                  <a:xfrm>
                    <a:off x="5388525" y="1348545"/>
                    <a:ext cx="805348" cy="80534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900"/>
                      </a:lnSpc>
                    </a:pPr>
                    <a:endParaRPr lang="ko-KR" altLang="en-US" sz="4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38"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34" name="TextBox 133"/>
                <p:cNvSpPr txBox="1"/>
                <p:nvPr/>
              </p:nvSpPr>
              <p:spPr>
                <a:xfrm>
                  <a:off x="6476442" y="1758701"/>
                  <a:ext cx="625489" cy="155311"/>
                </a:xfrm>
                <a:prstGeom prst="rect">
                  <a:avLst/>
                </a:prstGeom>
                <a:noFill/>
              </p:spPr>
              <p:txBody>
                <a:bodyPr wrap="square" lIns="0" tIns="0" rIns="0" bIns="0" rtlCol="0">
                  <a:noAutofit/>
                </a:bodyPr>
                <a:lstStyle/>
                <a:p>
                  <a:pPr algn="ctr"/>
                  <a:r>
                    <a:rPr lang="en-US" altLang="ko-KR" sz="800" b="1" dirty="0">
                      <a:gradFill>
                        <a:gsLst>
                          <a:gs pos="0">
                            <a:schemeClr val="bg2"/>
                          </a:gs>
                          <a:gs pos="100000">
                            <a:schemeClr val="bg2"/>
                          </a:gs>
                        </a:gsLst>
                        <a:lin ang="5400000" scaled="0"/>
                      </a:gradFill>
                      <a:latin typeface="Roboto Condensed Regular"/>
                    </a:rPr>
                    <a:t>Keyword</a:t>
                  </a:r>
                  <a:endParaRPr lang="ko-KR" altLang="en-US" sz="800" b="1" dirty="0">
                    <a:gradFill>
                      <a:gsLst>
                        <a:gs pos="0">
                          <a:schemeClr val="bg2"/>
                        </a:gs>
                        <a:gs pos="100000">
                          <a:schemeClr val="bg2"/>
                        </a:gs>
                      </a:gsLst>
                      <a:lin ang="5400000" scaled="0"/>
                    </a:gradFill>
                    <a:latin typeface="Roboto Condensed Regular"/>
                  </a:endParaRPr>
                </a:p>
              </p:txBody>
            </p:sp>
          </p:grpSp>
        </p:grpSp>
        <p:sp>
          <p:nvSpPr>
            <p:cNvPr id="48" name="Freeform 53"/>
            <p:cNvSpPr>
              <a:spLocks noEditPoints="1"/>
            </p:cNvSpPr>
            <p:nvPr/>
          </p:nvSpPr>
          <p:spPr bwMode="auto">
            <a:xfrm>
              <a:off x="4561487" y="1450841"/>
              <a:ext cx="267212" cy="297917"/>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52" name="그룹 51"/>
          <p:cNvGrpSpPr/>
          <p:nvPr/>
        </p:nvGrpSpPr>
        <p:grpSpPr>
          <a:xfrm>
            <a:off x="4241265" y="2374903"/>
            <a:ext cx="1244258" cy="644936"/>
            <a:chOff x="4241265" y="2374903"/>
            <a:chExt cx="1244258" cy="644936"/>
          </a:xfrm>
        </p:grpSpPr>
        <p:grpSp>
          <p:nvGrpSpPr>
            <p:cNvPr id="42" name="그룹 41"/>
            <p:cNvGrpSpPr/>
            <p:nvPr/>
          </p:nvGrpSpPr>
          <p:grpSpPr>
            <a:xfrm>
              <a:off x="4241265" y="2374903"/>
              <a:ext cx="1244258" cy="644936"/>
              <a:chOff x="6343650" y="2374901"/>
              <a:chExt cx="1244258" cy="644936"/>
            </a:xfrm>
          </p:grpSpPr>
          <p:cxnSp>
            <p:nvCxnSpPr>
              <p:cNvPr id="139" name="직선 연결선 138"/>
              <p:cNvCxnSpPr/>
              <p:nvPr/>
            </p:nvCxnSpPr>
            <p:spPr>
              <a:xfrm flipV="1">
                <a:off x="6343650" y="2768601"/>
                <a:ext cx="749300" cy="215899"/>
              </a:xfrm>
              <a:prstGeom prst="line">
                <a:avLst/>
              </a:prstGeom>
              <a:ln w="3175">
                <a:solidFill>
                  <a:schemeClr val="accent3">
                    <a:lumMod val="6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37" name="그룹 36"/>
              <p:cNvGrpSpPr/>
              <p:nvPr/>
            </p:nvGrpSpPr>
            <p:grpSpPr>
              <a:xfrm>
                <a:off x="6942969" y="2374901"/>
                <a:ext cx="644939" cy="644936"/>
                <a:chOff x="6942969" y="2374901"/>
                <a:chExt cx="644939" cy="644936"/>
              </a:xfrm>
            </p:grpSpPr>
            <p:grpSp>
              <p:nvGrpSpPr>
                <p:cNvPr id="141" name="그룹 140"/>
                <p:cNvGrpSpPr/>
                <p:nvPr/>
              </p:nvGrpSpPr>
              <p:grpSpPr>
                <a:xfrm>
                  <a:off x="6942969" y="2374901"/>
                  <a:ext cx="644939" cy="644936"/>
                  <a:chOff x="5388525" y="1348545"/>
                  <a:chExt cx="805349" cy="805347"/>
                </a:xfrm>
              </p:grpSpPr>
              <p:sp>
                <p:nvSpPr>
                  <p:cNvPr id="147" name="타원 146"/>
                  <p:cNvSpPr/>
                  <p:nvPr/>
                </p:nvSpPr>
                <p:spPr>
                  <a:xfrm>
                    <a:off x="5388525" y="1348545"/>
                    <a:ext cx="805348" cy="80534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900"/>
                      </a:lnSpc>
                    </a:pPr>
                    <a:endParaRPr lang="ko-KR" altLang="en-US" sz="4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48"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44" name="TextBox 143"/>
                <p:cNvSpPr txBox="1"/>
                <p:nvPr/>
              </p:nvSpPr>
              <p:spPr>
                <a:xfrm>
                  <a:off x="6952692" y="2768351"/>
                  <a:ext cx="625489" cy="155311"/>
                </a:xfrm>
                <a:prstGeom prst="rect">
                  <a:avLst/>
                </a:prstGeom>
                <a:noFill/>
              </p:spPr>
              <p:txBody>
                <a:bodyPr wrap="square" lIns="0" tIns="0" rIns="0" bIns="0" rtlCol="0">
                  <a:noAutofit/>
                </a:bodyPr>
                <a:lstStyle/>
                <a:p>
                  <a:pPr algn="ctr"/>
                  <a:r>
                    <a:rPr lang="en-US" altLang="ko-KR" sz="800" b="1" dirty="0">
                      <a:gradFill>
                        <a:gsLst>
                          <a:gs pos="0">
                            <a:schemeClr val="bg2"/>
                          </a:gs>
                          <a:gs pos="100000">
                            <a:schemeClr val="bg2"/>
                          </a:gs>
                        </a:gsLst>
                        <a:lin ang="5400000" scaled="0"/>
                      </a:gradFill>
                      <a:latin typeface="Roboto Condensed Regular"/>
                    </a:rPr>
                    <a:t>Keyword</a:t>
                  </a:r>
                  <a:endParaRPr lang="ko-KR" altLang="en-US" sz="800" b="1" dirty="0">
                    <a:gradFill>
                      <a:gsLst>
                        <a:gs pos="0">
                          <a:schemeClr val="bg2"/>
                        </a:gs>
                        <a:gs pos="100000">
                          <a:schemeClr val="bg2"/>
                        </a:gs>
                      </a:gsLst>
                      <a:lin ang="5400000" scaled="0"/>
                    </a:gradFill>
                    <a:latin typeface="Roboto Condensed Regular"/>
                  </a:endParaRPr>
                </a:p>
              </p:txBody>
            </p:sp>
          </p:grpSp>
        </p:grpSp>
        <p:sp>
          <p:nvSpPr>
            <p:cNvPr id="49" name="Freeform 37"/>
            <p:cNvSpPr>
              <a:spLocks noEditPoints="1"/>
            </p:cNvSpPr>
            <p:nvPr/>
          </p:nvSpPr>
          <p:spPr bwMode="auto">
            <a:xfrm>
              <a:off x="5056343" y="2459039"/>
              <a:ext cx="236660" cy="289366"/>
            </a:xfrm>
            <a:custGeom>
              <a:avLst/>
              <a:gdLst/>
              <a:ahLst/>
              <a:cxnLst>
                <a:cxn ang="0">
                  <a:pos x="7" y="12"/>
                </a:cxn>
                <a:cxn ang="0">
                  <a:pos x="0" y="20"/>
                </a:cxn>
                <a:cxn ang="0">
                  <a:pos x="0" y="176"/>
                </a:cxn>
                <a:cxn ang="0">
                  <a:pos x="7" y="183"/>
                </a:cxn>
                <a:cxn ang="0">
                  <a:pos x="15" y="176"/>
                </a:cxn>
                <a:cxn ang="0">
                  <a:pos x="15" y="20"/>
                </a:cxn>
                <a:cxn ang="0">
                  <a:pos x="7" y="12"/>
                </a:cxn>
                <a:cxn ang="0">
                  <a:pos x="86" y="22"/>
                </a:cxn>
                <a:cxn ang="0">
                  <a:pos x="22" y="23"/>
                </a:cxn>
                <a:cxn ang="0">
                  <a:pos x="22" y="105"/>
                </a:cxn>
                <a:cxn ang="0">
                  <a:pos x="86" y="104"/>
                </a:cxn>
                <a:cxn ang="0">
                  <a:pos x="150" y="99"/>
                </a:cxn>
                <a:cxn ang="0">
                  <a:pos x="150" y="17"/>
                </a:cxn>
                <a:cxn ang="0">
                  <a:pos x="86" y="22"/>
                </a:cxn>
              </a:cxnLst>
              <a:rect l="0" t="0" r="r" b="b"/>
              <a:pathLst>
                <a:path w="150" h="183">
                  <a:moveTo>
                    <a:pt x="7" y="12"/>
                  </a:moveTo>
                  <a:cubicBezTo>
                    <a:pt x="3" y="12"/>
                    <a:pt x="0" y="16"/>
                    <a:pt x="0" y="20"/>
                  </a:cubicBezTo>
                  <a:cubicBezTo>
                    <a:pt x="0" y="176"/>
                    <a:pt x="0" y="176"/>
                    <a:pt x="0" y="176"/>
                  </a:cubicBezTo>
                  <a:cubicBezTo>
                    <a:pt x="0" y="180"/>
                    <a:pt x="3" y="183"/>
                    <a:pt x="7" y="183"/>
                  </a:cubicBezTo>
                  <a:cubicBezTo>
                    <a:pt x="11" y="183"/>
                    <a:pt x="15" y="180"/>
                    <a:pt x="15" y="176"/>
                  </a:cubicBezTo>
                  <a:cubicBezTo>
                    <a:pt x="15" y="20"/>
                    <a:pt x="15" y="20"/>
                    <a:pt x="15" y="20"/>
                  </a:cubicBezTo>
                  <a:cubicBezTo>
                    <a:pt x="15" y="16"/>
                    <a:pt x="11" y="12"/>
                    <a:pt x="7" y="12"/>
                  </a:cubicBezTo>
                  <a:close/>
                  <a:moveTo>
                    <a:pt x="86" y="22"/>
                  </a:moveTo>
                  <a:cubicBezTo>
                    <a:pt x="43" y="0"/>
                    <a:pt x="22" y="23"/>
                    <a:pt x="22" y="23"/>
                  </a:cubicBezTo>
                  <a:cubicBezTo>
                    <a:pt x="22" y="105"/>
                    <a:pt x="22" y="105"/>
                    <a:pt x="22" y="105"/>
                  </a:cubicBezTo>
                  <a:cubicBezTo>
                    <a:pt x="22" y="105"/>
                    <a:pt x="43" y="82"/>
                    <a:pt x="86" y="104"/>
                  </a:cubicBezTo>
                  <a:cubicBezTo>
                    <a:pt x="129" y="126"/>
                    <a:pt x="150" y="99"/>
                    <a:pt x="150" y="99"/>
                  </a:cubicBezTo>
                  <a:cubicBezTo>
                    <a:pt x="150" y="17"/>
                    <a:pt x="150" y="17"/>
                    <a:pt x="150" y="17"/>
                  </a:cubicBezTo>
                  <a:cubicBezTo>
                    <a:pt x="150" y="17"/>
                    <a:pt x="129" y="44"/>
                    <a:pt x="86" y="22"/>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34681061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anim calcmode="lin" valueType="num">
                                      <p:cBhvr>
                                        <p:cTn id="8" dur="500" fill="hold"/>
                                        <p:tgtEl>
                                          <p:spTgt spid="32"/>
                                        </p:tgtEl>
                                        <p:attrNameLst>
                                          <p:attrName>ppt_x</p:attrName>
                                        </p:attrNameLst>
                                      </p:cBhvr>
                                      <p:tavLst>
                                        <p:tav tm="0">
                                          <p:val>
                                            <p:strVal val="#ppt_x"/>
                                          </p:val>
                                        </p:tav>
                                        <p:tav tm="100000">
                                          <p:val>
                                            <p:strVal val="#ppt_x"/>
                                          </p:val>
                                        </p:tav>
                                      </p:tavLst>
                                    </p:anim>
                                    <p:anim calcmode="lin" valueType="num">
                                      <p:cBhvr>
                                        <p:cTn id="9" dur="500" fill="hold"/>
                                        <p:tgtEl>
                                          <p:spTgt spid="3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anim calcmode="lin" valueType="num">
                                      <p:cBhvr>
                                        <p:cTn id="14" dur="500" fill="hold"/>
                                        <p:tgtEl>
                                          <p:spTgt spid="44"/>
                                        </p:tgtEl>
                                        <p:attrNameLst>
                                          <p:attrName>ppt_x</p:attrName>
                                        </p:attrNameLst>
                                      </p:cBhvr>
                                      <p:tavLst>
                                        <p:tav tm="0">
                                          <p:val>
                                            <p:strVal val="#ppt_x"/>
                                          </p:val>
                                        </p:tav>
                                        <p:tav tm="100000">
                                          <p:val>
                                            <p:strVal val="#ppt_x"/>
                                          </p:val>
                                        </p:tav>
                                      </p:tavLst>
                                    </p:anim>
                                    <p:anim calcmode="lin" valueType="num">
                                      <p:cBhvr>
                                        <p:cTn id="15" dur="500" fill="hold"/>
                                        <p:tgtEl>
                                          <p:spTgt spid="44"/>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500"/>
                                        <p:tgtEl>
                                          <p:spTgt spid="46"/>
                                        </p:tgtEl>
                                      </p:cBhvr>
                                    </p:animEffect>
                                    <p:anim calcmode="lin" valueType="num">
                                      <p:cBhvr>
                                        <p:cTn id="20" dur="500" fill="hold"/>
                                        <p:tgtEl>
                                          <p:spTgt spid="46"/>
                                        </p:tgtEl>
                                        <p:attrNameLst>
                                          <p:attrName>ppt_x</p:attrName>
                                        </p:attrNameLst>
                                      </p:cBhvr>
                                      <p:tavLst>
                                        <p:tav tm="0">
                                          <p:val>
                                            <p:strVal val="#ppt_x"/>
                                          </p:val>
                                        </p:tav>
                                        <p:tav tm="100000">
                                          <p:val>
                                            <p:strVal val="#ppt_x"/>
                                          </p:val>
                                        </p:tav>
                                      </p:tavLst>
                                    </p:anim>
                                    <p:anim calcmode="lin" valueType="num">
                                      <p:cBhvr>
                                        <p:cTn id="21" dur="500" fill="hold"/>
                                        <p:tgtEl>
                                          <p:spTgt spid="46"/>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nodeType="after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500"/>
                                        <p:tgtEl>
                                          <p:spTgt spid="50"/>
                                        </p:tgtEl>
                                      </p:cBhvr>
                                    </p:animEffect>
                                    <p:anim calcmode="lin" valueType="num">
                                      <p:cBhvr>
                                        <p:cTn id="26" dur="500" fill="hold"/>
                                        <p:tgtEl>
                                          <p:spTgt spid="50"/>
                                        </p:tgtEl>
                                        <p:attrNameLst>
                                          <p:attrName>ppt_x</p:attrName>
                                        </p:attrNameLst>
                                      </p:cBhvr>
                                      <p:tavLst>
                                        <p:tav tm="0">
                                          <p:val>
                                            <p:strVal val="#ppt_x"/>
                                          </p:val>
                                        </p:tav>
                                        <p:tav tm="100000">
                                          <p:val>
                                            <p:strVal val="#ppt_x"/>
                                          </p:val>
                                        </p:tav>
                                      </p:tavLst>
                                    </p:anim>
                                    <p:anim calcmode="lin" valueType="num">
                                      <p:cBhvr>
                                        <p:cTn id="27" dur="500" fill="hold"/>
                                        <p:tgtEl>
                                          <p:spTgt spid="50"/>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7" presetClass="entr" presetSubtype="0" fill="hold" nodeType="after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anim calcmode="lin" valueType="num">
                                      <p:cBhvr>
                                        <p:cTn id="32" dur="500" fill="hold"/>
                                        <p:tgtEl>
                                          <p:spTgt spid="51"/>
                                        </p:tgtEl>
                                        <p:attrNameLst>
                                          <p:attrName>ppt_x</p:attrName>
                                        </p:attrNameLst>
                                      </p:cBhvr>
                                      <p:tavLst>
                                        <p:tav tm="0">
                                          <p:val>
                                            <p:strVal val="#ppt_x"/>
                                          </p:val>
                                        </p:tav>
                                        <p:tav tm="100000">
                                          <p:val>
                                            <p:strVal val="#ppt_x"/>
                                          </p:val>
                                        </p:tav>
                                      </p:tavLst>
                                    </p:anim>
                                    <p:anim calcmode="lin" valueType="num">
                                      <p:cBhvr>
                                        <p:cTn id="33" dur="500" fill="hold"/>
                                        <p:tgtEl>
                                          <p:spTgt spid="51"/>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7" presetClass="entr" presetSubtype="0" fill="hold" nodeType="after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fade">
                                      <p:cBhvr>
                                        <p:cTn id="37" dur="500"/>
                                        <p:tgtEl>
                                          <p:spTgt spid="52"/>
                                        </p:tgtEl>
                                      </p:cBhvr>
                                    </p:animEffect>
                                    <p:anim calcmode="lin" valueType="num">
                                      <p:cBhvr>
                                        <p:cTn id="38" dur="500" fill="hold"/>
                                        <p:tgtEl>
                                          <p:spTgt spid="52"/>
                                        </p:tgtEl>
                                        <p:attrNameLst>
                                          <p:attrName>ppt_x</p:attrName>
                                        </p:attrNameLst>
                                      </p:cBhvr>
                                      <p:tavLst>
                                        <p:tav tm="0">
                                          <p:val>
                                            <p:strVal val="#ppt_x"/>
                                          </p:val>
                                        </p:tav>
                                        <p:tav tm="100000">
                                          <p:val>
                                            <p:strVal val="#ppt_x"/>
                                          </p:val>
                                        </p:tav>
                                      </p:tavLst>
                                    </p:anim>
                                    <p:anim calcmode="lin" valueType="num">
                                      <p:cBhvr>
                                        <p:cTn id="39" dur="5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그룹 47"/>
          <p:cNvGrpSpPr/>
          <p:nvPr/>
        </p:nvGrpSpPr>
        <p:grpSpPr>
          <a:xfrm>
            <a:off x="3508375" y="1439377"/>
            <a:ext cx="1612325" cy="2877308"/>
            <a:chOff x="2700338" y="1439377"/>
            <a:chExt cx="1612325" cy="2877308"/>
          </a:xfrm>
        </p:grpSpPr>
        <p:sp>
          <p:nvSpPr>
            <p:cNvPr id="49" name="Freeform 32"/>
            <p:cNvSpPr>
              <a:spLocks/>
            </p:cNvSpPr>
            <p:nvPr/>
          </p:nvSpPr>
          <p:spPr bwMode="auto">
            <a:xfrm>
              <a:off x="3511550" y="3474225"/>
              <a:ext cx="801113" cy="842460"/>
            </a:xfrm>
            <a:custGeom>
              <a:avLst/>
              <a:gdLst>
                <a:gd name="T0" fmla="*/ 391 w 391"/>
                <a:gd name="T1" fmla="*/ 402 h 411"/>
                <a:gd name="T2" fmla="*/ 391 w 391"/>
                <a:gd name="T3" fmla="*/ 411 h 411"/>
                <a:gd name="T4" fmla="*/ 1 w 391"/>
                <a:gd name="T5" fmla="*/ 411 h 411"/>
                <a:gd name="T6" fmla="*/ 0 w 391"/>
                <a:gd name="T7" fmla="*/ 402 h 411"/>
                <a:gd name="T8" fmla="*/ 38 w 391"/>
                <a:gd name="T9" fmla="*/ 261 h 411"/>
                <a:gd name="T10" fmla="*/ 128 w 391"/>
                <a:gd name="T11" fmla="*/ 223 h 411"/>
                <a:gd name="T12" fmla="*/ 153 w 391"/>
                <a:gd name="T13" fmla="*/ 199 h 411"/>
                <a:gd name="T14" fmla="*/ 153 w 391"/>
                <a:gd name="T15" fmla="*/ 199 h 411"/>
                <a:gd name="T16" fmla="*/ 145 w 391"/>
                <a:gd name="T17" fmla="*/ 189 h 411"/>
                <a:gd name="T18" fmla="*/ 144 w 391"/>
                <a:gd name="T19" fmla="*/ 188 h 411"/>
                <a:gd name="T20" fmla="*/ 117 w 391"/>
                <a:gd name="T21" fmla="*/ 93 h 411"/>
                <a:gd name="T22" fmla="*/ 124 w 391"/>
                <a:gd name="T23" fmla="*/ 38 h 411"/>
                <a:gd name="T24" fmla="*/ 191 w 391"/>
                <a:gd name="T25" fmla="*/ 0 h 411"/>
                <a:gd name="T26" fmla="*/ 200 w 391"/>
                <a:gd name="T27" fmla="*/ 0 h 411"/>
                <a:gd name="T28" fmla="*/ 268 w 391"/>
                <a:gd name="T29" fmla="*/ 38 h 411"/>
                <a:gd name="T30" fmla="*/ 274 w 391"/>
                <a:gd name="T31" fmla="*/ 93 h 411"/>
                <a:gd name="T32" fmla="*/ 248 w 391"/>
                <a:gd name="T33" fmla="*/ 188 h 411"/>
                <a:gd name="T34" fmla="*/ 247 w 391"/>
                <a:gd name="T35" fmla="*/ 188 h 411"/>
                <a:gd name="T36" fmla="*/ 239 w 391"/>
                <a:gd name="T37" fmla="*/ 199 h 411"/>
                <a:gd name="T38" fmla="*/ 238 w 391"/>
                <a:gd name="T39" fmla="*/ 199 h 411"/>
                <a:gd name="T40" fmla="*/ 264 w 391"/>
                <a:gd name="T41" fmla="*/ 223 h 411"/>
                <a:gd name="T42" fmla="*/ 353 w 391"/>
                <a:gd name="T43" fmla="*/ 261 h 411"/>
                <a:gd name="T44" fmla="*/ 391 w 391"/>
                <a:gd name="T45" fmla="*/ 402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1" h="411">
                  <a:moveTo>
                    <a:pt x="391" y="402"/>
                  </a:moveTo>
                  <a:cubicBezTo>
                    <a:pt x="391" y="411"/>
                    <a:pt x="391" y="411"/>
                    <a:pt x="391" y="411"/>
                  </a:cubicBezTo>
                  <a:cubicBezTo>
                    <a:pt x="1" y="411"/>
                    <a:pt x="1" y="411"/>
                    <a:pt x="1" y="411"/>
                  </a:cubicBezTo>
                  <a:cubicBezTo>
                    <a:pt x="0" y="402"/>
                    <a:pt x="0" y="402"/>
                    <a:pt x="0" y="402"/>
                  </a:cubicBezTo>
                  <a:cubicBezTo>
                    <a:pt x="0" y="370"/>
                    <a:pt x="3" y="274"/>
                    <a:pt x="38" y="261"/>
                  </a:cubicBezTo>
                  <a:cubicBezTo>
                    <a:pt x="128" y="223"/>
                    <a:pt x="128" y="223"/>
                    <a:pt x="128" y="223"/>
                  </a:cubicBezTo>
                  <a:cubicBezTo>
                    <a:pt x="140" y="217"/>
                    <a:pt x="150" y="208"/>
                    <a:pt x="153" y="199"/>
                  </a:cubicBezTo>
                  <a:cubicBezTo>
                    <a:pt x="153" y="199"/>
                    <a:pt x="153" y="199"/>
                    <a:pt x="153" y="199"/>
                  </a:cubicBezTo>
                  <a:cubicBezTo>
                    <a:pt x="152" y="198"/>
                    <a:pt x="149" y="195"/>
                    <a:pt x="145" y="189"/>
                  </a:cubicBezTo>
                  <a:cubicBezTo>
                    <a:pt x="144" y="189"/>
                    <a:pt x="144" y="188"/>
                    <a:pt x="144" y="188"/>
                  </a:cubicBezTo>
                  <a:cubicBezTo>
                    <a:pt x="134" y="174"/>
                    <a:pt x="120" y="144"/>
                    <a:pt x="117" y="93"/>
                  </a:cubicBezTo>
                  <a:cubicBezTo>
                    <a:pt x="116" y="78"/>
                    <a:pt x="117" y="51"/>
                    <a:pt x="124" y="38"/>
                  </a:cubicBezTo>
                  <a:cubicBezTo>
                    <a:pt x="136" y="15"/>
                    <a:pt x="167" y="0"/>
                    <a:pt x="191" y="0"/>
                  </a:cubicBezTo>
                  <a:cubicBezTo>
                    <a:pt x="200" y="0"/>
                    <a:pt x="200" y="0"/>
                    <a:pt x="200" y="0"/>
                  </a:cubicBezTo>
                  <a:cubicBezTo>
                    <a:pt x="225" y="0"/>
                    <a:pt x="255" y="15"/>
                    <a:pt x="268" y="38"/>
                  </a:cubicBezTo>
                  <a:cubicBezTo>
                    <a:pt x="275" y="51"/>
                    <a:pt x="275" y="78"/>
                    <a:pt x="274" y="93"/>
                  </a:cubicBezTo>
                  <a:cubicBezTo>
                    <a:pt x="272" y="143"/>
                    <a:pt x="257" y="173"/>
                    <a:pt x="248" y="188"/>
                  </a:cubicBezTo>
                  <a:cubicBezTo>
                    <a:pt x="248" y="188"/>
                    <a:pt x="247" y="188"/>
                    <a:pt x="247" y="188"/>
                  </a:cubicBezTo>
                  <a:cubicBezTo>
                    <a:pt x="243" y="194"/>
                    <a:pt x="240" y="198"/>
                    <a:pt x="239" y="199"/>
                  </a:cubicBezTo>
                  <a:cubicBezTo>
                    <a:pt x="238" y="199"/>
                    <a:pt x="238" y="199"/>
                    <a:pt x="238" y="199"/>
                  </a:cubicBezTo>
                  <a:cubicBezTo>
                    <a:pt x="242" y="208"/>
                    <a:pt x="251" y="217"/>
                    <a:pt x="264" y="223"/>
                  </a:cubicBezTo>
                  <a:cubicBezTo>
                    <a:pt x="353" y="261"/>
                    <a:pt x="353" y="261"/>
                    <a:pt x="353" y="261"/>
                  </a:cubicBezTo>
                  <a:cubicBezTo>
                    <a:pt x="388" y="274"/>
                    <a:pt x="391" y="370"/>
                    <a:pt x="391" y="402"/>
                  </a:cubicBezTo>
                  <a:close/>
                </a:path>
              </a:pathLst>
            </a:custGeom>
            <a:solidFill>
              <a:schemeClr val="accent3">
                <a:lumMod val="75000"/>
                <a:alpha val="5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50" name="그룹 49"/>
            <p:cNvGrpSpPr/>
            <p:nvPr/>
          </p:nvGrpSpPr>
          <p:grpSpPr>
            <a:xfrm>
              <a:off x="2700338" y="1439377"/>
              <a:ext cx="1277913" cy="1929095"/>
              <a:chOff x="3879850" y="1516063"/>
              <a:chExt cx="1576388" cy="2379663"/>
            </a:xfrm>
          </p:grpSpPr>
          <p:grpSp>
            <p:nvGrpSpPr>
              <p:cNvPr id="51" name="그룹 50"/>
              <p:cNvGrpSpPr/>
              <p:nvPr/>
            </p:nvGrpSpPr>
            <p:grpSpPr>
              <a:xfrm>
                <a:off x="3879850" y="1516063"/>
                <a:ext cx="1576388" cy="2379663"/>
                <a:chOff x="3568700" y="2112963"/>
                <a:chExt cx="1576388" cy="2379663"/>
              </a:xfrm>
            </p:grpSpPr>
            <p:sp>
              <p:nvSpPr>
                <p:cNvPr id="55" name="Freeform 10"/>
                <p:cNvSpPr>
                  <a:spLocks/>
                </p:cNvSpPr>
                <p:nvPr/>
              </p:nvSpPr>
              <p:spPr bwMode="auto">
                <a:xfrm>
                  <a:off x="3568700" y="2112963"/>
                  <a:ext cx="1576388" cy="2251075"/>
                </a:xfrm>
                <a:custGeom>
                  <a:avLst/>
                  <a:gdLst>
                    <a:gd name="T0" fmla="*/ 592 w 592"/>
                    <a:gd name="T1" fmla="*/ 240 h 845"/>
                    <a:gd name="T2" fmla="*/ 592 w 592"/>
                    <a:gd name="T3" fmla="*/ 845 h 845"/>
                    <a:gd name="T4" fmla="*/ 485 w 592"/>
                    <a:gd name="T5" fmla="*/ 734 h 845"/>
                    <a:gd name="T6" fmla="*/ 134 w 592"/>
                    <a:gd name="T7" fmla="*/ 665 h 845"/>
                    <a:gd name="T8" fmla="*/ 0 w 592"/>
                    <a:gd name="T9" fmla="*/ 503 h 845"/>
                    <a:gd name="T10" fmla="*/ 0 w 592"/>
                    <a:gd name="T11" fmla="*/ 124 h 845"/>
                    <a:gd name="T12" fmla="*/ 134 w 592"/>
                    <a:gd name="T13" fmla="*/ 14 h 845"/>
                    <a:gd name="T14" fmla="*/ 458 w 592"/>
                    <a:gd name="T15" fmla="*/ 78 h 845"/>
                    <a:gd name="T16" fmla="*/ 592 w 592"/>
                    <a:gd name="T17" fmla="*/ 240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2" h="845">
                      <a:moveTo>
                        <a:pt x="592" y="240"/>
                      </a:moveTo>
                      <a:cubicBezTo>
                        <a:pt x="592" y="845"/>
                        <a:pt x="592" y="845"/>
                        <a:pt x="592" y="845"/>
                      </a:cubicBezTo>
                      <a:cubicBezTo>
                        <a:pt x="485" y="734"/>
                        <a:pt x="485" y="734"/>
                        <a:pt x="485" y="734"/>
                      </a:cubicBezTo>
                      <a:cubicBezTo>
                        <a:pt x="134" y="665"/>
                        <a:pt x="134" y="665"/>
                        <a:pt x="134" y="665"/>
                      </a:cubicBezTo>
                      <a:cubicBezTo>
                        <a:pt x="60" y="651"/>
                        <a:pt x="0" y="578"/>
                        <a:pt x="0" y="503"/>
                      </a:cubicBezTo>
                      <a:cubicBezTo>
                        <a:pt x="0" y="124"/>
                        <a:pt x="0" y="124"/>
                        <a:pt x="0" y="124"/>
                      </a:cubicBezTo>
                      <a:cubicBezTo>
                        <a:pt x="0" y="49"/>
                        <a:pt x="60" y="0"/>
                        <a:pt x="134" y="14"/>
                      </a:cubicBezTo>
                      <a:cubicBezTo>
                        <a:pt x="458" y="78"/>
                        <a:pt x="458" y="78"/>
                        <a:pt x="458" y="78"/>
                      </a:cubicBezTo>
                      <a:cubicBezTo>
                        <a:pt x="532" y="92"/>
                        <a:pt x="592" y="165"/>
                        <a:pt x="592" y="240"/>
                      </a:cubicBezTo>
                      <a:close/>
                    </a:path>
                  </a:pathLst>
                </a:custGeom>
                <a:solidFill>
                  <a:schemeClr val="accent3">
                    <a:lumMod val="6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56" name="Freeform 12"/>
                <p:cNvSpPr>
                  <a:spLocks/>
                </p:cNvSpPr>
                <p:nvPr/>
              </p:nvSpPr>
              <p:spPr bwMode="auto">
                <a:xfrm>
                  <a:off x="3568700" y="3452813"/>
                  <a:ext cx="1292225" cy="742950"/>
                </a:xfrm>
                <a:custGeom>
                  <a:avLst/>
                  <a:gdLst>
                    <a:gd name="T0" fmla="*/ 134 w 485"/>
                    <a:gd name="T1" fmla="*/ 162 h 279"/>
                    <a:gd name="T2" fmla="*/ 0 w 485"/>
                    <a:gd name="T3" fmla="*/ 0 h 279"/>
                    <a:gd name="T4" fmla="*/ 0 w 485"/>
                    <a:gd name="T5" fmla="*/ 48 h 279"/>
                    <a:gd name="T6" fmla="*/ 134 w 485"/>
                    <a:gd name="T7" fmla="*/ 210 h 279"/>
                    <a:gd name="T8" fmla="*/ 485 w 485"/>
                    <a:gd name="T9" fmla="*/ 279 h 279"/>
                    <a:gd name="T10" fmla="*/ 485 w 485"/>
                    <a:gd name="T11" fmla="*/ 231 h 279"/>
                    <a:gd name="T12" fmla="*/ 134 w 485"/>
                    <a:gd name="T13" fmla="*/ 162 h 279"/>
                  </a:gdLst>
                  <a:ahLst/>
                  <a:cxnLst>
                    <a:cxn ang="0">
                      <a:pos x="T0" y="T1"/>
                    </a:cxn>
                    <a:cxn ang="0">
                      <a:pos x="T2" y="T3"/>
                    </a:cxn>
                    <a:cxn ang="0">
                      <a:pos x="T4" y="T5"/>
                    </a:cxn>
                    <a:cxn ang="0">
                      <a:pos x="T6" y="T7"/>
                    </a:cxn>
                    <a:cxn ang="0">
                      <a:pos x="T8" y="T9"/>
                    </a:cxn>
                    <a:cxn ang="0">
                      <a:pos x="T10" y="T11"/>
                    </a:cxn>
                    <a:cxn ang="0">
                      <a:pos x="T12" y="T13"/>
                    </a:cxn>
                  </a:cxnLst>
                  <a:rect l="0" t="0" r="r" b="b"/>
                  <a:pathLst>
                    <a:path w="485" h="279">
                      <a:moveTo>
                        <a:pt x="134" y="162"/>
                      </a:moveTo>
                      <a:cubicBezTo>
                        <a:pt x="60" y="148"/>
                        <a:pt x="0" y="75"/>
                        <a:pt x="0" y="0"/>
                      </a:cubicBezTo>
                      <a:cubicBezTo>
                        <a:pt x="0" y="48"/>
                        <a:pt x="0" y="48"/>
                        <a:pt x="0" y="48"/>
                      </a:cubicBezTo>
                      <a:cubicBezTo>
                        <a:pt x="0" y="123"/>
                        <a:pt x="60" y="196"/>
                        <a:pt x="134" y="210"/>
                      </a:cubicBezTo>
                      <a:cubicBezTo>
                        <a:pt x="485" y="279"/>
                        <a:pt x="485" y="279"/>
                        <a:pt x="485" y="279"/>
                      </a:cubicBezTo>
                      <a:cubicBezTo>
                        <a:pt x="485" y="231"/>
                        <a:pt x="485" y="231"/>
                        <a:pt x="485" y="231"/>
                      </a:cubicBezTo>
                      <a:lnTo>
                        <a:pt x="134" y="162"/>
                      </a:lnTo>
                      <a:close/>
                    </a:path>
                  </a:pathLst>
                </a:custGeom>
                <a:pattFill prst="ltUpDiag">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7" name="Freeform 13"/>
                <p:cNvSpPr>
                  <a:spLocks/>
                </p:cNvSpPr>
                <p:nvPr/>
              </p:nvSpPr>
              <p:spPr bwMode="auto">
                <a:xfrm>
                  <a:off x="4860925" y="4068763"/>
                  <a:ext cx="284163" cy="423863"/>
                </a:xfrm>
                <a:custGeom>
                  <a:avLst/>
                  <a:gdLst>
                    <a:gd name="T0" fmla="*/ 0 w 179"/>
                    <a:gd name="T1" fmla="*/ 0 h 267"/>
                    <a:gd name="T2" fmla="*/ 0 w 179"/>
                    <a:gd name="T3" fmla="*/ 80 h 267"/>
                    <a:gd name="T4" fmla="*/ 0 w 179"/>
                    <a:gd name="T5" fmla="*/ 80 h 267"/>
                    <a:gd name="T6" fmla="*/ 179 w 179"/>
                    <a:gd name="T7" fmla="*/ 267 h 267"/>
                    <a:gd name="T8" fmla="*/ 179 w 179"/>
                    <a:gd name="T9" fmla="*/ 186 h 267"/>
                    <a:gd name="T10" fmla="*/ 0 w 179"/>
                    <a:gd name="T11" fmla="*/ 0 h 267"/>
                    <a:gd name="T12" fmla="*/ 0 w 179"/>
                    <a:gd name="T13" fmla="*/ 0 h 267"/>
                  </a:gdLst>
                  <a:ahLst/>
                  <a:cxnLst>
                    <a:cxn ang="0">
                      <a:pos x="T0" y="T1"/>
                    </a:cxn>
                    <a:cxn ang="0">
                      <a:pos x="T2" y="T3"/>
                    </a:cxn>
                    <a:cxn ang="0">
                      <a:pos x="T4" y="T5"/>
                    </a:cxn>
                    <a:cxn ang="0">
                      <a:pos x="T6" y="T7"/>
                    </a:cxn>
                    <a:cxn ang="0">
                      <a:pos x="T8" y="T9"/>
                    </a:cxn>
                    <a:cxn ang="0">
                      <a:pos x="T10" y="T11"/>
                    </a:cxn>
                    <a:cxn ang="0">
                      <a:pos x="T12" y="T13"/>
                    </a:cxn>
                  </a:cxnLst>
                  <a:rect l="0" t="0" r="r" b="b"/>
                  <a:pathLst>
                    <a:path w="179" h="267">
                      <a:moveTo>
                        <a:pt x="0" y="0"/>
                      </a:moveTo>
                      <a:lnTo>
                        <a:pt x="0" y="80"/>
                      </a:lnTo>
                      <a:lnTo>
                        <a:pt x="0" y="80"/>
                      </a:lnTo>
                      <a:lnTo>
                        <a:pt x="179" y="267"/>
                      </a:lnTo>
                      <a:lnTo>
                        <a:pt x="179" y="186"/>
                      </a:lnTo>
                      <a:lnTo>
                        <a:pt x="0" y="0"/>
                      </a:lnTo>
                      <a:lnTo>
                        <a:pt x="0" y="0"/>
                      </a:lnTo>
                      <a:close/>
                    </a:path>
                  </a:pathLst>
                </a:custGeom>
                <a:pattFill prst="dkUpDiag">
                  <a:fgClr>
                    <a:schemeClr val="accent3">
                      <a:lumMod val="50000"/>
                    </a:schemeClr>
                  </a:fgClr>
                  <a:bgClr>
                    <a:schemeClr val="accent4">
                      <a:lumMod val="65000"/>
                      <a:lumOff val="3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8" name="Freeform 16"/>
                <p:cNvSpPr>
                  <a:spLocks/>
                </p:cNvSpPr>
                <p:nvPr/>
              </p:nvSpPr>
              <p:spPr bwMode="auto">
                <a:xfrm>
                  <a:off x="3568700" y="2112963"/>
                  <a:ext cx="1576388" cy="746125"/>
                </a:xfrm>
                <a:custGeom>
                  <a:avLst/>
                  <a:gdLst>
                    <a:gd name="T0" fmla="*/ 592 w 592"/>
                    <a:gd name="T1" fmla="*/ 240 h 280"/>
                    <a:gd name="T2" fmla="*/ 592 w 592"/>
                    <a:gd name="T3" fmla="*/ 280 h 280"/>
                    <a:gd name="T4" fmla="*/ 458 w 592"/>
                    <a:gd name="T5" fmla="*/ 118 h 280"/>
                    <a:gd name="T6" fmla="*/ 134 w 592"/>
                    <a:gd name="T7" fmla="*/ 54 h 280"/>
                    <a:gd name="T8" fmla="*/ 0 w 592"/>
                    <a:gd name="T9" fmla="*/ 164 h 280"/>
                    <a:gd name="T10" fmla="*/ 0 w 592"/>
                    <a:gd name="T11" fmla="*/ 124 h 280"/>
                    <a:gd name="T12" fmla="*/ 134 w 592"/>
                    <a:gd name="T13" fmla="*/ 14 h 280"/>
                    <a:gd name="T14" fmla="*/ 458 w 592"/>
                    <a:gd name="T15" fmla="*/ 78 h 280"/>
                    <a:gd name="T16" fmla="*/ 592 w 592"/>
                    <a:gd name="T17" fmla="*/ 24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2" h="280">
                      <a:moveTo>
                        <a:pt x="592" y="240"/>
                      </a:moveTo>
                      <a:cubicBezTo>
                        <a:pt x="592" y="280"/>
                        <a:pt x="592" y="280"/>
                        <a:pt x="592" y="280"/>
                      </a:cubicBezTo>
                      <a:cubicBezTo>
                        <a:pt x="592" y="205"/>
                        <a:pt x="532" y="132"/>
                        <a:pt x="458" y="118"/>
                      </a:cubicBezTo>
                      <a:cubicBezTo>
                        <a:pt x="134" y="54"/>
                        <a:pt x="134" y="54"/>
                        <a:pt x="134" y="54"/>
                      </a:cubicBezTo>
                      <a:cubicBezTo>
                        <a:pt x="60" y="40"/>
                        <a:pt x="0" y="89"/>
                        <a:pt x="0" y="164"/>
                      </a:cubicBezTo>
                      <a:cubicBezTo>
                        <a:pt x="0" y="124"/>
                        <a:pt x="0" y="124"/>
                        <a:pt x="0" y="124"/>
                      </a:cubicBezTo>
                      <a:cubicBezTo>
                        <a:pt x="0" y="49"/>
                        <a:pt x="60" y="0"/>
                        <a:pt x="134" y="14"/>
                      </a:cubicBezTo>
                      <a:cubicBezTo>
                        <a:pt x="458" y="78"/>
                        <a:pt x="458" y="78"/>
                        <a:pt x="458" y="78"/>
                      </a:cubicBezTo>
                      <a:cubicBezTo>
                        <a:pt x="532" y="92"/>
                        <a:pt x="592" y="165"/>
                        <a:pt x="592" y="240"/>
                      </a:cubicBezTo>
                      <a:close/>
                    </a:path>
                  </a:pathLst>
                </a:custGeom>
                <a:gradFill>
                  <a:gsLst>
                    <a:gs pos="0">
                      <a:schemeClr val="bg1">
                        <a:alpha val="0"/>
                        <a:lumMod val="0"/>
                        <a:lumOff val="100000"/>
                      </a:schemeClr>
                    </a:gs>
                    <a:gs pos="100000">
                      <a:schemeClr val="bg1">
                        <a:lumMod val="0"/>
                        <a:lumOff val="100000"/>
                        <a:alpha val="15000"/>
                      </a:schemeClr>
                    </a:gs>
                  </a:gsLst>
                  <a:lin ang="8100000" scaled="0"/>
                </a:gra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grpSp>
            <p:nvGrpSpPr>
              <p:cNvPr id="52" name="그룹 51"/>
              <p:cNvGrpSpPr/>
              <p:nvPr/>
            </p:nvGrpSpPr>
            <p:grpSpPr>
              <a:xfrm>
                <a:off x="3986774" y="2020963"/>
                <a:ext cx="1362541" cy="1115937"/>
                <a:chOff x="3996858" y="2020963"/>
                <a:chExt cx="1362541" cy="1115937"/>
              </a:xfrm>
            </p:grpSpPr>
            <p:sp>
              <p:nvSpPr>
                <p:cNvPr id="53" name="TextBox 52"/>
                <p:cNvSpPr txBox="1"/>
                <p:nvPr/>
              </p:nvSpPr>
              <p:spPr>
                <a:xfrm>
                  <a:off x="3996858" y="2020963"/>
                  <a:ext cx="1362541" cy="193940"/>
                </a:xfrm>
                <a:prstGeom prst="rect">
                  <a:avLst/>
                </a:prstGeom>
                <a:noFill/>
              </p:spPr>
              <p:txBody>
                <a:bodyPr wrap="square" lIns="0" tIns="0" rIns="0" bIns="0" rtlCol="0">
                  <a:noAutofit/>
                </a:bodyPr>
                <a:lstStyle/>
                <a:p>
                  <a:pPr lvl="0" algn="ctr"/>
                  <a:r>
                    <a:rPr lang="en-US" altLang="ko-KR" sz="1200" b="1" dirty="0">
                      <a:gradFill>
                        <a:gsLst>
                          <a:gs pos="0">
                            <a:schemeClr val="bg2"/>
                          </a:gs>
                          <a:gs pos="100000">
                            <a:schemeClr val="bg2"/>
                          </a:gs>
                        </a:gsLst>
                        <a:lin ang="5400000" scaled="0"/>
                      </a:gradFill>
                      <a:latin typeface="Roboto Condensed Regular"/>
                    </a:rPr>
                    <a:t>Lorem Ipsum</a:t>
                  </a:r>
                  <a:endParaRPr lang="ko-KR" altLang="en-US" sz="1200" b="1" dirty="0">
                    <a:gradFill>
                      <a:gsLst>
                        <a:gs pos="0">
                          <a:schemeClr val="bg2"/>
                        </a:gs>
                        <a:gs pos="100000">
                          <a:schemeClr val="bg2"/>
                        </a:gs>
                      </a:gsLst>
                      <a:lin ang="5400000" scaled="0"/>
                    </a:gradFill>
                    <a:latin typeface="Roboto Condensed Regular"/>
                  </a:endParaRPr>
                </a:p>
              </p:txBody>
            </p:sp>
            <p:sp>
              <p:nvSpPr>
                <p:cNvPr id="54" name="TextBox 53"/>
                <p:cNvSpPr txBox="1"/>
                <p:nvPr/>
              </p:nvSpPr>
              <p:spPr>
                <a:xfrm>
                  <a:off x="3996858" y="2285461"/>
                  <a:ext cx="1362541" cy="851439"/>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bg2"/>
                          </a:gs>
                          <a:gs pos="100000">
                            <a:schemeClr val="bg2"/>
                          </a:gs>
                        </a:gsLst>
                        <a:lin ang="5400000" scaled="0"/>
                      </a:gradFill>
                      <a:ea typeface="Roboto Light" pitchFamily="2" charset="0"/>
                      <a:cs typeface="Roboto Condensed Regular"/>
                    </a:rPr>
                    <a:t>Morbi in ipsum sit amet pede facilisis laoreet. Donec lacus nunc, viverra nec, blandit vel, egestas et, augue. Vestibulum tincidunt malesuada tellus. Ut ultrices ultrices enim. Curabitur sit amet mauris. </a:t>
                  </a:r>
                </a:p>
              </p:txBody>
            </p:sp>
          </p:grpSp>
        </p:grpSp>
      </p:grpSp>
      <p:grpSp>
        <p:nvGrpSpPr>
          <p:cNvPr id="59" name="그룹 58"/>
          <p:cNvGrpSpPr/>
          <p:nvPr/>
        </p:nvGrpSpPr>
        <p:grpSpPr>
          <a:xfrm>
            <a:off x="4642814" y="1138243"/>
            <a:ext cx="1624288" cy="3178447"/>
            <a:chOff x="3834780" y="1138238"/>
            <a:chExt cx="1624288" cy="3178447"/>
          </a:xfrm>
        </p:grpSpPr>
        <p:sp>
          <p:nvSpPr>
            <p:cNvPr id="60" name="Freeform 32"/>
            <p:cNvSpPr>
              <a:spLocks/>
            </p:cNvSpPr>
            <p:nvPr/>
          </p:nvSpPr>
          <p:spPr bwMode="auto">
            <a:xfrm>
              <a:off x="3834780" y="3321050"/>
              <a:ext cx="946770" cy="995635"/>
            </a:xfrm>
            <a:custGeom>
              <a:avLst/>
              <a:gdLst>
                <a:gd name="T0" fmla="*/ 391 w 391"/>
                <a:gd name="T1" fmla="*/ 402 h 411"/>
                <a:gd name="T2" fmla="*/ 391 w 391"/>
                <a:gd name="T3" fmla="*/ 411 h 411"/>
                <a:gd name="T4" fmla="*/ 1 w 391"/>
                <a:gd name="T5" fmla="*/ 411 h 411"/>
                <a:gd name="T6" fmla="*/ 0 w 391"/>
                <a:gd name="T7" fmla="*/ 402 h 411"/>
                <a:gd name="T8" fmla="*/ 38 w 391"/>
                <a:gd name="T9" fmla="*/ 261 h 411"/>
                <a:gd name="T10" fmla="*/ 128 w 391"/>
                <a:gd name="T11" fmla="*/ 223 h 411"/>
                <a:gd name="T12" fmla="*/ 153 w 391"/>
                <a:gd name="T13" fmla="*/ 199 h 411"/>
                <a:gd name="T14" fmla="*/ 153 w 391"/>
                <a:gd name="T15" fmla="*/ 199 h 411"/>
                <a:gd name="T16" fmla="*/ 145 w 391"/>
                <a:gd name="T17" fmla="*/ 189 h 411"/>
                <a:gd name="T18" fmla="*/ 144 w 391"/>
                <a:gd name="T19" fmla="*/ 188 h 411"/>
                <a:gd name="T20" fmla="*/ 117 w 391"/>
                <a:gd name="T21" fmla="*/ 93 h 411"/>
                <a:gd name="T22" fmla="*/ 124 w 391"/>
                <a:gd name="T23" fmla="*/ 38 h 411"/>
                <a:gd name="T24" fmla="*/ 191 w 391"/>
                <a:gd name="T25" fmla="*/ 0 h 411"/>
                <a:gd name="T26" fmla="*/ 200 w 391"/>
                <a:gd name="T27" fmla="*/ 0 h 411"/>
                <a:gd name="T28" fmla="*/ 268 w 391"/>
                <a:gd name="T29" fmla="*/ 38 h 411"/>
                <a:gd name="T30" fmla="*/ 274 w 391"/>
                <a:gd name="T31" fmla="*/ 93 h 411"/>
                <a:gd name="T32" fmla="*/ 248 w 391"/>
                <a:gd name="T33" fmla="*/ 188 h 411"/>
                <a:gd name="T34" fmla="*/ 247 w 391"/>
                <a:gd name="T35" fmla="*/ 188 h 411"/>
                <a:gd name="T36" fmla="*/ 239 w 391"/>
                <a:gd name="T37" fmla="*/ 199 h 411"/>
                <a:gd name="T38" fmla="*/ 238 w 391"/>
                <a:gd name="T39" fmla="*/ 199 h 411"/>
                <a:gd name="T40" fmla="*/ 264 w 391"/>
                <a:gd name="T41" fmla="*/ 223 h 411"/>
                <a:gd name="T42" fmla="*/ 353 w 391"/>
                <a:gd name="T43" fmla="*/ 261 h 411"/>
                <a:gd name="T44" fmla="*/ 391 w 391"/>
                <a:gd name="T45" fmla="*/ 402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1" h="411">
                  <a:moveTo>
                    <a:pt x="391" y="402"/>
                  </a:moveTo>
                  <a:cubicBezTo>
                    <a:pt x="391" y="411"/>
                    <a:pt x="391" y="411"/>
                    <a:pt x="391" y="411"/>
                  </a:cubicBezTo>
                  <a:cubicBezTo>
                    <a:pt x="1" y="411"/>
                    <a:pt x="1" y="411"/>
                    <a:pt x="1" y="411"/>
                  </a:cubicBezTo>
                  <a:cubicBezTo>
                    <a:pt x="0" y="402"/>
                    <a:pt x="0" y="402"/>
                    <a:pt x="0" y="402"/>
                  </a:cubicBezTo>
                  <a:cubicBezTo>
                    <a:pt x="0" y="370"/>
                    <a:pt x="3" y="274"/>
                    <a:pt x="38" y="261"/>
                  </a:cubicBezTo>
                  <a:cubicBezTo>
                    <a:pt x="128" y="223"/>
                    <a:pt x="128" y="223"/>
                    <a:pt x="128" y="223"/>
                  </a:cubicBezTo>
                  <a:cubicBezTo>
                    <a:pt x="140" y="217"/>
                    <a:pt x="150" y="208"/>
                    <a:pt x="153" y="199"/>
                  </a:cubicBezTo>
                  <a:cubicBezTo>
                    <a:pt x="153" y="199"/>
                    <a:pt x="153" y="199"/>
                    <a:pt x="153" y="199"/>
                  </a:cubicBezTo>
                  <a:cubicBezTo>
                    <a:pt x="152" y="198"/>
                    <a:pt x="149" y="195"/>
                    <a:pt x="145" y="189"/>
                  </a:cubicBezTo>
                  <a:cubicBezTo>
                    <a:pt x="144" y="189"/>
                    <a:pt x="144" y="188"/>
                    <a:pt x="144" y="188"/>
                  </a:cubicBezTo>
                  <a:cubicBezTo>
                    <a:pt x="134" y="174"/>
                    <a:pt x="120" y="144"/>
                    <a:pt x="117" y="93"/>
                  </a:cubicBezTo>
                  <a:cubicBezTo>
                    <a:pt x="116" y="78"/>
                    <a:pt x="117" y="51"/>
                    <a:pt x="124" y="38"/>
                  </a:cubicBezTo>
                  <a:cubicBezTo>
                    <a:pt x="136" y="15"/>
                    <a:pt x="167" y="0"/>
                    <a:pt x="191" y="0"/>
                  </a:cubicBezTo>
                  <a:cubicBezTo>
                    <a:pt x="200" y="0"/>
                    <a:pt x="200" y="0"/>
                    <a:pt x="200" y="0"/>
                  </a:cubicBezTo>
                  <a:cubicBezTo>
                    <a:pt x="225" y="0"/>
                    <a:pt x="255" y="15"/>
                    <a:pt x="268" y="38"/>
                  </a:cubicBezTo>
                  <a:cubicBezTo>
                    <a:pt x="275" y="51"/>
                    <a:pt x="275" y="78"/>
                    <a:pt x="274" y="93"/>
                  </a:cubicBezTo>
                  <a:cubicBezTo>
                    <a:pt x="272" y="143"/>
                    <a:pt x="257" y="173"/>
                    <a:pt x="248" y="188"/>
                  </a:cubicBezTo>
                  <a:cubicBezTo>
                    <a:pt x="248" y="188"/>
                    <a:pt x="247" y="188"/>
                    <a:pt x="247" y="188"/>
                  </a:cubicBezTo>
                  <a:cubicBezTo>
                    <a:pt x="243" y="194"/>
                    <a:pt x="240" y="198"/>
                    <a:pt x="239" y="199"/>
                  </a:cubicBezTo>
                  <a:cubicBezTo>
                    <a:pt x="238" y="199"/>
                    <a:pt x="238" y="199"/>
                    <a:pt x="238" y="199"/>
                  </a:cubicBezTo>
                  <a:cubicBezTo>
                    <a:pt x="242" y="208"/>
                    <a:pt x="251" y="217"/>
                    <a:pt x="264" y="223"/>
                  </a:cubicBezTo>
                  <a:cubicBezTo>
                    <a:pt x="353" y="261"/>
                    <a:pt x="353" y="261"/>
                    <a:pt x="353" y="261"/>
                  </a:cubicBezTo>
                  <a:cubicBezTo>
                    <a:pt x="388" y="274"/>
                    <a:pt x="391" y="370"/>
                    <a:pt x="391" y="402"/>
                  </a:cubicBezTo>
                  <a:close/>
                </a:path>
              </a:pathLst>
            </a:cu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61" name="그룹 60"/>
            <p:cNvGrpSpPr/>
            <p:nvPr/>
          </p:nvGrpSpPr>
          <p:grpSpPr>
            <a:xfrm>
              <a:off x="4183729" y="1138238"/>
              <a:ext cx="1275339" cy="1929095"/>
              <a:chOff x="5702300" y="1144588"/>
              <a:chExt cx="1573213" cy="2379663"/>
            </a:xfrm>
          </p:grpSpPr>
          <p:grpSp>
            <p:nvGrpSpPr>
              <p:cNvPr id="62" name="그룹 61"/>
              <p:cNvGrpSpPr/>
              <p:nvPr/>
            </p:nvGrpSpPr>
            <p:grpSpPr>
              <a:xfrm>
                <a:off x="5702300" y="1144588"/>
                <a:ext cx="1573213" cy="2379663"/>
                <a:chOff x="5391150" y="1741488"/>
                <a:chExt cx="1573213" cy="2379663"/>
              </a:xfrm>
            </p:grpSpPr>
            <p:sp>
              <p:nvSpPr>
                <p:cNvPr id="66" name="Freeform 11"/>
                <p:cNvSpPr>
                  <a:spLocks/>
                </p:cNvSpPr>
                <p:nvPr/>
              </p:nvSpPr>
              <p:spPr bwMode="auto">
                <a:xfrm>
                  <a:off x="5391150" y="1741488"/>
                  <a:ext cx="1573213" cy="2252663"/>
                </a:xfrm>
                <a:custGeom>
                  <a:avLst/>
                  <a:gdLst>
                    <a:gd name="T0" fmla="*/ 0 w 591"/>
                    <a:gd name="T1" fmla="*/ 241 h 845"/>
                    <a:gd name="T2" fmla="*/ 0 w 591"/>
                    <a:gd name="T3" fmla="*/ 845 h 845"/>
                    <a:gd name="T4" fmla="*/ 107 w 591"/>
                    <a:gd name="T5" fmla="*/ 734 h 845"/>
                    <a:gd name="T6" fmla="*/ 458 w 591"/>
                    <a:gd name="T7" fmla="*/ 666 h 845"/>
                    <a:gd name="T8" fmla="*/ 591 w 591"/>
                    <a:gd name="T9" fmla="*/ 503 h 845"/>
                    <a:gd name="T10" fmla="*/ 591 w 591"/>
                    <a:gd name="T11" fmla="*/ 125 h 845"/>
                    <a:gd name="T12" fmla="*/ 458 w 591"/>
                    <a:gd name="T13" fmla="*/ 15 h 845"/>
                    <a:gd name="T14" fmla="*/ 133 w 591"/>
                    <a:gd name="T15" fmla="*/ 78 h 845"/>
                    <a:gd name="T16" fmla="*/ 0 w 591"/>
                    <a:gd name="T17" fmla="*/ 241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1" h="845">
                      <a:moveTo>
                        <a:pt x="0" y="241"/>
                      </a:moveTo>
                      <a:cubicBezTo>
                        <a:pt x="0" y="845"/>
                        <a:pt x="0" y="845"/>
                        <a:pt x="0" y="845"/>
                      </a:cubicBezTo>
                      <a:cubicBezTo>
                        <a:pt x="107" y="734"/>
                        <a:pt x="107" y="734"/>
                        <a:pt x="107" y="734"/>
                      </a:cubicBezTo>
                      <a:cubicBezTo>
                        <a:pt x="458" y="666"/>
                        <a:pt x="458" y="666"/>
                        <a:pt x="458" y="666"/>
                      </a:cubicBezTo>
                      <a:cubicBezTo>
                        <a:pt x="531" y="651"/>
                        <a:pt x="591" y="578"/>
                        <a:pt x="591" y="503"/>
                      </a:cubicBezTo>
                      <a:cubicBezTo>
                        <a:pt x="591" y="125"/>
                        <a:pt x="591" y="125"/>
                        <a:pt x="591" y="125"/>
                      </a:cubicBezTo>
                      <a:cubicBezTo>
                        <a:pt x="591" y="50"/>
                        <a:pt x="531" y="0"/>
                        <a:pt x="458" y="15"/>
                      </a:cubicBezTo>
                      <a:cubicBezTo>
                        <a:pt x="133" y="78"/>
                        <a:pt x="133" y="78"/>
                        <a:pt x="133" y="78"/>
                      </a:cubicBezTo>
                      <a:cubicBezTo>
                        <a:pt x="60" y="93"/>
                        <a:pt x="0" y="166"/>
                        <a:pt x="0" y="241"/>
                      </a:cubicBezTo>
                      <a:close/>
                    </a:path>
                  </a:pathLst>
                </a:cu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7" name="Freeform 14"/>
                <p:cNvSpPr>
                  <a:spLocks/>
                </p:cNvSpPr>
                <p:nvPr/>
              </p:nvSpPr>
              <p:spPr bwMode="auto">
                <a:xfrm>
                  <a:off x="5391150" y="3697288"/>
                  <a:ext cx="284163" cy="423863"/>
                </a:xfrm>
                <a:custGeom>
                  <a:avLst/>
                  <a:gdLst>
                    <a:gd name="T0" fmla="*/ 0 w 179"/>
                    <a:gd name="T1" fmla="*/ 187 h 267"/>
                    <a:gd name="T2" fmla="*/ 0 w 179"/>
                    <a:gd name="T3" fmla="*/ 267 h 267"/>
                    <a:gd name="T4" fmla="*/ 179 w 179"/>
                    <a:gd name="T5" fmla="*/ 81 h 267"/>
                    <a:gd name="T6" fmla="*/ 179 w 179"/>
                    <a:gd name="T7" fmla="*/ 0 h 267"/>
                    <a:gd name="T8" fmla="*/ 0 w 179"/>
                    <a:gd name="T9" fmla="*/ 187 h 267"/>
                  </a:gdLst>
                  <a:ahLst/>
                  <a:cxnLst>
                    <a:cxn ang="0">
                      <a:pos x="T0" y="T1"/>
                    </a:cxn>
                    <a:cxn ang="0">
                      <a:pos x="T2" y="T3"/>
                    </a:cxn>
                    <a:cxn ang="0">
                      <a:pos x="T4" y="T5"/>
                    </a:cxn>
                    <a:cxn ang="0">
                      <a:pos x="T6" y="T7"/>
                    </a:cxn>
                    <a:cxn ang="0">
                      <a:pos x="T8" y="T9"/>
                    </a:cxn>
                  </a:cxnLst>
                  <a:rect l="0" t="0" r="r" b="b"/>
                  <a:pathLst>
                    <a:path w="179" h="267">
                      <a:moveTo>
                        <a:pt x="0" y="187"/>
                      </a:moveTo>
                      <a:lnTo>
                        <a:pt x="0" y="267"/>
                      </a:lnTo>
                      <a:lnTo>
                        <a:pt x="179" y="81"/>
                      </a:lnTo>
                      <a:lnTo>
                        <a:pt x="179" y="0"/>
                      </a:lnTo>
                      <a:lnTo>
                        <a:pt x="0" y="187"/>
                      </a:lnTo>
                      <a:close/>
                    </a:path>
                  </a:pathLst>
                </a:custGeom>
                <a:pattFill prst="dkDnDiag">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8" name="Freeform 15"/>
                <p:cNvSpPr>
                  <a:spLocks/>
                </p:cNvSpPr>
                <p:nvPr/>
              </p:nvSpPr>
              <p:spPr bwMode="auto">
                <a:xfrm>
                  <a:off x="5675313" y="3082925"/>
                  <a:ext cx="1289050" cy="742950"/>
                </a:xfrm>
                <a:custGeom>
                  <a:avLst/>
                  <a:gdLst>
                    <a:gd name="T0" fmla="*/ 351 w 484"/>
                    <a:gd name="T1" fmla="*/ 163 h 279"/>
                    <a:gd name="T2" fmla="*/ 0 w 484"/>
                    <a:gd name="T3" fmla="*/ 231 h 279"/>
                    <a:gd name="T4" fmla="*/ 0 w 484"/>
                    <a:gd name="T5" fmla="*/ 279 h 279"/>
                    <a:gd name="T6" fmla="*/ 351 w 484"/>
                    <a:gd name="T7" fmla="*/ 211 h 279"/>
                    <a:gd name="T8" fmla="*/ 484 w 484"/>
                    <a:gd name="T9" fmla="*/ 48 h 279"/>
                    <a:gd name="T10" fmla="*/ 484 w 484"/>
                    <a:gd name="T11" fmla="*/ 0 h 279"/>
                    <a:gd name="T12" fmla="*/ 351 w 484"/>
                    <a:gd name="T13" fmla="*/ 163 h 279"/>
                  </a:gdLst>
                  <a:ahLst/>
                  <a:cxnLst>
                    <a:cxn ang="0">
                      <a:pos x="T0" y="T1"/>
                    </a:cxn>
                    <a:cxn ang="0">
                      <a:pos x="T2" y="T3"/>
                    </a:cxn>
                    <a:cxn ang="0">
                      <a:pos x="T4" y="T5"/>
                    </a:cxn>
                    <a:cxn ang="0">
                      <a:pos x="T6" y="T7"/>
                    </a:cxn>
                    <a:cxn ang="0">
                      <a:pos x="T8" y="T9"/>
                    </a:cxn>
                    <a:cxn ang="0">
                      <a:pos x="T10" y="T11"/>
                    </a:cxn>
                    <a:cxn ang="0">
                      <a:pos x="T12" y="T13"/>
                    </a:cxn>
                  </a:cxnLst>
                  <a:rect l="0" t="0" r="r" b="b"/>
                  <a:pathLst>
                    <a:path w="484" h="279">
                      <a:moveTo>
                        <a:pt x="351" y="163"/>
                      </a:moveTo>
                      <a:cubicBezTo>
                        <a:pt x="0" y="231"/>
                        <a:pt x="0" y="231"/>
                        <a:pt x="0" y="231"/>
                      </a:cubicBezTo>
                      <a:cubicBezTo>
                        <a:pt x="0" y="279"/>
                        <a:pt x="0" y="279"/>
                        <a:pt x="0" y="279"/>
                      </a:cubicBezTo>
                      <a:cubicBezTo>
                        <a:pt x="351" y="211"/>
                        <a:pt x="351" y="211"/>
                        <a:pt x="351" y="211"/>
                      </a:cubicBezTo>
                      <a:cubicBezTo>
                        <a:pt x="424" y="196"/>
                        <a:pt x="484" y="123"/>
                        <a:pt x="484" y="48"/>
                      </a:cubicBezTo>
                      <a:cubicBezTo>
                        <a:pt x="484" y="0"/>
                        <a:pt x="484" y="0"/>
                        <a:pt x="484" y="0"/>
                      </a:cubicBezTo>
                      <a:cubicBezTo>
                        <a:pt x="484" y="75"/>
                        <a:pt x="424" y="148"/>
                        <a:pt x="351" y="163"/>
                      </a:cubicBezTo>
                      <a:close/>
                    </a:path>
                  </a:pathLst>
                </a:custGeom>
                <a:pattFill prst="dkDn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9" name="Freeform 22"/>
                <p:cNvSpPr>
                  <a:spLocks/>
                </p:cNvSpPr>
                <p:nvPr/>
              </p:nvSpPr>
              <p:spPr bwMode="auto">
                <a:xfrm>
                  <a:off x="5391150" y="1741488"/>
                  <a:ext cx="1573213" cy="749300"/>
                </a:xfrm>
                <a:custGeom>
                  <a:avLst/>
                  <a:gdLst>
                    <a:gd name="T0" fmla="*/ 591 w 591"/>
                    <a:gd name="T1" fmla="*/ 125 h 281"/>
                    <a:gd name="T2" fmla="*/ 591 w 591"/>
                    <a:gd name="T3" fmla="*/ 165 h 281"/>
                    <a:gd name="T4" fmla="*/ 458 w 591"/>
                    <a:gd name="T5" fmla="*/ 55 h 281"/>
                    <a:gd name="T6" fmla="*/ 133 w 591"/>
                    <a:gd name="T7" fmla="*/ 118 h 281"/>
                    <a:gd name="T8" fmla="*/ 0 w 591"/>
                    <a:gd name="T9" fmla="*/ 281 h 281"/>
                    <a:gd name="T10" fmla="*/ 0 w 591"/>
                    <a:gd name="T11" fmla="*/ 241 h 281"/>
                    <a:gd name="T12" fmla="*/ 133 w 591"/>
                    <a:gd name="T13" fmla="*/ 78 h 281"/>
                    <a:gd name="T14" fmla="*/ 458 w 591"/>
                    <a:gd name="T15" fmla="*/ 15 h 281"/>
                    <a:gd name="T16" fmla="*/ 591 w 591"/>
                    <a:gd name="T17" fmla="*/ 125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1" h="281">
                      <a:moveTo>
                        <a:pt x="591" y="125"/>
                      </a:moveTo>
                      <a:cubicBezTo>
                        <a:pt x="591" y="165"/>
                        <a:pt x="591" y="165"/>
                        <a:pt x="591" y="165"/>
                      </a:cubicBezTo>
                      <a:cubicBezTo>
                        <a:pt x="591" y="90"/>
                        <a:pt x="531" y="40"/>
                        <a:pt x="458" y="55"/>
                      </a:cubicBezTo>
                      <a:cubicBezTo>
                        <a:pt x="133" y="118"/>
                        <a:pt x="133" y="118"/>
                        <a:pt x="133" y="118"/>
                      </a:cubicBezTo>
                      <a:cubicBezTo>
                        <a:pt x="60" y="133"/>
                        <a:pt x="0" y="206"/>
                        <a:pt x="0" y="281"/>
                      </a:cubicBezTo>
                      <a:cubicBezTo>
                        <a:pt x="0" y="241"/>
                        <a:pt x="0" y="241"/>
                        <a:pt x="0" y="241"/>
                      </a:cubicBezTo>
                      <a:cubicBezTo>
                        <a:pt x="0" y="166"/>
                        <a:pt x="60" y="93"/>
                        <a:pt x="133" y="78"/>
                      </a:cubicBezTo>
                      <a:cubicBezTo>
                        <a:pt x="458" y="15"/>
                        <a:pt x="458" y="15"/>
                        <a:pt x="458" y="15"/>
                      </a:cubicBezTo>
                      <a:cubicBezTo>
                        <a:pt x="531" y="0"/>
                        <a:pt x="591" y="50"/>
                        <a:pt x="591" y="125"/>
                      </a:cubicBezTo>
                      <a:close/>
                    </a:path>
                  </a:pathLst>
                </a:custGeom>
                <a:gradFill>
                  <a:gsLst>
                    <a:gs pos="0">
                      <a:schemeClr val="bg1">
                        <a:alpha val="0"/>
                        <a:lumMod val="0"/>
                        <a:lumOff val="100000"/>
                      </a:schemeClr>
                    </a:gs>
                    <a:gs pos="100000">
                      <a:schemeClr val="bg1">
                        <a:lumMod val="0"/>
                        <a:lumOff val="100000"/>
                        <a:alpha val="15000"/>
                      </a:schemeClr>
                    </a:gs>
                  </a:gsLst>
                  <a:lin ang="8100000" scaled="0"/>
                </a:gra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grpSp>
            <p:nvGrpSpPr>
              <p:cNvPr id="63" name="그룹 62"/>
              <p:cNvGrpSpPr/>
              <p:nvPr/>
            </p:nvGrpSpPr>
            <p:grpSpPr>
              <a:xfrm>
                <a:off x="5809224" y="1678063"/>
                <a:ext cx="1362541" cy="1115937"/>
                <a:chOff x="3996858" y="2020963"/>
                <a:chExt cx="1362541" cy="1115937"/>
              </a:xfrm>
            </p:grpSpPr>
            <p:sp>
              <p:nvSpPr>
                <p:cNvPr id="64" name="TextBox 63"/>
                <p:cNvSpPr txBox="1"/>
                <p:nvPr/>
              </p:nvSpPr>
              <p:spPr>
                <a:xfrm>
                  <a:off x="3996858" y="2020963"/>
                  <a:ext cx="1362541" cy="193940"/>
                </a:xfrm>
                <a:prstGeom prst="rect">
                  <a:avLst/>
                </a:prstGeom>
                <a:noFill/>
              </p:spPr>
              <p:txBody>
                <a:bodyPr wrap="square" lIns="0" tIns="0" rIns="0" bIns="0" rtlCol="0">
                  <a:noAutofit/>
                </a:bodyPr>
                <a:lstStyle/>
                <a:p>
                  <a:pPr lvl="0" algn="ctr"/>
                  <a:r>
                    <a:rPr lang="en-US" altLang="ko-KR" sz="1200" b="1" dirty="0">
                      <a:gradFill>
                        <a:gsLst>
                          <a:gs pos="0">
                            <a:schemeClr val="bg2"/>
                          </a:gs>
                          <a:gs pos="100000">
                            <a:schemeClr val="bg2"/>
                          </a:gs>
                        </a:gsLst>
                        <a:lin ang="5400000" scaled="0"/>
                      </a:gradFill>
                      <a:latin typeface="Roboto Condensed Regular"/>
                    </a:rPr>
                    <a:t>Lorem Ipsum</a:t>
                  </a:r>
                  <a:endParaRPr lang="ko-KR" altLang="en-US" sz="1200" b="1" dirty="0">
                    <a:gradFill>
                      <a:gsLst>
                        <a:gs pos="0">
                          <a:schemeClr val="bg2"/>
                        </a:gs>
                        <a:gs pos="100000">
                          <a:schemeClr val="bg2"/>
                        </a:gs>
                      </a:gsLst>
                      <a:lin ang="5400000" scaled="0"/>
                    </a:gradFill>
                    <a:latin typeface="Roboto Condensed Regular"/>
                  </a:endParaRPr>
                </a:p>
              </p:txBody>
            </p:sp>
            <p:sp>
              <p:nvSpPr>
                <p:cNvPr id="65" name="TextBox 64"/>
                <p:cNvSpPr txBox="1"/>
                <p:nvPr/>
              </p:nvSpPr>
              <p:spPr>
                <a:xfrm>
                  <a:off x="3996858" y="2285461"/>
                  <a:ext cx="1362541" cy="851439"/>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bg2"/>
                          </a:gs>
                          <a:gs pos="100000">
                            <a:schemeClr val="bg2"/>
                          </a:gs>
                        </a:gsLst>
                        <a:lin ang="5400000" scaled="0"/>
                      </a:gradFill>
                      <a:ea typeface="Roboto Light" pitchFamily="2" charset="0"/>
                      <a:cs typeface="Roboto Condensed Regular"/>
                    </a:rPr>
                    <a:t>Morbi in ipsum sit amet pede facilisis laoreet. Donec lacus nunc, viverra nec, blandit vel, egestas et, augue. Vestibulum tincidunt malesuada tellus. Ut ultrices ultrices enim. Curabitur sit amet mauris. </a:t>
                  </a:r>
                </a:p>
              </p:txBody>
            </p:sp>
          </p:grpSp>
        </p:grpSp>
      </p:grpSp>
      <p:sp>
        <p:nvSpPr>
          <p:cNvPr id="11" name="Title 10"/>
          <p:cNvSpPr>
            <a:spLocks noGrp="1"/>
          </p:cNvSpPr>
          <p:nvPr>
            <p:ph type="title"/>
          </p:nvPr>
        </p:nvSpPr>
        <p:spPr/>
        <p:txBody>
          <a:bodyPr/>
          <a:lstStyle/>
          <a:p>
            <a:r>
              <a:rPr lang="en-US" altLang="ko-KR" dirty="0"/>
              <a:t>Speaking diagram</a:t>
            </a:r>
            <a:endParaRPr lang="en-US" dirty="0"/>
          </a:p>
        </p:txBody>
      </p:sp>
      <p:grpSp>
        <p:nvGrpSpPr>
          <p:cNvPr id="44" name="그룹 43"/>
          <p:cNvGrpSpPr/>
          <p:nvPr/>
        </p:nvGrpSpPr>
        <p:grpSpPr>
          <a:xfrm>
            <a:off x="542580" y="1439377"/>
            <a:ext cx="1612325" cy="2877308"/>
            <a:chOff x="2700338" y="1439377"/>
            <a:chExt cx="1612325" cy="2877308"/>
          </a:xfrm>
        </p:grpSpPr>
        <p:sp>
          <p:nvSpPr>
            <p:cNvPr id="82" name="Freeform 32"/>
            <p:cNvSpPr>
              <a:spLocks/>
            </p:cNvSpPr>
            <p:nvPr/>
          </p:nvSpPr>
          <p:spPr bwMode="auto">
            <a:xfrm>
              <a:off x="3511550" y="3474225"/>
              <a:ext cx="801113" cy="842460"/>
            </a:xfrm>
            <a:custGeom>
              <a:avLst/>
              <a:gdLst>
                <a:gd name="T0" fmla="*/ 391 w 391"/>
                <a:gd name="T1" fmla="*/ 402 h 411"/>
                <a:gd name="T2" fmla="*/ 391 w 391"/>
                <a:gd name="T3" fmla="*/ 411 h 411"/>
                <a:gd name="T4" fmla="*/ 1 w 391"/>
                <a:gd name="T5" fmla="*/ 411 h 411"/>
                <a:gd name="T6" fmla="*/ 0 w 391"/>
                <a:gd name="T7" fmla="*/ 402 h 411"/>
                <a:gd name="T8" fmla="*/ 38 w 391"/>
                <a:gd name="T9" fmla="*/ 261 h 411"/>
                <a:gd name="T10" fmla="*/ 128 w 391"/>
                <a:gd name="T11" fmla="*/ 223 h 411"/>
                <a:gd name="T12" fmla="*/ 153 w 391"/>
                <a:gd name="T13" fmla="*/ 199 h 411"/>
                <a:gd name="T14" fmla="*/ 153 w 391"/>
                <a:gd name="T15" fmla="*/ 199 h 411"/>
                <a:gd name="T16" fmla="*/ 145 w 391"/>
                <a:gd name="T17" fmla="*/ 189 h 411"/>
                <a:gd name="T18" fmla="*/ 144 w 391"/>
                <a:gd name="T19" fmla="*/ 188 h 411"/>
                <a:gd name="T20" fmla="*/ 117 w 391"/>
                <a:gd name="T21" fmla="*/ 93 h 411"/>
                <a:gd name="T22" fmla="*/ 124 w 391"/>
                <a:gd name="T23" fmla="*/ 38 h 411"/>
                <a:gd name="T24" fmla="*/ 191 w 391"/>
                <a:gd name="T25" fmla="*/ 0 h 411"/>
                <a:gd name="T26" fmla="*/ 200 w 391"/>
                <a:gd name="T27" fmla="*/ 0 h 411"/>
                <a:gd name="T28" fmla="*/ 268 w 391"/>
                <a:gd name="T29" fmla="*/ 38 h 411"/>
                <a:gd name="T30" fmla="*/ 274 w 391"/>
                <a:gd name="T31" fmla="*/ 93 h 411"/>
                <a:gd name="T32" fmla="*/ 248 w 391"/>
                <a:gd name="T33" fmla="*/ 188 h 411"/>
                <a:gd name="T34" fmla="*/ 247 w 391"/>
                <a:gd name="T35" fmla="*/ 188 h 411"/>
                <a:gd name="T36" fmla="*/ 239 w 391"/>
                <a:gd name="T37" fmla="*/ 199 h 411"/>
                <a:gd name="T38" fmla="*/ 238 w 391"/>
                <a:gd name="T39" fmla="*/ 199 h 411"/>
                <a:gd name="T40" fmla="*/ 264 w 391"/>
                <a:gd name="T41" fmla="*/ 223 h 411"/>
                <a:gd name="T42" fmla="*/ 353 w 391"/>
                <a:gd name="T43" fmla="*/ 261 h 411"/>
                <a:gd name="T44" fmla="*/ 391 w 391"/>
                <a:gd name="T45" fmla="*/ 402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1" h="411">
                  <a:moveTo>
                    <a:pt x="391" y="402"/>
                  </a:moveTo>
                  <a:cubicBezTo>
                    <a:pt x="391" y="411"/>
                    <a:pt x="391" y="411"/>
                    <a:pt x="391" y="411"/>
                  </a:cubicBezTo>
                  <a:cubicBezTo>
                    <a:pt x="1" y="411"/>
                    <a:pt x="1" y="411"/>
                    <a:pt x="1" y="411"/>
                  </a:cubicBezTo>
                  <a:cubicBezTo>
                    <a:pt x="0" y="402"/>
                    <a:pt x="0" y="402"/>
                    <a:pt x="0" y="402"/>
                  </a:cubicBezTo>
                  <a:cubicBezTo>
                    <a:pt x="0" y="370"/>
                    <a:pt x="3" y="274"/>
                    <a:pt x="38" y="261"/>
                  </a:cubicBezTo>
                  <a:cubicBezTo>
                    <a:pt x="128" y="223"/>
                    <a:pt x="128" y="223"/>
                    <a:pt x="128" y="223"/>
                  </a:cubicBezTo>
                  <a:cubicBezTo>
                    <a:pt x="140" y="217"/>
                    <a:pt x="150" y="208"/>
                    <a:pt x="153" y="199"/>
                  </a:cubicBezTo>
                  <a:cubicBezTo>
                    <a:pt x="153" y="199"/>
                    <a:pt x="153" y="199"/>
                    <a:pt x="153" y="199"/>
                  </a:cubicBezTo>
                  <a:cubicBezTo>
                    <a:pt x="152" y="198"/>
                    <a:pt x="149" y="195"/>
                    <a:pt x="145" y="189"/>
                  </a:cubicBezTo>
                  <a:cubicBezTo>
                    <a:pt x="144" y="189"/>
                    <a:pt x="144" y="188"/>
                    <a:pt x="144" y="188"/>
                  </a:cubicBezTo>
                  <a:cubicBezTo>
                    <a:pt x="134" y="174"/>
                    <a:pt x="120" y="144"/>
                    <a:pt x="117" y="93"/>
                  </a:cubicBezTo>
                  <a:cubicBezTo>
                    <a:pt x="116" y="78"/>
                    <a:pt x="117" y="51"/>
                    <a:pt x="124" y="38"/>
                  </a:cubicBezTo>
                  <a:cubicBezTo>
                    <a:pt x="136" y="15"/>
                    <a:pt x="167" y="0"/>
                    <a:pt x="191" y="0"/>
                  </a:cubicBezTo>
                  <a:cubicBezTo>
                    <a:pt x="200" y="0"/>
                    <a:pt x="200" y="0"/>
                    <a:pt x="200" y="0"/>
                  </a:cubicBezTo>
                  <a:cubicBezTo>
                    <a:pt x="225" y="0"/>
                    <a:pt x="255" y="15"/>
                    <a:pt x="268" y="38"/>
                  </a:cubicBezTo>
                  <a:cubicBezTo>
                    <a:pt x="275" y="51"/>
                    <a:pt x="275" y="78"/>
                    <a:pt x="274" y="93"/>
                  </a:cubicBezTo>
                  <a:cubicBezTo>
                    <a:pt x="272" y="143"/>
                    <a:pt x="257" y="173"/>
                    <a:pt x="248" y="188"/>
                  </a:cubicBezTo>
                  <a:cubicBezTo>
                    <a:pt x="248" y="188"/>
                    <a:pt x="247" y="188"/>
                    <a:pt x="247" y="188"/>
                  </a:cubicBezTo>
                  <a:cubicBezTo>
                    <a:pt x="243" y="194"/>
                    <a:pt x="240" y="198"/>
                    <a:pt x="239" y="199"/>
                  </a:cubicBezTo>
                  <a:cubicBezTo>
                    <a:pt x="238" y="199"/>
                    <a:pt x="238" y="199"/>
                    <a:pt x="238" y="199"/>
                  </a:cubicBezTo>
                  <a:cubicBezTo>
                    <a:pt x="242" y="208"/>
                    <a:pt x="251" y="217"/>
                    <a:pt x="264" y="223"/>
                  </a:cubicBezTo>
                  <a:cubicBezTo>
                    <a:pt x="353" y="261"/>
                    <a:pt x="353" y="261"/>
                    <a:pt x="353" y="261"/>
                  </a:cubicBezTo>
                  <a:cubicBezTo>
                    <a:pt x="388" y="274"/>
                    <a:pt x="391" y="370"/>
                    <a:pt x="391" y="402"/>
                  </a:cubicBezTo>
                  <a:close/>
                </a:path>
              </a:pathLst>
            </a:custGeom>
            <a:solidFill>
              <a:schemeClr val="accent3">
                <a:lumMod val="75000"/>
                <a:alpha val="5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84" name="그룹 83"/>
            <p:cNvGrpSpPr/>
            <p:nvPr/>
          </p:nvGrpSpPr>
          <p:grpSpPr>
            <a:xfrm>
              <a:off x="2700338" y="1439377"/>
              <a:ext cx="1277913" cy="1929095"/>
              <a:chOff x="3879850" y="1516063"/>
              <a:chExt cx="1576388" cy="2379663"/>
            </a:xfrm>
          </p:grpSpPr>
          <p:grpSp>
            <p:nvGrpSpPr>
              <p:cNvPr id="85" name="그룹 84"/>
              <p:cNvGrpSpPr/>
              <p:nvPr/>
            </p:nvGrpSpPr>
            <p:grpSpPr>
              <a:xfrm>
                <a:off x="3879850" y="1516063"/>
                <a:ext cx="1576388" cy="2379663"/>
                <a:chOff x="3568700" y="2112963"/>
                <a:chExt cx="1576388" cy="2379663"/>
              </a:xfrm>
            </p:grpSpPr>
            <p:sp>
              <p:nvSpPr>
                <p:cNvPr id="89" name="Freeform 10"/>
                <p:cNvSpPr>
                  <a:spLocks/>
                </p:cNvSpPr>
                <p:nvPr/>
              </p:nvSpPr>
              <p:spPr bwMode="auto">
                <a:xfrm>
                  <a:off x="3568700" y="2112963"/>
                  <a:ext cx="1576388" cy="2251075"/>
                </a:xfrm>
                <a:custGeom>
                  <a:avLst/>
                  <a:gdLst>
                    <a:gd name="T0" fmla="*/ 592 w 592"/>
                    <a:gd name="T1" fmla="*/ 240 h 845"/>
                    <a:gd name="T2" fmla="*/ 592 w 592"/>
                    <a:gd name="T3" fmla="*/ 845 h 845"/>
                    <a:gd name="T4" fmla="*/ 485 w 592"/>
                    <a:gd name="T5" fmla="*/ 734 h 845"/>
                    <a:gd name="T6" fmla="*/ 134 w 592"/>
                    <a:gd name="T7" fmla="*/ 665 h 845"/>
                    <a:gd name="T8" fmla="*/ 0 w 592"/>
                    <a:gd name="T9" fmla="*/ 503 h 845"/>
                    <a:gd name="T10" fmla="*/ 0 w 592"/>
                    <a:gd name="T11" fmla="*/ 124 h 845"/>
                    <a:gd name="T12" fmla="*/ 134 w 592"/>
                    <a:gd name="T13" fmla="*/ 14 h 845"/>
                    <a:gd name="T14" fmla="*/ 458 w 592"/>
                    <a:gd name="T15" fmla="*/ 78 h 845"/>
                    <a:gd name="T16" fmla="*/ 592 w 592"/>
                    <a:gd name="T17" fmla="*/ 240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2" h="845">
                      <a:moveTo>
                        <a:pt x="592" y="240"/>
                      </a:moveTo>
                      <a:cubicBezTo>
                        <a:pt x="592" y="845"/>
                        <a:pt x="592" y="845"/>
                        <a:pt x="592" y="845"/>
                      </a:cubicBezTo>
                      <a:cubicBezTo>
                        <a:pt x="485" y="734"/>
                        <a:pt x="485" y="734"/>
                        <a:pt x="485" y="734"/>
                      </a:cubicBezTo>
                      <a:cubicBezTo>
                        <a:pt x="134" y="665"/>
                        <a:pt x="134" y="665"/>
                        <a:pt x="134" y="665"/>
                      </a:cubicBezTo>
                      <a:cubicBezTo>
                        <a:pt x="60" y="651"/>
                        <a:pt x="0" y="578"/>
                        <a:pt x="0" y="503"/>
                      </a:cubicBezTo>
                      <a:cubicBezTo>
                        <a:pt x="0" y="124"/>
                        <a:pt x="0" y="124"/>
                        <a:pt x="0" y="124"/>
                      </a:cubicBezTo>
                      <a:cubicBezTo>
                        <a:pt x="0" y="49"/>
                        <a:pt x="60" y="0"/>
                        <a:pt x="134" y="14"/>
                      </a:cubicBezTo>
                      <a:cubicBezTo>
                        <a:pt x="458" y="78"/>
                        <a:pt x="458" y="78"/>
                        <a:pt x="458" y="78"/>
                      </a:cubicBezTo>
                      <a:cubicBezTo>
                        <a:pt x="532" y="92"/>
                        <a:pt x="592" y="165"/>
                        <a:pt x="592" y="240"/>
                      </a:cubicBezTo>
                      <a:close/>
                    </a:path>
                  </a:pathLst>
                </a:custGeom>
                <a:solidFill>
                  <a:schemeClr val="accent3">
                    <a:lumMod val="6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90" name="Freeform 12"/>
                <p:cNvSpPr>
                  <a:spLocks/>
                </p:cNvSpPr>
                <p:nvPr/>
              </p:nvSpPr>
              <p:spPr bwMode="auto">
                <a:xfrm>
                  <a:off x="3568700" y="3452813"/>
                  <a:ext cx="1292225" cy="742950"/>
                </a:xfrm>
                <a:custGeom>
                  <a:avLst/>
                  <a:gdLst>
                    <a:gd name="T0" fmla="*/ 134 w 485"/>
                    <a:gd name="T1" fmla="*/ 162 h 279"/>
                    <a:gd name="T2" fmla="*/ 0 w 485"/>
                    <a:gd name="T3" fmla="*/ 0 h 279"/>
                    <a:gd name="T4" fmla="*/ 0 w 485"/>
                    <a:gd name="T5" fmla="*/ 48 h 279"/>
                    <a:gd name="T6" fmla="*/ 134 w 485"/>
                    <a:gd name="T7" fmla="*/ 210 h 279"/>
                    <a:gd name="T8" fmla="*/ 485 w 485"/>
                    <a:gd name="T9" fmla="*/ 279 h 279"/>
                    <a:gd name="T10" fmla="*/ 485 w 485"/>
                    <a:gd name="T11" fmla="*/ 231 h 279"/>
                    <a:gd name="T12" fmla="*/ 134 w 485"/>
                    <a:gd name="T13" fmla="*/ 162 h 279"/>
                  </a:gdLst>
                  <a:ahLst/>
                  <a:cxnLst>
                    <a:cxn ang="0">
                      <a:pos x="T0" y="T1"/>
                    </a:cxn>
                    <a:cxn ang="0">
                      <a:pos x="T2" y="T3"/>
                    </a:cxn>
                    <a:cxn ang="0">
                      <a:pos x="T4" y="T5"/>
                    </a:cxn>
                    <a:cxn ang="0">
                      <a:pos x="T6" y="T7"/>
                    </a:cxn>
                    <a:cxn ang="0">
                      <a:pos x="T8" y="T9"/>
                    </a:cxn>
                    <a:cxn ang="0">
                      <a:pos x="T10" y="T11"/>
                    </a:cxn>
                    <a:cxn ang="0">
                      <a:pos x="T12" y="T13"/>
                    </a:cxn>
                  </a:cxnLst>
                  <a:rect l="0" t="0" r="r" b="b"/>
                  <a:pathLst>
                    <a:path w="485" h="279">
                      <a:moveTo>
                        <a:pt x="134" y="162"/>
                      </a:moveTo>
                      <a:cubicBezTo>
                        <a:pt x="60" y="148"/>
                        <a:pt x="0" y="75"/>
                        <a:pt x="0" y="0"/>
                      </a:cubicBezTo>
                      <a:cubicBezTo>
                        <a:pt x="0" y="48"/>
                        <a:pt x="0" y="48"/>
                        <a:pt x="0" y="48"/>
                      </a:cubicBezTo>
                      <a:cubicBezTo>
                        <a:pt x="0" y="123"/>
                        <a:pt x="60" y="196"/>
                        <a:pt x="134" y="210"/>
                      </a:cubicBezTo>
                      <a:cubicBezTo>
                        <a:pt x="485" y="279"/>
                        <a:pt x="485" y="279"/>
                        <a:pt x="485" y="279"/>
                      </a:cubicBezTo>
                      <a:cubicBezTo>
                        <a:pt x="485" y="231"/>
                        <a:pt x="485" y="231"/>
                        <a:pt x="485" y="231"/>
                      </a:cubicBezTo>
                      <a:lnTo>
                        <a:pt x="134" y="162"/>
                      </a:lnTo>
                      <a:close/>
                    </a:path>
                  </a:pathLst>
                </a:custGeom>
                <a:pattFill prst="ltUpDiag">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91" name="Freeform 13"/>
                <p:cNvSpPr>
                  <a:spLocks/>
                </p:cNvSpPr>
                <p:nvPr/>
              </p:nvSpPr>
              <p:spPr bwMode="auto">
                <a:xfrm>
                  <a:off x="4860925" y="4068763"/>
                  <a:ext cx="284163" cy="423863"/>
                </a:xfrm>
                <a:custGeom>
                  <a:avLst/>
                  <a:gdLst>
                    <a:gd name="T0" fmla="*/ 0 w 179"/>
                    <a:gd name="T1" fmla="*/ 0 h 267"/>
                    <a:gd name="T2" fmla="*/ 0 w 179"/>
                    <a:gd name="T3" fmla="*/ 80 h 267"/>
                    <a:gd name="T4" fmla="*/ 0 w 179"/>
                    <a:gd name="T5" fmla="*/ 80 h 267"/>
                    <a:gd name="T6" fmla="*/ 179 w 179"/>
                    <a:gd name="T7" fmla="*/ 267 h 267"/>
                    <a:gd name="T8" fmla="*/ 179 w 179"/>
                    <a:gd name="T9" fmla="*/ 186 h 267"/>
                    <a:gd name="T10" fmla="*/ 0 w 179"/>
                    <a:gd name="T11" fmla="*/ 0 h 267"/>
                    <a:gd name="T12" fmla="*/ 0 w 179"/>
                    <a:gd name="T13" fmla="*/ 0 h 267"/>
                  </a:gdLst>
                  <a:ahLst/>
                  <a:cxnLst>
                    <a:cxn ang="0">
                      <a:pos x="T0" y="T1"/>
                    </a:cxn>
                    <a:cxn ang="0">
                      <a:pos x="T2" y="T3"/>
                    </a:cxn>
                    <a:cxn ang="0">
                      <a:pos x="T4" y="T5"/>
                    </a:cxn>
                    <a:cxn ang="0">
                      <a:pos x="T6" y="T7"/>
                    </a:cxn>
                    <a:cxn ang="0">
                      <a:pos x="T8" y="T9"/>
                    </a:cxn>
                    <a:cxn ang="0">
                      <a:pos x="T10" y="T11"/>
                    </a:cxn>
                    <a:cxn ang="0">
                      <a:pos x="T12" y="T13"/>
                    </a:cxn>
                  </a:cxnLst>
                  <a:rect l="0" t="0" r="r" b="b"/>
                  <a:pathLst>
                    <a:path w="179" h="267">
                      <a:moveTo>
                        <a:pt x="0" y="0"/>
                      </a:moveTo>
                      <a:lnTo>
                        <a:pt x="0" y="80"/>
                      </a:lnTo>
                      <a:lnTo>
                        <a:pt x="0" y="80"/>
                      </a:lnTo>
                      <a:lnTo>
                        <a:pt x="179" y="267"/>
                      </a:lnTo>
                      <a:lnTo>
                        <a:pt x="179" y="186"/>
                      </a:lnTo>
                      <a:lnTo>
                        <a:pt x="0" y="0"/>
                      </a:lnTo>
                      <a:lnTo>
                        <a:pt x="0" y="0"/>
                      </a:lnTo>
                      <a:close/>
                    </a:path>
                  </a:pathLst>
                </a:custGeom>
                <a:pattFill prst="dkUpDiag">
                  <a:fgClr>
                    <a:schemeClr val="accent3">
                      <a:lumMod val="50000"/>
                    </a:schemeClr>
                  </a:fgClr>
                  <a:bgClr>
                    <a:schemeClr val="accent4">
                      <a:lumMod val="65000"/>
                      <a:lumOff val="3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92" name="Freeform 16"/>
                <p:cNvSpPr>
                  <a:spLocks/>
                </p:cNvSpPr>
                <p:nvPr/>
              </p:nvSpPr>
              <p:spPr bwMode="auto">
                <a:xfrm>
                  <a:off x="3568700" y="2112963"/>
                  <a:ext cx="1576388" cy="746125"/>
                </a:xfrm>
                <a:custGeom>
                  <a:avLst/>
                  <a:gdLst>
                    <a:gd name="T0" fmla="*/ 592 w 592"/>
                    <a:gd name="T1" fmla="*/ 240 h 280"/>
                    <a:gd name="T2" fmla="*/ 592 w 592"/>
                    <a:gd name="T3" fmla="*/ 280 h 280"/>
                    <a:gd name="T4" fmla="*/ 458 w 592"/>
                    <a:gd name="T5" fmla="*/ 118 h 280"/>
                    <a:gd name="T6" fmla="*/ 134 w 592"/>
                    <a:gd name="T7" fmla="*/ 54 h 280"/>
                    <a:gd name="T8" fmla="*/ 0 w 592"/>
                    <a:gd name="T9" fmla="*/ 164 h 280"/>
                    <a:gd name="T10" fmla="*/ 0 w 592"/>
                    <a:gd name="T11" fmla="*/ 124 h 280"/>
                    <a:gd name="T12" fmla="*/ 134 w 592"/>
                    <a:gd name="T13" fmla="*/ 14 h 280"/>
                    <a:gd name="T14" fmla="*/ 458 w 592"/>
                    <a:gd name="T15" fmla="*/ 78 h 280"/>
                    <a:gd name="T16" fmla="*/ 592 w 592"/>
                    <a:gd name="T17" fmla="*/ 24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2" h="280">
                      <a:moveTo>
                        <a:pt x="592" y="240"/>
                      </a:moveTo>
                      <a:cubicBezTo>
                        <a:pt x="592" y="280"/>
                        <a:pt x="592" y="280"/>
                        <a:pt x="592" y="280"/>
                      </a:cubicBezTo>
                      <a:cubicBezTo>
                        <a:pt x="592" y="205"/>
                        <a:pt x="532" y="132"/>
                        <a:pt x="458" y="118"/>
                      </a:cubicBezTo>
                      <a:cubicBezTo>
                        <a:pt x="134" y="54"/>
                        <a:pt x="134" y="54"/>
                        <a:pt x="134" y="54"/>
                      </a:cubicBezTo>
                      <a:cubicBezTo>
                        <a:pt x="60" y="40"/>
                        <a:pt x="0" y="89"/>
                        <a:pt x="0" y="164"/>
                      </a:cubicBezTo>
                      <a:cubicBezTo>
                        <a:pt x="0" y="124"/>
                        <a:pt x="0" y="124"/>
                        <a:pt x="0" y="124"/>
                      </a:cubicBezTo>
                      <a:cubicBezTo>
                        <a:pt x="0" y="49"/>
                        <a:pt x="60" y="0"/>
                        <a:pt x="134" y="14"/>
                      </a:cubicBezTo>
                      <a:cubicBezTo>
                        <a:pt x="458" y="78"/>
                        <a:pt x="458" y="78"/>
                        <a:pt x="458" y="78"/>
                      </a:cubicBezTo>
                      <a:cubicBezTo>
                        <a:pt x="532" y="92"/>
                        <a:pt x="592" y="165"/>
                        <a:pt x="592" y="240"/>
                      </a:cubicBezTo>
                      <a:close/>
                    </a:path>
                  </a:pathLst>
                </a:custGeom>
                <a:gradFill>
                  <a:gsLst>
                    <a:gs pos="0">
                      <a:schemeClr val="bg1">
                        <a:alpha val="0"/>
                        <a:lumMod val="0"/>
                        <a:lumOff val="100000"/>
                      </a:schemeClr>
                    </a:gs>
                    <a:gs pos="100000">
                      <a:schemeClr val="bg1">
                        <a:lumMod val="0"/>
                        <a:lumOff val="100000"/>
                        <a:alpha val="15000"/>
                      </a:schemeClr>
                    </a:gs>
                  </a:gsLst>
                  <a:lin ang="8100000" scaled="0"/>
                </a:gra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grpSp>
            <p:nvGrpSpPr>
              <p:cNvPr id="86" name="그룹 85"/>
              <p:cNvGrpSpPr/>
              <p:nvPr/>
            </p:nvGrpSpPr>
            <p:grpSpPr>
              <a:xfrm>
                <a:off x="3986774" y="2020963"/>
                <a:ext cx="1362541" cy="1115937"/>
                <a:chOff x="3996858" y="2020963"/>
                <a:chExt cx="1362541" cy="1115937"/>
              </a:xfrm>
            </p:grpSpPr>
            <p:sp>
              <p:nvSpPr>
                <p:cNvPr id="87" name="TextBox 86"/>
                <p:cNvSpPr txBox="1"/>
                <p:nvPr/>
              </p:nvSpPr>
              <p:spPr>
                <a:xfrm>
                  <a:off x="3996858" y="2020963"/>
                  <a:ext cx="1362541" cy="193940"/>
                </a:xfrm>
                <a:prstGeom prst="rect">
                  <a:avLst/>
                </a:prstGeom>
                <a:noFill/>
              </p:spPr>
              <p:txBody>
                <a:bodyPr wrap="square" lIns="0" tIns="0" rIns="0" bIns="0" rtlCol="0">
                  <a:noAutofit/>
                </a:bodyPr>
                <a:lstStyle/>
                <a:p>
                  <a:pPr lvl="0" algn="ctr"/>
                  <a:r>
                    <a:rPr lang="en-US" altLang="ko-KR" sz="1200" b="1" dirty="0">
                      <a:gradFill>
                        <a:gsLst>
                          <a:gs pos="0">
                            <a:schemeClr val="bg2"/>
                          </a:gs>
                          <a:gs pos="100000">
                            <a:schemeClr val="bg2"/>
                          </a:gs>
                        </a:gsLst>
                        <a:lin ang="5400000" scaled="0"/>
                      </a:gradFill>
                      <a:latin typeface="Roboto Condensed Regular"/>
                    </a:rPr>
                    <a:t>Lorem Ipsum</a:t>
                  </a:r>
                  <a:endParaRPr lang="ko-KR" altLang="en-US" sz="1200" b="1" dirty="0">
                    <a:gradFill>
                      <a:gsLst>
                        <a:gs pos="0">
                          <a:schemeClr val="bg2"/>
                        </a:gs>
                        <a:gs pos="100000">
                          <a:schemeClr val="bg2"/>
                        </a:gs>
                      </a:gsLst>
                      <a:lin ang="5400000" scaled="0"/>
                    </a:gradFill>
                    <a:latin typeface="Roboto Condensed Regular"/>
                  </a:endParaRPr>
                </a:p>
              </p:txBody>
            </p:sp>
            <p:sp>
              <p:nvSpPr>
                <p:cNvPr id="88" name="TextBox 87"/>
                <p:cNvSpPr txBox="1"/>
                <p:nvPr/>
              </p:nvSpPr>
              <p:spPr>
                <a:xfrm>
                  <a:off x="3996858" y="2285461"/>
                  <a:ext cx="1362541" cy="851439"/>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bg2"/>
                          </a:gs>
                          <a:gs pos="100000">
                            <a:schemeClr val="bg2"/>
                          </a:gs>
                        </a:gsLst>
                        <a:lin ang="5400000" scaled="0"/>
                      </a:gradFill>
                      <a:ea typeface="Roboto Light" pitchFamily="2" charset="0"/>
                      <a:cs typeface="Roboto Condensed Regular"/>
                    </a:rPr>
                    <a:t>Morbi in ipsum sit amet pede facilisis laoreet. Donec lacus nunc, viverra nec, blandit vel, egestas et, augue. Vestibulum tincidunt malesuada tellus. Ut ultrices ultrices enim. Curabitur sit amet mauris. </a:t>
                  </a:r>
                </a:p>
              </p:txBody>
            </p:sp>
          </p:grpSp>
        </p:grpSp>
      </p:grpSp>
      <p:grpSp>
        <p:nvGrpSpPr>
          <p:cNvPr id="45" name="그룹 44"/>
          <p:cNvGrpSpPr/>
          <p:nvPr/>
        </p:nvGrpSpPr>
        <p:grpSpPr>
          <a:xfrm>
            <a:off x="1677017" y="1138243"/>
            <a:ext cx="1624288" cy="3178447"/>
            <a:chOff x="3834780" y="1138238"/>
            <a:chExt cx="1624288" cy="3178447"/>
          </a:xfrm>
        </p:grpSpPr>
        <p:sp>
          <p:nvSpPr>
            <p:cNvPr id="83" name="Freeform 32"/>
            <p:cNvSpPr>
              <a:spLocks/>
            </p:cNvSpPr>
            <p:nvPr/>
          </p:nvSpPr>
          <p:spPr bwMode="auto">
            <a:xfrm>
              <a:off x="3834780" y="3321050"/>
              <a:ext cx="946770" cy="995635"/>
            </a:xfrm>
            <a:custGeom>
              <a:avLst/>
              <a:gdLst>
                <a:gd name="T0" fmla="*/ 391 w 391"/>
                <a:gd name="T1" fmla="*/ 402 h 411"/>
                <a:gd name="T2" fmla="*/ 391 w 391"/>
                <a:gd name="T3" fmla="*/ 411 h 411"/>
                <a:gd name="T4" fmla="*/ 1 w 391"/>
                <a:gd name="T5" fmla="*/ 411 h 411"/>
                <a:gd name="T6" fmla="*/ 0 w 391"/>
                <a:gd name="T7" fmla="*/ 402 h 411"/>
                <a:gd name="T8" fmla="*/ 38 w 391"/>
                <a:gd name="T9" fmla="*/ 261 h 411"/>
                <a:gd name="T10" fmla="*/ 128 w 391"/>
                <a:gd name="T11" fmla="*/ 223 h 411"/>
                <a:gd name="T12" fmla="*/ 153 w 391"/>
                <a:gd name="T13" fmla="*/ 199 h 411"/>
                <a:gd name="T14" fmla="*/ 153 w 391"/>
                <a:gd name="T15" fmla="*/ 199 h 411"/>
                <a:gd name="T16" fmla="*/ 145 w 391"/>
                <a:gd name="T17" fmla="*/ 189 h 411"/>
                <a:gd name="T18" fmla="*/ 144 w 391"/>
                <a:gd name="T19" fmla="*/ 188 h 411"/>
                <a:gd name="T20" fmla="*/ 117 w 391"/>
                <a:gd name="T21" fmla="*/ 93 h 411"/>
                <a:gd name="T22" fmla="*/ 124 w 391"/>
                <a:gd name="T23" fmla="*/ 38 h 411"/>
                <a:gd name="T24" fmla="*/ 191 w 391"/>
                <a:gd name="T25" fmla="*/ 0 h 411"/>
                <a:gd name="T26" fmla="*/ 200 w 391"/>
                <a:gd name="T27" fmla="*/ 0 h 411"/>
                <a:gd name="T28" fmla="*/ 268 w 391"/>
                <a:gd name="T29" fmla="*/ 38 h 411"/>
                <a:gd name="T30" fmla="*/ 274 w 391"/>
                <a:gd name="T31" fmla="*/ 93 h 411"/>
                <a:gd name="T32" fmla="*/ 248 w 391"/>
                <a:gd name="T33" fmla="*/ 188 h 411"/>
                <a:gd name="T34" fmla="*/ 247 w 391"/>
                <a:gd name="T35" fmla="*/ 188 h 411"/>
                <a:gd name="T36" fmla="*/ 239 w 391"/>
                <a:gd name="T37" fmla="*/ 199 h 411"/>
                <a:gd name="T38" fmla="*/ 238 w 391"/>
                <a:gd name="T39" fmla="*/ 199 h 411"/>
                <a:gd name="T40" fmla="*/ 264 w 391"/>
                <a:gd name="T41" fmla="*/ 223 h 411"/>
                <a:gd name="T42" fmla="*/ 353 w 391"/>
                <a:gd name="T43" fmla="*/ 261 h 411"/>
                <a:gd name="T44" fmla="*/ 391 w 391"/>
                <a:gd name="T45" fmla="*/ 402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1" h="411">
                  <a:moveTo>
                    <a:pt x="391" y="402"/>
                  </a:moveTo>
                  <a:cubicBezTo>
                    <a:pt x="391" y="411"/>
                    <a:pt x="391" y="411"/>
                    <a:pt x="391" y="411"/>
                  </a:cubicBezTo>
                  <a:cubicBezTo>
                    <a:pt x="1" y="411"/>
                    <a:pt x="1" y="411"/>
                    <a:pt x="1" y="411"/>
                  </a:cubicBezTo>
                  <a:cubicBezTo>
                    <a:pt x="0" y="402"/>
                    <a:pt x="0" y="402"/>
                    <a:pt x="0" y="402"/>
                  </a:cubicBezTo>
                  <a:cubicBezTo>
                    <a:pt x="0" y="370"/>
                    <a:pt x="3" y="274"/>
                    <a:pt x="38" y="261"/>
                  </a:cubicBezTo>
                  <a:cubicBezTo>
                    <a:pt x="128" y="223"/>
                    <a:pt x="128" y="223"/>
                    <a:pt x="128" y="223"/>
                  </a:cubicBezTo>
                  <a:cubicBezTo>
                    <a:pt x="140" y="217"/>
                    <a:pt x="150" y="208"/>
                    <a:pt x="153" y="199"/>
                  </a:cubicBezTo>
                  <a:cubicBezTo>
                    <a:pt x="153" y="199"/>
                    <a:pt x="153" y="199"/>
                    <a:pt x="153" y="199"/>
                  </a:cubicBezTo>
                  <a:cubicBezTo>
                    <a:pt x="152" y="198"/>
                    <a:pt x="149" y="195"/>
                    <a:pt x="145" y="189"/>
                  </a:cubicBezTo>
                  <a:cubicBezTo>
                    <a:pt x="144" y="189"/>
                    <a:pt x="144" y="188"/>
                    <a:pt x="144" y="188"/>
                  </a:cubicBezTo>
                  <a:cubicBezTo>
                    <a:pt x="134" y="174"/>
                    <a:pt x="120" y="144"/>
                    <a:pt x="117" y="93"/>
                  </a:cubicBezTo>
                  <a:cubicBezTo>
                    <a:pt x="116" y="78"/>
                    <a:pt x="117" y="51"/>
                    <a:pt x="124" y="38"/>
                  </a:cubicBezTo>
                  <a:cubicBezTo>
                    <a:pt x="136" y="15"/>
                    <a:pt x="167" y="0"/>
                    <a:pt x="191" y="0"/>
                  </a:cubicBezTo>
                  <a:cubicBezTo>
                    <a:pt x="200" y="0"/>
                    <a:pt x="200" y="0"/>
                    <a:pt x="200" y="0"/>
                  </a:cubicBezTo>
                  <a:cubicBezTo>
                    <a:pt x="225" y="0"/>
                    <a:pt x="255" y="15"/>
                    <a:pt x="268" y="38"/>
                  </a:cubicBezTo>
                  <a:cubicBezTo>
                    <a:pt x="275" y="51"/>
                    <a:pt x="275" y="78"/>
                    <a:pt x="274" y="93"/>
                  </a:cubicBezTo>
                  <a:cubicBezTo>
                    <a:pt x="272" y="143"/>
                    <a:pt x="257" y="173"/>
                    <a:pt x="248" y="188"/>
                  </a:cubicBezTo>
                  <a:cubicBezTo>
                    <a:pt x="248" y="188"/>
                    <a:pt x="247" y="188"/>
                    <a:pt x="247" y="188"/>
                  </a:cubicBezTo>
                  <a:cubicBezTo>
                    <a:pt x="243" y="194"/>
                    <a:pt x="240" y="198"/>
                    <a:pt x="239" y="199"/>
                  </a:cubicBezTo>
                  <a:cubicBezTo>
                    <a:pt x="238" y="199"/>
                    <a:pt x="238" y="199"/>
                    <a:pt x="238" y="199"/>
                  </a:cubicBezTo>
                  <a:cubicBezTo>
                    <a:pt x="242" y="208"/>
                    <a:pt x="251" y="217"/>
                    <a:pt x="264" y="223"/>
                  </a:cubicBezTo>
                  <a:cubicBezTo>
                    <a:pt x="353" y="261"/>
                    <a:pt x="353" y="261"/>
                    <a:pt x="353" y="261"/>
                  </a:cubicBezTo>
                  <a:cubicBezTo>
                    <a:pt x="388" y="274"/>
                    <a:pt x="391" y="370"/>
                    <a:pt x="391" y="402"/>
                  </a:cubicBezTo>
                  <a:close/>
                </a:path>
              </a:pathLst>
            </a:custGeom>
            <a:solidFill>
              <a:schemeClr val="accent1">
                <a:alpha val="5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93" name="그룹 92"/>
            <p:cNvGrpSpPr/>
            <p:nvPr/>
          </p:nvGrpSpPr>
          <p:grpSpPr>
            <a:xfrm>
              <a:off x="4183729" y="1138238"/>
              <a:ext cx="1275339" cy="1929095"/>
              <a:chOff x="5702300" y="1144588"/>
              <a:chExt cx="1573213" cy="2379663"/>
            </a:xfrm>
          </p:grpSpPr>
          <p:grpSp>
            <p:nvGrpSpPr>
              <p:cNvPr id="94" name="그룹 93"/>
              <p:cNvGrpSpPr/>
              <p:nvPr/>
            </p:nvGrpSpPr>
            <p:grpSpPr>
              <a:xfrm>
                <a:off x="5702300" y="1144588"/>
                <a:ext cx="1573213" cy="2379663"/>
                <a:chOff x="5391150" y="1741488"/>
                <a:chExt cx="1573213" cy="2379663"/>
              </a:xfrm>
            </p:grpSpPr>
            <p:sp>
              <p:nvSpPr>
                <p:cNvPr id="98" name="Freeform 11"/>
                <p:cNvSpPr>
                  <a:spLocks/>
                </p:cNvSpPr>
                <p:nvPr/>
              </p:nvSpPr>
              <p:spPr bwMode="auto">
                <a:xfrm>
                  <a:off x="5391150" y="1741488"/>
                  <a:ext cx="1573213" cy="2252663"/>
                </a:xfrm>
                <a:custGeom>
                  <a:avLst/>
                  <a:gdLst>
                    <a:gd name="T0" fmla="*/ 0 w 591"/>
                    <a:gd name="T1" fmla="*/ 241 h 845"/>
                    <a:gd name="T2" fmla="*/ 0 w 591"/>
                    <a:gd name="T3" fmla="*/ 845 h 845"/>
                    <a:gd name="T4" fmla="*/ 107 w 591"/>
                    <a:gd name="T5" fmla="*/ 734 h 845"/>
                    <a:gd name="T6" fmla="*/ 458 w 591"/>
                    <a:gd name="T7" fmla="*/ 666 h 845"/>
                    <a:gd name="T8" fmla="*/ 591 w 591"/>
                    <a:gd name="T9" fmla="*/ 503 h 845"/>
                    <a:gd name="T10" fmla="*/ 591 w 591"/>
                    <a:gd name="T11" fmla="*/ 125 h 845"/>
                    <a:gd name="T12" fmla="*/ 458 w 591"/>
                    <a:gd name="T13" fmla="*/ 15 h 845"/>
                    <a:gd name="T14" fmla="*/ 133 w 591"/>
                    <a:gd name="T15" fmla="*/ 78 h 845"/>
                    <a:gd name="T16" fmla="*/ 0 w 591"/>
                    <a:gd name="T17" fmla="*/ 241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1" h="845">
                      <a:moveTo>
                        <a:pt x="0" y="241"/>
                      </a:moveTo>
                      <a:cubicBezTo>
                        <a:pt x="0" y="845"/>
                        <a:pt x="0" y="845"/>
                        <a:pt x="0" y="845"/>
                      </a:cubicBezTo>
                      <a:cubicBezTo>
                        <a:pt x="107" y="734"/>
                        <a:pt x="107" y="734"/>
                        <a:pt x="107" y="734"/>
                      </a:cubicBezTo>
                      <a:cubicBezTo>
                        <a:pt x="458" y="666"/>
                        <a:pt x="458" y="666"/>
                        <a:pt x="458" y="666"/>
                      </a:cubicBezTo>
                      <a:cubicBezTo>
                        <a:pt x="531" y="651"/>
                        <a:pt x="591" y="578"/>
                        <a:pt x="591" y="503"/>
                      </a:cubicBezTo>
                      <a:cubicBezTo>
                        <a:pt x="591" y="125"/>
                        <a:pt x="591" y="125"/>
                        <a:pt x="591" y="125"/>
                      </a:cubicBezTo>
                      <a:cubicBezTo>
                        <a:pt x="591" y="50"/>
                        <a:pt x="531" y="0"/>
                        <a:pt x="458" y="15"/>
                      </a:cubicBezTo>
                      <a:cubicBezTo>
                        <a:pt x="133" y="78"/>
                        <a:pt x="133" y="78"/>
                        <a:pt x="133" y="78"/>
                      </a:cubicBezTo>
                      <a:cubicBezTo>
                        <a:pt x="60" y="93"/>
                        <a:pt x="0" y="166"/>
                        <a:pt x="0" y="241"/>
                      </a:cubicBezTo>
                      <a:close/>
                    </a:path>
                  </a:pathLst>
                </a:cu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99" name="Freeform 14"/>
                <p:cNvSpPr>
                  <a:spLocks/>
                </p:cNvSpPr>
                <p:nvPr/>
              </p:nvSpPr>
              <p:spPr bwMode="auto">
                <a:xfrm>
                  <a:off x="5391150" y="3697288"/>
                  <a:ext cx="284163" cy="423863"/>
                </a:xfrm>
                <a:custGeom>
                  <a:avLst/>
                  <a:gdLst>
                    <a:gd name="T0" fmla="*/ 0 w 179"/>
                    <a:gd name="T1" fmla="*/ 187 h 267"/>
                    <a:gd name="T2" fmla="*/ 0 w 179"/>
                    <a:gd name="T3" fmla="*/ 267 h 267"/>
                    <a:gd name="T4" fmla="*/ 179 w 179"/>
                    <a:gd name="T5" fmla="*/ 81 h 267"/>
                    <a:gd name="T6" fmla="*/ 179 w 179"/>
                    <a:gd name="T7" fmla="*/ 0 h 267"/>
                    <a:gd name="T8" fmla="*/ 0 w 179"/>
                    <a:gd name="T9" fmla="*/ 187 h 267"/>
                  </a:gdLst>
                  <a:ahLst/>
                  <a:cxnLst>
                    <a:cxn ang="0">
                      <a:pos x="T0" y="T1"/>
                    </a:cxn>
                    <a:cxn ang="0">
                      <a:pos x="T2" y="T3"/>
                    </a:cxn>
                    <a:cxn ang="0">
                      <a:pos x="T4" y="T5"/>
                    </a:cxn>
                    <a:cxn ang="0">
                      <a:pos x="T6" y="T7"/>
                    </a:cxn>
                    <a:cxn ang="0">
                      <a:pos x="T8" y="T9"/>
                    </a:cxn>
                  </a:cxnLst>
                  <a:rect l="0" t="0" r="r" b="b"/>
                  <a:pathLst>
                    <a:path w="179" h="267">
                      <a:moveTo>
                        <a:pt x="0" y="187"/>
                      </a:moveTo>
                      <a:lnTo>
                        <a:pt x="0" y="267"/>
                      </a:lnTo>
                      <a:lnTo>
                        <a:pt x="179" y="81"/>
                      </a:lnTo>
                      <a:lnTo>
                        <a:pt x="179" y="0"/>
                      </a:lnTo>
                      <a:lnTo>
                        <a:pt x="0" y="187"/>
                      </a:lnTo>
                      <a:close/>
                    </a:path>
                  </a:pathLst>
                </a:custGeom>
                <a:pattFill prst="dkDnDiag">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00" name="Freeform 15"/>
                <p:cNvSpPr>
                  <a:spLocks/>
                </p:cNvSpPr>
                <p:nvPr/>
              </p:nvSpPr>
              <p:spPr bwMode="auto">
                <a:xfrm>
                  <a:off x="5675313" y="3082925"/>
                  <a:ext cx="1289050" cy="742950"/>
                </a:xfrm>
                <a:custGeom>
                  <a:avLst/>
                  <a:gdLst>
                    <a:gd name="T0" fmla="*/ 351 w 484"/>
                    <a:gd name="T1" fmla="*/ 163 h 279"/>
                    <a:gd name="T2" fmla="*/ 0 w 484"/>
                    <a:gd name="T3" fmla="*/ 231 h 279"/>
                    <a:gd name="T4" fmla="*/ 0 w 484"/>
                    <a:gd name="T5" fmla="*/ 279 h 279"/>
                    <a:gd name="T6" fmla="*/ 351 w 484"/>
                    <a:gd name="T7" fmla="*/ 211 h 279"/>
                    <a:gd name="T8" fmla="*/ 484 w 484"/>
                    <a:gd name="T9" fmla="*/ 48 h 279"/>
                    <a:gd name="T10" fmla="*/ 484 w 484"/>
                    <a:gd name="T11" fmla="*/ 0 h 279"/>
                    <a:gd name="T12" fmla="*/ 351 w 484"/>
                    <a:gd name="T13" fmla="*/ 163 h 279"/>
                  </a:gdLst>
                  <a:ahLst/>
                  <a:cxnLst>
                    <a:cxn ang="0">
                      <a:pos x="T0" y="T1"/>
                    </a:cxn>
                    <a:cxn ang="0">
                      <a:pos x="T2" y="T3"/>
                    </a:cxn>
                    <a:cxn ang="0">
                      <a:pos x="T4" y="T5"/>
                    </a:cxn>
                    <a:cxn ang="0">
                      <a:pos x="T6" y="T7"/>
                    </a:cxn>
                    <a:cxn ang="0">
                      <a:pos x="T8" y="T9"/>
                    </a:cxn>
                    <a:cxn ang="0">
                      <a:pos x="T10" y="T11"/>
                    </a:cxn>
                    <a:cxn ang="0">
                      <a:pos x="T12" y="T13"/>
                    </a:cxn>
                  </a:cxnLst>
                  <a:rect l="0" t="0" r="r" b="b"/>
                  <a:pathLst>
                    <a:path w="484" h="279">
                      <a:moveTo>
                        <a:pt x="351" y="163"/>
                      </a:moveTo>
                      <a:cubicBezTo>
                        <a:pt x="0" y="231"/>
                        <a:pt x="0" y="231"/>
                        <a:pt x="0" y="231"/>
                      </a:cubicBezTo>
                      <a:cubicBezTo>
                        <a:pt x="0" y="279"/>
                        <a:pt x="0" y="279"/>
                        <a:pt x="0" y="279"/>
                      </a:cubicBezTo>
                      <a:cubicBezTo>
                        <a:pt x="351" y="211"/>
                        <a:pt x="351" y="211"/>
                        <a:pt x="351" y="211"/>
                      </a:cubicBezTo>
                      <a:cubicBezTo>
                        <a:pt x="424" y="196"/>
                        <a:pt x="484" y="123"/>
                        <a:pt x="484" y="48"/>
                      </a:cubicBezTo>
                      <a:cubicBezTo>
                        <a:pt x="484" y="0"/>
                        <a:pt x="484" y="0"/>
                        <a:pt x="484" y="0"/>
                      </a:cubicBezTo>
                      <a:cubicBezTo>
                        <a:pt x="484" y="75"/>
                        <a:pt x="424" y="148"/>
                        <a:pt x="351" y="163"/>
                      </a:cubicBezTo>
                      <a:close/>
                    </a:path>
                  </a:pathLst>
                </a:custGeom>
                <a:pattFill prst="dkDn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01" name="Freeform 22"/>
                <p:cNvSpPr>
                  <a:spLocks/>
                </p:cNvSpPr>
                <p:nvPr/>
              </p:nvSpPr>
              <p:spPr bwMode="auto">
                <a:xfrm>
                  <a:off x="5391150" y="1741488"/>
                  <a:ext cx="1573213" cy="749300"/>
                </a:xfrm>
                <a:custGeom>
                  <a:avLst/>
                  <a:gdLst>
                    <a:gd name="T0" fmla="*/ 591 w 591"/>
                    <a:gd name="T1" fmla="*/ 125 h 281"/>
                    <a:gd name="T2" fmla="*/ 591 w 591"/>
                    <a:gd name="T3" fmla="*/ 165 h 281"/>
                    <a:gd name="T4" fmla="*/ 458 w 591"/>
                    <a:gd name="T5" fmla="*/ 55 h 281"/>
                    <a:gd name="T6" fmla="*/ 133 w 591"/>
                    <a:gd name="T7" fmla="*/ 118 h 281"/>
                    <a:gd name="T8" fmla="*/ 0 w 591"/>
                    <a:gd name="T9" fmla="*/ 281 h 281"/>
                    <a:gd name="T10" fmla="*/ 0 w 591"/>
                    <a:gd name="T11" fmla="*/ 241 h 281"/>
                    <a:gd name="T12" fmla="*/ 133 w 591"/>
                    <a:gd name="T13" fmla="*/ 78 h 281"/>
                    <a:gd name="T14" fmla="*/ 458 w 591"/>
                    <a:gd name="T15" fmla="*/ 15 h 281"/>
                    <a:gd name="T16" fmla="*/ 591 w 591"/>
                    <a:gd name="T17" fmla="*/ 125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1" h="281">
                      <a:moveTo>
                        <a:pt x="591" y="125"/>
                      </a:moveTo>
                      <a:cubicBezTo>
                        <a:pt x="591" y="165"/>
                        <a:pt x="591" y="165"/>
                        <a:pt x="591" y="165"/>
                      </a:cubicBezTo>
                      <a:cubicBezTo>
                        <a:pt x="591" y="90"/>
                        <a:pt x="531" y="40"/>
                        <a:pt x="458" y="55"/>
                      </a:cubicBezTo>
                      <a:cubicBezTo>
                        <a:pt x="133" y="118"/>
                        <a:pt x="133" y="118"/>
                        <a:pt x="133" y="118"/>
                      </a:cubicBezTo>
                      <a:cubicBezTo>
                        <a:pt x="60" y="133"/>
                        <a:pt x="0" y="206"/>
                        <a:pt x="0" y="281"/>
                      </a:cubicBezTo>
                      <a:cubicBezTo>
                        <a:pt x="0" y="241"/>
                        <a:pt x="0" y="241"/>
                        <a:pt x="0" y="241"/>
                      </a:cubicBezTo>
                      <a:cubicBezTo>
                        <a:pt x="0" y="166"/>
                        <a:pt x="60" y="93"/>
                        <a:pt x="133" y="78"/>
                      </a:cubicBezTo>
                      <a:cubicBezTo>
                        <a:pt x="458" y="15"/>
                        <a:pt x="458" y="15"/>
                        <a:pt x="458" y="15"/>
                      </a:cubicBezTo>
                      <a:cubicBezTo>
                        <a:pt x="531" y="0"/>
                        <a:pt x="591" y="50"/>
                        <a:pt x="591" y="125"/>
                      </a:cubicBezTo>
                      <a:close/>
                    </a:path>
                  </a:pathLst>
                </a:custGeom>
                <a:gradFill>
                  <a:gsLst>
                    <a:gs pos="0">
                      <a:schemeClr val="bg1">
                        <a:alpha val="0"/>
                        <a:lumMod val="0"/>
                        <a:lumOff val="100000"/>
                      </a:schemeClr>
                    </a:gs>
                    <a:gs pos="100000">
                      <a:schemeClr val="bg1">
                        <a:lumMod val="0"/>
                        <a:lumOff val="100000"/>
                        <a:alpha val="15000"/>
                      </a:schemeClr>
                    </a:gs>
                  </a:gsLst>
                  <a:lin ang="8100000" scaled="0"/>
                </a:gra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grpSp>
            <p:nvGrpSpPr>
              <p:cNvPr id="95" name="그룹 94"/>
              <p:cNvGrpSpPr/>
              <p:nvPr/>
            </p:nvGrpSpPr>
            <p:grpSpPr>
              <a:xfrm>
                <a:off x="5809224" y="1678063"/>
                <a:ext cx="1362541" cy="1115937"/>
                <a:chOff x="3996858" y="2020963"/>
                <a:chExt cx="1362541" cy="1115937"/>
              </a:xfrm>
            </p:grpSpPr>
            <p:sp>
              <p:nvSpPr>
                <p:cNvPr id="96" name="TextBox 95"/>
                <p:cNvSpPr txBox="1"/>
                <p:nvPr/>
              </p:nvSpPr>
              <p:spPr>
                <a:xfrm>
                  <a:off x="3996858" y="2020963"/>
                  <a:ext cx="1362541" cy="193940"/>
                </a:xfrm>
                <a:prstGeom prst="rect">
                  <a:avLst/>
                </a:prstGeom>
                <a:noFill/>
              </p:spPr>
              <p:txBody>
                <a:bodyPr wrap="square" lIns="0" tIns="0" rIns="0" bIns="0" rtlCol="0">
                  <a:noAutofit/>
                </a:bodyPr>
                <a:lstStyle/>
                <a:p>
                  <a:pPr lvl="0" algn="ctr"/>
                  <a:r>
                    <a:rPr lang="en-US" altLang="ko-KR" sz="1200" b="1" dirty="0">
                      <a:gradFill>
                        <a:gsLst>
                          <a:gs pos="0">
                            <a:schemeClr val="bg2"/>
                          </a:gs>
                          <a:gs pos="100000">
                            <a:schemeClr val="bg2"/>
                          </a:gs>
                        </a:gsLst>
                        <a:lin ang="5400000" scaled="0"/>
                      </a:gradFill>
                      <a:latin typeface="Roboto Condensed Regular"/>
                    </a:rPr>
                    <a:t>Lorem Ipsum</a:t>
                  </a:r>
                  <a:endParaRPr lang="ko-KR" altLang="en-US" sz="1200" b="1" dirty="0">
                    <a:gradFill>
                      <a:gsLst>
                        <a:gs pos="0">
                          <a:schemeClr val="bg2"/>
                        </a:gs>
                        <a:gs pos="100000">
                          <a:schemeClr val="bg2"/>
                        </a:gs>
                      </a:gsLst>
                      <a:lin ang="5400000" scaled="0"/>
                    </a:gradFill>
                    <a:latin typeface="Roboto Condensed Regular"/>
                  </a:endParaRPr>
                </a:p>
              </p:txBody>
            </p:sp>
            <p:sp>
              <p:nvSpPr>
                <p:cNvPr id="97" name="TextBox 96"/>
                <p:cNvSpPr txBox="1"/>
                <p:nvPr/>
              </p:nvSpPr>
              <p:spPr>
                <a:xfrm>
                  <a:off x="3996858" y="2285461"/>
                  <a:ext cx="1362541" cy="851439"/>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bg2"/>
                          </a:gs>
                          <a:gs pos="100000">
                            <a:schemeClr val="bg2"/>
                          </a:gs>
                        </a:gsLst>
                        <a:lin ang="5400000" scaled="0"/>
                      </a:gradFill>
                      <a:ea typeface="Roboto Light" pitchFamily="2" charset="0"/>
                      <a:cs typeface="Roboto Condensed Regular"/>
                    </a:rPr>
                    <a:t>Morbi in ipsum sit amet pede facilisis laoreet. Donec lacus nunc, viverra nec, blandit vel, egestas et, augue. Vestibulum tincidunt malesuada tellus. Ut ultrices ultrices enim. Curabitur sit amet mauris. </a:t>
                  </a:r>
                </a:p>
              </p:txBody>
            </p:sp>
          </p:grpSp>
        </p:grpSp>
      </p:grpSp>
    </p:spTree>
    <p:extLst>
      <p:ext uri="{BB962C8B-B14F-4D97-AF65-F5344CB8AC3E}">
        <p14:creationId xmlns:p14="http://schemas.microsoft.com/office/powerpoint/2010/main" val="34681061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1000"/>
                                        <p:tgtEl>
                                          <p:spTgt spid="44"/>
                                        </p:tgtEl>
                                      </p:cBhvr>
                                    </p:animEffect>
                                  </p:childTnLst>
                                </p:cTn>
                              </p:par>
                              <p:par>
                                <p:cTn id="8" presetID="10" presetClass="entr" presetSubtype="0" fill="hold"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1000"/>
                                        <p:tgtEl>
                                          <p:spTgt spid="45"/>
                                        </p:tgtEl>
                                      </p:cBhvr>
                                    </p:animEffect>
                                  </p:childTnLst>
                                </p:cTn>
                              </p:par>
                              <p:par>
                                <p:cTn id="11" presetID="63" presetClass="path" presetSubtype="0" accel="50000" decel="50000" fill="hold" nodeType="withEffect">
                                  <p:stCondLst>
                                    <p:cond delay="0"/>
                                  </p:stCondLst>
                                  <p:childTnLst>
                                    <p:animMotion origin="layout" path="M -0.08496 2.09877E-6 L 2.22222E-6 2.09877E-6 " pathEditMode="relative" rAng="0" ptsTypes="AA">
                                      <p:cBhvr>
                                        <p:cTn id="12" dur="1000" fill="hold"/>
                                        <p:tgtEl>
                                          <p:spTgt spid="44"/>
                                        </p:tgtEl>
                                        <p:attrNameLst>
                                          <p:attrName>ppt_x</p:attrName>
                                          <p:attrName>ppt_y</p:attrName>
                                        </p:attrNameLst>
                                      </p:cBhvr>
                                      <p:rCtr x="4236" y="0"/>
                                    </p:animMotion>
                                  </p:childTnLst>
                                </p:cTn>
                              </p:par>
                              <p:par>
                                <p:cTn id="13" presetID="35" presetClass="path" presetSubtype="0" accel="50000" decel="50000" fill="hold" nodeType="withEffect">
                                  <p:stCondLst>
                                    <p:cond delay="0"/>
                                  </p:stCondLst>
                                  <p:childTnLst>
                                    <p:animMotion origin="layout" path="M 0.08773 3.08642E-6 L -2.96296E-6 3.08642E-6 " pathEditMode="relative" rAng="0" ptsTypes="AA">
                                      <p:cBhvr>
                                        <p:cTn id="14" dur="1000" fill="hold"/>
                                        <p:tgtEl>
                                          <p:spTgt spid="45"/>
                                        </p:tgtEl>
                                        <p:attrNameLst>
                                          <p:attrName>ppt_x</p:attrName>
                                          <p:attrName>ppt_y</p:attrName>
                                        </p:attrNameLst>
                                      </p:cBhvr>
                                      <p:rCtr x="-4398" y="0"/>
                                    </p:animMotion>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1000"/>
                                        <p:tgtEl>
                                          <p:spTgt spid="48"/>
                                        </p:tgtEl>
                                      </p:cBhvr>
                                    </p:animEffect>
                                  </p:childTnLst>
                                </p:cTn>
                              </p:par>
                              <p:par>
                                <p:cTn id="19" presetID="10" presetClass="entr" presetSubtype="0" fill="hold" nodeType="withEffect">
                                  <p:stCondLst>
                                    <p:cond delay="0"/>
                                  </p:stCondLst>
                                  <p:childTnLst>
                                    <p:set>
                                      <p:cBhvr>
                                        <p:cTn id="20" dur="1" fill="hold">
                                          <p:stCondLst>
                                            <p:cond delay="0"/>
                                          </p:stCondLst>
                                        </p:cTn>
                                        <p:tgtEl>
                                          <p:spTgt spid="59"/>
                                        </p:tgtEl>
                                        <p:attrNameLst>
                                          <p:attrName>style.visibility</p:attrName>
                                        </p:attrNameLst>
                                      </p:cBhvr>
                                      <p:to>
                                        <p:strVal val="visible"/>
                                      </p:to>
                                    </p:set>
                                    <p:animEffect transition="in" filter="fade">
                                      <p:cBhvr>
                                        <p:cTn id="21" dur="1000"/>
                                        <p:tgtEl>
                                          <p:spTgt spid="59"/>
                                        </p:tgtEl>
                                      </p:cBhvr>
                                    </p:animEffect>
                                  </p:childTnLst>
                                </p:cTn>
                              </p:par>
                              <p:par>
                                <p:cTn id="22" presetID="63" presetClass="path" presetSubtype="0" accel="50000" decel="50000" fill="hold" nodeType="withEffect">
                                  <p:stCondLst>
                                    <p:cond delay="0"/>
                                  </p:stCondLst>
                                  <p:childTnLst>
                                    <p:animMotion origin="layout" path="M -0.08496 2.09877E-6 L 3.33333E-6 2.09877E-6 " pathEditMode="relative" rAng="0" ptsTypes="AA">
                                      <p:cBhvr>
                                        <p:cTn id="23" dur="1000" fill="hold"/>
                                        <p:tgtEl>
                                          <p:spTgt spid="48"/>
                                        </p:tgtEl>
                                        <p:attrNameLst>
                                          <p:attrName>ppt_x</p:attrName>
                                          <p:attrName>ppt_y</p:attrName>
                                        </p:attrNameLst>
                                      </p:cBhvr>
                                      <p:rCtr x="4236" y="0"/>
                                    </p:animMotion>
                                  </p:childTnLst>
                                </p:cTn>
                              </p:par>
                              <p:par>
                                <p:cTn id="24" presetID="35" presetClass="path" presetSubtype="0" accel="50000" decel="50000" fill="hold" nodeType="withEffect">
                                  <p:stCondLst>
                                    <p:cond delay="0"/>
                                  </p:stCondLst>
                                  <p:childTnLst>
                                    <p:animMotion origin="layout" path="M 0.08773 3.08642E-6 L -3.7037E-7 3.08642E-6 " pathEditMode="relative" rAng="0" ptsTypes="AA">
                                      <p:cBhvr>
                                        <p:cTn id="25" dur="1000" fill="hold"/>
                                        <p:tgtEl>
                                          <p:spTgt spid="59"/>
                                        </p:tgtEl>
                                        <p:attrNameLst>
                                          <p:attrName>ppt_x</p:attrName>
                                          <p:attrName>ppt_y</p:attrName>
                                        </p:attrNameLst>
                                      </p:cBhvr>
                                      <p:rCtr x="-439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Analysis Diagram</a:t>
            </a:r>
          </a:p>
        </p:txBody>
      </p:sp>
      <p:grpSp>
        <p:nvGrpSpPr>
          <p:cNvPr id="148" name="그룹 147"/>
          <p:cNvGrpSpPr/>
          <p:nvPr/>
        </p:nvGrpSpPr>
        <p:grpSpPr>
          <a:xfrm>
            <a:off x="2673973" y="893763"/>
            <a:ext cx="1438150" cy="848686"/>
            <a:chOff x="4790080" y="931863"/>
            <a:chExt cx="1438150" cy="848686"/>
          </a:xfrm>
        </p:grpSpPr>
        <p:grpSp>
          <p:nvGrpSpPr>
            <p:cNvPr id="52" name="그룹 51"/>
            <p:cNvGrpSpPr/>
            <p:nvPr/>
          </p:nvGrpSpPr>
          <p:grpSpPr>
            <a:xfrm>
              <a:off x="4790080" y="931863"/>
              <a:ext cx="1438150" cy="603295"/>
              <a:chOff x="4790080" y="881063"/>
              <a:chExt cx="1438150" cy="603295"/>
            </a:xfrm>
          </p:grpSpPr>
          <p:sp>
            <p:nvSpPr>
              <p:cNvPr id="134" name="TextBox 133"/>
              <p:cNvSpPr txBox="1"/>
              <p:nvPr/>
            </p:nvSpPr>
            <p:spPr>
              <a:xfrm>
                <a:off x="5032773" y="881063"/>
                <a:ext cx="952765" cy="193940"/>
              </a:xfrm>
              <a:prstGeom prst="rect">
                <a:avLst/>
              </a:prstGeom>
              <a:noFill/>
            </p:spPr>
            <p:txBody>
              <a:bodyPr wrap="square" lIns="72000" tIns="0" rIns="72000" bIns="0" rtlCol="0">
                <a:noAutofit/>
              </a:bodyPr>
              <a:lstStyle/>
              <a:p>
                <a:pPr lvl="0" algn="ctr"/>
                <a:r>
                  <a:rPr lang="en-US" altLang="ko-KR" sz="1200" b="1" dirty="0">
                    <a:gradFill>
                      <a:gsLst>
                        <a:gs pos="0">
                          <a:schemeClr val="accent1"/>
                        </a:gs>
                        <a:gs pos="100000">
                          <a:schemeClr val="accent1"/>
                        </a:gs>
                      </a:gsLst>
                      <a:lin ang="5400000" scaled="0"/>
                    </a:gradFill>
                    <a:latin typeface="Roboto Condensed Regular"/>
                  </a:rPr>
                  <a:t>Lorem Ipsum</a:t>
                </a:r>
                <a:endParaRPr lang="ko-KR" altLang="en-US" sz="1200" b="1" dirty="0">
                  <a:gradFill>
                    <a:gsLst>
                      <a:gs pos="0">
                        <a:schemeClr val="accent1"/>
                      </a:gs>
                      <a:gs pos="100000">
                        <a:schemeClr val="accent1"/>
                      </a:gs>
                    </a:gsLst>
                    <a:lin ang="5400000" scaled="0"/>
                  </a:gradFill>
                  <a:latin typeface="Roboto Condensed Regular"/>
                </a:endParaRPr>
              </a:p>
            </p:txBody>
          </p:sp>
          <p:sp>
            <p:nvSpPr>
              <p:cNvPr id="135" name="TextBox 134"/>
              <p:cNvSpPr txBox="1"/>
              <p:nvPr/>
            </p:nvSpPr>
            <p:spPr>
              <a:xfrm>
                <a:off x="4790080" y="1094761"/>
                <a:ext cx="1438150" cy="389597"/>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cxnSp>
          <p:nvCxnSpPr>
            <p:cNvPr id="136" name="직선 연결선 135"/>
            <p:cNvCxnSpPr/>
            <p:nvPr/>
          </p:nvCxnSpPr>
          <p:spPr>
            <a:xfrm flipV="1">
              <a:off x="5532438" y="1536700"/>
              <a:ext cx="0" cy="243849"/>
            </a:xfrm>
            <a:prstGeom prst="line">
              <a:avLst/>
            </a:prstGeom>
            <a:ln w="3175">
              <a:solidFill>
                <a:schemeClr val="accent1">
                  <a:lumMod val="7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grpSp>
        <p:nvGrpSpPr>
          <p:cNvPr id="152" name="그룹 151"/>
          <p:cNvGrpSpPr/>
          <p:nvPr/>
        </p:nvGrpSpPr>
        <p:grpSpPr>
          <a:xfrm>
            <a:off x="4823960" y="3357568"/>
            <a:ext cx="1468094" cy="603295"/>
            <a:chOff x="6942481" y="3357563"/>
            <a:chExt cx="1468094" cy="603295"/>
          </a:xfrm>
        </p:grpSpPr>
        <p:cxnSp>
          <p:nvCxnSpPr>
            <p:cNvPr id="140" name="직선 연결선 139"/>
            <p:cNvCxnSpPr/>
            <p:nvPr/>
          </p:nvCxnSpPr>
          <p:spPr>
            <a:xfrm rot="5400000" flipV="1">
              <a:off x="7064406" y="3340101"/>
              <a:ext cx="0" cy="243849"/>
            </a:xfrm>
            <a:prstGeom prst="line">
              <a:avLst/>
            </a:prstGeom>
            <a:ln w="3175">
              <a:solidFill>
                <a:schemeClr val="accent3">
                  <a:lumMod val="6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37" name="그룹 136"/>
            <p:cNvGrpSpPr/>
            <p:nvPr/>
          </p:nvGrpSpPr>
          <p:grpSpPr>
            <a:xfrm>
              <a:off x="6972425" y="3357563"/>
              <a:ext cx="1438150" cy="603295"/>
              <a:chOff x="4790080" y="881063"/>
              <a:chExt cx="1438150" cy="603295"/>
            </a:xfrm>
          </p:grpSpPr>
          <p:sp>
            <p:nvSpPr>
              <p:cNvPr id="138" name="TextBox 137"/>
              <p:cNvSpPr txBox="1"/>
              <p:nvPr/>
            </p:nvSpPr>
            <p:spPr>
              <a:xfrm>
                <a:off x="5032773" y="881063"/>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39" name="TextBox 138"/>
              <p:cNvSpPr txBox="1"/>
              <p:nvPr/>
            </p:nvSpPr>
            <p:spPr>
              <a:xfrm>
                <a:off x="4790080" y="1094761"/>
                <a:ext cx="1438150" cy="389597"/>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grpSp>
      <p:grpSp>
        <p:nvGrpSpPr>
          <p:cNvPr id="151" name="그룹 150"/>
          <p:cNvGrpSpPr/>
          <p:nvPr/>
        </p:nvGrpSpPr>
        <p:grpSpPr>
          <a:xfrm>
            <a:off x="570772" y="3357568"/>
            <a:ext cx="1468093" cy="603295"/>
            <a:chOff x="2689288" y="3357563"/>
            <a:chExt cx="1468093" cy="603295"/>
          </a:xfrm>
        </p:grpSpPr>
        <p:cxnSp>
          <p:nvCxnSpPr>
            <p:cNvPr id="141" name="직선 연결선 140"/>
            <p:cNvCxnSpPr/>
            <p:nvPr/>
          </p:nvCxnSpPr>
          <p:spPr>
            <a:xfrm rot="5400000" flipV="1">
              <a:off x="4035457" y="3340102"/>
              <a:ext cx="0" cy="243849"/>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42" name="그룹 141"/>
            <p:cNvGrpSpPr/>
            <p:nvPr/>
          </p:nvGrpSpPr>
          <p:grpSpPr>
            <a:xfrm>
              <a:off x="2689288" y="3357563"/>
              <a:ext cx="1438150" cy="603295"/>
              <a:chOff x="4790080" y="881063"/>
              <a:chExt cx="1438150" cy="603295"/>
            </a:xfrm>
          </p:grpSpPr>
          <p:sp>
            <p:nvSpPr>
              <p:cNvPr id="143" name="TextBox 142"/>
              <p:cNvSpPr txBox="1"/>
              <p:nvPr/>
            </p:nvSpPr>
            <p:spPr>
              <a:xfrm>
                <a:off x="5032773" y="881063"/>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44" name="TextBox 143"/>
              <p:cNvSpPr txBox="1"/>
              <p:nvPr/>
            </p:nvSpPr>
            <p:spPr>
              <a:xfrm>
                <a:off x="4790080" y="1094761"/>
                <a:ext cx="1438150" cy="389597"/>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grpSp>
      <p:grpSp>
        <p:nvGrpSpPr>
          <p:cNvPr id="47" name="그룹 46"/>
          <p:cNvGrpSpPr/>
          <p:nvPr/>
        </p:nvGrpSpPr>
        <p:grpSpPr>
          <a:xfrm>
            <a:off x="2706734" y="2546320"/>
            <a:ext cx="1473102" cy="1148004"/>
            <a:chOff x="4825255" y="2546320"/>
            <a:chExt cx="1473102" cy="1148004"/>
          </a:xfrm>
        </p:grpSpPr>
        <p:sp>
          <p:nvSpPr>
            <p:cNvPr id="43" name="Freeform 28"/>
            <p:cNvSpPr>
              <a:spLocks/>
            </p:cNvSpPr>
            <p:nvPr/>
          </p:nvSpPr>
          <p:spPr bwMode="auto">
            <a:xfrm>
              <a:off x="4971586" y="2546320"/>
              <a:ext cx="1155242" cy="1148004"/>
            </a:xfrm>
            <a:custGeom>
              <a:avLst/>
              <a:gdLst>
                <a:gd name="T0" fmla="*/ 469 w 477"/>
                <a:gd name="T1" fmla="*/ 400 h 474"/>
                <a:gd name="T2" fmla="*/ 238 w 477"/>
                <a:gd name="T3" fmla="*/ 474 h 474"/>
                <a:gd name="T4" fmla="*/ 8 w 477"/>
                <a:gd name="T5" fmla="*/ 400 h 474"/>
                <a:gd name="T6" fmla="*/ 59 w 477"/>
                <a:gd name="T7" fmla="*/ 163 h 474"/>
                <a:gd name="T8" fmla="*/ 238 w 477"/>
                <a:gd name="T9" fmla="*/ 0 h 474"/>
                <a:gd name="T10" fmla="*/ 418 w 477"/>
                <a:gd name="T11" fmla="*/ 163 h 474"/>
                <a:gd name="T12" fmla="*/ 469 w 477"/>
                <a:gd name="T13" fmla="*/ 400 h 474"/>
              </a:gdLst>
              <a:ahLst/>
              <a:cxnLst>
                <a:cxn ang="0">
                  <a:pos x="T0" y="T1"/>
                </a:cxn>
                <a:cxn ang="0">
                  <a:pos x="T2" y="T3"/>
                </a:cxn>
                <a:cxn ang="0">
                  <a:pos x="T4" y="T5"/>
                </a:cxn>
                <a:cxn ang="0">
                  <a:pos x="T6" y="T7"/>
                </a:cxn>
                <a:cxn ang="0">
                  <a:pos x="T8" y="T9"/>
                </a:cxn>
                <a:cxn ang="0">
                  <a:pos x="T10" y="T11"/>
                </a:cxn>
                <a:cxn ang="0">
                  <a:pos x="T12" y="T13"/>
                </a:cxn>
              </a:cxnLst>
              <a:rect l="0" t="0" r="r" b="b"/>
              <a:pathLst>
                <a:path w="477" h="474">
                  <a:moveTo>
                    <a:pt x="469" y="400"/>
                  </a:moveTo>
                  <a:cubicBezTo>
                    <a:pt x="404" y="446"/>
                    <a:pt x="325" y="474"/>
                    <a:pt x="238" y="474"/>
                  </a:cubicBezTo>
                  <a:cubicBezTo>
                    <a:pt x="152" y="474"/>
                    <a:pt x="73" y="446"/>
                    <a:pt x="8" y="400"/>
                  </a:cubicBezTo>
                  <a:cubicBezTo>
                    <a:pt x="0" y="320"/>
                    <a:pt x="16" y="237"/>
                    <a:pt x="59" y="163"/>
                  </a:cubicBezTo>
                  <a:cubicBezTo>
                    <a:pt x="102" y="88"/>
                    <a:pt x="165" y="33"/>
                    <a:pt x="238" y="0"/>
                  </a:cubicBezTo>
                  <a:cubicBezTo>
                    <a:pt x="311" y="33"/>
                    <a:pt x="375" y="88"/>
                    <a:pt x="418" y="163"/>
                  </a:cubicBezTo>
                  <a:cubicBezTo>
                    <a:pt x="461" y="237"/>
                    <a:pt x="477" y="320"/>
                    <a:pt x="469" y="400"/>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9" name="TextBox 148"/>
            <p:cNvSpPr txBox="1"/>
            <p:nvPr/>
          </p:nvSpPr>
          <p:spPr>
            <a:xfrm>
              <a:off x="4825255" y="3147596"/>
              <a:ext cx="1473102" cy="339945"/>
            </a:xfrm>
            <a:prstGeom prst="rect">
              <a:avLst/>
            </a:prstGeom>
            <a:noFill/>
          </p:spPr>
          <p:txBody>
            <a:bodyPr wrap="square" lIns="0" tIns="0" rIns="0" bIns="0" rtlCol="0" anchor="ctr">
              <a:noAutofit/>
            </a:bodyPr>
            <a:lstStyle/>
            <a:p>
              <a:pPr lvl="0" algn="ctr"/>
              <a:r>
                <a:rPr lang="en-US" altLang="ko-KR" sz="1500" dirty="0">
                  <a:gradFill>
                    <a:gsLst>
                      <a:gs pos="0">
                        <a:schemeClr val="tx2"/>
                      </a:gs>
                      <a:gs pos="100000">
                        <a:schemeClr val="tx2"/>
                      </a:gs>
                    </a:gsLst>
                    <a:lin ang="0" scaled="1"/>
                  </a:gradFill>
                  <a:latin typeface="Bebas Neue"/>
                  <a:ea typeface="Roboto Condensed Regular"/>
                  <a:cs typeface="+mj-cs"/>
                </a:rPr>
                <a:t>Your Business </a:t>
              </a:r>
            </a:p>
            <a:p>
              <a:pPr lvl="0" algn="ctr"/>
              <a:r>
                <a:rPr lang="en-US" altLang="ko-KR" sz="1500" dirty="0">
                  <a:gradFill>
                    <a:gsLst>
                      <a:gs pos="0">
                        <a:schemeClr val="tx2"/>
                      </a:gs>
                      <a:gs pos="100000">
                        <a:schemeClr val="tx2"/>
                      </a:gs>
                    </a:gsLst>
                    <a:lin ang="0" scaled="1"/>
                  </a:gradFill>
                  <a:latin typeface="Bebas Neue"/>
                  <a:ea typeface="Roboto Condensed Regular"/>
                  <a:cs typeface="+mj-cs"/>
                </a:rPr>
                <a:t>Goals here</a:t>
              </a:r>
              <a:endParaRPr lang="nb-NO" altLang="ko-KR" sz="1500" b="1" dirty="0">
                <a:gradFill>
                  <a:gsLst>
                    <a:gs pos="0">
                      <a:schemeClr val="tx2"/>
                    </a:gs>
                    <a:gs pos="100000">
                      <a:schemeClr val="tx2"/>
                    </a:gs>
                  </a:gsLst>
                  <a:lin ang="0" scaled="1"/>
                </a:gradFill>
                <a:latin typeface="Bebas Neue" pitchFamily="34" charset="0"/>
                <a:ea typeface="Roboto Light" pitchFamily="2" charset="0"/>
                <a:cs typeface="Roboto Condensed Regular"/>
              </a:endParaRPr>
            </a:p>
          </p:txBody>
        </p:sp>
      </p:grpSp>
      <p:grpSp>
        <p:nvGrpSpPr>
          <p:cNvPr id="50" name="그룹 49"/>
          <p:cNvGrpSpPr/>
          <p:nvPr/>
        </p:nvGrpSpPr>
        <p:grpSpPr>
          <a:xfrm>
            <a:off x="2408634" y="1703780"/>
            <a:ext cx="2045561" cy="1488207"/>
            <a:chOff x="2408634" y="1703780"/>
            <a:chExt cx="2045561" cy="1488207"/>
          </a:xfrm>
        </p:grpSpPr>
        <p:grpSp>
          <p:nvGrpSpPr>
            <p:cNvPr id="44" name="그룹 43"/>
            <p:cNvGrpSpPr/>
            <p:nvPr/>
          </p:nvGrpSpPr>
          <p:grpSpPr>
            <a:xfrm>
              <a:off x="2408634" y="1703780"/>
              <a:ext cx="2045561" cy="1488207"/>
              <a:chOff x="4527150" y="1703775"/>
              <a:chExt cx="2045561" cy="1488207"/>
            </a:xfrm>
          </p:grpSpPr>
          <p:sp>
            <p:nvSpPr>
              <p:cNvPr id="36" name="Freeform 21"/>
              <p:cNvSpPr>
                <a:spLocks/>
              </p:cNvSpPr>
              <p:nvPr/>
            </p:nvSpPr>
            <p:spPr bwMode="auto">
              <a:xfrm>
                <a:off x="6501775" y="2640419"/>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37" name="Freeform 22"/>
              <p:cNvSpPr>
                <a:spLocks/>
              </p:cNvSpPr>
              <p:nvPr/>
            </p:nvSpPr>
            <p:spPr bwMode="auto">
              <a:xfrm>
                <a:off x="4595191" y="1776159"/>
                <a:ext cx="1906585" cy="1165376"/>
              </a:xfrm>
              <a:custGeom>
                <a:avLst/>
                <a:gdLst>
                  <a:gd name="T0" fmla="*/ 788 w 788"/>
                  <a:gd name="T1" fmla="*/ 357 h 481"/>
                  <a:gd name="T2" fmla="*/ 574 w 788"/>
                  <a:gd name="T3" fmla="*/ 481 h 481"/>
                  <a:gd name="T4" fmla="*/ 394 w 788"/>
                  <a:gd name="T5" fmla="*/ 318 h 481"/>
                  <a:gd name="T6" fmla="*/ 215 w 788"/>
                  <a:gd name="T7" fmla="*/ 481 h 481"/>
                  <a:gd name="T8" fmla="*/ 0 w 788"/>
                  <a:gd name="T9" fmla="*/ 357 h 481"/>
                  <a:gd name="T10" fmla="*/ 394 w 788"/>
                  <a:gd name="T11" fmla="*/ 0 h 481"/>
                  <a:gd name="T12" fmla="*/ 661 w 788"/>
                  <a:gd name="T13" fmla="*/ 103 h 481"/>
                  <a:gd name="T14" fmla="*/ 788 w 788"/>
                  <a:gd name="T15" fmla="*/ 357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8" h="481">
                    <a:moveTo>
                      <a:pt x="788" y="357"/>
                    </a:moveTo>
                    <a:cubicBezTo>
                      <a:pt x="574" y="481"/>
                      <a:pt x="574" y="481"/>
                      <a:pt x="574" y="481"/>
                    </a:cubicBezTo>
                    <a:cubicBezTo>
                      <a:pt x="531" y="406"/>
                      <a:pt x="467" y="351"/>
                      <a:pt x="394" y="318"/>
                    </a:cubicBezTo>
                    <a:cubicBezTo>
                      <a:pt x="321" y="351"/>
                      <a:pt x="258" y="406"/>
                      <a:pt x="215" y="481"/>
                    </a:cubicBezTo>
                    <a:cubicBezTo>
                      <a:pt x="0" y="357"/>
                      <a:pt x="0" y="357"/>
                      <a:pt x="0" y="357"/>
                    </a:cubicBezTo>
                    <a:cubicBezTo>
                      <a:pt x="20" y="157"/>
                      <a:pt x="189" y="0"/>
                      <a:pt x="394" y="0"/>
                    </a:cubicBezTo>
                    <a:cubicBezTo>
                      <a:pt x="497" y="0"/>
                      <a:pt x="591" y="39"/>
                      <a:pt x="661" y="103"/>
                    </a:cubicBezTo>
                    <a:cubicBezTo>
                      <a:pt x="732" y="168"/>
                      <a:pt x="779" y="257"/>
                      <a:pt x="788" y="357"/>
                    </a:cubicBezTo>
                    <a:close/>
                  </a:path>
                </a:pathLst>
              </a:custGeom>
              <a:pattFill prst="dkDnDiag">
                <a:fgClr>
                  <a:schemeClr val="accent1"/>
                </a:fgClr>
                <a:bgClr>
                  <a:schemeClr val="accent1">
                    <a:lumMod val="75000"/>
                  </a:schemeClr>
                </a:bgClr>
              </a:pattFill>
              <a:ln w="9525">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9" name="Freeform 24"/>
              <p:cNvSpPr>
                <a:spLocks/>
              </p:cNvSpPr>
              <p:nvPr/>
            </p:nvSpPr>
            <p:spPr bwMode="auto">
              <a:xfrm>
                <a:off x="4595191" y="2640419"/>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42" name="Rectangle 27"/>
              <p:cNvSpPr>
                <a:spLocks noChangeArrowheads="1"/>
              </p:cNvSpPr>
              <p:nvPr/>
            </p:nvSpPr>
            <p:spPr bwMode="auto">
              <a:xfrm>
                <a:off x="5547759" y="3190534"/>
                <a:ext cx="1448" cy="144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1" name="Freeform 18"/>
              <p:cNvSpPr>
                <a:spLocks/>
              </p:cNvSpPr>
              <p:nvPr/>
            </p:nvSpPr>
            <p:spPr bwMode="auto">
              <a:xfrm>
                <a:off x="4527150" y="1703775"/>
                <a:ext cx="2045561" cy="936644"/>
              </a:xfrm>
              <a:custGeom>
                <a:avLst/>
                <a:gdLst>
                  <a:gd name="T0" fmla="*/ 845 w 845"/>
                  <a:gd name="T1" fmla="*/ 370 h 387"/>
                  <a:gd name="T2" fmla="*/ 816 w 845"/>
                  <a:gd name="T3" fmla="*/ 387 h 387"/>
                  <a:gd name="T4" fmla="*/ 810 w 845"/>
                  <a:gd name="T5" fmla="*/ 347 h 387"/>
                  <a:gd name="T6" fmla="*/ 422 w 845"/>
                  <a:gd name="T7" fmla="*/ 30 h 387"/>
                  <a:gd name="T8" fmla="*/ 34 w 845"/>
                  <a:gd name="T9" fmla="*/ 347 h 387"/>
                  <a:gd name="T10" fmla="*/ 28 w 845"/>
                  <a:gd name="T11" fmla="*/ 387 h 387"/>
                  <a:gd name="T12" fmla="*/ 0 w 845"/>
                  <a:gd name="T13" fmla="*/ 370 h 387"/>
                  <a:gd name="T14" fmla="*/ 0 w 845"/>
                  <a:gd name="T15" fmla="*/ 370 h 387"/>
                  <a:gd name="T16" fmla="*/ 422 w 845"/>
                  <a:gd name="T17" fmla="*/ 0 h 387"/>
                  <a:gd name="T18" fmla="*/ 845 w 845"/>
                  <a:gd name="T19" fmla="*/ 370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5" h="387">
                    <a:moveTo>
                      <a:pt x="845" y="370"/>
                    </a:moveTo>
                    <a:cubicBezTo>
                      <a:pt x="816" y="387"/>
                      <a:pt x="816" y="387"/>
                      <a:pt x="816" y="387"/>
                    </a:cubicBezTo>
                    <a:cubicBezTo>
                      <a:pt x="815" y="373"/>
                      <a:pt x="813" y="360"/>
                      <a:pt x="810" y="347"/>
                    </a:cubicBezTo>
                    <a:cubicBezTo>
                      <a:pt x="774" y="166"/>
                      <a:pt x="614" y="30"/>
                      <a:pt x="422" y="30"/>
                    </a:cubicBezTo>
                    <a:cubicBezTo>
                      <a:pt x="231" y="30"/>
                      <a:pt x="71" y="166"/>
                      <a:pt x="34" y="347"/>
                    </a:cubicBezTo>
                    <a:cubicBezTo>
                      <a:pt x="32" y="360"/>
                      <a:pt x="30" y="373"/>
                      <a:pt x="28" y="387"/>
                    </a:cubicBezTo>
                    <a:cubicBezTo>
                      <a:pt x="0" y="370"/>
                      <a:pt x="0" y="370"/>
                      <a:pt x="0" y="370"/>
                    </a:cubicBezTo>
                    <a:cubicBezTo>
                      <a:pt x="0" y="370"/>
                      <a:pt x="0" y="370"/>
                      <a:pt x="0" y="370"/>
                    </a:cubicBezTo>
                    <a:cubicBezTo>
                      <a:pt x="27" y="161"/>
                      <a:pt x="206" y="0"/>
                      <a:pt x="422" y="0"/>
                    </a:cubicBezTo>
                    <a:cubicBezTo>
                      <a:pt x="639" y="0"/>
                      <a:pt x="818" y="161"/>
                      <a:pt x="845" y="370"/>
                    </a:cubicBezTo>
                    <a:close/>
                  </a:path>
                </a:pathLst>
              </a:cu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a:outerShdw dist="508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09" name="TextBox 108"/>
              <p:cNvSpPr txBox="1"/>
              <p:nvPr/>
            </p:nvSpPr>
            <p:spPr>
              <a:xfrm>
                <a:off x="5148286" y="2322453"/>
                <a:ext cx="781061" cy="193940"/>
              </a:xfrm>
              <a:prstGeom prst="rect">
                <a:avLst/>
              </a:prstGeom>
              <a:noFill/>
            </p:spPr>
            <p:txBody>
              <a:bodyPr wrap="square" lIns="0" tIns="0" rIns="0" bIns="0" rtlCol="0">
                <a:noAutofit/>
              </a:bodyPr>
              <a:lstStyle/>
              <a:p>
                <a:pPr lvl="0"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sp>
          <p:nvSpPr>
            <p:cNvPr id="48" name="Freeform 52"/>
            <p:cNvSpPr>
              <a:spLocks noEditPoints="1"/>
            </p:cNvSpPr>
            <p:nvPr/>
          </p:nvSpPr>
          <p:spPr bwMode="auto">
            <a:xfrm>
              <a:off x="3250347" y="1927531"/>
              <a:ext cx="318943" cy="354850"/>
            </a:xfrm>
            <a:custGeom>
              <a:avLst/>
              <a:gdLst/>
              <a:ahLst/>
              <a:cxnLst>
                <a:cxn ang="0">
                  <a:pos x="191" y="7"/>
                </a:cxn>
                <a:cxn ang="0">
                  <a:pos x="168" y="7"/>
                </a:cxn>
                <a:cxn ang="0">
                  <a:pos x="161" y="0"/>
                </a:cxn>
                <a:cxn ang="0">
                  <a:pos x="44" y="0"/>
                </a:cxn>
                <a:cxn ang="0">
                  <a:pos x="37" y="7"/>
                </a:cxn>
                <a:cxn ang="0">
                  <a:pos x="8" y="7"/>
                </a:cxn>
                <a:cxn ang="0">
                  <a:pos x="0" y="14"/>
                </a:cxn>
                <a:cxn ang="0">
                  <a:pos x="0" y="41"/>
                </a:cxn>
                <a:cxn ang="0">
                  <a:pos x="88" y="124"/>
                </a:cxn>
                <a:cxn ang="0">
                  <a:pos x="88" y="169"/>
                </a:cxn>
                <a:cxn ang="0">
                  <a:pos x="54" y="178"/>
                </a:cxn>
                <a:cxn ang="0">
                  <a:pos x="50" y="184"/>
                </a:cxn>
                <a:cxn ang="0">
                  <a:pos x="50" y="189"/>
                </a:cxn>
                <a:cxn ang="0">
                  <a:pos x="44" y="195"/>
                </a:cxn>
                <a:cxn ang="0">
                  <a:pos x="37" y="201"/>
                </a:cxn>
                <a:cxn ang="0">
                  <a:pos x="37" y="214"/>
                </a:cxn>
                <a:cxn ang="0">
                  <a:pos x="44" y="220"/>
                </a:cxn>
                <a:cxn ang="0">
                  <a:pos x="155" y="220"/>
                </a:cxn>
                <a:cxn ang="0">
                  <a:pos x="161" y="214"/>
                </a:cxn>
                <a:cxn ang="0">
                  <a:pos x="161" y="201"/>
                </a:cxn>
                <a:cxn ang="0">
                  <a:pos x="155" y="195"/>
                </a:cxn>
                <a:cxn ang="0">
                  <a:pos x="149" y="189"/>
                </a:cxn>
                <a:cxn ang="0">
                  <a:pos x="149" y="184"/>
                </a:cxn>
                <a:cxn ang="0">
                  <a:pos x="145" y="178"/>
                </a:cxn>
                <a:cxn ang="0">
                  <a:pos x="110" y="169"/>
                </a:cxn>
                <a:cxn ang="0">
                  <a:pos x="110" y="124"/>
                </a:cxn>
                <a:cxn ang="0">
                  <a:pos x="198" y="41"/>
                </a:cxn>
                <a:cxn ang="0">
                  <a:pos x="198" y="14"/>
                </a:cxn>
                <a:cxn ang="0">
                  <a:pos x="191" y="7"/>
                </a:cxn>
                <a:cxn ang="0">
                  <a:pos x="14" y="38"/>
                </a:cxn>
                <a:cxn ang="0">
                  <a:pos x="14" y="29"/>
                </a:cxn>
                <a:cxn ang="0">
                  <a:pos x="21" y="22"/>
                </a:cxn>
                <a:cxn ang="0">
                  <a:pos x="38" y="22"/>
                </a:cxn>
                <a:cxn ang="0">
                  <a:pos x="50" y="82"/>
                </a:cxn>
                <a:cxn ang="0">
                  <a:pos x="14" y="38"/>
                </a:cxn>
                <a:cxn ang="0">
                  <a:pos x="185" y="38"/>
                </a:cxn>
                <a:cxn ang="0">
                  <a:pos x="149" y="82"/>
                </a:cxn>
                <a:cxn ang="0">
                  <a:pos x="160" y="22"/>
                </a:cxn>
                <a:cxn ang="0">
                  <a:pos x="177" y="22"/>
                </a:cxn>
                <a:cxn ang="0">
                  <a:pos x="185" y="29"/>
                </a:cxn>
                <a:cxn ang="0">
                  <a:pos x="185" y="38"/>
                </a:cxn>
              </a:cxnLst>
              <a:rect l="0" t="0" r="r" b="b"/>
              <a:pathLst>
                <a:path w="198" h="220">
                  <a:moveTo>
                    <a:pt x="191" y="7"/>
                  </a:moveTo>
                  <a:cubicBezTo>
                    <a:pt x="168" y="7"/>
                    <a:pt x="168" y="7"/>
                    <a:pt x="168" y="7"/>
                  </a:cubicBezTo>
                  <a:cubicBezTo>
                    <a:pt x="164" y="7"/>
                    <a:pt x="161" y="4"/>
                    <a:pt x="161" y="0"/>
                  </a:cubicBezTo>
                  <a:cubicBezTo>
                    <a:pt x="44" y="0"/>
                    <a:pt x="44" y="0"/>
                    <a:pt x="44" y="0"/>
                  </a:cubicBezTo>
                  <a:cubicBezTo>
                    <a:pt x="40" y="0"/>
                    <a:pt x="37" y="3"/>
                    <a:pt x="37" y="7"/>
                  </a:cubicBezTo>
                  <a:cubicBezTo>
                    <a:pt x="8" y="7"/>
                    <a:pt x="8" y="7"/>
                    <a:pt x="8" y="7"/>
                  </a:cubicBezTo>
                  <a:cubicBezTo>
                    <a:pt x="4" y="7"/>
                    <a:pt x="0" y="10"/>
                    <a:pt x="0" y="14"/>
                  </a:cubicBezTo>
                  <a:cubicBezTo>
                    <a:pt x="0" y="41"/>
                    <a:pt x="0" y="41"/>
                    <a:pt x="0" y="41"/>
                  </a:cubicBezTo>
                  <a:cubicBezTo>
                    <a:pt x="0" y="80"/>
                    <a:pt x="63" y="113"/>
                    <a:pt x="88" y="124"/>
                  </a:cubicBezTo>
                  <a:cubicBezTo>
                    <a:pt x="88" y="169"/>
                    <a:pt x="88" y="169"/>
                    <a:pt x="88" y="169"/>
                  </a:cubicBezTo>
                  <a:cubicBezTo>
                    <a:pt x="88" y="169"/>
                    <a:pt x="69" y="171"/>
                    <a:pt x="54" y="178"/>
                  </a:cubicBezTo>
                  <a:cubicBezTo>
                    <a:pt x="51" y="179"/>
                    <a:pt x="50" y="182"/>
                    <a:pt x="50" y="184"/>
                  </a:cubicBezTo>
                  <a:cubicBezTo>
                    <a:pt x="50" y="189"/>
                    <a:pt x="50" y="189"/>
                    <a:pt x="50" y="189"/>
                  </a:cubicBezTo>
                  <a:cubicBezTo>
                    <a:pt x="50" y="192"/>
                    <a:pt x="47" y="195"/>
                    <a:pt x="44" y="195"/>
                  </a:cubicBezTo>
                  <a:cubicBezTo>
                    <a:pt x="40" y="195"/>
                    <a:pt x="37" y="198"/>
                    <a:pt x="37" y="201"/>
                  </a:cubicBezTo>
                  <a:cubicBezTo>
                    <a:pt x="37" y="214"/>
                    <a:pt x="37" y="214"/>
                    <a:pt x="37" y="214"/>
                  </a:cubicBezTo>
                  <a:cubicBezTo>
                    <a:pt x="37" y="217"/>
                    <a:pt x="40" y="220"/>
                    <a:pt x="44" y="220"/>
                  </a:cubicBezTo>
                  <a:cubicBezTo>
                    <a:pt x="155" y="220"/>
                    <a:pt x="155" y="220"/>
                    <a:pt x="155" y="220"/>
                  </a:cubicBezTo>
                  <a:cubicBezTo>
                    <a:pt x="158" y="220"/>
                    <a:pt x="161" y="217"/>
                    <a:pt x="161" y="214"/>
                  </a:cubicBezTo>
                  <a:cubicBezTo>
                    <a:pt x="161" y="201"/>
                    <a:pt x="161" y="201"/>
                    <a:pt x="161" y="201"/>
                  </a:cubicBezTo>
                  <a:cubicBezTo>
                    <a:pt x="161" y="198"/>
                    <a:pt x="158" y="195"/>
                    <a:pt x="155" y="195"/>
                  </a:cubicBezTo>
                  <a:cubicBezTo>
                    <a:pt x="151" y="195"/>
                    <a:pt x="149" y="192"/>
                    <a:pt x="149" y="189"/>
                  </a:cubicBezTo>
                  <a:cubicBezTo>
                    <a:pt x="149" y="184"/>
                    <a:pt x="149" y="184"/>
                    <a:pt x="149" y="184"/>
                  </a:cubicBezTo>
                  <a:cubicBezTo>
                    <a:pt x="149" y="182"/>
                    <a:pt x="147" y="179"/>
                    <a:pt x="145" y="178"/>
                  </a:cubicBezTo>
                  <a:cubicBezTo>
                    <a:pt x="130" y="171"/>
                    <a:pt x="110" y="169"/>
                    <a:pt x="110" y="169"/>
                  </a:cubicBezTo>
                  <a:cubicBezTo>
                    <a:pt x="110" y="124"/>
                    <a:pt x="110" y="124"/>
                    <a:pt x="110" y="124"/>
                  </a:cubicBezTo>
                  <a:cubicBezTo>
                    <a:pt x="135" y="113"/>
                    <a:pt x="198" y="80"/>
                    <a:pt x="198" y="41"/>
                  </a:cubicBezTo>
                  <a:cubicBezTo>
                    <a:pt x="198" y="14"/>
                    <a:pt x="198" y="14"/>
                    <a:pt x="198" y="14"/>
                  </a:cubicBezTo>
                  <a:cubicBezTo>
                    <a:pt x="198" y="10"/>
                    <a:pt x="195" y="7"/>
                    <a:pt x="191" y="7"/>
                  </a:cubicBezTo>
                  <a:close/>
                  <a:moveTo>
                    <a:pt x="14" y="38"/>
                  </a:moveTo>
                  <a:cubicBezTo>
                    <a:pt x="14" y="29"/>
                    <a:pt x="14" y="29"/>
                    <a:pt x="14" y="29"/>
                  </a:cubicBezTo>
                  <a:cubicBezTo>
                    <a:pt x="14" y="25"/>
                    <a:pt x="17" y="22"/>
                    <a:pt x="21" y="22"/>
                  </a:cubicBezTo>
                  <a:cubicBezTo>
                    <a:pt x="38" y="22"/>
                    <a:pt x="38" y="22"/>
                    <a:pt x="38" y="22"/>
                  </a:cubicBezTo>
                  <a:cubicBezTo>
                    <a:pt x="38" y="22"/>
                    <a:pt x="38" y="63"/>
                    <a:pt x="50" y="82"/>
                  </a:cubicBezTo>
                  <a:cubicBezTo>
                    <a:pt x="50" y="82"/>
                    <a:pt x="14" y="66"/>
                    <a:pt x="14" y="38"/>
                  </a:cubicBezTo>
                  <a:close/>
                  <a:moveTo>
                    <a:pt x="185" y="38"/>
                  </a:moveTo>
                  <a:cubicBezTo>
                    <a:pt x="185" y="66"/>
                    <a:pt x="149" y="82"/>
                    <a:pt x="149" y="82"/>
                  </a:cubicBezTo>
                  <a:cubicBezTo>
                    <a:pt x="160" y="63"/>
                    <a:pt x="160" y="22"/>
                    <a:pt x="160" y="22"/>
                  </a:cubicBezTo>
                  <a:cubicBezTo>
                    <a:pt x="177" y="22"/>
                    <a:pt x="177" y="22"/>
                    <a:pt x="177" y="22"/>
                  </a:cubicBezTo>
                  <a:cubicBezTo>
                    <a:pt x="181" y="22"/>
                    <a:pt x="185" y="25"/>
                    <a:pt x="185" y="29"/>
                  </a:cubicBezTo>
                  <a:lnTo>
                    <a:pt x="185" y="38"/>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55" name="그룹 54"/>
          <p:cNvGrpSpPr/>
          <p:nvPr/>
        </p:nvGrpSpPr>
        <p:grpSpPr>
          <a:xfrm>
            <a:off x="1880232" y="2599889"/>
            <a:ext cx="1550457" cy="1971729"/>
            <a:chOff x="1880232" y="2599889"/>
            <a:chExt cx="1550457" cy="1971729"/>
          </a:xfrm>
        </p:grpSpPr>
        <p:grpSp>
          <p:nvGrpSpPr>
            <p:cNvPr id="49" name="그룹 48"/>
            <p:cNvGrpSpPr/>
            <p:nvPr/>
          </p:nvGrpSpPr>
          <p:grpSpPr>
            <a:xfrm>
              <a:off x="1880232" y="2599889"/>
              <a:ext cx="1550457" cy="1971729"/>
              <a:chOff x="3998750" y="2599884"/>
              <a:chExt cx="1550457" cy="1971729"/>
            </a:xfrm>
          </p:grpSpPr>
          <p:sp>
            <p:nvSpPr>
              <p:cNvPr id="34" name="Freeform 19"/>
              <p:cNvSpPr>
                <a:spLocks/>
              </p:cNvSpPr>
              <p:nvPr/>
            </p:nvSpPr>
            <p:spPr bwMode="auto">
              <a:xfrm>
                <a:off x="3998750" y="2599884"/>
                <a:ext cx="1549009" cy="1971729"/>
              </a:xfrm>
              <a:custGeom>
                <a:avLst/>
                <a:gdLst>
                  <a:gd name="T0" fmla="*/ 640 w 640"/>
                  <a:gd name="T1" fmla="*/ 700 h 814"/>
                  <a:gd name="T2" fmla="*/ 640 w 640"/>
                  <a:gd name="T3" fmla="*/ 732 h 814"/>
                  <a:gd name="T4" fmla="*/ 108 w 640"/>
                  <a:gd name="T5" fmla="*/ 552 h 814"/>
                  <a:gd name="T6" fmla="*/ 218 w 640"/>
                  <a:gd name="T7" fmla="*/ 0 h 814"/>
                  <a:gd name="T8" fmla="*/ 246 w 640"/>
                  <a:gd name="T9" fmla="*/ 17 h 814"/>
                  <a:gd name="T10" fmla="*/ 214 w 640"/>
                  <a:gd name="T11" fmla="*/ 42 h 814"/>
                  <a:gd name="T12" fmla="*/ 134 w 640"/>
                  <a:gd name="T13" fmla="*/ 537 h 814"/>
                  <a:gd name="T14" fmla="*/ 602 w 640"/>
                  <a:gd name="T15" fmla="*/ 714 h 814"/>
                  <a:gd name="T16" fmla="*/ 640 w 640"/>
                  <a:gd name="T17" fmla="*/ 700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0" h="814">
                    <a:moveTo>
                      <a:pt x="640" y="700"/>
                    </a:moveTo>
                    <a:cubicBezTo>
                      <a:pt x="640" y="732"/>
                      <a:pt x="640" y="732"/>
                      <a:pt x="640" y="732"/>
                    </a:cubicBezTo>
                    <a:cubicBezTo>
                      <a:pt x="446" y="814"/>
                      <a:pt x="216" y="739"/>
                      <a:pt x="108" y="552"/>
                    </a:cubicBezTo>
                    <a:cubicBezTo>
                      <a:pt x="0" y="364"/>
                      <a:pt x="50" y="129"/>
                      <a:pt x="218" y="0"/>
                    </a:cubicBezTo>
                    <a:cubicBezTo>
                      <a:pt x="246" y="17"/>
                      <a:pt x="246" y="17"/>
                      <a:pt x="246" y="17"/>
                    </a:cubicBezTo>
                    <a:cubicBezTo>
                      <a:pt x="235" y="25"/>
                      <a:pt x="224" y="33"/>
                      <a:pt x="214" y="42"/>
                    </a:cubicBezTo>
                    <a:cubicBezTo>
                      <a:pt x="76" y="165"/>
                      <a:pt x="38" y="371"/>
                      <a:pt x="134" y="537"/>
                    </a:cubicBezTo>
                    <a:cubicBezTo>
                      <a:pt x="230" y="703"/>
                      <a:pt x="428" y="773"/>
                      <a:pt x="602" y="714"/>
                    </a:cubicBezTo>
                    <a:cubicBezTo>
                      <a:pt x="615" y="710"/>
                      <a:pt x="628" y="705"/>
                      <a:pt x="640" y="700"/>
                    </a:cubicBezTo>
                    <a:close/>
                  </a:path>
                </a:pathLst>
              </a:custGeom>
              <a:solidFill>
                <a:schemeClr val="accent3">
                  <a:lumMod val="65000"/>
                </a:schemeClr>
              </a:solidFill>
              <a:ln w="6350" cap="rnd" cmpd="sng" algn="ctr">
                <a:solidFill>
                  <a:schemeClr val="accent3">
                    <a:lumMod val="50000"/>
                  </a:schemeClr>
                </a:solidFill>
                <a:prstDash val="solid"/>
              </a:ln>
              <a:effectLst>
                <a:outerShdw dist="508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nvGrpSpPr>
              <p:cNvPr id="45" name="그룹 44"/>
              <p:cNvGrpSpPr/>
              <p:nvPr/>
            </p:nvGrpSpPr>
            <p:grpSpPr>
              <a:xfrm>
                <a:off x="4195633" y="2640419"/>
                <a:ext cx="1353574" cy="1855915"/>
                <a:chOff x="4195633" y="2640419"/>
                <a:chExt cx="1353574" cy="1855915"/>
              </a:xfrm>
            </p:grpSpPr>
            <p:sp>
              <p:nvSpPr>
                <p:cNvPr id="38" name="Freeform 23"/>
                <p:cNvSpPr>
                  <a:spLocks/>
                </p:cNvSpPr>
                <p:nvPr/>
              </p:nvSpPr>
              <p:spPr bwMode="auto">
                <a:xfrm>
                  <a:off x="4195633" y="2640419"/>
                  <a:ext cx="1352126" cy="1855915"/>
                </a:xfrm>
                <a:custGeom>
                  <a:avLst/>
                  <a:gdLst>
                    <a:gd name="T0" fmla="*/ 559 w 559"/>
                    <a:gd name="T1" fmla="*/ 435 h 766"/>
                    <a:gd name="T2" fmla="*/ 559 w 559"/>
                    <a:gd name="T3" fmla="*/ 683 h 766"/>
                    <a:gd name="T4" fmla="*/ 53 w 559"/>
                    <a:gd name="T5" fmla="*/ 520 h 766"/>
                    <a:gd name="T6" fmla="*/ 0 w 559"/>
                    <a:gd name="T7" fmla="*/ 322 h 766"/>
                    <a:gd name="T8" fmla="*/ 165 w 559"/>
                    <a:gd name="T9" fmla="*/ 0 h 766"/>
                    <a:gd name="T10" fmla="*/ 380 w 559"/>
                    <a:gd name="T11" fmla="*/ 124 h 766"/>
                    <a:gd name="T12" fmla="*/ 329 w 559"/>
                    <a:gd name="T13" fmla="*/ 361 h 766"/>
                    <a:gd name="T14" fmla="*/ 559 w 559"/>
                    <a:gd name="T15" fmla="*/ 435 h 7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9" h="766">
                      <a:moveTo>
                        <a:pt x="559" y="435"/>
                      </a:moveTo>
                      <a:cubicBezTo>
                        <a:pt x="559" y="683"/>
                        <a:pt x="559" y="683"/>
                        <a:pt x="559" y="683"/>
                      </a:cubicBezTo>
                      <a:cubicBezTo>
                        <a:pt x="376" y="766"/>
                        <a:pt x="156" y="698"/>
                        <a:pt x="53" y="520"/>
                      </a:cubicBezTo>
                      <a:cubicBezTo>
                        <a:pt x="17" y="457"/>
                        <a:pt x="0" y="389"/>
                        <a:pt x="0" y="322"/>
                      </a:cubicBezTo>
                      <a:cubicBezTo>
                        <a:pt x="0" y="198"/>
                        <a:pt x="59" y="76"/>
                        <a:pt x="165" y="0"/>
                      </a:cubicBezTo>
                      <a:cubicBezTo>
                        <a:pt x="380" y="124"/>
                        <a:pt x="380" y="124"/>
                        <a:pt x="380" y="124"/>
                      </a:cubicBezTo>
                      <a:cubicBezTo>
                        <a:pt x="337" y="198"/>
                        <a:pt x="321" y="281"/>
                        <a:pt x="329" y="361"/>
                      </a:cubicBezTo>
                      <a:cubicBezTo>
                        <a:pt x="394" y="407"/>
                        <a:pt x="473" y="435"/>
                        <a:pt x="559" y="435"/>
                      </a:cubicBezTo>
                      <a:close/>
                    </a:path>
                  </a:pathLst>
                </a:custGeom>
                <a:pattFill prst="dkDnDiag">
                  <a:fgClr>
                    <a:schemeClr val="accent3">
                      <a:lumMod val="65000"/>
                    </a:schemeClr>
                  </a:fgClr>
                  <a:bgClr>
                    <a:schemeClr val="accent3">
                      <a:lumMod val="50000"/>
                    </a:schemeClr>
                  </a:bgClr>
                </a:pattFill>
                <a:ln w="952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40" name="Rectangle 25"/>
                <p:cNvSpPr>
                  <a:spLocks noChangeArrowheads="1"/>
                </p:cNvSpPr>
                <p:nvPr/>
              </p:nvSpPr>
              <p:spPr bwMode="auto">
                <a:xfrm>
                  <a:off x="5547759" y="4295107"/>
                  <a:ext cx="1448" cy="144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25" name="TextBox 124"/>
                <p:cNvSpPr txBox="1"/>
                <p:nvPr/>
              </p:nvSpPr>
              <p:spPr>
                <a:xfrm>
                  <a:off x="4297386" y="3732153"/>
                  <a:ext cx="781061" cy="193940"/>
                </a:xfrm>
                <a:prstGeom prst="rect">
                  <a:avLst/>
                </a:prstGeom>
                <a:noFill/>
              </p:spPr>
              <p:txBody>
                <a:bodyPr wrap="square" lIns="0" tIns="0" rIns="0" bIns="0" rtlCol="0">
                  <a:noAutofit/>
                </a:bodyPr>
                <a:lstStyle/>
                <a:p>
                  <a:pPr lvl="0"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grpSp>
        <p:sp>
          <p:nvSpPr>
            <p:cNvPr id="54" name="Freeform 39"/>
            <p:cNvSpPr>
              <a:spLocks noEditPoints="1"/>
            </p:cNvSpPr>
            <p:nvPr/>
          </p:nvSpPr>
          <p:spPr bwMode="auto">
            <a:xfrm>
              <a:off x="2348412" y="3250242"/>
              <a:ext cx="421898" cy="420660"/>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grpSp>
        <p:nvGrpSpPr>
          <p:cNvPr id="57" name="그룹 56"/>
          <p:cNvGrpSpPr/>
          <p:nvPr/>
        </p:nvGrpSpPr>
        <p:grpSpPr>
          <a:xfrm>
            <a:off x="3429243" y="2599889"/>
            <a:ext cx="1553353" cy="1971729"/>
            <a:chOff x="3429243" y="2599889"/>
            <a:chExt cx="1553353" cy="1971729"/>
          </a:xfrm>
        </p:grpSpPr>
        <p:grpSp>
          <p:nvGrpSpPr>
            <p:cNvPr id="46" name="그룹 45"/>
            <p:cNvGrpSpPr/>
            <p:nvPr/>
          </p:nvGrpSpPr>
          <p:grpSpPr>
            <a:xfrm>
              <a:off x="3429243" y="2599889"/>
              <a:ext cx="1553353" cy="1971729"/>
              <a:chOff x="5547759" y="2599884"/>
              <a:chExt cx="1553353" cy="1971729"/>
            </a:xfrm>
          </p:grpSpPr>
          <p:sp>
            <p:nvSpPr>
              <p:cNvPr id="41" name="Freeform 26"/>
              <p:cNvSpPr>
                <a:spLocks/>
              </p:cNvSpPr>
              <p:nvPr/>
            </p:nvSpPr>
            <p:spPr bwMode="auto">
              <a:xfrm>
                <a:off x="5547759" y="2640419"/>
                <a:ext cx="1475178" cy="1738654"/>
              </a:xfrm>
              <a:custGeom>
                <a:avLst/>
                <a:gdLst>
                  <a:gd name="T0" fmla="*/ 507 w 609"/>
                  <a:gd name="T1" fmla="*/ 520 h 718"/>
                  <a:gd name="T2" fmla="*/ 163 w 609"/>
                  <a:gd name="T3" fmla="*/ 718 h 718"/>
                  <a:gd name="T4" fmla="*/ 0 w 609"/>
                  <a:gd name="T5" fmla="*/ 683 h 718"/>
                  <a:gd name="T6" fmla="*/ 0 w 609"/>
                  <a:gd name="T7" fmla="*/ 435 h 718"/>
                  <a:gd name="T8" fmla="*/ 231 w 609"/>
                  <a:gd name="T9" fmla="*/ 361 h 718"/>
                  <a:gd name="T10" fmla="*/ 180 w 609"/>
                  <a:gd name="T11" fmla="*/ 124 h 718"/>
                  <a:gd name="T12" fmla="*/ 394 w 609"/>
                  <a:gd name="T13" fmla="*/ 0 h 718"/>
                  <a:gd name="T14" fmla="*/ 507 w 609"/>
                  <a:gd name="T15" fmla="*/ 520 h 7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9" h="718">
                    <a:moveTo>
                      <a:pt x="507" y="520"/>
                    </a:moveTo>
                    <a:cubicBezTo>
                      <a:pt x="433" y="647"/>
                      <a:pt x="300" y="718"/>
                      <a:pt x="163" y="718"/>
                    </a:cubicBezTo>
                    <a:cubicBezTo>
                      <a:pt x="108" y="718"/>
                      <a:pt x="53" y="706"/>
                      <a:pt x="0" y="683"/>
                    </a:cubicBezTo>
                    <a:cubicBezTo>
                      <a:pt x="0" y="435"/>
                      <a:pt x="0" y="435"/>
                      <a:pt x="0" y="435"/>
                    </a:cubicBezTo>
                    <a:cubicBezTo>
                      <a:pt x="87" y="435"/>
                      <a:pt x="166" y="407"/>
                      <a:pt x="231" y="361"/>
                    </a:cubicBezTo>
                    <a:cubicBezTo>
                      <a:pt x="239" y="281"/>
                      <a:pt x="223" y="198"/>
                      <a:pt x="180" y="124"/>
                    </a:cubicBezTo>
                    <a:cubicBezTo>
                      <a:pt x="394" y="0"/>
                      <a:pt x="394" y="0"/>
                      <a:pt x="394" y="0"/>
                    </a:cubicBezTo>
                    <a:cubicBezTo>
                      <a:pt x="558" y="117"/>
                      <a:pt x="609" y="342"/>
                      <a:pt x="507" y="520"/>
                    </a:cubicBezTo>
                    <a:close/>
                  </a:path>
                </a:pathLst>
              </a:custGeom>
              <a:pattFill prst="dkDnDiag">
                <a:fgClr>
                  <a:schemeClr val="accent3">
                    <a:lumMod val="75000"/>
                  </a:schemeClr>
                </a:fgClr>
                <a:bgClr>
                  <a:schemeClr val="accent3">
                    <a:lumMod val="65000"/>
                  </a:schemeClr>
                </a:bgClr>
              </a:pattFill>
              <a:ln w="952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5" name="Freeform 20"/>
              <p:cNvSpPr>
                <a:spLocks/>
              </p:cNvSpPr>
              <p:nvPr/>
            </p:nvSpPr>
            <p:spPr bwMode="auto">
              <a:xfrm>
                <a:off x="5547759" y="2599884"/>
                <a:ext cx="1553353" cy="1971729"/>
              </a:xfrm>
              <a:custGeom>
                <a:avLst/>
                <a:gdLst>
                  <a:gd name="T0" fmla="*/ 533 w 641"/>
                  <a:gd name="T1" fmla="*/ 552 h 814"/>
                  <a:gd name="T2" fmla="*/ 0 w 641"/>
                  <a:gd name="T3" fmla="*/ 733 h 814"/>
                  <a:gd name="T4" fmla="*/ 0 w 641"/>
                  <a:gd name="T5" fmla="*/ 700 h 814"/>
                  <a:gd name="T6" fmla="*/ 38 w 641"/>
                  <a:gd name="T7" fmla="*/ 714 h 814"/>
                  <a:gd name="T8" fmla="*/ 38 w 641"/>
                  <a:gd name="T9" fmla="*/ 714 h 814"/>
                  <a:gd name="T10" fmla="*/ 507 w 641"/>
                  <a:gd name="T11" fmla="*/ 537 h 814"/>
                  <a:gd name="T12" fmla="*/ 426 w 641"/>
                  <a:gd name="T13" fmla="*/ 42 h 814"/>
                  <a:gd name="T14" fmla="*/ 394 w 641"/>
                  <a:gd name="T15" fmla="*/ 17 h 814"/>
                  <a:gd name="T16" fmla="*/ 394 w 641"/>
                  <a:gd name="T17" fmla="*/ 17 h 814"/>
                  <a:gd name="T18" fmla="*/ 423 w 641"/>
                  <a:gd name="T19" fmla="*/ 0 h 814"/>
                  <a:gd name="T20" fmla="*/ 533 w 641"/>
                  <a:gd name="T21" fmla="*/ 552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1" h="814">
                    <a:moveTo>
                      <a:pt x="533" y="552"/>
                    </a:moveTo>
                    <a:cubicBezTo>
                      <a:pt x="424" y="739"/>
                      <a:pt x="195" y="814"/>
                      <a:pt x="0" y="733"/>
                    </a:cubicBezTo>
                    <a:cubicBezTo>
                      <a:pt x="0" y="700"/>
                      <a:pt x="0" y="700"/>
                      <a:pt x="0" y="700"/>
                    </a:cubicBezTo>
                    <a:cubicBezTo>
                      <a:pt x="13" y="705"/>
                      <a:pt x="26" y="710"/>
                      <a:pt x="38" y="714"/>
                    </a:cubicBezTo>
                    <a:cubicBezTo>
                      <a:pt x="38" y="714"/>
                      <a:pt x="38" y="714"/>
                      <a:pt x="38" y="714"/>
                    </a:cubicBezTo>
                    <a:cubicBezTo>
                      <a:pt x="213" y="773"/>
                      <a:pt x="411" y="703"/>
                      <a:pt x="507" y="537"/>
                    </a:cubicBezTo>
                    <a:cubicBezTo>
                      <a:pt x="602" y="371"/>
                      <a:pt x="564" y="165"/>
                      <a:pt x="426" y="42"/>
                    </a:cubicBezTo>
                    <a:cubicBezTo>
                      <a:pt x="416" y="33"/>
                      <a:pt x="406" y="25"/>
                      <a:pt x="394" y="17"/>
                    </a:cubicBezTo>
                    <a:cubicBezTo>
                      <a:pt x="394" y="17"/>
                      <a:pt x="394" y="17"/>
                      <a:pt x="394" y="17"/>
                    </a:cubicBezTo>
                    <a:cubicBezTo>
                      <a:pt x="423" y="0"/>
                      <a:pt x="423" y="0"/>
                      <a:pt x="423" y="0"/>
                    </a:cubicBezTo>
                    <a:cubicBezTo>
                      <a:pt x="591" y="129"/>
                      <a:pt x="641" y="364"/>
                      <a:pt x="533" y="552"/>
                    </a:cubicBezTo>
                    <a:close/>
                  </a:path>
                </a:pathLst>
              </a:custGeom>
              <a:solidFill>
                <a:schemeClr val="accent3">
                  <a:lumMod val="75000"/>
                </a:schemeClr>
              </a:solidFill>
              <a:ln w="6350" cap="rnd" cmpd="sng" algn="ctr">
                <a:solidFill>
                  <a:schemeClr val="accent3">
                    <a:lumMod val="65000"/>
                  </a:schemeClr>
                </a:solidFill>
                <a:prstDash val="solid"/>
              </a:ln>
              <a:effectLst>
                <a:outerShdw dist="508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30" name="TextBox 129"/>
              <p:cNvSpPr txBox="1"/>
              <p:nvPr/>
            </p:nvSpPr>
            <p:spPr>
              <a:xfrm>
                <a:off x="6022211" y="3732153"/>
                <a:ext cx="781061" cy="193940"/>
              </a:xfrm>
              <a:prstGeom prst="rect">
                <a:avLst/>
              </a:prstGeom>
              <a:noFill/>
            </p:spPr>
            <p:txBody>
              <a:bodyPr wrap="square" lIns="0" tIns="0" rIns="0" bIns="0" rtlCol="0">
                <a:noAutofit/>
              </a:bodyPr>
              <a:lstStyle/>
              <a:p>
                <a:pPr lvl="0"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sp>
          <p:nvSpPr>
            <p:cNvPr id="56" name="Freeform 50"/>
            <p:cNvSpPr>
              <a:spLocks noEditPoints="1"/>
            </p:cNvSpPr>
            <p:nvPr/>
          </p:nvSpPr>
          <p:spPr bwMode="auto">
            <a:xfrm>
              <a:off x="4131483" y="3280591"/>
              <a:ext cx="295944" cy="372753"/>
            </a:xfrm>
            <a:custGeom>
              <a:avLst/>
              <a:gdLst/>
              <a:ahLst/>
              <a:cxnLst>
                <a:cxn ang="0">
                  <a:pos x="187" y="135"/>
                </a:cxn>
                <a:cxn ang="0">
                  <a:pos x="44" y="135"/>
                </a:cxn>
                <a:cxn ang="0">
                  <a:pos x="44" y="156"/>
                </a:cxn>
                <a:cxn ang="0">
                  <a:pos x="187" y="156"/>
                </a:cxn>
                <a:cxn ang="0">
                  <a:pos x="187" y="135"/>
                </a:cxn>
                <a:cxn ang="0">
                  <a:pos x="187" y="95"/>
                </a:cxn>
                <a:cxn ang="0">
                  <a:pos x="44" y="95"/>
                </a:cxn>
                <a:cxn ang="0">
                  <a:pos x="44" y="115"/>
                </a:cxn>
                <a:cxn ang="0">
                  <a:pos x="187" y="115"/>
                </a:cxn>
                <a:cxn ang="0">
                  <a:pos x="187" y="95"/>
                </a:cxn>
                <a:cxn ang="0">
                  <a:pos x="187" y="54"/>
                </a:cxn>
                <a:cxn ang="0">
                  <a:pos x="44" y="54"/>
                </a:cxn>
                <a:cxn ang="0">
                  <a:pos x="44" y="75"/>
                </a:cxn>
                <a:cxn ang="0">
                  <a:pos x="187" y="75"/>
                </a:cxn>
                <a:cxn ang="0">
                  <a:pos x="187" y="54"/>
                </a:cxn>
                <a:cxn ang="0">
                  <a:pos x="44" y="196"/>
                </a:cxn>
                <a:cxn ang="0">
                  <a:pos x="116" y="196"/>
                </a:cxn>
                <a:cxn ang="0">
                  <a:pos x="116" y="176"/>
                </a:cxn>
                <a:cxn ang="0">
                  <a:pos x="44" y="176"/>
                </a:cxn>
                <a:cxn ang="0">
                  <a:pos x="44" y="196"/>
                </a:cxn>
                <a:cxn ang="0">
                  <a:pos x="233" y="29"/>
                </a:cxn>
                <a:cxn ang="0">
                  <a:pos x="233" y="0"/>
                </a:cxn>
                <a:cxn ang="0">
                  <a:pos x="0" y="0"/>
                </a:cxn>
                <a:cxn ang="0">
                  <a:pos x="0" y="301"/>
                </a:cxn>
                <a:cxn ang="0">
                  <a:pos x="29" y="301"/>
                </a:cxn>
                <a:cxn ang="0">
                  <a:pos x="29" y="330"/>
                </a:cxn>
                <a:cxn ang="0">
                  <a:pos x="262" y="330"/>
                </a:cxn>
                <a:cxn ang="0">
                  <a:pos x="262" y="29"/>
                </a:cxn>
                <a:cxn ang="0">
                  <a:pos x="233" y="29"/>
                </a:cxn>
                <a:cxn ang="0">
                  <a:pos x="15" y="286"/>
                </a:cxn>
                <a:cxn ang="0">
                  <a:pos x="15" y="16"/>
                </a:cxn>
                <a:cxn ang="0">
                  <a:pos x="216" y="16"/>
                </a:cxn>
                <a:cxn ang="0">
                  <a:pos x="216" y="216"/>
                </a:cxn>
                <a:cxn ang="0">
                  <a:pos x="148" y="216"/>
                </a:cxn>
                <a:cxn ang="0">
                  <a:pos x="148" y="286"/>
                </a:cxn>
                <a:cxn ang="0">
                  <a:pos x="15" y="286"/>
                </a:cxn>
                <a:cxn ang="0">
                  <a:pos x="245" y="315"/>
                </a:cxn>
                <a:cxn ang="0">
                  <a:pos x="44" y="315"/>
                </a:cxn>
                <a:cxn ang="0">
                  <a:pos x="44" y="301"/>
                </a:cxn>
                <a:cxn ang="0">
                  <a:pos x="155" y="301"/>
                </a:cxn>
                <a:cxn ang="0">
                  <a:pos x="233" y="225"/>
                </a:cxn>
                <a:cxn ang="0">
                  <a:pos x="233" y="45"/>
                </a:cxn>
                <a:cxn ang="0">
                  <a:pos x="245" y="45"/>
                </a:cxn>
                <a:cxn ang="0">
                  <a:pos x="245" y="315"/>
                </a:cxn>
              </a:cxnLst>
              <a:rect l="0" t="0" r="r" b="b"/>
              <a:pathLst>
                <a:path w="262" h="330">
                  <a:moveTo>
                    <a:pt x="187" y="135"/>
                  </a:moveTo>
                  <a:lnTo>
                    <a:pt x="44" y="135"/>
                  </a:lnTo>
                  <a:lnTo>
                    <a:pt x="44" y="156"/>
                  </a:lnTo>
                  <a:lnTo>
                    <a:pt x="187" y="156"/>
                  </a:lnTo>
                  <a:lnTo>
                    <a:pt x="187" y="135"/>
                  </a:lnTo>
                  <a:close/>
                  <a:moveTo>
                    <a:pt x="187" y="95"/>
                  </a:moveTo>
                  <a:lnTo>
                    <a:pt x="44" y="95"/>
                  </a:lnTo>
                  <a:lnTo>
                    <a:pt x="44" y="115"/>
                  </a:lnTo>
                  <a:lnTo>
                    <a:pt x="187" y="115"/>
                  </a:lnTo>
                  <a:lnTo>
                    <a:pt x="187" y="95"/>
                  </a:lnTo>
                  <a:close/>
                  <a:moveTo>
                    <a:pt x="187" y="54"/>
                  </a:moveTo>
                  <a:lnTo>
                    <a:pt x="44" y="54"/>
                  </a:lnTo>
                  <a:lnTo>
                    <a:pt x="44" y="75"/>
                  </a:lnTo>
                  <a:lnTo>
                    <a:pt x="187" y="75"/>
                  </a:lnTo>
                  <a:lnTo>
                    <a:pt x="187" y="54"/>
                  </a:lnTo>
                  <a:close/>
                  <a:moveTo>
                    <a:pt x="44" y="196"/>
                  </a:moveTo>
                  <a:lnTo>
                    <a:pt x="116" y="196"/>
                  </a:lnTo>
                  <a:lnTo>
                    <a:pt x="116" y="176"/>
                  </a:lnTo>
                  <a:lnTo>
                    <a:pt x="44" y="176"/>
                  </a:lnTo>
                  <a:lnTo>
                    <a:pt x="44" y="196"/>
                  </a:lnTo>
                  <a:close/>
                  <a:moveTo>
                    <a:pt x="233" y="29"/>
                  </a:moveTo>
                  <a:lnTo>
                    <a:pt x="233" y="0"/>
                  </a:lnTo>
                  <a:lnTo>
                    <a:pt x="0" y="0"/>
                  </a:lnTo>
                  <a:lnTo>
                    <a:pt x="0" y="301"/>
                  </a:lnTo>
                  <a:lnTo>
                    <a:pt x="29" y="301"/>
                  </a:lnTo>
                  <a:lnTo>
                    <a:pt x="29" y="330"/>
                  </a:lnTo>
                  <a:lnTo>
                    <a:pt x="262" y="330"/>
                  </a:lnTo>
                  <a:lnTo>
                    <a:pt x="262" y="29"/>
                  </a:lnTo>
                  <a:lnTo>
                    <a:pt x="233" y="29"/>
                  </a:lnTo>
                  <a:close/>
                  <a:moveTo>
                    <a:pt x="15" y="286"/>
                  </a:moveTo>
                  <a:lnTo>
                    <a:pt x="15" y="16"/>
                  </a:lnTo>
                  <a:lnTo>
                    <a:pt x="216" y="16"/>
                  </a:lnTo>
                  <a:lnTo>
                    <a:pt x="216" y="216"/>
                  </a:lnTo>
                  <a:lnTo>
                    <a:pt x="148" y="216"/>
                  </a:lnTo>
                  <a:lnTo>
                    <a:pt x="148" y="286"/>
                  </a:lnTo>
                  <a:lnTo>
                    <a:pt x="15" y="286"/>
                  </a:lnTo>
                  <a:close/>
                  <a:moveTo>
                    <a:pt x="245" y="315"/>
                  </a:moveTo>
                  <a:lnTo>
                    <a:pt x="44" y="315"/>
                  </a:lnTo>
                  <a:lnTo>
                    <a:pt x="44" y="301"/>
                  </a:lnTo>
                  <a:lnTo>
                    <a:pt x="155" y="301"/>
                  </a:lnTo>
                  <a:lnTo>
                    <a:pt x="233" y="225"/>
                  </a:lnTo>
                  <a:lnTo>
                    <a:pt x="233" y="45"/>
                  </a:lnTo>
                  <a:lnTo>
                    <a:pt x="245" y="45"/>
                  </a:lnTo>
                  <a:lnTo>
                    <a:pt x="245" y="315"/>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35512010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dissolve">
                                      <p:cBhvr>
                                        <p:cTn id="7" dur="500"/>
                                        <p:tgtEl>
                                          <p:spTgt spid="50"/>
                                        </p:tgtEl>
                                      </p:cBhvr>
                                    </p:animEffect>
                                  </p:childTnLst>
                                </p:cTn>
                              </p:par>
                              <p:par>
                                <p:cTn id="8" presetID="12" presetClass="entr" presetSubtype="4" fill="hold" nodeType="withEffect">
                                  <p:stCondLst>
                                    <p:cond delay="0"/>
                                  </p:stCondLst>
                                  <p:childTnLst>
                                    <p:set>
                                      <p:cBhvr>
                                        <p:cTn id="9" dur="1" fill="hold">
                                          <p:stCondLst>
                                            <p:cond delay="0"/>
                                          </p:stCondLst>
                                        </p:cTn>
                                        <p:tgtEl>
                                          <p:spTgt spid="148"/>
                                        </p:tgtEl>
                                        <p:attrNameLst>
                                          <p:attrName>style.visibility</p:attrName>
                                        </p:attrNameLst>
                                      </p:cBhvr>
                                      <p:to>
                                        <p:strVal val="visible"/>
                                      </p:to>
                                    </p:set>
                                    <p:animEffect transition="in" filter="slide(fromBottom)">
                                      <p:cBhvr>
                                        <p:cTn id="10" dur="500"/>
                                        <p:tgtEl>
                                          <p:spTgt spid="14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5"/>
                                        </p:tgtEl>
                                        <p:attrNameLst>
                                          <p:attrName>style.visibility</p:attrName>
                                        </p:attrNameLst>
                                      </p:cBhvr>
                                      <p:to>
                                        <p:strVal val="visible"/>
                                      </p:to>
                                    </p:set>
                                    <p:animEffect transition="in" filter="dissolve">
                                      <p:cBhvr>
                                        <p:cTn id="14" dur="500"/>
                                        <p:tgtEl>
                                          <p:spTgt spid="55"/>
                                        </p:tgtEl>
                                      </p:cBhvr>
                                    </p:animEffect>
                                  </p:childTnLst>
                                </p:cTn>
                              </p:par>
                              <p:par>
                                <p:cTn id="15" presetID="12" presetClass="entr" presetSubtype="2" fill="hold" nodeType="withEffect">
                                  <p:stCondLst>
                                    <p:cond delay="0"/>
                                  </p:stCondLst>
                                  <p:childTnLst>
                                    <p:set>
                                      <p:cBhvr>
                                        <p:cTn id="16" dur="1" fill="hold">
                                          <p:stCondLst>
                                            <p:cond delay="0"/>
                                          </p:stCondLst>
                                        </p:cTn>
                                        <p:tgtEl>
                                          <p:spTgt spid="151"/>
                                        </p:tgtEl>
                                        <p:attrNameLst>
                                          <p:attrName>style.visibility</p:attrName>
                                        </p:attrNameLst>
                                      </p:cBhvr>
                                      <p:to>
                                        <p:strVal val="visible"/>
                                      </p:to>
                                    </p:set>
                                    <p:animEffect transition="in" filter="slide(fromRight)">
                                      <p:cBhvr>
                                        <p:cTn id="17" dur="500"/>
                                        <p:tgtEl>
                                          <p:spTgt spid="151"/>
                                        </p:tgtEl>
                                      </p:cBhvr>
                                    </p:animEffect>
                                  </p:childTnLst>
                                </p:cTn>
                              </p:par>
                            </p:childTnLst>
                          </p:cTn>
                        </p:par>
                        <p:par>
                          <p:cTn id="18" fill="hold">
                            <p:stCondLst>
                              <p:cond delay="1000"/>
                            </p:stCondLst>
                            <p:childTnLst>
                              <p:par>
                                <p:cTn id="19" presetID="9" presetClass="entr" presetSubtype="0" fill="hold" nodeType="afterEffect">
                                  <p:stCondLst>
                                    <p:cond delay="0"/>
                                  </p:stCondLst>
                                  <p:childTnLst>
                                    <p:set>
                                      <p:cBhvr>
                                        <p:cTn id="20" dur="1" fill="hold">
                                          <p:stCondLst>
                                            <p:cond delay="0"/>
                                          </p:stCondLst>
                                        </p:cTn>
                                        <p:tgtEl>
                                          <p:spTgt spid="57"/>
                                        </p:tgtEl>
                                        <p:attrNameLst>
                                          <p:attrName>style.visibility</p:attrName>
                                        </p:attrNameLst>
                                      </p:cBhvr>
                                      <p:to>
                                        <p:strVal val="visible"/>
                                      </p:to>
                                    </p:set>
                                    <p:animEffect transition="in" filter="dissolve">
                                      <p:cBhvr>
                                        <p:cTn id="21" dur="500"/>
                                        <p:tgtEl>
                                          <p:spTgt spid="57"/>
                                        </p:tgtEl>
                                      </p:cBhvr>
                                    </p:animEffect>
                                  </p:childTnLst>
                                </p:cTn>
                              </p:par>
                              <p:par>
                                <p:cTn id="22" presetID="12" presetClass="entr" presetSubtype="8" fill="hold" nodeType="withEffect">
                                  <p:stCondLst>
                                    <p:cond delay="0"/>
                                  </p:stCondLst>
                                  <p:childTnLst>
                                    <p:set>
                                      <p:cBhvr>
                                        <p:cTn id="23" dur="1" fill="hold">
                                          <p:stCondLst>
                                            <p:cond delay="0"/>
                                          </p:stCondLst>
                                        </p:cTn>
                                        <p:tgtEl>
                                          <p:spTgt spid="152"/>
                                        </p:tgtEl>
                                        <p:attrNameLst>
                                          <p:attrName>style.visibility</p:attrName>
                                        </p:attrNameLst>
                                      </p:cBhvr>
                                      <p:to>
                                        <p:strVal val="visible"/>
                                      </p:to>
                                    </p:set>
                                    <p:animEffect transition="in" filter="slide(fromLeft)">
                                      <p:cBhvr>
                                        <p:cTn id="24" dur="500"/>
                                        <p:tgtEl>
                                          <p:spTgt spid="152"/>
                                        </p:tgtEl>
                                      </p:cBhvr>
                                    </p:animEffect>
                                  </p:childTnLst>
                                </p:cTn>
                              </p:par>
                            </p:childTnLst>
                          </p:cTn>
                        </p:par>
                        <p:par>
                          <p:cTn id="25" fill="hold">
                            <p:stCondLst>
                              <p:cond delay="1500"/>
                            </p:stCondLst>
                            <p:childTnLst>
                              <p:par>
                                <p:cTn id="26" presetID="53" presetClass="entr" presetSubtype="0" fill="hold" nodeType="afterEffect">
                                  <p:stCondLst>
                                    <p:cond delay="0"/>
                                  </p:stCondLst>
                                  <p:childTnLst>
                                    <p:set>
                                      <p:cBhvr>
                                        <p:cTn id="27" dur="1" fill="hold">
                                          <p:stCondLst>
                                            <p:cond delay="0"/>
                                          </p:stCondLst>
                                        </p:cTn>
                                        <p:tgtEl>
                                          <p:spTgt spid="47"/>
                                        </p:tgtEl>
                                        <p:attrNameLst>
                                          <p:attrName>style.visibility</p:attrName>
                                        </p:attrNameLst>
                                      </p:cBhvr>
                                      <p:to>
                                        <p:strVal val="visible"/>
                                      </p:to>
                                    </p:set>
                                    <p:anim calcmode="lin" valueType="num">
                                      <p:cBhvr>
                                        <p:cTn id="28" dur="500" fill="hold"/>
                                        <p:tgtEl>
                                          <p:spTgt spid="47"/>
                                        </p:tgtEl>
                                        <p:attrNameLst>
                                          <p:attrName>ppt_w</p:attrName>
                                        </p:attrNameLst>
                                      </p:cBhvr>
                                      <p:tavLst>
                                        <p:tav tm="0">
                                          <p:val>
                                            <p:fltVal val="0"/>
                                          </p:val>
                                        </p:tav>
                                        <p:tav tm="100000">
                                          <p:val>
                                            <p:strVal val="#ppt_w"/>
                                          </p:val>
                                        </p:tav>
                                      </p:tavLst>
                                    </p:anim>
                                    <p:anim calcmode="lin" valueType="num">
                                      <p:cBhvr>
                                        <p:cTn id="29" dur="500" fill="hold"/>
                                        <p:tgtEl>
                                          <p:spTgt spid="47"/>
                                        </p:tgtEl>
                                        <p:attrNameLst>
                                          <p:attrName>ppt_h</p:attrName>
                                        </p:attrNameLst>
                                      </p:cBhvr>
                                      <p:tavLst>
                                        <p:tav tm="0">
                                          <p:val>
                                            <p:fltVal val="0"/>
                                          </p:val>
                                        </p:tav>
                                        <p:tav tm="100000">
                                          <p:val>
                                            <p:strVal val="#ppt_h"/>
                                          </p:val>
                                        </p:tav>
                                      </p:tavLst>
                                    </p:anim>
                                    <p:animEffect transition="in" filter="fade">
                                      <p:cBhvr>
                                        <p:cTn id="3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Diagram</a:t>
            </a:r>
          </a:p>
        </p:txBody>
      </p:sp>
      <p:grpSp>
        <p:nvGrpSpPr>
          <p:cNvPr id="60" name="그룹 59"/>
          <p:cNvGrpSpPr/>
          <p:nvPr/>
        </p:nvGrpSpPr>
        <p:grpSpPr>
          <a:xfrm>
            <a:off x="2662760" y="2553508"/>
            <a:ext cx="1558067" cy="1539068"/>
            <a:chOff x="4591791" y="2953558"/>
            <a:chExt cx="1558067" cy="1539068"/>
          </a:xfrm>
        </p:grpSpPr>
        <p:sp>
          <p:nvSpPr>
            <p:cNvPr id="31" name="Freeform 26"/>
            <p:cNvSpPr>
              <a:spLocks noEditPoints="1"/>
            </p:cNvSpPr>
            <p:nvPr/>
          </p:nvSpPr>
          <p:spPr bwMode="auto">
            <a:xfrm>
              <a:off x="4591791" y="2953558"/>
              <a:ext cx="1558067" cy="1438363"/>
            </a:xfrm>
            <a:custGeom>
              <a:avLst/>
              <a:gdLst>
                <a:gd name="T0" fmla="*/ 0 w 471"/>
                <a:gd name="T1" fmla="*/ 199 h 435"/>
                <a:gd name="T2" fmla="*/ 235 w 471"/>
                <a:gd name="T3" fmla="*/ 435 h 435"/>
                <a:gd name="T4" fmla="*/ 471 w 471"/>
                <a:gd name="T5" fmla="*/ 199 h 435"/>
                <a:gd name="T6" fmla="*/ 315 w 471"/>
                <a:gd name="T7" fmla="*/ 44 h 435"/>
                <a:gd name="T8" fmla="*/ 155 w 471"/>
                <a:gd name="T9" fmla="*/ 44 h 435"/>
                <a:gd name="T10" fmla="*/ 0 w 471"/>
                <a:gd name="T11" fmla="*/ 199 h 435"/>
                <a:gd name="T12" fmla="*/ 400 w 471"/>
                <a:gd name="T13" fmla="*/ 199 h 435"/>
                <a:gd name="T14" fmla="*/ 235 w 471"/>
                <a:gd name="T15" fmla="*/ 364 h 435"/>
                <a:gd name="T16" fmla="*/ 70 w 471"/>
                <a:gd name="T17" fmla="*/ 199 h 435"/>
                <a:gd name="T18" fmla="*/ 190 w 471"/>
                <a:gd name="T19" fmla="*/ 79 h 435"/>
                <a:gd name="T20" fmla="*/ 235 w 471"/>
                <a:gd name="T21" fmla="*/ 61 h 435"/>
                <a:gd name="T22" fmla="*/ 280 w 471"/>
                <a:gd name="T23" fmla="*/ 79 h 435"/>
                <a:gd name="T24" fmla="*/ 400 w 471"/>
                <a:gd name="T25" fmla="*/ 199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1" h="435">
                  <a:moveTo>
                    <a:pt x="0" y="199"/>
                  </a:moveTo>
                  <a:cubicBezTo>
                    <a:pt x="235" y="435"/>
                    <a:pt x="235" y="435"/>
                    <a:pt x="235" y="435"/>
                  </a:cubicBezTo>
                  <a:cubicBezTo>
                    <a:pt x="471" y="199"/>
                    <a:pt x="471" y="199"/>
                    <a:pt x="471" y="199"/>
                  </a:cubicBezTo>
                  <a:cubicBezTo>
                    <a:pt x="315" y="44"/>
                    <a:pt x="315" y="44"/>
                    <a:pt x="315" y="44"/>
                  </a:cubicBezTo>
                  <a:cubicBezTo>
                    <a:pt x="271" y="0"/>
                    <a:pt x="199" y="0"/>
                    <a:pt x="155" y="44"/>
                  </a:cubicBezTo>
                  <a:lnTo>
                    <a:pt x="0" y="199"/>
                  </a:lnTo>
                  <a:close/>
                  <a:moveTo>
                    <a:pt x="400" y="199"/>
                  </a:moveTo>
                  <a:cubicBezTo>
                    <a:pt x="235" y="364"/>
                    <a:pt x="235" y="364"/>
                    <a:pt x="235" y="364"/>
                  </a:cubicBezTo>
                  <a:cubicBezTo>
                    <a:pt x="70" y="199"/>
                    <a:pt x="70" y="199"/>
                    <a:pt x="70" y="199"/>
                  </a:cubicBezTo>
                  <a:cubicBezTo>
                    <a:pt x="190" y="79"/>
                    <a:pt x="190" y="79"/>
                    <a:pt x="190" y="79"/>
                  </a:cubicBezTo>
                  <a:cubicBezTo>
                    <a:pt x="202" y="67"/>
                    <a:pt x="218" y="61"/>
                    <a:pt x="235" y="61"/>
                  </a:cubicBezTo>
                  <a:cubicBezTo>
                    <a:pt x="252" y="61"/>
                    <a:pt x="268" y="67"/>
                    <a:pt x="280" y="79"/>
                  </a:cubicBezTo>
                  <a:lnTo>
                    <a:pt x="400" y="199"/>
                  </a:lnTo>
                  <a:close/>
                </a:path>
              </a:pathLst>
            </a:custGeom>
            <a:solidFill>
              <a:schemeClr val="accent3">
                <a:lumMod val="6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32" name="Freeform 27"/>
            <p:cNvSpPr>
              <a:spLocks/>
            </p:cNvSpPr>
            <p:nvPr/>
          </p:nvSpPr>
          <p:spPr bwMode="auto">
            <a:xfrm>
              <a:off x="4591791" y="3612887"/>
              <a:ext cx="777134" cy="879739"/>
            </a:xfrm>
            <a:custGeom>
              <a:avLst/>
              <a:gdLst>
                <a:gd name="T0" fmla="*/ 0 w 409"/>
                <a:gd name="T1" fmla="*/ 0 h 463"/>
                <a:gd name="T2" fmla="*/ 0 w 409"/>
                <a:gd name="T3" fmla="*/ 53 h 463"/>
                <a:gd name="T4" fmla="*/ 409 w 409"/>
                <a:gd name="T5" fmla="*/ 463 h 463"/>
                <a:gd name="T6" fmla="*/ 409 w 409"/>
                <a:gd name="T7" fmla="*/ 410 h 463"/>
                <a:gd name="T8" fmla="*/ 0 w 409"/>
                <a:gd name="T9" fmla="*/ 0 h 463"/>
              </a:gdLst>
              <a:ahLst/>
              <a:cxnLst>
                <a:cxn ang="0">
                  <a:pos x="T0" y="T1"/>
                </a:cxn>
                <a:cxn ang="0">
                  <a:pos x="T2" y="T3"/>
                </a:cxn>
                <a:cxn ang="0">
                  <a:pos x="T4" y="T5"/>
                </a:cxn>
                <a:cxn ang="0">
                  <a:pos x="T6" y="T7"/>
                </a:cxn>
                <a:cxn ang="0">
                  <a:pos x="T8" y="T9"/>
                </a:cxn>
              </a:cxnLst>
              <a:rect l="0" t="0" r="r" b="b"/>
              <a:pathLst>
                <a:path w="409" h="463">
                  <a:moveTo>
                    <a:pt x="0" y="0"/>
                  </a:moveTo>
                  <a:lnTo>
                    <a:pt x="0" y="53"/>
                  </a:lnTo>
                  <a:lnTo>
                    <a:pt x="409" y="463"/>
                  </a:lnTo>
                  <a:lnTo>
                    <a:pt x="409" y="410"/>
                  </a:lnTo>
                  <a:lnTo>
                    <a:pt x="0" y="0"/>
                  </a:lnTo>
                  <a:close/>
                </a:path>
              </a:pathLst>
            </a:custGeom>
            <a:pattFill prst="narVert">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3" name="Freeform 28"/>
            <p:cNvSpPr>
              <a:spLocks/>
            </p:cNvSpPr>
            <p:nvPr/>
          </p:nvSpPr>
          <p:spPr bwMode="auto">
            <a:xfrm>
              <a:off x="5368924" y="3612887"/>
              <a:ext cx="780934" cy="879739"/>
            </a:xfrm>
            <a:custGeom>
              <a:avLst/>
              <a:gdLst>
                <a:gd name="T0" fmla="*/ 0 w 411"/>
                <a:gd name="T1" fmla="*/ 463 h 463"/>
                <a:gd name="T2" fmla="*/ 411 w 411"/>
                <a:gd name="T3" fmla="*/ 53 h 463"/>
                <a:gd name="T4" fmla="*/ 411 w 411"/>
                <a:gd name="T5" fmla="*/ 0 h 463"/>
                <a:gd name="T6" fmla="*/ 0 w 411"/>
                <a:gd name="T7" fmla="*/ 410 h 463"/>
                <a:gd name="T8" fmla="*/ 0 w 411"/>
                <a:gd name="T9" fmla="*/ 463 h 463"/>
              </a:gdLst>
              <a:ahLst/>
              <a:cxnLst>
                <a:cxn ang="0">
                  <a:pos x="T0" y="T1"/>
                </a:cxn>
                <a:cxn ang="0">
                  <a:pos x="T2" y="T3"/>
                </a:cxn>
                <a:cxn ang="0">
                  <a:pos x="T4" y="T5"/>
                </a:cxn>
                <a:cxn ang="0">
                  <a:pos x="T6" y="T7"/>
                </a:cxn>
                <a:cxn ang="0">
                  <a:pos x="T8" y="T9"/>
                </a:cxn>
              </a:cxnLst>
              <a:rect l="0" t="0" r="r" b="b"/>
              <a:pathLst>
                <a:path w="411" h="463">
                  <a:moveTo>
                    <a:pt x="0" y="463"/>
                  </a:moveTo>
                  <a:lnTo>
                    <a:pt x="411" y="53"/>
                  </a:lnTo>
                  <a:lnTo>
                    <a:pt x="411" y="0"/>
                  </a:lnTo>
                  <a:lnTo>
                    <a:pt x="0" y="410"/>
                  </a:lnTo>
                  <a:lnTo>
                    <a:pt x="0" y="463"/>
                  </a:lnTo>
                  <a:close/>
                </a:path>
              </a:pathLst>
            </a:custGeom>
            <a:pattFill prst="narVert">
              <a:fgClr>
                <a:schemeClr val="accent3">
                  <a:lumMod val="50000"/>
                </a:schemeClr>
              </a:fgClr>
              <a:bgClr>
                <a:schemeClr val="accent4">
                  <a:lumMod val="65000"/>
                  <a:lumOff val="3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 name="Freeform 29"/>
            <p:cNvSpPr>
              <a:spLocks/>
            </p:cNvSpPr>
            <p:nvPr/>
          </p:nvSpPr>
          <p:spPr bwMode="auto">
            <a:xfrm>
              <a:off x="4823601" y="3154967"/>
              <a:ext cx="1092548" cy="509222"/>
            </a:xfrm>
            <a:custGeom>
              <a:avLst/>
              <a:gdLst>
                <a:gd name="T0" fmla="*/ 15 w 330"/>
                <a:gd name="T1" fmla="*/ 154 h 154"/>
                <a:gd name="T2" fmla="*/ 135 w 330"/>
                <a:gd name="T3" fmla="*/ 34 h 154"/>
                <a:gd name="T4" fmla="*/ 196 w 330"/>
                <a:gd name="T5" fmla="*/ 34 h 154"/>
                <a:gd name="T6" fmla="*/ 315 w 330"/>
                <a:gd name="T7" fmla="*/ 154 h 154"/>
                <a:gd name="T8" fmla="*/ 330 w 330"/>
                <a:gd name="T9" fmla="*/ 138 h 154"/>
                <a:gd name="T10" fmla="*/ 210 w 330"/>
                <a:gd name="T11" fmla="*/ 18 h 154"/>
                <a:gd name="T12" fmla="*/ 165 w 330"/>
                <a:gd name="T13" fmla="*/ 0 h 154"/>
                <a:gd name="T14" fmla="*/ 120 w 330"/>
                <a:gd name="T15" fmla="*/ 18 h 154"/>
                <a:gd name="T16" fmla="*/ 0 w 330"/>
                <a:gd name="T17" fmla="*/ 138 h 154"/>
                <a:gd name="T18" fmla="*/ 15 w 330"/>
                <a:gd name="T19"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154">
                  <a:moveTo>
                    <a:pt x="15" y="154"/>
                  </a:moveTo>
                  <a:cubicBezTo>
                    <a:pt x="135" y="34"/>
                    <a:pt x="135" y="34"/>
                    <a:pt x="135" y="34"/>
                  </a:cubicBezTo>
                  <a:cubicBezTo>
                    <a:pt x="152" y="17"/>
                    <a:pt x="179" y="17"/>
                    <a:pt x="196" y="34"/>
                  </a:cubicBezTo>
                  <a:cubicBezTo>
                    <a:pt x="315" y="154"/>
                    <a:pt x="315" y="154"/>
                    <a:pt x="315" y="154"/>
                  </a:cubicBezTo>
                  <a:cubicBezTo>
                    <a:pt x="330" y="138"/>
                    <a:pt x="330" y="138"/>
                    <a:pt x="330" y="138"/>
                  </a:cubicBezTo>
                  <a:cubicBezTo>
                    <a:pt x="210" y="18"/>
                    <a:pt x="210" y="18"/>
                    <a:pt x="210" y="18"/>
                  </a:cubicBezTo>
                  <a:cubicBezTo>
                    <a:pt x="198" y="6"/>
                    <a:pt x="182" y="0"/>
                    <a:pt x="165" y="0"/>
                  </a:cubicBezTo>
                  <a:cubicBezTo>
                    <a:pt x="148" y="0"/>
                    <a:pt x="132" y="6"/>
                    <a:pt x="120" y="18"/>
                  </a:cubicBezTo>
                  <a:cubicBezTo>
                    <a:pt x="0" y="138"/>
                    <a:pt x="0" y="138"/>
                    <a:pt x="0" y="138"/>
                  </a:cubicBezTo>
                  <a:lnTo>
                    <a:pt x="15" y="154"/>
                  </a:lnTo>
                  <a:close/>
                </a:path>
              </a:pathLst>
            </a:custGeom>
            <a:pattFill prst="narVert">
              <a:fgClr>
                <a:schemeClr val="accent3">
                  <a:lumMod val="50000"/>
                </a:schemeClr>
              </a:fgClr>
              <a:bgClr>
                <a:schemeClr val="accent4">
                  <a:lumMod val="65000"/>
                  <a:lumOff val="3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61" name="그룹 60"/>
          <p:cNvGrpSpPr/>
          <p:nvPr/>
        </p:nvGrpSpPr>
        <p:grpSpPr>
          <a:xfrm>
            <a:off x="3599500" y="1614872"/>
            <a:ext cx="1558069" cy="1537167"/>
            <a:chOff x="5528531" y="2014918"/>
            <a:chExt cx="1558069" cy="1537167"/>
          </a:xfrm>
        </p:grpSpPr>
        <p:sp>
          <p:nvSpPr>
            <p:cNvPr id="51" name="Freeform 34"/>
            <p:cNvSpPr>
              <a:spLocks noEditPoints="1"/>
            </p:cNvSpPr>
            <p:nvPr/>
          </p:nvSpPr>
          <p:spPr bwMode="auto">
            <a:xfrm>
              <a:off x="5528531" y="2014918"/>
              <a:ext cx="1558067" cy="1438363"/>
            </a:xfrm>
            <a:custGeom>
              <a:avLst/>
              <a:gdLst>
                <a:gd name="T0" fmla="*/ 0 w 471"/>
                <a:gd name="T1" fmla="*/ 199 h 435"/>
                <a:gd name="T2" fmla="*/ 235 w 471"/>
                <a:gd name="T3" fmla="*/ 435 h 435"/>
                <a:gd name="T4" fmla="*/ 471 w 471"/>
                <a:gd name="T5" fmla="*/ 199 h 435"/>
                <a:gd name="T6" fmla="*/ 316 w 471"/>
                <a:gd name="T7" fmla="*/ 44 h 435"/>
                <a:gd name="T8" fmla="*/ 155 w 471"/>
                <a:gd name="T9" fmla="*/ 44 h 435"/>
                <a:gd name="T10" fmla="*/ 0 w 471"/>
                <a:gd name="T11" fmla="*/ 199 h 435"/>
                <a:gd name="T12" fmla="*/ 400 w 471"/>
                <a:gd name="T13" fmla="*/ 199 h 435"/>
                <a:gd name="T14" fmla="*/ 235 w 471"/>
                <a:gd name="T15" fmla="*/ 364 h 435"/>
                <a:gd name="T16" fmla="*/ 70 w 471"/>
                <a:gd name="T17" fmla="*/ 199 h 435"/>
                <a:gd name="T18" fmla="*/ 191 w 471"/>
                <a:gd name="T19" fmla="*/ 79 h 435"/>
                <a:gd name="T20" fmla="*/ 235 w 471"/>
                <a:gd name="T21" fmla="*/ 61 h 435"/>
                <a:gd name="T22" fmla="*/ 280 w 471"/>
                <a:gd name="T23" fmla="*/ 79 h 435"/>
                <a:gd name="T24" fmla="*/ 400 w 471"/>
                <a:gd name="T25" fmla="*/ 199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1" h="435">
                  <a:moveTo>
                    <a:pt x="0" y="199"/>
                  </a:moveTo>
                  <a:cubicBezTo>
                    <a:pt x="235" y="435"/>
                    <a:pt x="235" y="435"/>
                    <a:pt x="235" y="435"/>
                  </a:cubicBezTo>
                  <a:cubicBezTo>
                    <a:pt x="471" y="199"/>
                    <a:pt x="471" y="199"/>
                    <a:pt x="471" y="199"/>
                  </a:cubicBezTo>
                  <a:cubicBezTo>
                    <a:pt x="316" y="44"/>
                    <a:pt x="316" y="44"/>
                    <a:pt x="316" y="44"/>
                  </a:cubicBezTo>
                  <a:cubicBezTo>
                    <a:pt x="271" y="0"/>
                    <a:pt x="199" y="0"/>
                    <a:pt x="155" y="44"/>
                  </a:cubicBezTo>
                  <a:lnTo>
                    <a:pt x="0" y="199"/>
                  </a:lnTo>
                  <a:close/>
                  <a:moveTo>
                    <a:pt x="400" y="199"/>
                  </a:moveTo>
                  <a:cubicBezTo>
                    <a:pt x="235" y="364"/>
                    <a:pt x="235" y="364"/>
                    <a:pt x="235" y="364"/>
                  </a:cubicBezTo>
                  <a:cubicBezTo>
                    <a:pt x="70" y="199"/>
                    <a:pt x="70" y="199"/>
                    <a:pt x="70" y="199"/>
                  </a:cubicBezTo>
                  <a:cubicBezTo>
                    <a:pt x="191" y="79"/>
                    <a:pt x="191" y="79"/>
                    <a:pt x="191" y="79"/>
                  </a:cubicBezTo>
                  <a:cubicBezTo>
                    <a:pt x="202" y="67"/>
                    <a:pt x="219" y="61"/>
                    <a:pt x="235" y="61"/>
                  </a:cubicBezTo>
                  <a:cubicBezTo>
                    <a:pt x="252" y="61"/>
                    <a:pt x="268" y="67"/>
                    <a:pt x="280" y="79"/>
                  </a:cubicBezTo>
                  <a:lnTo>
                    <a:pt x="400" y="199"/>
                  </a:lnTo>
                  <a:close/>
                </a:path>
              </a:pathLst>
            </a:custGeom>
            <a:solidFill>
              <a:schemeClr val="accent3">
                <a:lumMod val="6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53" name="Freeform 35"/>
            <p:cNvSpPr>
              <a:spLocks/>
            </p:cNvSpPr>
            <p:nvPr/>
          </p:nvSpPr>
          <p:spPr bwMode="auto">
            <a:xfrm>
              <a:off x="5528531" y="2672346"/>
              <a:ext cx="777134" cy="879739"/>
            </a:xfrm>
            <a:custGeom>
              <a:avLst/>
              <a:gdLst>
                <a:gd name="T0" fmla="*/ 0 w 409"/>
                <a:gd name="T1" fmla="*/ 0 h 463"/>
                <a:gd name="T2" fmla="*/ 0 w 409"/>
                <a:gd name="T3" fmla="*/ 54 h 463"/>
                <a:gd name="T4" fmla="*/ 409 w 409"/>
                <a:gd name="T5" fmla="*/ 463 h 463"/>
                <a:gd name="T6" fmla="*/ 409 w 409"/>
                <a:gd name="T7" fmla="*/ 411 h 463"/>
                <a:gd name="T8" fmla="*/ 0 w 409"/>
                <a:gd name="T9" fmla="*/ 0 h 463"/>
              </a:gdLst>
              <a:ahLst/>
              <a:cxnLst>
                <a:cxn ang="0">
                  <a:pos x="T0" y="T1"/>
                </a:cxn>
                <a:cxn ang="0">
                  <a:pos x="T2" y="T3"/>
                </a:cxn>
                <a:cxn ang="0">
                  <a:pos x="T4" y="T5"/>
                </a:cxn>
                <a:cxn ang="0">
                  <a:pos x="T6" y="T7"/>
                </a:cxn>
                <a:cxn ang="0">
                  <a:pos x="T8" y="T9"/>
                </a:cxn>
              </a:cxnLst>
              <a:rect l="0" t="0" r="r" b="b"/>
              <a:pathLst>
                <a:path w="409" h="463">
                  <a:moveTo>
                    <a:pt x="0" y="0"/>
                  </a:moveTo>
                  <a:lnTo>
                    <a:pt x="0" y="54"/>
                  </a:lnTo>
                  <a:lnTo>
                    <a:pt x="409" y="463"/>
                  </a:lnTo>
                  <a:lnTo>
                    <a:pt x="409" y="411"/>
                  </a:lnTo>
                  <a:lnTo>
                    <a:pt x="0" y="0"/>
                  </a:lnTo>
                  <a:close/>
                </a:path>
              </a:pathLst>
            </a:custGeom>
            <a:pattFill prst="narVert">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4" name="Freeform 36"/>
            <p:cNvSpPr>
              <a:spLocks/>
            </p:cNvSpPr>
            <p:nvPr/>
          </p:nvSpPr>
          <p:spPr bwMode="auto">
            <a:xfrm>
              <a:off x="6305666" y="2672346"/>
              <a:ext cx="780934" cy="879739"/>
            </a:xfrm>
            <a:custGeom>
              <a:avLst/>
              <a:gdLst>
                <a:gd name="T0" fmla="*/ 0 w 411"/>
                <a:gd name="T1" fmla="*/ 463 h 463"/>
                <a:gd name="T2" fmla="*/ 411 w 411"/>
                <a:gd name="T3" fmla="*/ 54 h 463"/>
                <a:gd name="T4" fmla="*/ 411 w 411"/>
                <a:gd name="T5" fmla="*/ 0 h 463"/>
                <a:gd name="T6" fmla="*/ 0 w 411"/>
                <a:gd name="T7" fmla="*/ 411 h 463"/>
                <a:gd name="T8" fmla="*/ 0 w 411"/>
                <a:gd name="T9" fmla="*/ 463 h 463"/>
              </a:gdLst>
              <a:ahLst/>
              <a:cxnLst>
                <a:cxn ang="0">
                  <a:pos x="T0" y="T1"/>
                </a:cxn>
                <a:cxn ang="0">
                  <a:pos x="T2" y="T3"/>
                </a:cxn>
                <a:cxn ang="0">
                  <a:pos x="T4" y="T5"/>
                </a:cxn>
                <a:cxn ang="0">
                  <a:pos x="T6" y="T7"/>
                </a:cxn>
                <a:cxn ang="0">
                  <a:pos x="T8" y="T9"/>
                </a:cxn>
              </a:cxnLst>
              <a:rect l="0" t="0" r="r" b="b"/>
              <a:pathLst>
                <a:path w="411" h="463">
                  <a:moveTo>
                    <a:pt x="0" y="463"/>
                  </a:moveTo>
                  <a:lnTo>
                    <a:pt x="411" y="54"/>
                  </a:lnTo>
                  <a:lnTo>
                    <a:pt x="411" y="0"/>
                  </a:lnTo>
                  <a:lnTo>
                    <a:pt x="0" y="411"/>
                  </a:lnTo>
                  <a:lnTo>
                    <a:pt x="0" y="463"/>
                  </a:lnTo>
                  <a:close/>
                </a:path>
              </a:pathLst>
            </a:custGeom>
            <a:pattFill prst="narVert">
              <a:fgClr>
                <a:schemeClr val="accent3">
                  <a:lumMod val="50000"/>
                </a:schemeClr>
              </a:fgClr>
              <a:bgClr>
                <a:schemeClr val="accent4">
                  <a:lumMod val="65000"/>
                  <a:lumOff val="3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5" name="Freeform 37"/>
            <p:cNvSpPr>
              <a:spLocks/>
            </p:cNvSpPr>
            <p:nvPr/>
          </p:nvSpPr>
          <p:spPr bwMode="auto">
            <a:xfrm>
              <a:off x="5760341" y="2216327"/>
              <a:ext cx="1092548" cy="509222"/>
            </a:xfrm>
            <a:custGeom>
              <a:avLst/>
              <a:gdLst>
                <a:gd name="T0" fmla="*/ 16 w 330"/>
                <a:gd name="T1" fmla="*/ 154 h 154"/>
                <a:gd name="T2" fmla="*/ 135 w 330"/>
                <a:gd name="T3" fmla="*/ 34 h 154"/>
                <a:gd name="T4" fmla="*/ 196 w 330"/>
                <a:gd name="T5" fmla="*/ 34 h 154"/>
                <a:gd name="T6" fmla="*/ 315 w 330"/>
                <a:gd name="T7" fmla="*/ 154 h 154"/>
                <a:gd name="T8" fmla="*/ 330 w 330"/>
                <a:gd name="T9" fmla="*/ 138 h 154"/>
                <a:gd name="T10" fmla="*/ 210 w 330"/>
                <a:gd name="T11" fmla="*/ 18 h 154"/>
                <a:gd name="T12" fmla="*/ 165 w 330"/>
                <a:gd name="T13" fmla="*/ 0 h 154"/>
                <a:gd name="T14" fmla="*/ 121 w 330"/>
                <a:gd name="T15" fmla="*/ 18 h 154"/>
                <a:gd name="T16" fmla="*/ 0 w 330"/>
                <a:gd name="T17" fmla="*/ 138 h 154"/>
                <a:gd name="T18" fmla="*/ 16 w 330"/>
                <a:gd name="T19"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154">
                  <a:moveTo>
                    <a:pt x="16" y="154"/>
                  </a:moveTo>
                  <a:cubicBezTo>
                    <a:pt x="135" y="34"/>
                    <a:pt x="135" y="34"/>
                    <a:pt x="135" y="34"/>
                  </a:cubicBezTo>
                  <a:cubicBezTo>
                    <a:pt x="152" y="18"/>
                    <a:pt x="179" y="18"/>
                    <a:pt x="196" y="34"/>
                  </a:cubicBezTo>
                  <a:cubicBezTo>
                    <a:pt x="315" y="154"/>
                    <a:pt x="315" y="154"/>
                    <a:pt x="315" y="154"/>
                  </a:cubicBezTo>
                  <a:cubicBezTo>
                    <a:pt x="330" y="138"/>
                    <a:pt x="330" y="138"/>
                    <a:pt x="330" y="138"/>
                  </a:cubicBezTo>
                  <a:cubicBezTo>
                    <a:pt x="210" y="18"/>
                    <a:pt x="210" y="18"/>
                    <a:pt x="210" y="18"/>
                  </a:cubicBezTo>
                  <a:cubicBezTo>
                    <a:pt x="198" y="6"/>
                    <a:pt x="182" y="0"/>
                    <a:pt x="165" y="0"/>
                  </a:cubicBezTo>
                  <a:cubicBezTo>
                    <a:pt x="149" y="0"/>
                    <a:pt x="132" y="6"/>
                    <a:pt x="121" y="18"/>
                  </a:cubicBezTo>
                  <a:cubicBezTo>
                    <a:pt x="0" y="138"/>
                    <a:pt x="0" y="138"/>
                    <a:pt x="0" y="138"/>
                  </a:cubicBezTo>
                  <a:lnTo>
                    <a:pt x="16" y="154"/>
                  </a:lnTo>
                  <a:close/>
                </a:path>
              </a:pathLst>
            </a:custGeom>
            <a:pattFill prst="narVert">
              <a:fgClr>
                <a:schemeClr val="accent3">
                  <a:lumMod val="50000"/>
                </a:schemeClr>
              </a:fgClr>
              <a:bgClr>
                <a:schemeClr val="accent4">
                  <a:lumMod val="65000"/>
                  <a:lumOff val="3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62" name="그룹 61"/>
          <p:cNvGrpSpPr/>
          <p:nvPr/>
        </p:nvGrpSpPr>
        <p:grpSpPr>
          <a:xfrm>
            <a:off x="1722214" y="1614872"/>
            <a:ext cx="1561868" cy="1537167"/>
            <a:chOff x="3844132" y="1614868"/>
            <a:chExt cx="1561868" cy="1537167"/>
          </a:xfrm>
        </p:grpSpPr>
        <p:sp>
          <p:nvSpPr>
            <p:cNvPr id="45" name="Freeform 30"/>
            <p:cNvSpPr>
              <a:spLocks noEditPoints="1"/>
            </p:cNvSpPr>
            <p:nvPr/>
          </p:nvSpPr>
          <p:spPr bwMode="auto">
            <a:xfrm>
              <a:off x="3844132" y="1614868"/>
              <a:ext cx="1561868" cy="1438363"/>
            </a:xfrm>
            <a:custGeom>
              <a:avLst/>
              <a:gdLst>
                <a:gd name="T0" fmla="*/ 0 w 472"/>
                <a:gd name="T1" fmla="*/ 199 h 435"/>
                <a:gd name="T2" fmla="*/ 236 w 472"/>
                <a:gd name="T3" fmla="*/ 435 h 435"/>
                <a:gd name="T4" fmla="*/ 472 w 472"/>
                <a:gd name="T5" fmla="*/ 199 h 435"/>
                <a:gd name="T6" fmla="*/ 316 w 472"/>
                <a:gd name="T7" fmla="*/ 44 h 435"/>
                <a:gd name="T8" fmla="*/ 156 w 472"/>
                <a:gd name="T9" fmla="*/ 44 h 435"/>
                <a:gd name="T10" fmla="*/ 0 w 472"/>
                <a:gd name="T11" fmla="*/ 199 h 435"/>
                <a:gd name="T12" fmla="*/ 401 w 472"/>
                <a:gd name="T13" fmla="*/ 199 h 435"/>
                <a:gd name="T14" fmla="*/ 236 w 472"/>
                <a:gd name="T15" fmla="*/ 364 h 435"/>
                <a:gd name="T16" fmla="*/ 71 w 472"/>
                <a:gd name="T17" fmla="*/ 199 h 435"/>
                <a:gd name="T18" fmla="*/ 191 w 472"/>
                <a:gd name="T19" fmla="*/ 79 h 435"/>
                <a:gd name="T20" fmla="*/ 236 w 472"/>
                <a:gd name="T21" fmla="*/ 61 h 435"/>
                <a:gd name="T22" fmla="*/ 281 w 472"/>
                <a:gd name="T23" fmla="*/ 79 h 435"/>
                <a:gd name="T24" fmla="*/ 401 w 472"/>
                <a:gd name="T25" fmla="*/ 199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2" h="435">
                  <a:moveTo>
                    <a:pt x="0" y="199"/>
                  </a:moveTo>
                  <a:cubicBezTo>
                    <a:pt x="236" y="435"/>
                    <a:pt x="236" y="435"/>
                    <a:pt x="236" y="435"/>
                  </a:cubicBezTo>
                  <a:cubicBezTo>
                    <a:pt x="472" y="199"/>
                    <a:pt x="472" y="199"/>
                    <a:pt x="472" y="199"/>
                  </a:cubicBezTo>
                  <a:cubicBezTo>
                    <a:pt x="316" y="44"/>
                    <a:pt x="316" y="44"/>
                    <a:pt x="316" y="44"/>
                  </a:cubicBezTo>
                  <a:cubicBezTo>
                    <a:pt x="272" y="0"/>
                    <a:pt x="200" y="0"/>
                    <a:pt x="156" y="44"/>
                  </a:cubicBezTo>
                  <a:lnTo>
                    <a:pt x="0" y="199"/>
                  </a:lnTo>
                  <a:close/>
                  <a:moveTo>
                    <a:pt x="401" y="199"/>
                  </a:moveTo>
                  <a:cubicBezTo>
                    <a:pt x="236" y="364"/>
                    <a:pt x="236" y="364"/>
                    <a:pt x="236" y="364"/>
                  </a:cubicBezTo>
                  <a:cubicBezTo>
                    <a:pt x="71" y="199"/>
                    <a:pt x="71" y="199"/>
                    <a:pt x="71" y="199"/>
                  </a:cubicBezTo>
                  <a:cubicBezTo>
                    <a:pt x="191" y="79"/>
                    <a:pt x="191" y="79"/>
                    <a:pt x="191" y="79"/>
                  </a:cubicBezTo>
                  <a:cubicBezTo>
                    <a:pt x="203" y="67"/>
                    <a:pt x="219" y="61"/>
                    <a:pt x="236" y="61"/>
                  </a:cubicBezTo>
                  <a:cubicBezTo>
                    <a:pt x="253" y="61"/>
                    <a:pt x="269" y="67"/>
                    <a:pt x="281" y="79"/>
                  </a:cubicBezTo>
                  <a:lnTo>
                    <a:pt x="401" y="199"/>
                  </a:lnTo>
                  <a:close/>
                </a:path>
              </a:pathLst>
            </a:custGeom>
            <a:solidFill>
              <a:schemeClr val="accent3">
                <a:lumMod val="6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46" name="Freeform 31"/>
            <p:cNvSpPr>
              <a:spLocks/>
            </p:cNvSpPr>
            <p:nvPr/>
          </p:nvSpPr>
          <p:spPr bwMode="auto">
            <a:xfrm>
              <a:off x="3844132" y="2272296"/>
              <a:ext cx="780934" cy="879739"/>
            </a:xfrm>
            <a:custGeom>
              <a:avLst/>
              <a:gdLst>
                <a:gd name="T0" fmla="*/ 0 w 411"/>
                <a:gd name="T1" fmla="*/ 0 h 463"/>
                <a:gd name="T2" fmla="*/ 0 w 411"/>
                <a:gd name="T3" fmla="*/ 54 h 463"/>
                <a:gd name="T4" fmla="*/ 411 w 411"/>
                <a:gd name="T5" fmla="*/ 463 h 463"/>
                <a:gd name="T6" fmla="*/ 411 w 411"/>
                <a:gd name="T7" fmla="*/ 411 h 463"/>
                <a:gd name="T8" fmla="*/ 0 w 411"/>
                <a:gd name="T9" fmla="*/ 0 h 463"/>
              </a:gdLst>
              <a:ahLst/>
              <a:cxnLst>
                <a:cxn ang="0">
                  <a:pos x="T0" y="T1"/>
                </a:cxn>
                <a:cxn ang="0">
                  <a:pos x="T2" y="T3"/>
                </a:cxn>
                <a:cxn ang="0">
                  <a:pos x="T4" y="T5"/>
                </a:cxn>
                <a:cxn ang="0">
                  <a:pos x="T6" y="T7"/>
                </a:cxn>
                <a:cxn ang="0">
                  <a:pos x="T8" y="T9"/>
                </a:cxn>
              </a:cxnLst>
              <a:rect l="0" t="0" r="r" b="b"/>
              <a:pathLst>
                <a:path w="411" h="463">
                  <a:moveTo>
                    <a:pt x="0" y="0"/>
                  </a:moveTo>
                  <a:lnTo>
                    <a:pt x="0" y="54"/>
                  </a:lnTo>
                  <a:lnTo>
                    <a:pt x="411" y="463"/>
                  </a:lnTo>
                  <a:lnTo>
                    <a:pt x="411" y="411"/>
                  </a:lnTo>
                  <a:lnTo>
                    <a:pt x="0" y="0"/>
                  </a:lnTo>
                  <a:close/>
                </a:path>
              </a:pathLst>
            </a:custGeom>
            <a:pattFill prst="narVert">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7" name="Freeform 32"/>
            <p:cNvSpPr>
              <a:spLocks/>
            </p:cNvSpPr>
            <p:nvPr/>
          </p:nvSpPr>
          <p:spPr bwMode="auto">
            <a:xfrm>
              <a:off x="4625066" y="2272296"/>
              <a:ext cx="780934" cy="879739"/>
            </a:xfrm>
            <a:custGeom>
              <a:avLst/>
              <a:gdLst>
                <a:gd name="T0" fmla="*/ 0 w 411"/>
                <a:gd name="T1" fmla="*/ 463 h 463"/>
                <a:gd name="T2" fmla="*/ 411 w 411"/>
                <a:gd name="T3" fmla="*/ 54 h 463"/>
                <a:gd name="T4" fmla="*/ 411 w 411"/>
                <a:gd name="T5" fmla="*/ 0 h 463"/>
                <a:gd name="T6" fmla="*/ 0 w 411"/>
                <a:gd name="T7" fmla="*/ 411 h 463"/>
                <a:gd name="T8" fmla="*/ 0 w 411"/>
                <a:gd name="T9" fmla="*/ 463 h 463"/>
              </a:gdLst>
              <a:ahLst/>
              <a:cxnLst>
                <a:cxn ang="0">
                  <a:pos x="T0" y="T1"/>
                </a:cxn>
                <a:cxn ang="0">
                  <a:pos x="T2" y="T3"/>
                </a:cxn>
                <a:cxn ang="0">
                  <a:pos x="T4" y="T5"/>
                </a:cxn>
                <a:cxn ang="0">
                  <a:pos x="T6" y="T7"/>
                </a:cxn>
                <a:cxn ang="0">
                  <a:pos x="T8" y="T9"/>
                </a:cxn>
              </a:cxnLst>
              <a:rect l="0" t="0" r="r" b="b"/>
              <a:pathLst>
                <a:path w="411" h="463">
                  <a:moveTo>
                    <a:pt x="0" y="463"/>
                  </a:moveTo>
                  <a:lnTo>
                    <a:pt x="411" y="54"/>
                  </a:lnTo>
                  <a:lnTo>
                    <a:pt x="411" y="0"/>
                  </a:lnTo>
                  <a:lnTo>
                    <a:pt x="0" y="411"/>
                  </a:lnTo>
                  <a:lnTo>
                    <a:pt x="0" y="463"/>
                  </a:lnTo>
                  <a:close/>
                </a:path>
              </a:pathLst>
            </a:custGeom>
            <a:pattFill prst="narVert">
              <a:fgClr>
                <a:schemeClr val="accent3">
                  <a:lumMod val="50000"/>
                </a:schemeClr>
              </a:fgClr>
              <a:bgClr>
                <a:schemeClr val="accent4">
                  <a:lumMod val="65000"/>
                  <a:lumOff val="3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0" name="Freeform 33"/>
            <p:cNvSpPr>
              <a:spLocks/>
            </p:cNvSpPr>
            <p:nvPr/>
          </p:nvSpPr>
          <p:spPr bwMode="auto">
            <a:xfrm>
              <a:off x="4079742" y="1816277"/>
              <a:ext cx="1092548" cy="509222"/>
            </a:xfrm>
            <a:custGeom>
              <a:avLst/>
              <a:gdLst>
                <a:gd name="T0" fmla="*/ 15 w 330"/>
                <a:gd name="T1" fmla="*/ 154 h 154"/>
                <a:gd name="T2" fmla="*/ 135 w 330"/>
                <a:gd name="T3" fmla="*/ 34 h 154"/>
                <a:gd name="T4" fmla="*/ 196 w 330"/>
                <a:gd name="T5" fmla="*/ 34 h 154"/>
                <a:gd name="T6" fmla="*/ 315 w 330"/>
                <a:gd name="T7" fmla="*/ 154 h 154"/>
                <a:gd name="T8" fmla="*/ 330 w 330"/>
                <a:gd name="T9" fmla="*/ 138 h 154"/>
                <a:gd name="T10" fmla="*/ 210 w 330"/>
                <a:gd name="T11" fmla="*/ 18 h 154"/>
                <a:gd name="T12" fmla="*/ 165 w 330"/>
                <a:gd name="T13" fmla="*/ 0 h 154"/>
                <a:gd name="T14" fmla="*/ 120 w 330"/>
                <a:gd name="T15" fmla="*/ 18 h 154"/>
                <a:gd name="T16" fmla="*/ 0 w 330"/>
                <a:gd name="T17" fmla="*/ 138 h 154"/>
                <a:gd name="T18" fmla="*/ 15 w 330"/>
                <a:gd name="T19"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154">
                  <a:moveTo>
                    <a:pt x="15" y="154"/>
                  </a:moveTo>
                  <a:cubicBezTo>
                    <a:pt x="135" y="34"/>
                    <a:pt x="135" y="34"/>
                    <a:pt x="135" y="34"/>
                  </a:cubicBezTo>
                  <a:cubicBezTo>
                    <a:pt x="151" y="18"/>
                    <a:pt x="179" y="18"/>
                    <a:pt x="196" y="34"/>
                  </a:cubicBezTo>
                  <a:cubicBezTo>
                    <a:pt x="315" y="154"/>
                    <a:pt x="315" y="154"/>
                    <a:pt x="315" y="154"/>
                  </a:cubicBezTo>
                  <a:cubicBezTo>
                    <a:pt x="330" y="138"/>
                    <a:pt x="330" y="138"/>
                    <a:pt x="330" y="138"/>
                  </a:cubicBezTo>
                  <a:cubicBezTo>
                    <a:pt x="210" y="18"/>
                    <a:pt x="210" y="18"/>
                    <a:pt x="210" y="18"/>
                  </a:cubicBezTo>
                  <a:cubicBezTo>
                    <a:pt x="198" y="6"/>
                    <a:pt x="182" y="0"/>
                    <a:pt x="165" y="0"/>
                  </a:cubicBezTo>
                  <a:cubicBezTo>
                    <a:pt x="148" y="0"/>
                    <a:pt x="132" y="6"/>
                    <a:pt x="120" y="18"/>
                  </a:cubicBezTo>
                  <a:cubicBezTo>
                    <a:pt x="0" y="138"/>
                    <a:pt x="0" y="138"/>
                    <a:pt x="0" y="138"/>
                  </a:cubicBezTo>
                  <a:lnTo>
                    <a:pt x="15" y="154"/>
                  </a:lnTo>
                  <a:close/>
                </a:path>
              </a:pathLst>
            </a:custGeom>
            <a:pattFill prst="narVert">
              <a:fgClr>
                <a:schemeClr val="accent3">
                  <a:lumMod val="50000"/>
                </a:schemeClr>
              </a:fgClr>
              <a:bgClr>
                <a:schemeClr val="accent4">
                  <a:lumMod val="65000"/>
                  <a:lumOff val="3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43" name="그룹 42"/>
          <p:cNvGrpSpPr/>
          <p:nvPr/>
        </p:nvGrpSpPr>
        <p:grpSpPr>
          <a:xfrm>
            <a:off x="567375" y="2525718"/>
            <a:ext cx="1616015" cy="603295"/>
            <a:chOff x="2689288" y="2525713"/>
            <a:chExt cx="1616015" cy="603295"/>
          </a:xfrm>
        </p:grpSpPr>
        <p:cxnSp>
          <p:nvCxnSpPr>
            <p:cNvPr id="188" name="직선 연결선 187"/>
            <p:cNvCxnSpPr/>
            <p:nvPr/>
          </p:nvCxnSpPr>
          <p:spPr>
            <a:xfrm>
              <a:off x="3913532" y="2630177"/>
              <a:ext cx="391771" cy="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89" name="그룹 188"/>
            <p:cNvGrpSpPr/>
            <p:nvPr/>
          </p:nvGrpSpPr>
          <p:grpSpPr>
            <a:xfrm>
              <a:off x="2689288" y="2525713"/>
              <a:ext cx="1438150" cy="603295"/>
              <a:chOff x="4790080" y="881063"/>
              <a:chExt cx="1438150" cy="603295"/>
            </a:xfrm>
          </p:grpSpPr>
          <p:sp>
            <p:nvSpPr>
              <p:cNvPr id="190" name="TextBox 189"/>
              <p:cNvSpPr txBox="1"/>
              <p:nvPr/>
            </p:nvSpPr>
            <p:spPr>
              <a:xfrm>
                <a:off x="5032773" y="881063"/>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91" name="TextBox 190"/>
              <p:cNvSpPr txBox="1"/>
              <p:nvPr/>
            </p:nvSpPr>
            <p:spPr>
              <a:xfrm>
                <a:off x="4790080" y="1094761"/>
                <a:ext cx="1438150" cy="389597"/>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grpSp>
      <p:grpSp>
        <p:nvGrpSpPr>
          <p:cNvPr id="52" name="그룹 51"/>
          <p:cNvGrpSpPr/>
          <p:nvPr/>
        </p:nvGrpSpPr>
        <p:grpSpPr>
          <a:xfrm>
            <a:off x="4672647" y="2525718"/>
            <a:ext cx="1616015" cy="603295"/>
            <a:chOff x="6794560" y="2525713"/>
            <a:chExt cx="1616015" cy="603295"/>
          </a:xfrm>
        </p:grpSpPr>
        <p:grpSp>
          <p:nvGrpSpPr>
            <p:cNvPr id="184" name="그룹 183"/>
            <p:cNvGrpSpPr/>
            <p:nvPr/>
          </p:nvGrpSpPr>
          <p:grpSpPr>
            <a:xfrm>
              <a:off x="6972425" y="2525713"/>
              <a:ext cx="1438150" cy="603295"/>
              <a:chOff x="4790080" y="881063"/>
              <a:chExt cx="1438150" cy="603295"/>
            </a:xfrm>
          </p:grpSpPr>
          <p:sp>
            <p:nvSpPr>
              <p:cNvPr id="185" name="TextBox 184"/>
              <p:cNvSpPr txBox="1"/>
              <p:nvPr/>
            </p:nvSpPr>
            <p:spPr>
              <a:xfrm>
                <a:off x="5032773" y="881063"/>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86" name="TextBox 185"/>
              <p:cNvSpPr txBox="1"/>
              <p:nvPr/>
            </p:nvSpPr>
            <p:spPr>
              <a:xfrm>
                <a:off x="4790080" y="1094761"/>
                <a:ext cx="1438150" cy="389597"/>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cxnSp>
          <p:nvCxnSpPr>
            <p:cNvPr id="192" name="직선 연결선 191"/>
            <p:cNvCxnSpPr/>
            <p:nvPr/>
          </p:nvCxnSpPr>
          <p:spPr>
            <a:xfrm>
              <a:off x="6794560" y="2630177"/>
              <a:ext cx="391771" cy="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grpSp>
        <p:nvGrpSpPr>
          <p:cNvPr id="48" name="그룹 47"/>
          <p:cNvGrpSpPr/>
          <p:nvPr/>
        </p:nvGrpSpPr>
        <p:grpSpPr>
          <a:xfrm>
            <a:off x="2722713" y="3911607"/>
            <a:ext cx="1438150" cy="931861"/>
            <a:chOff x="4844631" y="3911602"/>
            <a:chExt cx="1438150" cy="931861"/>
          </a:xfrm>
        </p:grpSpPr>
        <p:grpSp>
          <p:nvGrpSpPr>
            <p:cNvPr id="198" name="그룹 197"/>
            <p:cNvGrpSpPr/>
            <p:nvPr/>
          </p:nvGrpSpPr>
          <p:grpSpPr>
            <a:xfrm>
              <a:off x="4844631" y="4240168"/>
              <a:ext cx="1438150" cy="603295"/>
              <a:chOff x="4790080" y="881063"/>
              <a:chExt cx="1438150" cy="603295"/>
            </a:xfrm>
          </p:grpSpPr>
          <p:sp>
            <p:nvSpPr>
              <p:cNvPr id="199" name="TextBox 198"/>
              <p:cNvSpPr txBox="1"/>
              <p:nvPr/>
            </p:nvSpPr>
            <p:spPr>
              <a:xfrm>
                <a:off x="5032773" y="881063"/>
                <a:ext cx="9527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200" name="TextBox 199"/>
              <p:cNvSpPr txBox="1"/>
              <p:nvPr/>
            </p:nvSpPr>
            <p:spPr>
              <a:xfrm>
                <a:off x="4790080" y="1094761"/>
                <a:ext cx="1438150" cy="389597"/>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cxnSp>
          <p:nvCxnSpPr>
            <p:cNvPr id="201" name="직선 연결선 200"/>
            <p:cNvCxnSpPr/>
            <p:nvPr/>
          </p:nvCxnSpPr>
          <p:spPr>
            <a:xfrm flipV="1">
              <a:off x="5563707" y="3911602"/>
              <a:ext cx="3157" cy="28800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grpSp>
        <p:nvGrpSpPr>
          <p:cNvPr id="42" name="그룹 41"/>
          <p:cNvGrpSpPr/>
          <p:nvPr/>
        </p:nvGrpSpPr>
        <p:grpSpPr>
          <a:xfrm>
            <a:off x="2708940" y="912813"/>
            <a:ext cx="1438150" cy="848686"/>
            <a:chOff x="4830856" y="912813"/>
            <a:chExt cx="1438150" cy="848686"/>
          </a:xfrm>
        </p:grpSpPr>
        <p:grpSp>
          <p:nvGrpSpPr>
            <p:cNvPr id="194" name="그룹 193"/>
            <p:cNvGrpSpPr/>
            <p:nvPr/>
          </p:nvGrpSpPr>
          <p:grpSpPr>
            <a:xfrm>
              <a:off x="4830856" y="912813"/>
              <a:ext cx="1438150" cy="603295"/>
              <a:chOff x="4790080" y="881063"/>
              <a:chExt cx="1438150" cy="603295"/>
            </a:xfrm>
          </p:grpSpPr>
          <p:sp>
            <p:nvSpPr>
              <p:cNvPr id="196" name="TextBox 195"/>
              <p:cNvSpPr txBox="1"/>
              <p:nvPr/>
            </p:nvSpPr>
            <p:spPr>
              <a:xfrm>
                <a:off x="5032773" y="881063"/>
                <a:ext cx="952765" cy="193940"/>
              </a:xfrm>
              <a:prstGeom prst="rect">
                <a:avLst/>
              </a:prstGeom>
              <a:noFill/>
            </p:spPr>
            <p:txBody>
              <a:bodyPr wrap="square" lIns="72000" tIns="0" rIns="72000" bIns="0" rtlCol="0">
                <a:noAutofit/>
              </a:bodyPr>
              <a:lstStyle/>
              <a:p>
                <a:pPr lvl="0" algn="ctr"/>
                <a:r>
                  <a:rPr lang="en-US" altLang="ko-KR" sz="1200" b="1" dirty="0">
                    <a:gradFill>
                      <a:gsLst>
                        <a:gs pos="0">
                          <a:schemeClr val="accent1"/>
                        </a:gs>
                        <a:gs pos="100000">
                          <a:schemeClr val="accent1"/>
                        </a:gs>
                      </a:gsLst>
                      <a:lin ang="5400000" scaled="0"/>
                    </a:gradFill>
                    <a:latin typeface="Roboto Condensed Regular"/>
                  </a:rPr>
                  <a:t>Lorem Ipsum</a:t>
                </a:r>
                <a:endParaRPr lang="ko-KR" altLang="en-US" sz="1200" b="1" dirty="0">
                  <a:gradFill>
                    <a:gsLst>
                      <a:gs pos="0">
                        <a:schemeClr val="accent1"/>
                      </a:gs>
                      <a:gs pos="100000">
                        <a:schemeClr val="accent1"/>
                      </a:gs>
                    </a:gsLst>
                    <a:lin ang="5400000" scaled="0"/>
                  </a:gradFill>
                  <a:latin typeface="Roboto Condensed Regular"/>
                </a:endParaRPr>
              </a:p>
            </p:txBody>
          </p:sp>
          <p:sp>
            <p:nvSpPr>
              <p:cNvPr id="197" name="TextBox 196"/>
              <p:cNvSpPr txBox="1"/>
              <p:nvPr/>
            </p:nvSpPr>
            <p:spPr>
              <a:xfrm>
                <a:off x="4790080" y="1094761"/>
                <a:ext cx="1438150" cy="389597"/>
              </a:xfrm>
              <a:prstGeom prst="rect">
                <a:avLst/>
              </a:prstGeom>
              <a:noFill/>
            </p:spPr>
            <p:txBody>
              <a:bodyPr wrap="square" lIns="72000" tIns="0" rIns="7200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cxnSp>
          <p:nvCxnSpPr>
            <p:cNvPr id="195" name="직선 연결선 194"/>
            <p:cNvCxnSpPr/>
            <p:nvPr/>
          </p:nvCxnSpPr>
          <p:spPr>
            <a:xfrm flipV="1">
              <a:off x="5573214" y="1517650"/>
              <a:ext cx="0" cy="243849"/>
            </a:xfrm>
            <a:prstGeom prst="line">
              <a:avLst/>
            </a:prstGeom>
            <a:ln w="3175">
              <a:solidFill>
                <a:schemeClr val="accent1">
                  <a:lumMod val="7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grpSp>
        <p:nvGrpSpPr>
          <p:cNvPr id="66" name="그룹 65"/>
          <p:cNvGrpSpPr/>
          <p:nvPr/>
        </p:nvGrpSpPr>
        <p:grpSpPr>
          <a:xfrm>
            <a:off x="2662760" y="1614872"/>
            <a:ext cx="1558067" cy="1537167"/>
            <a:chOff x="2662760" y="1614872"/>
            <a:chExt cx="1558067" cy="1537167"/>
          </a:xfrm>
        </p:grpSpPr>
        <p:grpSp>
          <p:nvGrpSpPr>
            <p:cNvPr id="59" name="그룹 58"/>
            <p:cNvGrpSpPr/>
            <p:nvPr/>
          </p:nvGrpSpPr>
          <p:grpSpPr>
            <a:xfrm>
              <a:off x="2662760" y="1614872"/>
              <a:ext cx="1558067" cy="1537167"/>
              <a:chOff x="4784673" y="1614868"/>
              <a:chExt cx="1558067" cy="1537167"/>
            </a:xfrm>
          </p:grpSpPr>
          <p:sp>
            <p:nvSpPr>
              <p:cNvPr id="57" name="Freeform 39"/>
              <p:cNvSpPr>
                <a:spLocks/>
              </p:cNvSpPr>
              <p:nvPr/>
            </p:nvSpPr>
            <p:spPr bwMode="auto">
              <a:xfrm>
                <a:off x="4784673" y="2272296"/>
                <a:ext cx="777134" cy="879739"/>
              </a:xfrm>
              <a:custGeom>
                <a:avLst/>
                <a:gdLst>
                  <a:gd name="T0" fmla="*/ 0 w 409"/>
                  <a:gd name="T1" fmla="*/ 0 h 463"/>
                  <a:gd name="T2" fmla="*/ 0 w 409"/>
                  <a:gd name="T3" fmla="*/ 54 h 463"/>
                  <a:gd name="T4" fmla="*/ 409 w 409"/>
                  <a:gd name="T5" fmla="*/ 463 h 463"/>
                  <a:gd name="T6" fmla="*/ 409 w 409"/>
                  <a:gd name="T7" fmla="*/ 411 h 463"/>
                  <a:gd name="T8" fmla="*/ 0 w 409"/>
                  <a:gd name="T9" fmla="*/ 0 h 463"/>
                </a:gdLst>
                <a:ahLst/>
                <a:cxnLst>
                  <a:cxn ang="0">
                    <a:pos x="T0" y="T1"/>
                  </a:cxn>
                  <a:cxn ang="0">
                    <a:pos x="T2" y="T3"/>
                  </a:cxn>
                  <a:cxn ang="0">
                    <a:pos x="T4" y="T5"/>
                  </a:cxn>
                  <a:cxn ang="0">
                    <a:pos x="T6" y="T7"/>
                  </a:cxn>
                  <a:cxn ang="0">
                    <a:pos x="T8" y="T9"/>
                  </a:cxn>
                </a:cxnLst>
                <a:rect l="0" t="0" r="r" b="b"/>
                <a:pathLst>
                  <a:path w="409" h="463">
                    <a:moveTo>
                      <a:pt x="0" y="0"/>
                    </a:moveTo>
                    <a:lnTo>
                      <a:pt x="0" y="54"/>
                    </a:lnTo>
                    <a:lnTo>
                      <a:pt x="409" y="463"/>
                    </a:lnTo>
                    <a:lnTo>
                      <a:pt x="409" y="411"/>
                    </a:lnTo>
                    <a:lnTo>
                      <a:pt x="0" y="0"/>
                    </a:lnTo>
                    <a:close/>
                  </a:path>
                </a:pathLst>
              </a:custGeom>
              <a:pattFill prst="narVert">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nvGrpSpPr>
              <p:cNvPr id="41" name="그룹 40"/>
              <p:cNvGrpSpPr/>
              <p:nvPr/>
            </p:nvGrpSpPr>
            <p:grpSpPr>
              <a:xfrm>
                <a:off x="4784673" y="1614868"/>
                <a:ext cx="1558067" cy="1537167"/>
                <a:chOff x="4784673" y="1614868"/>
                <a:chExt cx="1558067" cy="1537167"/>
              </a:xfrm>
            </p:grpSpPr>
            <p:grpSp>
              <p:nvGrpSpPr>
                <p:cNvPr id="65" name="그룹 64"/>
                <p:cNvGrpSpPr/>
                <p:nvPr/>
              </p:nvGrpSpPr>
              <p:grpSpPr>
                <a:xfrm>
                  <a:off x="4784673" y="1614868"/>
                  <a:ext cx="1558067" cy="1537167"/>
                  <a:chOff x="4591791" y="2014918"/>
                  <a:chExt cx="1558067" cy="1537167"/>
                </a:xfrm>
              </p:grpSpPr>
              <p:sp>
                <p:nvSpPr>
                  <p:cNvPr id="56" name="Freeform 38"/>
                  <p:cNvSpPr>
                    <a:spLocks/>
                  </p:cNvSpPr>
                  <p:nvPr/>
                </p:nvSpPr>
                <p:spPr bwMode="auto">
                  <a:xfrm>
                    <a:off x="4591791" y="2014918"/>
                    <a:ext cx="1558067" cy="1438363"/>
                  </a:xfrm>
                  <a:custGeom>
                    <a:avLst/>
                    <a:gdLst>
                      <a:gd name="T0" fmla="*/ 471 w 471"/>
                      <a:gd name="T1" fmla="*/ 199 h 435"/>
                      <a:gd name="T2" fmla="*/ 315 w 471"/>
                      <a:gd name="T3" fmla="*/ 44 h 435"/>
                      <a:gd name="T4" fmla="*/ 155 w 471"/>
                      <a:gd name="T5" fmla="*/ 44 h 435"/>
                      <a:gd name="T6" fmla="*/ 0 w 471"/>
                      <a:gd name="T7" fmla="*/ 199 h 435"/>
                      <a:gd name="T8" fmla="*/ 235 w 471"/>
                      <a:gd name="T9" fmla="*/ 435 h 435"/>
                      <a:gd name="T10" fmla="*/ 471 w 471"/>
                      <a:gd name="T11" fmla="*/ 199 h 435"/>
                    </a:gdLst>
                    <a:ahLst/>
                    <a:cxnLst>
                      <a:cxn ang="0">
                        <a:pos x="T0" y="T1"/>
                      </a:cxn>
                      <a:cxn ang="0">
                        <a:pos x="T2" y="T3"/>
                      </a:cxn>
                      <a:cxn ang="0">
                        <a:pos x="T4" y="T5"/>
                      </a:cxn>
                      <a:cxn ang="0">
                        <a:pos x="T6" y="T7"/>
                      </a:cxn>
                      <a:cxn ang="0">
                        <a:pos x="T8" y="T9"/>
                      </a:cxn>
                      <a:cxn ang="0">
                        <a:pos x="T10" y="T11"/>
                      </a:cxn>
                    </a:cxnLst>
                    <a:rect l="0" t="0" r="r" b="b"/>
                    <a:pathLst>
                      <a:path w="471" h="435">
                        <a:moveTo>
                          <a:pt x="471" y="199"/>
                        </a:moveTo>
                        <a:cubicBezTo>
                          <a:pt x="315" y="44"/>
                          <a:pt x="315" y="44"/>
                          <a:pt x="315" y="44"/>
                        </a:cubicBezTo>
                        <a:cubicBezTo>
                          <a:pt x="271" y="0"/>
                          <a:pt x="199" y="0"/>
                          <a:pt x="155" y="44"/>
                        </a:cubicBezTo>
                        <a:cubicBezTo>
                          <a:pt x="0" y="199"/>
                          <a:pt x="0" y="199"/>
                          <a:pt x="0" y="199"/>
                        </a:cubicBezTo>
                        <a:cubicBezTo>
                          <a:pt x="235" y="435"/>
                          <a:pt x="235" y="435"/>
                          <a:pt x="235" y="435"/>
                        </a:cubicBezTo>
                        <a:lnTo>
                          <a:pt x="471" y="199"/>
                        </a:lnTo>
                        <a:close/>
                      </a:path>
                    </a:pathLst>
                  </a:cu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58" name="Freeform 40"/>
                  <p:cNvSpPr>
                    <a:spLocks/>
                  </p:cNvSpPr>
                  <p:nvPr/>
                </p:nvSpPr>
                <p:spPr bwMode="auto">
                  <a:xfrm>
                    <a:off x="5368924" y="2672346"/>
                    <a:ext cx="780934" cy="879739"/>
                  </a:xfrm>
                  <a:custGeom>
                    <a:avLst/>
                    <a:gdLst>
                      <a:gd name="T0" fmla="*/ 0 w 411"/>
                      <a:gd name="T1" fmla="*/ 463 h 463"/>
                      <a:gd name="T2" fmla="*/ 411 w 411"/>
                      <a:gd name="T3" fmla="*/ 54 h 463"/>
                      <a:gd name="T4" fmla="*/ 411 w 411"/>
                      <a:gd name="T5" fmla="*/ 0 h 463"/>
                      <a:gd name="T6" fmla="*/ 0 w 411"/>
                      <a:gd name="T7" fmla="*/ 411 h 463"/>
                      <a:gd name="T8" fmla="*/ 0 w 411"/>
                      <a:gd name="T9" fmla="*/ 463 h 463"/>
                    </a:gdLst>
                    <a:ahLst/>
                    <a:cxnLst>
                      <a:cxn ang="0">
                        <a:pos x="T0" y="T1"/>
                      </a:cxn>
                      <a:cxn ang="0">
                        <a:pos x="T2" y="T3"/>
                      </a:cxn>
                      <a:cxn ang="0">
                        <a:pos x="T4" y="T5"/>
                      </a:cxn>
                      <a:cxn ang="0">
                        <a:pos x="T6" y="T7"/>
                      </a:cxn>
                      <a:cxn ang="0">
                        <a:pos x="T8" y="T9"/>
                      </a:cxn>
                    </a:cxnLst>
                    <a:rect l="0" t="0" r="r" b="b"/>
                    <a:pathLst>
                      <a:path w="411" h="463">
                        <a:moveTo>
                          <a:pt x="0" y="463"/>
                        </a:moveTo>
                        <a:lnTo>
                          <a:pt x="411" y="54"/>
                        </a:lnTo>
                        <a:lnTo>
                          <a:pt x="411" y="0"/>
                        </a:lnTo>
                        <a:lnTo>
                          <a:pt x="0" y="411"/>
                        </a:lnTo>
                        <a:lnTo>
                          <a:pt x="0" y="463"/>
                        </a:lnTo>
                        <a:close/>
                      </a:path>
                    </a:pathLst>
                  </a:custGeom>
                  <a:pattFill prst="narVert">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71" name="TextBox 170"/>
                <p:cNvSpPr txBox="1"/>
                <p:nvPr/>
              </p:nvSpPr>
              <p:spPr>
                <a:xfrm>
                  <a:off x="5173176" y="2373253"/>
                  <a:ext cx="781061" cy="193940"/>
                </a:xfrm>
                <a:prstGeom prst="rect">
                  <a:avLst/>
                </a:prstGeom>
                <a:noFill/>
              </p:spPr>
              <p:txBody>
                <a:bodyPr wrap="square" lIns="0" tIns="0" rIns="0" bIns="0" rtlCol="0">
                  <a:noAutofit/>
                </a:bodyPr>
                <a:lstStyle/>
                <a:p>
                  <a:pPr lvl="0" algn="ctr"/>
                  <a:r>
                    <a:rPr lang="en-US" altLang="ko-KR" sz="1200" b="1" dirty="0">
                      <a:gradFill>
                        <a:gsLst>
                          <a:gs pos="0">
                            <a:schemeClr val="bg2"/>
                          </a:gs>
                          <a:gs pos="100000">
                            <a:schemeClr val="bg2"/>
                          </a:gs>
                        </a:gsLst>
                        <a:lin ang="5400000" scaled="0"/>
                      </a:gradFill>
                      <a:latin typeface="Roboto Condensed Regular"/>
                    </a:rPr>
                    <a:t>Insert Title</a:t>
                  </a:r>
                  <a:endParaRPr lang="ko-KR" altLang="en-US" sz="1200" b="1" dirty="0">
                    <a:gradFill>
                      <a:gsLst>
                        <a:gs pos="0">
                          <a:schemeClr val="bg2"/>
                        </a:gs>
                        <a:gs pos="100000">
                          <a:schemeClr val="bg2"/>
                        </a:gs>
                      </a:gsLst>
                      <a:lin ang="5400000" scaled="0"/>
                    </a:gradFill>
                    <a:latin typeface="Roboto Condensed Regular"/>
                  </a:endParaRPr>
                </a:p>
              </p:txBody>
            </p:sp>
          </p:grpSp>
        </p:grpSp>
        <p:sp>
          <p:nvSpPr>
            <p:cNvPr id="63" name="Freeform 29"/>
            <p:cNvSpPr>
              <a:spLocks noEditPoints="1"/>
            </p:cNvSpPr>
            <p:nvPr/>
          </p:nvSpPr>
          <p:spPr bwMode="auto">
            <a:xfrm>
              <a:off x="3237063" y="1844368"/>
              <a:ext cx="383875" cy="482811"/>
            </a:xfrm>
            <a:custGeom>
              <a:avLst/>
              <a:gdLst/>
              <a:ahLst/>
              <a:cxnLst>
                <a:cxn ang="0">
                  <a:pos x="191" y="37"/>
                </a:cxn>
                <a:cxn ang="0">
                  <a:pos x="178" y="25"/>
                </a:cxn>
                <a:cxn ang="0">
                  <a:pos x="134" y="115"/>
                </a:cxn>
                <a:cxn ang="0">
                  <a:pos x="120" y="108"/>
                </a:cxn>
                <a:cxn ang="0">
                  <a:pos x="166" y="12"/>
                </a:cxn>
                <a:cxn ang="0">
                  <a:pos x="154" y="0"/>
                </a:cxn>
                <a:cxn ang="0">
                  <a:pos x="37" y="0"/>
                </a:cxn>
                <a:cxn ang="0">
                  <a:pos x="25" y="12"/>
                </a:cxn>
                <a:cxn ang="0">
                  <a:pos x="71" y="108"/>
                </a:cxn>
                <a:cxn ang="0">
                  <a:pos x="57" y="115"/>
                </a:cxn>
                <a:cxn ang="0">
                  <a:pos x="13" y="25"/>
                </a:cxn>
                <a:cxn ang="0">
                  <a:pos x="0" y="37"/>
                </a:cxn>
                <a:cxn ang="0">
                  <a:pos x="44" y="127"/>
                </a:cxn>
                <a:cxn ang="0">
                  <a:pos x="27" y="171"/>
                </a:cxn>
                <a:cxn ang="0">
                  <a:pos x="95" y="240"/>
                </a:cxn>
                <a:cxn ang="0">
                  <a:pos x="164" y="171"/>
                </a:cxn>
                <a:cxn ang="0">
                  <a:pos x="147" y="127"/>
                </a:cxn>
                <a:cxn ang="0">
                  <a:pos x="191" y="37"/>
                </a:cxn>
                <a:cxn ang="0">
                  <a:pos x="46" y="17"/>
                </a:cxn>
                <a:cxn ang="0">
                  <a:pos x="145" y="17"/>
                </a:cxn>
                <a:cxn ang="0">
                  <a:pos x="137" y="34"/>
                </a:cxn>
                <a:cxn ang="0">
                  <a:pos x="54" y="34"/>
                </a:cxn>
                <a:cxn ang="0">
                  <a:pos x="46" y="17"/>
                </a:cxn>
                <a:cxn ang="0">
                  <a:pos x="63" y="52"/>
                </a:cxn>
                <a:cxn ang="0">
                  <a:pos x="128" y="52"/>
                </a:cxn>
                <a:cxn ang="0">
                  <a:pos x="103" y="104"/>
                </a:cxn>
                <a:cxn ang="0">
                  <a:pos x="95" y="103"/>
                </a:cxn>
                <a:cxn ang="0">
                  <a:pos x="88" y="104"/>
                </a:cxn>
                <a:cxn ang="0">
                  <a:pos x="63" y="52"/>
                </a:cxn>
                <a:cxn ang="0">
                  <a:pos x="149" y="171"/>
                </a:cxn>
                <a:cxn ang="0">
                  <a:pos x="95" y="225"/>
                </a:cxn>
                <a:cxn ang="0">
                  <a:pos x="42" y="171"/>
                </a:cxn>
                <a:cxn ang="0">
                  <a:pos x="95" y="118"/>
                </a:cxn>
                <a:cxn ang="0">
                  <a:pos x="149" y="171"/>
                </a:cxn>
                <a:cxn ang="0">
                  <a:pos x="95" y="122"/>
                </a:cxn>
                <a:cxn ang="0">
                  <a:pos x="46" y="171"/>
                </a:cxn>
                <a:cxn ang="0">
                  <a:pos x="95" y="220"/>
                </a:cxn>
                <a:cxn ang="0">
                  <a:pos x="145" y="171"/>
                </a:cxn>
                <a:cxn ang="0">
                  <a:pos x="95" y="122"/>
                </a:cxn>
                <a:cxn ang="0">
                  <a:pos x="95" y="215"/>
                </a:cxn>
                <a:cxn ang="0">
                  <a:pos x="52" y="171"/>
                </a:cxn>
                <a:cxn ang="0">
                  <a:pos x="95" y="127"/>
                </a:cxn>
                <a:cxn ang="0">
                  <a:pos x="139" y="171"/>
                </a:cxn>
                <a:cxn ang="0">
                  <a:pos x="95" y="215"/>
                </a:cxn>
                <a:cxn ang="0">
                  <a:pos x="103" y="142"/>
                </a:cxn>
                <a:cxn ang="0">
                  <a:pos x="96" y="142"/>
                </a:cxn>
                <a:cxn ang="0">
                  <a:pos x="80" y="151"/>
                </a:cxn>
                <a:cxn ang="0">
                  <a:pos x="80" y="159"/>
                </a:cxn>
                <a:cxn ang="0">
                  <a:pos x="92" y="159"/>
                </a:cxn>
                <a:cxn ang="0">
                  <a:pos x="92" y="193"/>
                </a:cxn>
                <a:cxn ang="0">
                  <a:pos x="85" y="193"/>
                </a:cxn>
                <a:cxn ang="0">
                  <a:pos x="85" y="201"/>
                </a:cxn>
                <a:cxn ang="0">
                  <a:pos x="110" y="201"/>
                </a:cxn>
                <a:cxn ang="0">
                  <a:pos x="110" y="193"/>
                </a:cxn>
                <a:cxn ang="0">
                  <a:pos x="103" y="193"/>
                </a:cxn>
                <a:cxn ang="0">
                  <a:pos x="103" y="142"/>
                </a:cxn>
              </a:cxnLst>
              <a:rect l="0" t="0" r="r" b="b"/>
              <a:pathLst>
                <a:path w="191" h="240">
                  <a:moveTo>
                    <a:pt x="191" y="37"/>
                  </a:moveTo>
                  <a:cubicBezTo>
                    <a:pt x="178" y="25"/>
                    <a:pt x="178" y="25"/>
                    <a:pt x="178" y="25"/>
                  </a:cubicBezTo>
                  <a:cubicBezTo>
                    <a:pt x="134" y="115"/>
                    <a:pt x="134" y="115"/>
                    <a:pt x="134" y="115"/>
                  </a:cubicBezTo>
                  <a:cubicBezTo>
                    <a:pt x="130" y="112"/>
                    <a:pt x="125" y="110"/>
                    <a:pt x="120" y="108"/>
                  </a:cubicBezTo>
                  <a:cubicBezTo>
                    <a:pt x="166" y="12"/>
                    <a:pt x="166" y="12"/>
                    <a:pt x="166" y="12"/>
                  </a:cubicBezTo>
                  <a:cubicBezTo>
                    <a:pt x="154" y="0"/>
                    <a:pt x="154" y="0"/>
                    <a:pt x="154" y="0"/>
                  </a:cubicBezTo>
                  <a:cubicBezTo>
                    <a:pt x="37" y="0"/>
                    <a:pt x="37" y="0"/>
                    <a:pt x="37" y="0"/>
                  </a:cubicBezTo>
                  <a:cubicBezTo>
                    <a:pt x="25" y="12"/>
                    <a:pt x="25" y="12"/>
                    <a:pt x="25" y="12"/>
                  </a:cubicBezTo>
                  <a:cubicBezTo>
                    <a:pt x="71" y="108"/>
                    <a:pt x="71" y="108"/>
                    <a:pt x="71" y="108"/>
                  </a:cubicBezTo>
                  <a:cubicBezTo>
                    <a:pt x="66" y="110"/>
                    <a:pt x="61" y="112"/>
                    <a:pt x="57" y="115"/>
                  </a:cubicBezTo>
                  <a:cubicBezTo>
                    <a:pt x="13" y="25"/>
                    <a:pt x="13" y="25"/>
                    <a:pt x="13" y="25"/>
                  </a:cubicBezTo>
                  <a:cubicBezTo>
                    <a:pt x="0" y="37"/>
                    <a:pt x="0" y="37"/>
                    <a:pt x="0" y="37"/>
                  </a:cubicBezTo>
                  <a:cubicBezTo>
                    <a:pt x="44" y="127"/>
                    <a:pt x="44" y="127"/>
                    <a:pt x="44" y="127"/>
                  </a:cubicBezTo>
                  <a:cubicBezTo>
                    <a:pt x="34" y="139"/>
                    <a:pt x="27" y="154"/>
                    <a:pt x="27" y="171"/>
                  </a:cubicBezTo>
                  <a:cubicBezTo>
                    <a:pt x="27" y="209"/>
                    <a:pt x="58" y="240"/>
                    <a:pt x="95" y="240"/>
                  </a:cubicBezTo>
                  <a:cubicBezTo>
                    <a:pt x="133" y="240"/>
                    <a:pt x="164" y="209"/>
                    <a:pt x="164" y="171"/>
                  </a:cubicBezTo>
                  <a:cubicBezTo>
                    <a:pt x="164" y="154"/>
                    <a:pt x="157" y="139"/>
                    <a:pt x="147" y="127"/>
                  </a:cubicBezTo>
                  <a:lnTo>
                    <a:pt x="191" y="37"/>
                  </a:lnTo>
                  <a:close/>
                  <a:moveTo>
                    <a:pt x="46" y="17"/>
                  </a:moveTo>
                  <a:cubicBezTo>
                    <a:pt x="145" y="17"/>
                    <a:pt x="145" y="17"/>
                    <a:pt x="145" y="17"/>
                  </a:cubicBezTo>
                  <a:cubicBezTo>
                    <a:pt x="137" y="34"/>
                    <a:pt x="137" y="34"/>
                    <a:pt x="137" y="34"/>
                  </a:cubicBezTo>
                  <a:cubicBezTo>
                    <a:pt x="54" y="34"/>
                    <a:pt x="54" y="34"/>
                    <a:pt x="54" y="34"/>
                  </a:cubicBezTo>
                  <a:lnTo>
                    <a:pt x="46" y="17"/>
                  </a:lnTo>
                  <a:close/>
                  <a:moveTo>
                    <a:pt x="63" y="52"/>
                  </a:moveTo>
                  <a:cubicBezTo>
                    <a:pt x="128" y="52"/>
                    <a:pt x="128" y="52"/>
                    <a:pt x="128" y="52"/>
                  </a:cubicBezTo>
                  <a:cubicBezTo>
                    <a:pt x="103" y="104"/>
                    <a:pt x="103" y="104"/>
                    <a:pt x="103" y="104"/>
                  </a:cubicBezTo>
                  <a:cubicBezTo>
                    <a:pt x="101" y="103"/>
                    <a:pt x="98" y="103"/>
                    <a:pt x="95" y="103"/>
                  </a:cubicBezTo>
                  <a:cubicBezTo>
                    <a:pt x="93" y="103"/>
                    <a:pt x="90" y="103"/>
                    <a:pt x="88" y="104"/>
                  </a:cubicBezTo>
                  <a:lnTo>
                    <a:pt x="63" y="52"/>
                  </a:lnTo>
                  <a:close/>
                  <a:moveTo>
                    <a:pt x="149" y="171"/>
                  </a:moveTo>
                  <a:cubicBezTo>
                    <a:pt x="149" y="201"/>
                    <a:pt x="125" y="225"/>
                    <a:pt x="95" y="225"/>
                  </a:cubicBezTo>
                  <a:cubicBezTo>
                    <a:pt x="66" y="225"/>
                    <a:pt x="42" y="201"/>
                    <a:pt x="42" y="171"/>
                  </a:cubicBezTo>
                  <a:cubicBezTo>
                    <a:pt x="42" y="142"/>
                    <a:pt x="66" y="118"/>
                    <a:pt x="95" y="118"/>
                  </a:cubicBezTo>
                  <a:cubicBezTo>
                    <a:pt x="125" y="118"/>
                    <a:pt x="149" y="142"/>
                    <a:pt x="149" y="171"/>
                  </a:cubicBezTo>
                  <a:close/>
                  <a:moveTo>
                    <a:pt x="95" y="122"/>
                  </a:moveTo>
                  <a:cubicBezTo>
                    <a:pt x="68" y="122"/>
                    <a:pt x="46" y="144"/>
                    <a:pt x="46" y="171"/>
                  </a:cubicBezTo>
                  <a:cubicBezTo>
                    <a:pt x="46" y="198"/>
                    <a:pt x="68" y="220"/>
                    <a:pt x="95" y="220"/>
                  </a:cubicBezTo>
                  <a:cubicBezTo>
                    <a:pt x="123" y="220"/>
                    <a:pt x="145" y="198"/>
                    <a:pt x="145" y="171"/>
                  </a:cubicBezTo>
                  <a:cubicBezTo>
                    <a:pt x="145" y="144"/>
                    <a:pt x="123" y="122"/>
                    <a:pt x="95" y="122"/>
                  </a:cubicBezTo>
                  <a:close/>
                  <a:moveTo>
                    <a:pt x="95" y="215"/>
                  </a:moveTo>
                  <a:cubicBezTo>
                    <a:pt x="71" y="215"/>
                    <a:pt x="52" y="196"/>
                    <a:pt x="52" y="171"/>
                  </a:cubicBezTo>
                  <a:cubicBezTo>
                    <a:pt x="52" y="147"/>
                    <a:pt x="71" y="127"/>
                    <a:pt x="95" y="127"/>
                  </a:cubicBezTo>
                  <a:cubicBezTo>
                    <a:pt x="120" y="127"/>
                    <a:pt x="139" y="147"/>
                    <a:pt x="139" y="171"/>
                  </a:cubicBezTo>
                  <a:cubicBezTo>
                    <a:pt x="139" y="196"/>
                    <a:pt x="120" y="215"/>
                    <a:pt x="95" y="215"/>
                  </a:cubicBezTo>
                  <a:close/>
                  <a:moveTo>
                    <a:pt x="103" y="142"/>
                  </a:moveTo>
                  <a:cubicBezTo>
                    <a:pt x="96" y="142"/>
                    <a:pt x="96" y="142"/>
                    <a:pt x="96" y="142"/>
                  </a:cubicBezTo>
                  <a:cubicBezTo>
                    <a:pt x="96" y="142"/>
                    <a:pt x="92" y="151"/>
                    <a:pt x="80" y="151"/>
                  </a:cubicBezTo>
                  <a:cubicBezTo>
                    <a:pt x="80" y="159"/>
                    <a:pt x="80" y="159"/>
                    <a:pt x="80" y="159"/>
                  </a:cubicBezTo>
                  <a:cubicBezTo>
                    <a:pt x="92" y="159"/>
                    <a:pt x="92" y="159"/>
                    <a:pt x="92" y="159"/>
                  </a:cubicBezTo>
                  <a:cubicBezTo>
                    <a:pt x="92" y="193"/>
                    <a:pt x="92" y="193"/>
                    <a:pt x="92" y="193"/>
                  </a:cubicBezTo>
                  <a:cubicBezTo>
                    <a:pt x="85" y="193"/>
                    <a:pt x="85" y="193"/>
                    <a:pt x="85" y="193"/>
                  </a:cubicBezTo>
                  <a:cubicBezTo>
                    <a:pt x="85" y="201"/>
                    <a:pt x="85" y="201"/>
                    <a:pt x="85" y="201"/>
                  </a:cubicBezTo>
                  <a:cubicBezTo>
                    <a:pt x="110" y="201"/>
                    <a:pt x="110" y="201"/>
                    <a:pt x="110" y="201"/>
                  </a:cubicBezTo>
                  <a:cubicBezTo>
                    <a:pt x="110" y="193"/>
                    <a:pt x="110" y="193"/>
                    <a:pt x="110" y="193"/>
                  </a:cubicBezTo>
                  <a:cubicBezTo>
                    <a:pt x="103" y="193"/>
                    <a:pt x="103" y="193"/>
                    <a:pt x="103" y="193"/>
                  </a:cubicBezTo>
                  <a:lnTo>
                    <a:pt x="103" y="142"/>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350269843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p:cTn id="7" dur="500" fill="hold"/>
                                        <p:tgtEl>
                                          <p:spTgt spid="62"/>
                                        </p:tgtEl>
                                        <p:attrNameLst>
                                          <p:attrName>ppt_w</p:attrName>
                                        </p:attrNameLst>
                                      </p:cBhvr>
                                      <p:tavLst>
                                        <p:tav tm="0">
                                          <p:val>
                                            <p:fltVal val="0"/>
                                          </p:val>
                                        </p:tav>
                                        <p:tav tm="100000">
                                          <p:val>
                                            <p:strVal val="#ppt_w"/>
                                          </p:val>
                                        </p:tav>
                                      </p:tavLst>
                                    </p:anim>
                                    <p:anim calcmode="lin" valueType="num">
                                      <p:cBhvr>
                                        <p:cTn id="8" dur="500" fill="hold"/>
                                        <p:tgtEl>
                                          <p:spTgt spid="62"/>
                                        </p:tgtEl>
                                        <p:attrNameLst>
                                          <p:attrName>ppt_h</p:attrName>
                                        </p:attrNameLst>
                                      </p:cBhvr>
                                      <p:tavLst>
                                        <p:tav tm="0">
                                          <p:val>
                                            <p:strVal val="#ppt_h"/>
                                          </p:val>
                                        </p:tav>
                                        <p:tav tm="100000">
                                          <p:val>
                                            <p:strVal val="#ppt_h"/>
                                          </p:val>
                                        </p:tav>
                                      </p:tavLst>
                                    </p:anim>
                                  </p:childTnLst>
                                </p:cTn>
                              </p:par>
                              <p:par>
                                <p:cTn id="9" presetID="12" presetClass="entr" presetSubtype="2"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slide(fromRight)">
                                      <p:cBhvr>
                                        <p:cTn id="11" dur="500"/>
                                        <p:tgtEl>
                                          <p:spTgt spid="43"/>
                                        </p:tgtEl>
                                      </p:cBhvr>
                                    </p:animEffect>
                                  </p:childTnLst>
                                </p:cTn>
                              </p:par>
                            </p:childTnLst>
                          </p:cTn>
                        </p:par>
                        <p:par>
                          <p:cTn id="12" fill="hold">
                            <p:stCondLst>
                              <p:cond delay="500"/>
                            </p:stCondLst>
                            <p:childTnLst>
                              <p:par>
                                <p:cTn id="13" presetID="17" presetClass="entr" presetSubtype="10"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 calcmode="lin" valueType="num">
                                      <p:cBhvr>
                                        <p:cTn id="15" dur="500" fill="hold"/>
                                        <p:tgtEl>
                                          <p:spTgt spid="60"/>
                                        </p:tgtEl>
                                        <p:attrNameLst>
                                          <p:attrName>ppt_w</p:attrName>
                                        </p:attrNameLst>
                                      </p:cBhvr>
                                      <p:tavLst>
                                        <p:tav tm="0">
                                          <p:val>
                                            <p:fltVal val="0"/>
                                          </p:val>
                                        </p:tav>
                                        <p:tav tm="100000">
                                          <p:val>
                                            <p:strVal val="#ppt_w"/>
                                          </p:val>
                                        </p:tav>
                                      </p:tavLst>
                                    </p:anim>
                                    <p:anim calcmode="lin" valueType="num">
                                      <p:cBhvr>
                                        <p:cTn id="16" dur="500" fill="hold"/>
                                        <p:tgtEl>
                                          <p:spTgt spid="60"/>
                                        </p:tgtEl>
                                        <p:attrNameLst>
                                          <p:attrName>ppt_h</p:attrName>
                                        </p:attrNameLst>
                                      </p:cBhvr>
                                      <p:tavLst>
                                        <p:tav tm="0">
                                          <p:val>
                                            <p:strVal val="#ppt_h"/>
                                          </p:val>
                                        </p:tav>
                                        <p:tav tm="100000">
                                          <p:val>
                                            <p:strVal val="#ppt_h"/>
                                          </p:val>
                                        </p:tav>
                                      </p:tavLst>
                                    </p:anim>
                                  </p:childTnLst>
                                </p:cTn>
                              </p:par>
                              <p:par>
                                <p:cTn id="17" presetID="12" presetClass="entr" presetSubtype="1"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slide(fromTop)">
                                      <p:cBhvr>
                                        <p:cTn id="19" dur="500"/>
                                        <p:tgtEl>
                                          <p:spTgt spid="48"/>
                                        </p:tgtEl>
                                      </p:cBhvr>
                                    </p:animEffect>
                                  </p:childTnLst>
                                </p:cTn>
                              </p:par>
                            </p:childTnLst>
                          </p:cTn>
                        </p:par>
                        <p:par>
                          <p:cTn id="20" fill="hold">
                            <p:stCondLst>
                              <p:cond delay="1000"/>
                            </p:stCondLst>
                            <p:childTnLst>
                              <p:par>
                                <p:cTn id="21" presetID="17" presetClass="entr" presetSubtype="10" fill="hold" nodeType="afterEffect">
                                  <p:stCondLst>
                                    <p:cond delay="0"/>
                                  </p:stCondLst>
                                  <p:childTnLst>
                                    <p:set>
                                      <p:cBhvr>
                                        <p:cTn id="22" dur="1" fill="hold">
                                          <p:stCondLst>
                                            <p:cond delay="0"/>
                                          </p:stCondLst>
                                        </p:cTn>
                                        <p:tgtEl>
                                          <p:spTgt spid="61"/>
                                        </p:tgtEl>
                                        <p:attrNameLst>
                                          <p:attrName>style.visibility</p:attrName>
                                        </p:attrNameLst>
                                      </p:cBhvr>
                                      <p:to>
                                        <p:strVal val="visible"/>
                                      </p:to>
                                    </p:set>
                                    <p:anim calcmode="lin" valueType="num">
                                      <p:cBhvr>
                                        <p:cTn id="23" dur="500" fill="hold"/>
                                        <p:tgtEl>
                                          <p:spTgt spid="61"/>
                                        </p:tgtEl>
                                        <p:attrNameLst>
                                          <p:attrName>ppt_w</p:attrName>
                                        </p:attrNameLst>
                                      </p:cBhvr>
                                      <p:tavLst>
                                        <p:tav tm="0">
                                          <p:val>
                                            <p:fltVal val="0"/>
                                          </p:val>
                                        </p:tav>
                                        <p:tav tm="100000">
                                          <p:val>
                                            <p:strVal val="#ppt_w"/>
                                          </p:val>
                                        </p:tav>
                                      </p:tavLst>
                                    </p:anim>
                                    <p:anim calcmode="lin" valueType="num">
                                      <p:cBhvr>
                                        <p:cTn id="24" dur="500" fill="hold"/>
                                        <p:tgtEl>
                                          <p:spTgt spid="61"/>
                                        </p:tgtEl>
                                        <p:attrNameLst>
                                          <p:attrName>ppt_h</p:attrName>
                                        </p:attrNameLst>
                                      </p:cBhvr>
                                      <p:tavLst>
                                        <p:tav tm="0">
                                          <p:val>
                                            <p:strVal val="#ppt_h"/>
                                          </p:val>
                                        </p:tav>
                                        <p:tav tm="100000">
                                          <p:val>
                                            <p:strVal val="#ppt_h"/>
                                          </p:val>
                                        </p:tav>
                                      </p:tavLst>
                                    </p:anim>
                                  </p:childTnLst>
                                </p:cTn>
                              </p:par>
                              <p:par>
                                <p:cTn id="25" presetID="12" presetClass="entr" presetSubtype="8"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slide(fromLeft)">
                                      <p:cBhvr>
                                        <p:cTn id="27" dur="500"/>
                                        <p:tgtEl>
                                          <p:spTgt spid="52"/>
                                        </p:tgtEl>
                                      </p:cBhvr>
                                    </p:animEffect>
                                  </p:childTnLst>
                                </p:cTn>
                              </p:par>
                            </p:childTnLst>
                          </p:cTn>
                        </p:par>
                        <p:par>
                          <p:cTn id="28" fill="hold">
                            <p:stCondLst>
                              <p:cond delay="1500"/>
                            </p:stCondLst>
                            <p:childTnLst>
                              <p:par>
                                <p:cTn id="29" presetID="53" presetClass="entr" presetSubtype="0" fill="hold" nodeType="afterEffect">
                                  <p:stCondLst>
                                    <p:cond delay="0"/>
                                  </p:stCondLst>
                                  <p:childTnLst>
                                    <p:set>
                                      <p:cBhvr>
                                        <p:cTn id="30" dur="1" fill="hold">
                                          <p:stCondLst>
                                            <p:cond delay="0"/>
                                          </p:stCondLst>
                                        </p:cTn>
                                        <p:tgtEl>
                                          <p:spTgt spid="66"/>
                                        </p:tgtEl>
                                        <p:attrNameLst>
                                          <p:attrName>style.visibility</p:attrName>
                                        </p:attrNameLst>
                                      </p:cBhvr>
                                      <p:to>
                                        <p:strVal val="visible"/>
                                      </p:to>
                                    </p:set>
                                    <p:anim calcmode="lin" valueType="num">
                                      <p:cBhvr>
                                        <p:cTn id="31" dur="500" fill="hold"/>
                                        <p:tgtEl>
                                          <p:spTgt spid="66"/>
                                        </p:tgtEl>
                                        <p:attrNameLst>
                                          <p:attrName>ppt_w</p:attrName>
                                        </p:attrNameLst>
                                      </p:cBhvr>
                                      <p:tavLst>
                                        <p:tav tm="0">
                                          <p:val>
                                            <p:fltVal val="0"/>
                                          </p:val>
                                        </p:tav>
                                        <p:tav tm="100000">
                                          <p:val>
                                            <p:strVal val="#ppt_w"/>
                                          </p:val>
                                        </p:tav>
                                      </p:tavLst>
                                    </p:anim>
                                    <p:anim calcmode="lin" valueType="num">
                                      <p:cBhvr>
                                        <p:cTn id="32" dur="500" fill="hold"/>
                                        <p:tgtEl>
                                          <p:spTgt spid="66"/>
                                        </p:tgtEl>
                                        <p:attrNameLst>
                                          <p:attrName>ppt_h</p:attrName>
                                        </p:attrNameLst>
                                      </p:cBhvr>
                                      <p:tavLst>
                                        <p:tav tm="0">
                                          <p:val>
                                            <p:fltVal val="0"/>
                                          </p:val>
                                        </p:tav>
                                        <p:tav tm="100000">
                                          <p:val>
                                            <p:strVal val="#ppt_h"/>
                                          </p:val>
                                        </p:tav>
                                      </p:tavLst>
                                    </p:anim>
                                    <p:animEffect transition="in" filter="fade">
                                      <p:cBhvr>
                                        <p:cTn id="33" dur="500"/>
                                        <p:tgtEl>
                                          <p:spTgt spid="66"/>
                                        </p:tgtEl>
                                      </p:cBhvr>
                                    </p:animEffect>
                                  </p:childTnLst>
                                </p:cTn>
                              </p:par>
                              <p:par>
                                <p:cTn id="34" presetID="12" presetClass="entr" presetSubtype="4" fill="hold" nodeType="with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slide(fromBottom)">
                                      <p:cBhvr>
                                        <p:cTn id="3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Structured diagram</a:t>
            </a:r>
            <a:r>
              <a:rPr lang="en-US" altLang="ko-KR" dirty="0">
                <a:gradFill>
                  <a:gsLst>
                    <a:gs pos="0">
                      <a:schemeClr val="bg2"/>
                    </a:gs>
                    <a:gs pos="100000">
                      <a:schemeClr val="bg2"/>
                    </a:gs>
                  </a:gsLst>
                  <a:lin ang="0" scaled="1"/>
                </a:gradFill>
              </a:rPr>
              <a:t> </a:t>
            </a:r>
            <a:r>
              <a:rPr lang="en-US" altLang="ko-KR" sz="3600" baseline="10000" dirty="0">
                <a:gradFill>
                  <a:gsLst>
                    <a:gs pos="0">
                      <a:schemeClr val="bg2"/>
                    </a:gs>
                    <a:gs pos="100000">
                      <a:schemeClr val="bg2"/>
                    </a:gs>
                  </a:gsLst>
                  <a:lin ang="0" scaled="1"/>
                </a:gradFill>
              </a:rPr>
              <a:t>:</a:t>
            </a:r>
            <a:r>
              <a:rPr lang="en-US" altLang="ko-KR" dirty="0">
                <a:gradFill>
                  <a:gsLst>
                    <a:gs pos="0">
                      <a:schemeClr val="bg2"/>
                    </a:gs>
                    <a:gs pos="100000">
                      <a:schemeClr val="bg2"/>
                    </a:gs>
                  </a:gsLst>
                  <a:lin ang="0" scaled="1"/>
                </a:gradFill>
              </a:rPr>
              <a:t> Pyramid</a:t>
            </a:r>
            <a:endParaRPr lang="en-US" dirty="0"/>
          </a:p>
        </p:txBody>
      </p:sp>
      <p:grpSp>
        <p:nvGrpSpPr>
          <p:cNvPr id="101" name="그룹 100"/>
          <p:cNvGrpSpPr/>
          <p:nvPr/>
        </p:nvGrpSpPr>
        <p:grpSpPr>
          <a:xfrm>
            <a:off x="2114249" y="1601755"/>
            <a:ext cx="2629502" cy="513632"/>
            <a:chOff x="4247889" y="1601754"/>
            <a:chExt cx="2629502" cy="513632"/>
          </a:xfrm>
        </p:grpSpPr>
        <p:grpSp>
          <p:nvGrpSpPr>
            <p:cNvPr id="80" name="그룹 79"/>
            <p:cNvGrpSpPr/>
            <p:nvPr/>
          </p:nvGrpSpPr>
          <p:grpSpPr>
            <a:xfrm>
              <a:off x="4247889" y="1602206"/>
              <a:ext cx="2629502" cy="513180"/>
              <a:chOff x="4247889" y="1602206"/>
              <a:chExt cx="2629502" cy="513180"/>
            </a:xfrm>
          </p:grpSpPr>
          <p:grpSp>
            <p:nvGrpSpPr>
              <p:cNvPr id="83" name="그룹 82"/>
              <p:cNvGrpSpPr/>
              <p:nvPr/>
            </p:nvGrpSpPr>
            <p:grpSpPr>
              <a:xfrm>
                <a:off x="4247889" y="1602206"/>
                <a:ext cx="2629502" cy="513180"/>
                <a:chOff x="3556001" y="1728788"/>
                <a:chExt cx="2505075" cy="468312"/>
              </a:xfrm>
            </p:grpSpPr>
            <p:sp>
              <p:nvSpPr>
                <p:cNvPr id="36" name="Rectangle 27"/>
                <p:cNvSpPr>
                  <a:spLocks noChangeArrowheads="1"/>
                </p:cNvSpPr>
                <p:nvPr/>
              </p:nvSpPr>
              <p:spPr bwMode="auto">
                <a:xfrm>
                  <a:off x="3762376" y="2043113"/>
                  <a:ext cx="2090738" cy="153987"/>
                </a:xfrm>
                <a:prstGeom prst="rect">
                  <a:avLst/>
                </a:prstGeom>
                <a:pattFill prst="narVert">
                  <a:fgClr>
                    <a:schemeClr val="accent3">
                      <a:lumMod val="8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7" name="Freeform 28"/>
                <p:cNvSpPr>
                  <a:spLocks/>
                </p:cNvSpPr>
                <p:nvPr/>
              </p:nvSpPr>
              <p:spPr bwMode="auto">
                <a:xfrm>
                  <a:off x="3556001" y="1728788"/>
                  <a:ext cx="206375" cy="468312"/>
                </a:xfrm>
                <a:custGeom>
                  <a:avLst/>
                  <a:gdLst>
                    <a:gd name="T0" fmla="*/ 0 w 130"/>
                    <a:gd name="T1" fmla="*/ 0 h 295"/>
                    <a:gd name="T2" fmla="*/ 0 w 130"/>
                    <a:gd name="T3" fmla="*/ 96 h 295"/>
                    <a:gd name="T4" fmla="*/ 130 w 130"/>
                    <a:gd name="T5" fmla="*/ 295 h 295"/>
                    <a:gd name="T6" fmla="*/ 130 w 130"/>
                    <a:gd name="T7" fmla="*/ 198 h 295"/>
                    <a:gd name="T8" fmla="*/ 0 w 130"/>
                    <a:gd name="T9" fmla="*/ 0 h 295"/>
                  </a:gdLst>
                  <a:ahLst/>
                  <a:cxnLst>
                    <a:cxn ang="0">
                      <a:pos x="T0" y="T1"/>
                    </a:cxn>
                    <a:cxn ang="0">
                      <a:pos x="T2" y="T3"/>
                    </a:cxn>
                    <a:cxn ang="0">
                      <a:pos x="T4" y="T5"/>
                    </a:cxn>
                    <a:cxn ang="0">
                      <a:pos x="T6" y="T7"/>
                    </a:cxn>
                    <a:cxn ang="0">
                      <a:pos x="T8" y="T9"/>
                    </a:cxn>
                  </a:cxnLst>
                  <a:rect l="0" t="0" r="r" b="b"/>
                  <a:pathLst>
                    <a:path w="130" h="295">
                      <a:moveTo>
                        <a:pt x="0" y="0"/>
                      </a:moveTo>
                      <a:lnTo>
                        <a:pt x="0" y="96"/>
                      </a:lnTo>
                      <a:lnTo>
                        <a:pt x="130" y="295"/>
                      </a:lnTo>
                      <a:lnTo>
                        <a:pt x="130" y="198"/>
                      </a:lnTo>
                      <a:lnTo>
                        <a:pt x="0" y="0"/>
                      </a:lnTo>
                      <a:close/>
                    </a:path>
                  </a:pathLst>
                </a:custGeom>
                <a:pattFill prst="narVert">
                  <a:fgClr>
                    <a:schemeClr val="accent3">
                      <a:lumMod val="65000"/>
                    </a:schemeClr>
                  </a:fgClr>
                  <a:bgClr>
                    <a:schemeClr val="accent3">
                      <a:lumMod val="50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8" name="Freeform 29"/>
                <p:cNvSpPr>
                  <a:spLocks/>
                </p:cNvSpPr>
                <p:nvPr/>
              </p:nvSpPr>
              <p:spPr bwMode="auto">
                <a:xfrm>
                  <a:off x="5853113" y="1728788"/>
                  <a:ext cx="207963" cy="468312"/>
                </a:xfrm>
                <a:custGeom>
                  <a:avLst/>
                  <a:gdLst>
                    <a:gd name="T0" fmla="*/ 131 w 131"/>
                    <a:gd name="T1" fmla="*/ 0 h 295"/>
                    <a:gd name="T2" fmla="*/ 131 w 131"/>
                    <a:gd name="T3" fmla="*/ 96 h 295"/>
                    <a:gd name="T4" fmla="*/ 0 w 131"/>
                    <a:gd name="T5" fmla="*/ 295 h 295"/>
                    <a:gd name="T6" fmla="*/ 0 w 131"/>
                    <a:gd name="T7" fmla="*/ 198 h 295"/>
                    <a:gd name="T8" fmla="*/ 131 w 131"/>
                    <a:gd name="T9" fmla="*/ 0 h 295"/>
                  </a:gdLst>
                  <a:ahLst/>
                  <a:cxnLst>
                    <a:cxn ang="0">
                      <a:pos x="T0" y="T1"/>
                    </a:cxn>
                    <a:cxn ang="0">
                      <a:pos x="T2" y="T3"/>
                    </a:cxn>
                    <a:cxn ang="0">
                      <a:pos x="T4" y="T5"/>
                    </a:cxn>
                    <a:cxn ang="0">
                      <a:pos x="T6" y="T7"/>
                    </a:cxn>
                    <a:cxn ang="0">
                      <a:pos x="T8" y="T9"/>
                    </a:cxn>
                  </a:cxnLst>
                  <a:rect l="0" t="0" r="r" b="b"/>
                  <a:pathLst>
                    <a:path w="131" h="295">
                      <a:moveTo>
                        <a:pt x="131" y="0"/>
                      </a:moveTo>
                      <a:lnTo>
                        <a:pt x="131" y="96"/>
                      </a:lnTo>
                      <a:lnTo>
                        <a:pt x="0" y="295"/>
                      </a:lnTo>
                      <a:lnTo>
                        <a:pt x="0" y="198"/>
                      </a:lnTo>
                      <a:lnTo>
                        <a:pt x="131" y="0"/>
                      </a:lnTo>
                      <a:close/>
                    </a:path>
                  </a:pathLst>
                </a:custGeom>
                <a:pattFill prst="narVert">
                  <a:fgClr>
                    <a:schemeClr val="accent3">
                      <a:lumMod val="75000"/>
                    </a:schemeClr>
                  </a:fgClr>
                  <a:bgClr>
                    <a:schemeClr val="accent3">
                      <a:lumMod val="6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1" name="Freeform 42"/>
                <p:cNvSpPr>
                  <a:spLocks/>
                </p:cNvSpPr>
                <p:nvPr/>
              </p:nvSpPr>
              <p:spPr bwMode="auto">
                <a:xfrm>
                  <a:off x="3556001" y="1728788"/>
                  <a:ext cx="2505075" cy="314325"/>
                </a:xfrm>
                <a:custGeom>
                  <a:avLst/>
                  <a:gdLst>
                    <a:gd name="T0" fmla="*/ 1578 w 1578"/>
                    <a:gd name="T1" fmla="*/ 0 h 198"/>
                    <a:gd name="T2" fmla="*/ 0 w 1578"/>
                    <a:gd name="T3" fmla="*/ 0 h 198"/>
                    <a:gd name="T4" fmla="*/ 130 w 1578"/>
                    <a:gd name="T5" fmla="*/ 198 h 198"/>
                    <a:gd name="T6" fmla="*/ 1447 w 1578"/>
                    <a:gd name="T7" fmla="*/ 198 h 198"/>
                    <a:gd name="T8" fmla="*/ 1578 w 1578"/>
                    <a:gd name="T9" fmla="*/ 0 h 198"/>
                  </a:gdLst>
                  <a:ahLst/>
                  <a:cxnLst>
                    <a:cxn ang="0">
                      <a:pos x="T0" y="T1"/>
                    </a:cxn>
                    <a:cxn ang="0">
                      <a:pos x="T2" y="T3"/>
                    </a:cxn>
                    <a:cxn ang="0">
                      <a:pos x="T4" y="T5"/>
                    </a:cxn>
                    <a:cxn ang="0">
                      <a:pos x="T6" y="T7"/>
                    </a:cxn>
                    <a:cxn ang="0">
                      <a:pos x="T8" y="T9"/>
                    </a:cxn>
                  </a:cxnLst>
                  <a:rect l="0" t="0" r="r" b="b"/>
                  <a:pathLst>
                    <a:path w="1578" h="198">
                      <a:moveTo>
                        <a:pt x="1578" y="0"/>
                      </a:moveTo>
                      <a:lnTo>
                        <a:pt x="0" y="0"/>
                      </a:lnTo>
                      <a:lnTo>
                        <a:pt x="130" y="198"/>
                      </a:lnTo>
                      <a:lnTo>
                        <a:pt x="1447" y="198"/>
                      </a:lnTo>
                      <a:lnTo>
                        <a:pt x="1578" y="0"/>
                      </a:lnTo>
                      <a:close/>
                    </a:path>
                  </a:pathLst>
                </a:custGeom>
                <a:solidFill>
                  <a:schemeClr val="accent3">
                    <a:lumMod val="95000"/>
                  </a:schemeClr>
                </a:soli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grpSp>
          <p:sp>
            <p:nvSpPr>
              <p:cNvPr id="215" name="TextBox 214"/>
              <p:cNvSpPr txBox="1"/>
              <p:nvPr/>
            </p:nvSpPr>
            <p:spPr>
              <a:xfrm>
                <a:off x="4788030" y="1694646"/>
                <a:ext cx="1547554" cy="193940"/>
              </a:xfrm>
              <a:prstGeom prst="rect">
                <a:avLst/>
              </a:prstGeom>
              <a:noFill/>
            </p:spPr>
            <p:txBody>
              <a:bodyPr wrap="square" lIns="72000" tIns="0" rIns="72000" bIns="0" rtlCol="0" anchor="t">
                <a:noAutofit/>
              </a:bodyPr>
              <a:lstStyle/>
              <a:p>
                <a:pPr lvl="0" algn="ctr"/>
                <a:r>
                  <a:rPr lang="en-US" altLang="ko-KR" sz="1000" dirty="0">
                    <a:gradFill>
                      <a:gsLst>
                        <a:gs pos="0">
                          <a:schemeClr val="accent3">
                            <a:lumMod val="50000"/>
                          </a:schemeClr>
                        </a:gs>
                        <a:gs pos="100000">
                          <a:schemeClr val="accent3">
                            <a:lumMod val="50000"/>
                          </a:schemeClr>
                        </a:gs>
                      </a:gsLst>
                      <a:lin ang="5400000" scaled="0"/>
                    </a:gradFill>
                    <a:latin typeface="Roboto Condensed Regular"/>
                  </a:rPr>
                  <a:t>Insert Title</a:t>
                </a:r>
                <a:endParaRPr lang="ko-KR" altLang="en-US" sz="1000" dirty="0">
                  <a:gradFill>
                    <a:gsLst>
                      <a:gs pos="0">
                        <a:schemeClr val="accent3">
                          <a:lumMod val="50000"/>
                        </a:schemeClr>
                      </a:gs>
                      <a:gs pos="100000">
                        <a:schemeClr val="accent3">
                          <a:lumMod val="50000"/>
                        </a:schemeClr>
                      </a:gs>
                    </a:gsLst>
                    <a:lin ang="5400000" scaled="0"/>
                  </a:gradFill>
                  <a:latin typeface="Roboto Condensed Regular"/>
                </a:endParaRPr>
              </a:p>
            </p:txBody>
          </p:sp>
        </p:grpSp>
        <p:sp>
          <p:nvSpPr>
            <p:cNvPr id="91" name="Freeform 75"/>
            <p:cNvSpPr>
              <a:spLocks/>
            </p:cNvSpPr>
            <p:nvPr/>
          </p:nvSpPr>
          <p:spPr bwMode="auto">
            <a:xfrm>
              <a:off x="4248490" y="1601754"/>
              <a:ext cx="2628444" cy="102167"/>
            </a:xfrm>
            <a:custGeom>
              <a:avLst/>
              <a:gdLst>
                <a:gd name="T0" fmla="*/ 0 w 1452"/>
                <a:gd name="T1" fmla="*/ 0 h 54"/>
                <a:gd name="T2" fmla="*/ 35 w 1452"/>
                <a:gd name="T3" fmla="*/ 54 h 54"/>
                <a:gd name="T4" fmla="*/ 1416 w 1452"/>
                <a:gd name="T5" fmla="*/ 54 h 54"/>
                <a:gd name="T6" fmla="*/ 1452 w 1452"/>
                <a:gd name="T7" fmla="*/ 0 h 54"/>
                <a:gd name="T8" fmla="*/ 0 w 1452"/>
                <a:gd name="T9" fmla="*/ 0 h 54"/>
              </a:gdLst>
              <a:ahLst/>
              <a:cxnLst>
                <a:cxn ang="0">
                  <a:pos x="T0" y="T1"/>
                </a:cxn>
                <a:cxn ang="0">
                  <a:pos x="T2" y="T3"/>
                </a:cxn>
                <a:cxn ang="0">
                  <a:pos x="T4" y="T5"/>
                </a:cxn>
                <a:cxn ang="0">
                  <a:pos x="T6" y="T7"/>
                </a:cxn>
                <a:cxn ang="0">
                  <a:pos x="T8" y="T9"/>
                </a:cxn>
              </a:cxnLst>
              <a:rect l="0" t="0" r="r" b="b"/>
              <a:pathLst>
                <a:path w="1452" h="54">
                  <a:moveTo>
                    <a:pt x="0" y="0"/>
                  </a:moveTo>
                  <a:lnTo>
                    <a:pt x="35" y="54"/>
                  </a:lnTo>
                  <a:lnTo>
                    <a:pt x="1416" y="54"/>
                  </a:lnTo>
                  <a:lnTo>
                    <a:pt x="1452" y="0"/>
                  </a:lnTo>
                  <a:lnTo>
                    <a:pt x="0" y="0"/>
                  </a:lnTo>
                  <a:close/>
                </a:path>
              </a:pathLst>
            </a:custGeom>
            <a:solidFill>
              <a:srgbClr val="000000">
                <a:alpha val="5098"/>
              </a:srgb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100" name="그룹 99"/>
          <p:cNvGrpSpPr/>
          <p:nvPr/>
        </p:nvGrpSpPr>
        <p:grpSpPr>
          <a:xfrm>
            <a:off x="2330268" y="2112591"/>
            <a:ext cx="2195193" cy="514236"/>
            <a:chOff x="4463906" y="2112591"/>
            <a:chExt cx="2195193" cy="514236"/>
          </a:xfrm>
        </p:grpSpPr>
        <p:grpSp>
          <p:nvGrpSpPr>
            <p:cNvPr id="81" name="그룹 80"/>
            <p:cNvGrpSpPr/>
            <p:nvPr/>
          </p:nvGrpSpPr>
          <p:grpSpPr>
            <a:xfrm>
              <a:off x="4464514" y="2115386"/>
              <a:ext cx="2194585" cy="511441"/>
              <a:chOff x="4464514" y="2115386"/>
              <a:chExt cx="2194585" cy="511441"/>
            </a:xfrm>
          </p:grpSpPr>
          <p:grpSp>
            <p:nvGrpSpPr>
              <p:cNvPr id="84" name="그룹 83"/>
              <p:cNvGrpSpPr/>
              <p:nvPr/>
            </p:nvGrpSpPr>
            <p:grpSpPr>
              <a:xfrm>
                <a:off x="4464514" y="2115386"/>
                <a:ext cx="2194585" cy="511441"/>
                <a:chOff x="3762376" y="2197100"/>
                <a:chExt cx="2090738" cy="466725"/>
              </a:xfrm>
            </p:grpSpPr>
            <p:sp>
              <p:nvSpPr>
                <p:cNvPr id="39" name="Rectangle 30"/>
                <p:cNvSpPr>
                  <a:spLocks noChangeArrowheads="1"/>
                </p:cNvSpPr>
                <p:nvPr/>
              </p:nvSpPr>
              <p:spPr bwMode="auto">
                <a:xfrm>
                  <a:off x="3970338" y="2511425"/>
                  <a:ext cx="1674813" cy="152400"/>
                </a:xfrm>
                <a:prstGeom prst="rect">
                  <a:avLst/>
                </a:prstGeom>
                <a:pattFill prst="narVert">
                  <a:fgClr>
                    <a:schemeClr val="accent3">
                      <a:lumMod val="8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0" name="Freeform 31"/>
                <p:cNvSpPr>
                  <a:spLocks/>
                </p:cNvSpPr>
                <p:nvPr/>
              </p:nvSpPr>
              <p:spPr bwMode="auto">
                <a:xfrm>
                  <a:off x="3762376" y="2197100"/>
                  <a:ext cx="207963" cy="466725"/>
                </a:xfrm>
                <a:custGeom>
                  <a:avLst/>
                  <a:gdLst>
                    <a:gd name="T0" fmla="*/ 0 w 131"/>
                    <a:gd name="T1" fmla="*/ 0 h 294"/>
                    <a:gd name="T2" fmla="*/ 131 w 131"/>
                    <a:gd name="T3" fmla="*/ 198 h 294"/>
                    <a:gd name="T4" fmla="*/ 131 w 131"/>
                    <a:gd name="T5" fmla="*/ 294 h 294"/>
                    <a:gd name="T6" fmla="*/ 0 w 131"/>
                    <a:gd name="T7" fmla="*/ 96 h 294"/>
                    <a:gd name="T8" fmla="*/ 0 w 131"/>
                    <a:gd name="T9" fmla="*/ 0 h 294"/>
                  </a:gdLst>
                  <a:ahLst/>
                  <a:cxnLst>
                    <a:cxn ang="0">
                      <a:pos x="T0" y="T1"/>
                    </a:cxn>
                    <a:cxn ang="0">
                      <a:pos x="T2" y="T3"/>
                    </a:cxn>
                    <a:cxn ang="0">
                      <a:pos x="T4" y="T5"/>
                    </a:cxn>
                    <a:cxn ang="0">
                      <a:pos x="T6" y="T7"/>
                    </a:cxn>
                    <a:cxn ang="0">
                      <a:pos x="T8" y="T9"/>
                    </a:cxn>
                  </a:cxnLst>
                  <a:rect l="0" t="0" r="r" b="b"/>
                  <a:pathLst>
                    <a:path w="131" h="294">
                      <a:moveTo>
                        <a:pt x="0" y="0"/>
                      </a:moveTo>
                      <a:lnTo>
                        <a:pt x="131" y="198"/>
                      </a:lnTo>
                      <a:lnTo>
                        <a:pt x="131" y="294"/>
                      </a:lnTo>
                      <a:lnTo>
                        <a:pt x="0" y="96"/>
                      </a:lnTo>
                      <a:lnTo>
                        <a:pt x="0" y="0"/>
                      </a:lnTo>
                      <a:close/>
                    </a:path>
                  </a:pathLst>
                </a:custGeom>
                <a:pattFill prst="narVert">
                  <a:fgClr>
                    <a:schemeClr val="accent3">
                      <a:lumMod val="65000"/>
                    </a:schemeClr>
                  </a:fgClr>
                  <a:bgClr>
                    <a:schemeClr val="accent3">
                      <a:lumMod val="50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1" name="Freeform 32"/>
                <p:cNvSpPr>
                  <a:spLocks/>
                </p:cNvSpPr>
                <p:nvPr/>
              </p:nvSpPr>
              <p:spPr bwMode="auto">
                <a:xfrm>
                  <a:off x="5645151" y="2197100"/>
                  <a:ext cx="207963" cy="466725"/>
                </a:xfrm>
                <a:custGeom>
                  <a:avLst/>
                  <a:gdLst>
                    <a:gd name="T0" fmla="*/ 131 w 131"/>
                    <a:gd name="T1" fmla="*/ 0 h 294"/>
                    <a:gd name="T2" fmla="*/ 0 w 131"/>
                    <a:gd name="T3" fmla="*/ 198 h 294"/>
                    <a:gd name="T4" fmla="*/ 0 w 131"/>
                    <a:gd name="T5" fmla="*/ 294 h 294"/>
                    <a:gd name="T6" fmla="*/ 131 w 131"/>
                    <a:gd name="T7" fmla="*/ 96 h 294"/>
                    <a:gd name="T8" fmla="*/ 131 w 131"/>
                    <a:gd name="T9" fmla="*/ 0 h 294"/>
                  </a:gdLst>
                  <a:ahLst/>
                  <a:cxnLst>
                    <a:cxn ang="0">
                      <a:pos x="T0" y="T1"/>
                    </a:cxn>
                    <a:cxn ang="0">
                      <a:pos x="T2" y="T3"/>
                    </a:cxn>
                    <a:cxn ang="0">
                      <a:pos x="T4" y="T5"/>
                    </a:cxn>
                    <a:cxn ang="0">
                      <a:pos x="T6" y="T7"/>
                    </a:cxn>
                    <a:cxn ang="0">
                      <a:pos x="T8" y="T9"/>
                    </a:cxn>
                  </a:cxnLst>
                  <a:rect l="0" t="0" r="r" b="b"/>
                  <a:pathLst>
                    <a:path w="131" h="294">
                      <a:moveTo>
                        <a:pt x="131" y="0"/>
                      </a:moveTo>
                      <a:lnTo>
                        <a:pt x="0" y="198"/>
                      </a:lnTo>
                      <a:lnTo>
                        <a:pt x="0" y="294"/>
                      </a:lnTo>
                      <a:lnTo>
                        <a:pt x="131" y="96"/>
                      </a:lnTo>
                      <a:lnTo>
                        <a:pt x="131" y="0"/>
                      </a:lnTo>
                      <a:close/>
                    </a:path>
                  </a:pathLst>
                </a:custGeom>
                <a:pattFill prst="narVert">
                  <a:fgClr>
                    <a:schemeClr val="accent3">
                      <a:lumMod val="75000"/>
                    </a:schemeClr>
                  </a:fgClr>
                  <a:bgClr>
                    <a:schemeClr val="accent3">
                      <a:lumMod val="6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2" name="Freeform 43"/>
                <p:cNvSpPr>
                  <a:spLocks/>
                </p:cNvSpPr>
                <p:nvPr/>
              </p:nvSpPr>
              <p:spPr bwMode="auto">
                <a:xfrm>
                  <a:off x="3762376" y="2197100"/>
                  <a:ext cx="2090738" cy="314325"/>
                </a:xfrm>
                <a:custGeom>
                  <a:avLst/>
                  <a:gdLst>
                    <a:gd name="T0" fmla="*/ 0 w 1317"/>
                    <a:gd name="T1" fmla="*/ 0 h 198"/>
                    <a:gd name="T2" fmla="*/ 131 w 1317"/>
                    <a:gd name="T3" fmla="*/ 198 h 198"/>
                    <a:gd name="T4" fmla="*/ 1186 w 1317"/>
                    <a:gd name="T5" fmla="*/ 198 h 198"/>
                    <a:gd name="T6" fmla="*/ 1317 w 1317"/>
                    <a:gd name="T7" fmla="*/ 0 h 198"/>
                    <a:gd name="T8" fmla="*/ 0 w 1317"/>
                    <a:gd name="T9" fmla="*/ 0 h 198"/>
                  </a:gdLst>
                  <a:ahLst/>
                  <a:cxnLst>
                    <a:cxn ang="0">
                      <a:pos x="T0" y="T1"/>
                    </a:cxn>
                    <a:cxn ang="0">
                      <a:pos x="T2" y="T3"/>
                    </a:cxn>
                    <a:cxn ang="0">
                      <a:pos x="T4" y="T5"/>
                    </a:cxn>
                    <a:cxn ang="0">
                      <a:pos x="T6" y="T7"/>
                    </a:cxn>
                    <a:cxn ang="0">
                      <a:pos x="T8" y="T9"/>
                    </a:cxn>
                  </a:cxnLst>
                  <a:rect l="0" t="0" r="r" b="b"/>
                  <a:pathLst>
                    <a:path w="1317" h="198">
                      <a:moveTo>
                        <a:pt x="0" y="0"/>
                      </a:moveTo>
                      <a:lnTo>
                        <a:pt x="131" y="198"/>
                      </a:lnTo>
                      <a:lnTo>
                        <a:pt x="1186" y="198"/>
                      </a:lnTo>
                      <a:lnTo>
                        <a:pt x="1317" y="0"/>
                      </a:lnTo>
                      <a:lnTo>
                        <a:pt x="0" y="0"/>
                      </a:lnTo>
                      <a:close/>
                    </a:path>
                  </a:pathLst>
                </a:custGeom>
                <a:solidFill>
                  <a:schemeClr val="accent3">
                    <a:lumMod val="95000"/>
                  </a:schemeClr>
                </a:soli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grpSp>
          <p:sp>
            <p:nvSpPr>
              <p:cNvPr id="181" name="TextBox 180"/>
              <p:cNvSpPr txBox="1"/>
              <p:nvPr/>
            </p:nvSpPr>
            <p:spPr>
              <a:xfrm>
                <a:off x="4678363" y="2207409"/>
                <a:ext cx="1766886" cy="193940"/>
              </a:xfrm>
              <a:prstGeom prst="rect">
                <a:avLst/>
              </a:prstGeom>
              <a:noFill/>
            </p:spPr>
            <p:txBody>
              <a:bodyPr wrap="square" lIns="72000" tIns="0" rIns="72000" bIns="0" rtlCol="0" anchor="t">
                <a:noAutofit/>
              </a:bodyPr>
              <a:lstStyle/>
              <a:p>
                <a:pPr algn="ctr"/>
                <a:r>
                  <a:rPr lang="en-US" altLang="ko-KR" sz="1000" dirty="0">
                    <a:gradFill>
                      <a:gsLst>
                        <a:gs pos="0">
                          <a:schemeClr val="accent3">
                            <a:lumMod val="50000"/>
                          </a:schemeClr>
                        </a:gs>
                        <a:gs pos="100000">
                          <a:schemeClr val="accent3">
                            <a:lumMod val="50000"/>
                          </a:schemeClr>
                        </a:gs>
                      </a:gsLst>
                      <a:lin ang="5400000" scaled="0"/>
                    </a:gradFill>
                    <a:latin typeface="Roboto Condensed Regular"/>
                  </a:rPr>
                  <a:t>Insert Title</a:t>
                </a:r>
                <a:endParaRPr lang="ko-KR" altLang="en-US" sz="1000" dirty="0">
                  <a:gradFill>
                    <a:gsLst>
                      <a:gs pos="0">
                        <a:schemeClr val="accent3">
                          <a:lumMod val="50000"/>
                        </a:schemeClr>
                      </a:gs>
                      <a:gs pos="100000">
                        <a:schemeClr val="accent3">
                          <a:lumMod val="50000"/>
                        </a:schemeClr>
                      </a:gs>
                    </a:gsLst>
                    <a:lin ang="5400000" scaled="0"/>
                  </a:gradFill>
                  <a:latin typeface="Roboto Condensed Regular"/>
                </a:endParaRPr>
              </a:p>
            </p:txBody>
          </p:sp>
        </p:grpSp>
        <p:sp>
          <p:nvSpPr>
            <p:cNvPr id="92" name="Freeform 76"/>
            <p:cNvSpPr>
              <a:spLocks/>
            </p:cNvSpPr>
            <p:nvPr/>
          </p:nvSpPr>
          <p:spPr bwMode="auto">
            <a:xfrm>
              <a:off x="4463906" y="2112591"/>
              <a:ext cx="2193990" cy="102167"/>
            </a:xfrm>
            <a:custGeom>
              <a:avLst/>
              <a:gdLst>
                <a:gd name="T0" fmla="*/ 0 w 1212"/>
                <a:gd name="T1" fmla="*/ 0 h 54"/>
                <a:gd name="T2" fmla="*/ 36 w 1212"/>
                <a:gd name="T3" fmla="*/ 54 h 54"/>
                <a:gd name="T4" fmla="*/ 1176 w 1212"/>
                <a:gd name="T5" fmla="*/ 54 h 54"/>
                <a:gd name="T6" fmla="*/ 1212 w 1212"/>
                <a:gd name="T7" fmla="*/ 0 h 54"/>
                <a:gd name="T8" fmla="*/ 0 w 1212"/>
                <a:gd name="T9" fmla="*/ 0 h 54"/>
              </a:gdLst>
              <a:ahLst/>
              <a:cxnLst>
                <a:cxn ang="0">
                  <a:pos x="T0" y="T1"/>
                </a:cxn>
                <a:cxn ang="0">
                  <a:pos x="T2" y="T3"/>
                </a:cxn>
                <a:cxn ang="0">
                  <a:pos x="T4" y="T5"/>
                </a:cxn>
                <a:cxn ang="0">
                  <a:pos x="T6" y="T7"/>
                </a:cxn>
                <a:cxn ang="0">
                  <a:pos x="T8" y="T9"/>
                </a:cxn>
              </a:cxnLst>
              <a:rect l="0" t="0" r="r" b="b"/>
              <a:pathLst>
                <a:path w="1212" h="54">
                  <a:moveTo>
                    <a:pt x="0" y="0"/>
                  </a:moveTo>
                  <a:lnTo>
                    <a:pt x="36" y="54"/>
                  </a:lnTo>
                  <a:lnTo>
                    <a:pt x="1176" y="54"/>
                  </a:lnTo>
                  <a:lnTo>
                    <a:pt x="1212" y="0"/>
                  </a:lnTo>
                  <a:lnTo>
                    <a:pt x="0" y="0"/>
                  </a:lnTo>
                  <a:close/>
                </a:path>
              </a:pathLst>
            </a:custGeom>
            <a:solidFill>
              <a:srgbClr val="000000">
                <a:alpha val="5098"/>
              </a:srgb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99" name="그룹 98"/>
          <p:cNvGrpSpPr/>
          <p:nvPr/>
        </p:nvGrpSpPr>
        <p:grpSpPr>
          <a:xfrm>
            <a:off x="2549170" y="2626832"/>
            <a:ext cx="1758001" cy="513181"/>
            <a:chOff x="4682806" y="2626827"/>
            <a:chExt cx="1758001" cy="513181"/>
          </a:xfrm>
        </p:grpSpPr>
        <p:grpSp>
          <p:nvGrpSpPr>
            <p:cNvPr id="88" name="그룹 87"/>
            <p:cNvGrpSpPr/>
            <p:nvPr/>
          </p:nvGrpSpPr>
          <p:grpSpPr>
            <a:xfrm>
              <a:off x="4682806" y="2626827"/>
              <a:ext cx="1758001" cy="513181"/>
              <a:chOff x="4682806" y="2626827"/>
              <a:chExt cx="1758001" cy="513181"/>
            </a:xfrm>
          </p:grpSpPr>
          <p:grpSp>
            <p:nvGrpSpPr>
              <p:cNvPr id="85" name="그룹 84"/>
              <p:cNvGrpSpPr/>
              <p:nvPr/>
            </p:nvGrpSpPr>
            <p:grpSpPr>
              <a:xfrm>
                <a:off x="4682806" y="2626827"/>
                <a:ext cx="1758001" cy="513181"/>
                <a:chOff x="3970338" y="2663825"/>
                <a:chExt cx="1674813" cy="468313"/>
              </a:xfrm>
            </p:grpSpPr>
            <p:sp>
              <p:nvSpPr>
                <p:cNvPr id="42" name="Rectangle 33"/>
                <p:cNvSpPr>
                  <a:spLocks noChangeArrowheads="1"/>
                </p:cNvSpPr>
                <p:nvPr/>
              </p:nvSpPr>
              <p:spPr bwMode="auto">
                <a:xfrm>
                  <a:off x="4176713" y="2979738"/>
                  <a:ext cx="1260475" cy="152400"/>
                </a:xfrm>
                <a:prstGeom prst="rect">
                  <a:avLst/>
                </a:prstGeom>
                <a:pattFill prst="narVert">
                  <a:fgClr>
                    <a:schemeClr val="accent3">
                      <a:lumMod val="8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3" name="Freeform 34"/>
                <p:cNvSpPr>
                  <a:spLocks/>
                </p:cNvSpPr>
                <p:nvPr/>
              </p:nvSpPr>
              <p:spPr bwMode="auto">
                <a:xfrm>
                  <a:off x="3970338" y="2663825"/>
                  <a:ext cx="206375" cy="468312"/>
                </a:xfrm>
                <a:custGeom>
                  <a:avLst/>
                  <a:gdLst>
                    <a:gd name="T0" fmla="*/ 0 w 130"/>
                    <a:gd name="T1" fmla="*/ 0 h 295"/>
                    <a:gd name="T2" fmla="*/ 0 w 130"/>
                    <a:gd name="T3" fmla="*/ 97 h 295"/>
                    <a:gd name="T4" fmla="*/ 130 w 130"/>
                    <a:gd name="T5" fmla="*/ 295 h 295"/>
                    <a:gd name="T6" fmla="*/ 130 w 130"/>
                    <a:gd name="T7" fmla="*/ 199 h 295"/>
                    <a:gd name="T8" fmla="*/ 0 w 130"/>
                    <a:gd name="T9" fmla="*/ 0 h 295"/>
                  </a:gdLst>
                  <a:ahLst/>
                  <a:cxnLst>
                    <a:cxn ang="0">
                      <a:pos x="T0" y="T1"/>
                    </a:cxn>
                    <a:cxn ang="0">
                      <a:pos x="T2" y="T3"/>
                    </a:cxn>
                    <a:cxn ang="0">
                      <a:pos x="T4" y="T5"/>
                    </a:cxn>
                    <a:cxn ang="0">
                      <a:pos x="T6" y="T7"/>
                    </a:cxn>
                    <a:cxn ang="0">
                      <a:pos x="T8" y="T9"/>
                    </a:cxn>
                  </a:cxnLst>
                  <a:rect l="0" t="0" r="r" b="b"/>
                  <a:pathLst>
                    <a:path w="130" h="295">
                      <a:moveTo>
                        <a:pt x="0" y="0"/>
                      </a:moveTo>
                      <a:lnTo>
                        <a:pt x="0" y="97"/>
                      </a:lnTo>
                      <a:lnTo>
                        <a:pt x="130" y="295"/>
                      </a:lnTo>
                      <a:lnTo>
                        <a:pt x="130" y="199"/>
                      </a:lnTo>
                      <a:lnTo>
                        <a:pt x="0" y="0"/>
                      </a:lnTo>
                      <a:close/>
                    </a:path>
                  </a:pathLst>
                </a:custGeom>
                <a:pattFill prst="narVert">
                  <a:fgClr>
                    <a:schemeClr val="accent3">
                      <a:lumMod val="65000"/>
                    </a:schemeClr>
                  </a:fgClr>
                  <a:bgClr>
                    <a:schemeClr val="accent3">
                      <a:lumMod val="50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 name="Freeform 35"/>
                <p:cNvSpPr>
                  <a:spLocks/>
                </p:cNvSpPr>
                <p:nvPr/>
              </p:nvSpPr>
              <p:spPr bwMode="auto">
                <a:xfrm>
                  <a:off x="5437188" y="2663825"/>
                  <a:ext cx="207963" cy="468312"/>
                </a:xfrm>
                <a:custGeom>
                  <a:avLst/>
                  <a:gdLst>
                    <a:gd name="T0" fmla="*/ 131 w 131"/>
                    <a:gd name="T1" fmla="*/ 0 h 295"/>
                    <a:gd name="T2" fmla="*/ 131 w 131"/>
                    <a:gd name="T3" fmla="*/ 97 h 295"/>
                    <a:gd name="T4" fmla="*/ 0 w 131"/>
                    <a:gd name="T5" fmla="*/ 295 h 295"/>
                    <a:gd name="T6" fmla="*/ 0 w 131"/>
                    <a:gd name="T7" fmla="*/ 199 h 295"/>
                    <a:gd name="T8" fmla="*/ 131 w 131"/>
                    <a:gd name="T9" fmla="*/ 0 h 295"/>
                  </a:gdLst>
                  <a:ahLst/>
                  <a:cxnLst>
                    <a:cxn ang="0">
                      <a:pos x="T0" y="T1"/>
                    </a:cxn>
                    <a:cxn ang="0">
                      <a:pos x="T2" y="T3"/>
                    </a:cxn>
                    <a:cxn ang="0">
                      <a:pos x="T4" y="T5"/>
                    </a:cxn>
                    <a:cxn ang="0">
                      <a:pos x="T6" y="T7"/>
                    </a:cxn>
                    <a:cxn ang="0">
                      <a:pos x="T8" y="T9"/>
                    </a:cxn>
                  </a:cxnLst>
                  <a:rect l="0" t="0" r="r" b="b"/>
                  <a:pathLst>
                    <a:path w="131" h="295">
                      <a:moveTo>
                        <a:pt x="131" y="0"/>
                      </a:moveTo>
                      <a:lnTo>
                        <a:pt x="131" y="97"/>
                      </a:lnTo>
                      <a:lnTo>
                        <a:pt x="0" y="295"/>
                      </a:lnTo>
                      <a:lnTo>
                        <a:pt x="0" y="199"/>
                      </a:lnTo>
                      <a:lnTo>
                        <a:pt x="131" y="0"/>
                      </a:lnTo>
                      <a:close/>
                    </a:path>
                  </a:pathLst>
                </a:custGeom>
                <a:pattFill prst="narVert">
                  <a:fgClr>
                    <a:schemeClr val="accent3">
                      <a:lumMod val="75000"/>
                    </a:schemeClr>
                  </a:fgClr>
                  <a:bgClr>
                    <a:schemeClr val="accent3">
                      <a:lumMod val="6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3" name="Freeform 44"/>
                <p:cNvSpPr>
                  <a:spLocks/>
                </p:cNvSpPr>
                <p:nvPr/>
              </p:nvSpPr>
              <p:spPr bwMode="auto">
                <a:xfrm>
                  <a:off x="3970338" y="2663825"/>
                  <a:ext cx="1674813" cy="315912"/>
                </a:xfrm>
                <a:custGeom>
                  <a:avLst/>
                  <a:gdLst>
                    <a:gd name="T0" fmla="*/ 130 w 1055"/>
                    <a:gd name="T1" fmla="*/ 199 h 199"/>
                    <a:gd name="T2" fmla="*/ 924 w 1055"/>
                    <a:gd name="T3" fmla="*/ 199 h 199"/>
                    <a:gd name="T4" fmla="*/ 1055 w 1055"/>
                    <a:gd name="T5" fmla="*/ 0 h 199"/>
                    <a:gd name="T6" fmla="*/ 0 w 1055"/>
                    <a:gd name="T7" fmla="*/ 0 h 199"/>
                    <a:gd name="T8" fmla="*/ 130 w 1055"/>
                    <a:gd name="T9" fmla="*/ 199 h 199"/>
                  </a:gdLst>
                  <a:ahLst/>
                  <a:cxnLst>
                    <a:cxn ang="0">
                      <a:pos x="T0" y="T1"/>
                    </a:cxn>
                    <a:cxn ang="0">
                      <a:pos x="T2" y="T3"/>
                    </a:cxn>
                    <a:cxn ang="0">
                      <a:pos x="T4" y="T5"/>
                    </a:cxn>
                    <a:cxn ang="0">
                      <a:pos x="T6" y="T7"/>
                    </a:cxn>
                    <a:cxn ang="0">
                      <a:pos x="T8" y="T9"/>
                    </a:cxn>
                  </a:cxnLst>
                  <a:rect l="0" t="0" r="r" b="b"/>
                  <a:pathLst>
                    <a:path w="1055" h="199">
                      <a:moveTo>
                        <a:pt x="130" y="199"/>
                      </a:moveTo>
                      <a:lnTo>
                        <a:pt x="924" y="199"/>
                      </a:lnTo>
                      <a:lnTo>
                        <a:pt x="1055" y="0"/>
                      </a:lnTo>
                      <a:lnTo>
                        <a:pt x="0" y="0"/>
                      </a:lnTo>
                      <a:lnTo>
                        <a:pt x="130" y="199"/>
                      </a:lnTo>
                      <a:close/>
                    </a:path>
                  </a:pathLst>
                </a:custGeom>
                <a:solidFill>
                  <a:schemeClr val="accent3">
                    <a:lumMod val="95000"/>
                  </a:schemeClr>
                </a:soli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grpSp>
          <p:sp>
            <p:nvSpPr>
              <p:cNvPr id="192" name="TextBox 191"/>
              <p:cNvSpPr txBox="1"/>
              <p:nvPr/>
            </p:nvSpPr>
            <p:spPr>
              <a:xfrm>
                <a:off x="4788030" y="2720171"/>
                <a:ext cx="1547554" cy="193940"/>
              </a:xfrm>
              <a:prstGeom prst="rect">
                <a:avLst/>
              </a:prstGeom>
              <a:noFill/>
            </p:spPr>
            <p:txBody>
              <a:bodyPr wrap="square" lIns="72000" tIns="0" rIns="72000" bIns="0" rtlCol="0" anchor="t">
                <a:noAutofit/>
              </a:bodyPr>
              <a:lstStyle/>
              <a:p>
                <a:pPr algn="ctr"/>
                <a:r>
                  <a:rPr lang="en-US" altLang="ko-KR" sz="1000" dirty="0">
                    <a:gradFill>
                      <a:gsLst>
                        <a:gs pos="0">
                          <a:schemeClr val="accent3">
                            <a:lumMod val="50000"/>
                          </a:schemeClr>
                        </a:gs>
                        <a:gs pos="100000">
                          <a:schemeClr val="accent3">
                            <a:lumMod val="50000"/>
                          </a:schemeClr>
                        </a:gs>
                      </a:gsLst>
                      <a:lin ang="5400000" scaled="0"/>
                    </a:gradFill>
                    <a:latin typeface="Roboto Condensed Regular"/>
                  </a:rPr>
                  <a:t>Insert Title</a:t>
                </a:r>
                <a:endParaRPr lang="ko-KR" altLang="en-US" sz="1000" dirty="0">
                  <a:gradFill>
                    <a:gsLst>
                      <a:gs pos="0">
                        <a:schemeClr val="accent3">
                          <a:lumMod val="50000"/>
                        </a:schemeClr>
                      </a:gs>
                      <a:gs pos="100000">
                        <a:schemeClr val="accent3">
                          <a:lumMod val="50000"/>
                        </a:schemeClr>
                      </a:gs>
                    </a:gsLst>
                    <a:lin ang="5400000" scaled="0"/>
                  </a:gradFill>
                  <a:latin typeface="Roboto Condensed Regular"/>
                </a:endParaRPr>
              </a:p>
            </p:txBody>
          </p:sp>
        </p:grpSp>
        <p:sp>
          <p:nvSpPr>
            <p:cNvPr id="93" name="Freeform 77"/>
            <p:cNvSpPr>
              <a:spLocks/>
            </p:cNvSpPr>
            <p:nvPr/>
          </p:nvSpPr>
          <p:spPr bwMode="auto">
            <a:xfrm>
              <a:off x="4682944" y="2627212"/>
              <a:ext cx="1757727" cy="102167"/>
            </a:xfrm>
            <a:custGeom>
              <a:avLst/>
              <a:gdLst>
                <a:gd name="T0" fmla="*/ 0 w 971"/>
                <a:gd name="T1" fmla="*/ 0 h 54"/>
                <a:gd name="T2" fmla="*/ 36 w 971"/>
                <a:gd name="T3" fmla="*/ 54 h 54"/>
                <a:gd name="T4" fmla="*/ 935 w 971"/>
                <a:gd name="T5" fmla="*/ 54 h 54"/>
                <a:gd name="T6" fmla="*/ 971 w 971"/>
                <a:gd name="T7" fmla="*/ 0 h 54"/>
                <a:gd name="T8" fmla="*/ 0 w 971"/>
                <a:gd name="T9" fmla="*/ 0 h 54"/>
              </a:gdLst>
              <a:ahLst/>
              <a:cxnLst>
                <a:cxn ang="0">
                  <a:pos x="T0" y="T1"/>
                </a:cxn>
                <a:cxn ang="0">
                  <a:pos x="T2" y="T3"/>
                </a:cxn>
                <a:cxn ang="0">
                  <a:pos x="T4" y="T5"/>
                </a:cxn>
                <a:cxn ang="0">
                  <a:pos x="T6" y="T7"/>
                </a:cxn>
                <a:cxn ang="0">
                  <a:pos x="T8" y="T9"/>
                </a:cxn>
              </a:cxnLst>
              <a:rect l="0" t="0" r="r" b="b"/>
              <a:pathLst>
                <a:path w="971" h="54">
                  <a:moveTo>
                    <a:pt x="0" y="0"/>
                  </a:moveTo>
                  <a:lnTo>
                    <a:pt x="36" y="54"/>
                  </a:lnTo>
                  <a:lnTo>
                    <a:pt x="935" y="54"/>
                  </a:lnTo>
                  <a:lnTo>
                    <a:pt x="971" y="0"/>
                  </a:lnTo>
                  <a:lnTo>
                    <a:pt x="0" y="0"/>
                  </a:lnTo>
                  <a:close/>
                </a:path>
              </a:pathLst>
            </a:custGeom>
            <a:solidFill>
              <a:srgbClr val="000000">
                <a:alpha val="5098"/>
              </a:srgb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98" name="그룹 97"/>
          <p:cNvGrpSpPr/>
          <p:nvPr/>
        </p:nvGrpSpPr>
        <p:grpSpPr>
          <a:xfrm>
            <a:off x="2765791" y="3140008"/>
            <a:ext cx="1324012" cy="513180"/>
            <a:chOff x="4899432" y="3140008"/>
            <a:chExt cx="1324012" cy="513180"/>
          </a:xfrm>
        </p:grpSpPr>
        <p:grpSp>
          <p:nvGrpSpPr>
            <p:cNvPr id="89" name="그룹 88"/>
            <p:cNvGrpSpPr/>
            <p:nvPr/>
          </p:nvGrpSpPr>
          <p:grpSpPr>
            <a:xfrm>
              <a:off x="4899432" y="3140008"/>
              <a:ext cx="1323084" cy="513180"/>
              <a:chOff x="4899432" y="3140008"/>
              <a:chExt cx="1323084" cy="513180"/>
            </a:xfrm>
          </p:grpSpPr>
          <p:grpSp>
            <p:nvGrpSpPr>
              <p:cNvPr id="86" name="그룹 85"/>
              <p:cNvGrpSpPr/>
              <p:nvPr/>
            </p:nvGrpSpPr>
            <p:grpSpPr>
              <a:xfrm>
                <a:off x="4899432" y="3140008"/>
                <a:ext cx="1323084" cy="513180"/>
                <a:chOff x="4176713" y="3132138"/>
                <a:chExt cx="1260476" cy="468312"/>
              </a:xfrm>
            </p:grpSpPr>
            <p:sp>
              <p:nvSpPr>
                <p:cNvPr id="45" name="Rectangle 36"/>
                <p:cNvSpPr>
                  <a:spLocks noChangeArrowheads="1"/>
                </p:cNvSpPr>
                <p:nvPr/>
              </p:nvSpPr>
              <p:spPr bwMode="auto">
                <a:xfrm>
                  <a:off x="4384676" y="3446463"/>
                  <a:ext cx="844550" cy="153987"/>
                </a:xfrm>
                <a:prstGeom prst="rect">
                  <a:avLst/>
                </a:prstGeom>
                <a:pattFill prst="narVert">
                  <a:fgClr>
                    <a:schemeClr val="accent3">
                      <a:lumMod val="8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6" name="Freeform 37"/>
                <p:cNvSpPr>
                  <a:spLocks/>
                </p:cNvSpPr>
                <p:nvPr/>
              </p:nvSpPr>
              <p:spPr bwMode="auto">
                <a:xfrm>
                  <a:off x="4176713" y="3132138"/>
                  <a:ext cx="207963" cy="468312"/>
                </a:xfrm>
                <a:custGeom>
                  <a:avLst/>
                  <a:gdLst>
                    <a:gd name="T0" fmla="*/ 0 w 131"/>
                    <a:gd name="T1" fmla="*/ 0 h 295"/>
                    <a:gd name="T2" fmla="*/ 0 w 131"/>
                    <a:gd name="T3" fmla="*/ 96 h 295"/>
                    <a:gd name="T4" fmla="*/ 131 w 131"/>
                    <a:gd name="T5" fmla="*/ 295 h 295"/>
                    <a:gd name="T6" fmla="*/ 131 w 131"/>
                    <a:gd name="T7" fmla="*/ 198 h 295"/>
                    <a:gd name="T8" fmla="*/ 0 w 131"/>
                    <a:gd name="T9" fmla="*/ 0 h 295"/>
                  </a:gdLst>
                  <a:ahLst/>
                  <a:cxnLst>
                    <a:cxn ang="0">
                      <a:pos x="T0" y="T1"/>
                    </a:cxn>
                    <a:cxn ang="0">
                      <a:pos x="T2" y="T3"/>
                    </a:cxn>
                    <a:cxn ang="0">
                      <a:pos x="T4" y="T5"/>
                    </a:cxn>
                    <a:cxn ang="0">
                      <a:pos x="T6" y="T7"/>
                    </a:cxn>
                    <a:cxn ang="0">
                      <a:pos x="T8" y="T9"/>
                    </a:cxn>
                  </a:cxnLst>
                  <a:rect l="0" t="0" r="r" b="b"/>
                  <a:pathLst>
                    <a:path w="131" h="295">
                      <a:moveTo>
                        <a:pt x="0" y="0"/>
                      </a:moveTo>
                      <a:lnTo>
                        <a:pt x="0" y="96"/>
                      </a:lnTo>
                      <a:lnTo>
                        <a:pt x="131" y="295"/>
                      </a:lnTo>
                      <a:lnTo>
                        <a:pt x="131" y="198"/>
                      </a:lnTo>
                      <a:lnTo>
                        <a:pt x="0" y="0"/>
                      </a:lnTo>
                      <a:close/>
                    </a:path>
                  </a:pathLst>
                </a:custGeom>
                <a:pattFill prst="narVert">
                  <a:fgClr>
                    <a:schemeClr val="accent3">
                      <a:lumMod val="65000"/>
                    </a:schemeClr>
                  </a:fgClr>
                  <a:bgClr>
                    <a:schemeClr val="accent3">
                      <a:lumMod val="50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7" name="Freeform 38"/>
                <p:cNvSpPr>
                  <a:spLocks/>
                </p:cNvSpPr>
                <p:nvPr/>
              </p:nvSpPr>
              <p:spPr bwMode="auto">
                <a:xfrm>
                  <a:off x="5229226" y="3132138"/>
                  <a:ext cx="207963" cy="468312"/>
                </a:xfrm>
                <a:custGeom>
                  <a:avLst/>
                  <a:gdLst>
                    <a:gd name="T0" fmla="*/ 131 w 131"/>
                    <a:gd name="T1" fmla="*/ 0 h 295"/>
                    <a:gd name="T2" fmla="*/ 131 w 131"/>
                    <a:gd name="T3" fmla="*/ 96 h 295"/>
                    <a:gd name="T4" fmla="*/ 0 w 131"/>
                    <a:gd name="T5" fmla="*/ 295 h 295"/>
                    <a:gd name="T6" fmla="*/ 0 w 131"/>
                    <a:gd name="T7" fmla="*/ 198 h 295"/>
                    <a:gd name="T8" fmla="*/ 131 w 131"/>
                    <a:gd name="T9" fmla="*/ 0 h 295"/>
                  </a:gdLst>
                  <a:ahLst/>
                  <a:cxnLst>
                    <a:cxn ang="0">
                      <a:pos x="T0" y="T1"/>
                    </a:cxn>
                    <a:cxn ang="0">
                      <a:pos x="T2" y="T3"/>
                    </a:cxn>
                    <a:cxn ang="0">
                      <a:pos x="T4" y="T5"/>
                    </a:cxn>
                    <a:cxn ang="0">
                      <a:pos x="T6" y="T7"/>
                    </a:cxn>
                    <a:cxn ang="0">
                      <a:pos x="T8" y="T9"/>
                    </a:cxn>
                  </a:cxnLst>
                  <a:rect l="0" t="0" r="r" b="b"/>
                  <a:pathLst>
                    <a:path w="131" h="295">
                      <a:moveTo>
                        <a:pt x="131" y="0"/>
                      </a:moveTo>
                      <a:lnTo>
                        <a:pt x="131" y="96"/>
                      </a:lnTo>
                      <a:lnTo>
                        <a:pt x="0" y="295"/>
                      </a:lnTo>
                      <a:lnTo>
                        <a:pt x="0" y="198"/>
                      </a:lnTo>
                      <a:lnTo>
                        <a:pt x="131" y="0"/>
                      </a:lnTo>
                      <a:close/>
                    </a:path>
                  </a:pathLst>
                </a:custGeom>
                <a:pattFill prst="narVert">
                  <a:fgClr>
                    <a:schemeClr val="accent3">
                      <a:lumMod val="75000"/>
                    </a:schemeClr>
                  </a:fgClr>
                  <a:bgClr>
                    <a:schemeClr val="accent3">
                      <a:lumMod val="6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4" name="Freeform 45"/>
                <p:cNvSpPr>
                  <a:spLocks/>
                </p:cNvSpPr>
                <p:nvPr/>
              </p:nvSpPr>
              <p:spPr bwMode="auto">
                <a:xfrm>
                  <a:off x="4176713" y="3132138"/>
                  <a:ext cx="1260475" cy="314325"/>
                </a:xfrm>
                <a:custGeom>
                  <a:avLst/>
                  <a:gdLst>
                    <a:gd name="T0" fmla="*/ 131 w 794"/>
                    <a:gd name="T1" fmla="*/ 198 h 198"/>
                    <a:gd name="T2" fmla="*/ 663 w 794"/>
                    <a:gd name="T3" fmla="*/ 198 h 198"/>
                    <a:gd name="T4" fmla="*/ 794 w 794"/>
                    <a:gd name="T5" fmla="*/ 0 h 198"/>
                    <a:gd name="T6" fmla="*/ 0 w 794"/>
                    <a:gd name="T7" fmla="*/ 0 h 198"/>
                    <a:gd name="T8" fmla="*/ 131 w 794"/>
                    <a:gd name="T9" fmla="*/ 198 h 198"/>
                  </a:gdLst>
                  <a:ahLst/>
                  <a:cxnLst>
                    <a:cxn ang="0">
                      <a:pos x="T0" y="T1"/>
                    </a:cxn>
                    <a:cxn ang="0">
                      <a:pos x="T2" y="T3"/>
                    </a:cxn>
                    <a:cxn ang="0">
                      <a:pos x="T4" y="T5"/>
                    </a:cxn>
                    <a:cxn ang="0">
                      <a:pos x="T6" y="T7"/>
                    </a:cxn>
                    <a:cxn ang="0">
                      <a:pos x="T8" y="T9"/>
                    </a:cxn>
                  </a:cxnLst>
                  <a:rect l="0" t="0" r="r" b="b"/>
                  <a:pathLst>
                    <a:path w="794" h="198">
                      <a:moveTo>
                        <a:pt x="131" y="198"/>
                      </a:moveTo>
                      <a:lnTo>
                        <a:pt x="663" y="198"/>
                      </a:lnTo>
                      <a:lnTo>
                        <a:pt x="794" y="0"/>
                      </a:lnTo>
                      <a:lnTo>
                        <a:pt x="0" y="0"/>
                      </a:lnTo>
                      <a:lnTo>
                        <a:pt x="131" y="198"/>
                      </a:lnTo>
                      <a:close/>
                    </a:path>
                  </a:pathLst>
                </a:custGeom>
                <a:solidFill>
                  <a:schemeClr val="accent3">
                    <a:lumMod val="95000"/>
                  </a:schemeClr>
                </a:soli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grpSp>
          <p:sp>
            <p:nvSpPr>
              <p:cNvPr id="173" name="TextBox 172"/>
              <p:cNvSpPr txBox="1"/>
              <p:nvPr/>
            </p:nvSpPr>
            <p:spPr>
              <a:xfrm>
                <a:off x="4967392" y="3232934"/>
                <a:ext cx="1188828" cy="193940"/>
              </a:xfrm>
              <a:prstGeom prst="rect">
                <a:avLst/>
              </a:prstGeom>
              <a:noFill/>
            </p:spPr>
            <p:txBody>
              <a:bodyPr wrap="square" lIns="72000" tIns="0" rIns="72000" bIns="0" rtlCol="0" anchor="t">
                <a:noAutofit/>
              </a:bodyPr>
              <a:lstStyle/>
              <a:p>
                <a:pPr algn="ctr"/>
                <a:r>
                  <a:rPr lang="en-US" altLang="ko-KR" sz="1000" dirty="0">
                    <a:gradFill>
                      <a:gsLst>
                        <a:gs pos="0">
                          <a:schemeClr val="accent3">
                            <a:lumMod val="50000"/>
                          </a:schemeClr>
                        </a:gs>
                        <a:gs pos="100000">
                          <a:schemeClr val="accent3">
                            <a:lumMod val="50000"/>
                          </a:schemeClr>
                        </a:gs>
                      </a:gsLst>
                      <a:lin ang="5400000" scaled="0"/>
                    </a:gradFill>
                    <a:latin typeface="Roboto Condensed Regular"/>
                  </a:rPr>
                  <a:t>Insert Title</a:t>
                </a:r>
                <a:endParaRPr lang="ko-KR" altLang="en-US" sz="1000" dirty="0">
                  <a:gradFill>
                    <a:gsLst>
                      <a:gs pos="0">
                        <a:schemeClr val="accent3">
                          <a:lumMod val="50000"/>
                        </a:schemeClr>
                      </a:gs>
                      <a:gs pos="100000">
                        <a:schemeClr val="accent3">
                          <a:lumMod val="50000"/>
                        </a:schemeClr>
                      </a:gs>
                    </a:gsLst>
                    <a:lin ang="5400000" scaled="0"/>
                  </a:gradFill>
                  <a:latin typeface="Roboto Condensed Regular"/>
                </a:endParaRPr>
              </a:p>
            </p:txBody>
          </p:sp>
        </p:grpSp>
        <p:sp>
          <p:nvSpPr>
            <p:cNvPr id="94" name="Freeform 78"/>
            <p:cNvSpPr>
              <a:spLocks/>
            </p:cNvSpPr>
            <p:nvPr/>
          </p:nvSpPr>
          <p:spPr bwMode="auto">
            <a:xfrm>
              <a:off x="4900170" y="3141834"/>
              <a:ext cx="1323274" cy="100276"/>
            </a:xfrm>
            <a:custGeom>
              <a:avLst/>
              <a:gdLst>
                <a:gd name="T0" fmla="*/ 0 w 731"/>
                <a:gd name="T1" fmla="*/ 0 h 53"/>
                <a:gd name="T2" fmla="*/ 35 w 731"/>
                <a:gd name="T3" fmla="*/ 53 h 53"/>
                <a:gd name="T4" fmla="*/ 696 w 731"/>
                <a:gd name="T5" fmla="*/ 53 h 53"/>
                <a:gd name="T6" fmla="*/ 731 w 731"/>
                <a:gd name="T7" fmla="*/ 0 h 53"/>
                <a:gd name="T8" fmla="*/ 0 w 731"/>
                <a:gd name="T9" fmla="*/ 0 h 53"/>
              </a:gdLst>
              <a:ahLst/>
              <a:cxnLst>
                <a:cxn ang="0">
                  <a:pos x="T0" y="T1"/>
                </a:cxn>
                <a:cxn ang="0">
                  <a:pos x="T2" y="T3"/>
                </a:cxn>
                <a:cxn ang="0">
                  <a:pos x="T4" y="T5"/>
                </a:cxn>
                <a:cxn ang="0">
                  <a:pos x="T6" y="T7"/>
                </a:cxn>
                <a:cxn ang="0">
                  <a:pos x="T8" y="T9"/>
                </a:cxn>
              </a:cxnLst>
              <a:rect l="0" t="0" r="r" b="b"/>
              <a:pathLst>
                <a:path w="731" h="53">
                  <a:moveTo>
                    <a:pt x="0" y="0"/>
                  </a:moveTo>
                  <a:lnTo>
                    <a:pt x="35" y="53"/>
                  </a:lnTo>
                  <a:lnTo>
                    <a:pt x="696" y="53"/>
                  </a:lnTo>
                  <a:lnTo>
                    <a:pt x="731" y="0"/>
                  </a:lnTo>
                  <a:lnTo>
                    <a:pt x="0" y="0"/>
                  </a:lnTo>
                  <a:close/>
                </a:path>
              </a:pathLst>
            </a:custGeom>
            <a:solidFill>
              <a:srgbClr val="000000">
                <a:alpha val="5098"/>
              </a:srgb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97" name="그룹 96"/>
          <p:cNvGrpSpPr/>
          <p:nvPr/>
        </p:nvGrpSpPr>
        <p:grpSpPr>
          <a:xfrm>
            <a:off x="2654389" y="3652676"/>
            <a:ext cx="1547554" cy="870315"/>
            <a:chOff x="4788030" y="3652671"/>
            <a:chExt cx="1547554" cy="870315"/>
          </a:xfrm>
        </p:grpSpPr>
        <p:grpSp>
          <p:nvGrpSpPr>
            <p:cNvPr id="96" name="그룹 95"/>
            <p:cNvGrpSpPr/>
            <p:nvPr/>
          </p:nvGrpSpPr>
          <p:grpSpPr>
            <a:xfrm>
              <a:off x="4788030" y="3653188"/>
              <a:ext cx="1547554" cy="869798"/>
              <a:chOff x="4788030" y="3653188"/>
              <a:chExt cx="1547554" cy="869798"/>
            </a:xfrm>
          </p:grpSpPr>
          <p:grpSp>
            <p:nvGrpSpPr>
              <p:cNvPr id="87" name="그룹 86"/>
              <p:cNvGrpSpPr/>
              <p:nvPr/>
            </p:nvGrpSpPr>
            <p:grpSpPr>
              <a:xfrm>
                <a:off x="5117724" y="3653188"/>
                <a:ext cx="886499" cy="869798"/>
                <a:chOff x="4384676" y="3600450"/>
                <a:chExt cx="844550" cy="793750"/>
              </a:xfrm>
            </p:grpSpPr>
            <p:sp>
              <p:nvSpPr>
                <p:cNvPr id="48" name="Freeform 39"/>
                <p:cNvSpPr>
                  <a:spLocks/>
                </p:cNvSpPr>
                <p:nvPr/>
              </p:nvSpPr>
              <p:spPr bwMode="auto">
                <a:xfrm>
                  <a:off x="4384676" y="3600450"/>
                  <a:ext cx="422275" cy="793750"/>
                </a:xfrm>
                <a:custGeom>
                  <a:avLst/>
                  <a:gdLst>
                    <a:gd name="T0" fmla="*/ 0 w 266"/>
                    <a:gd name="T1" fmla="*/ 0 h 500"/>
                    <a:gd name="T2" fmla="*/ 0 w 266"/>
                    <a:gd name="T3" fmla="*/ 96 h 500"/>
                    <a:gd name="T4" fmla="*/ 266 w 266"/>
                    <a:gd name="T5" fmla="*/ 500 h 500"/>
                    <a:gd name="T6" fmla="*/ 266 w 266"/>
                    <a:gd name="T7" fmla="*/ 404 h 500"/>
                    <a:gd name="T8" fmla="*/ 0 w 266"/>
                    <a:gd name="T9" fmla="*/ 0 h 500"/>
                  </a:gdLst>
                  <a:ahLst/>
                  <a:cxnLst>
                    <a:cxn ang="0">
                      <a:pos x="T0" y="T1"/>
                    </a:cxn>
                    <a:cxn ang="0">
                      <a:pos x="T2" y="T3"/>
                    </a:cxn>
                    <a:cxn ang="0">
                      <a:pos x="T4" y="T5"/>
                    </a:cxn>
                    <a:cxn ang="0">
                      <a:pos x="T6" y="T7"/>
                    </a:cxn>
                    <a:cxn ang="0">
                      <a:pos x="T8" y="T9"/>
                    </a:cxn>
                  </a:cxnLst>
                  <a:rect l="0" t="0" r="r" b="b"/>
                  <a:pathLst>
                    <a:path w="266" h="500">
                      <a:moveTo>
                        <a:pt x="0" y="0"/>
                      </a:moveTo>
                      <a:lnTo>
                        <a:pt x="0" y="96"/>
                      </a:lnTo>
                      <a:lnTo>
                        <a:pt x="266" y="500"/>
                      </a:lnTo>
                      <a:lnTo>
                        <a:pt x="266" y="404"/>
                      </a:lnTo>
                      <a:lnTo>
                        <a:pt x="0" y="0"/>
                      </a:lnTo>
                      <a:close/>
                    </a:path>
                  </a:pathLst>
                </a:custGeom>
                <a:pattFill prst="narVert">
                  <a:fgClr>
                    <a:schemeClr val="accent3">
                      <a:lumMod val="65000"/>
                    </a:schemeClr>
                  </a:fgClr>
                  <a:bgClr>
                    <a:schemeClr val="accent3">
                      <a:lumMod val="50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9" name="Freeform 40"/>
                <p:cNvSpPr>
                  <a:spLocks/>
                </p:cNvSpPr>
                <p:nvPr/>
              </p:nvSpPr>
              <p:spPr bwMode="auto">
                <a:xfrm>
                  <a:off x="4806951" y="3600450"/>
                  <a:ext cx="422275" cy="793750"/>
                </a:xfrm>
                <a:custGeom>
                  <a:avLst/>
                  <a:gdLst>
                    <a:gd name="T0" fmla="*/ 266 w 266"/>
                    <a:gd name="T1" fmla="*/ 0 h 500"/>
                    <a:gd name="T2" fmla="*/ 266 w 266"/>
                    <a:gd name="T3" fmla="*/ 96 h 500"/>
                    <a:gd name="T4" fmla="*/ 0 w 266"/>
                    <a:gd name="T5" fmla="*/ 500 h 500"/>
                    <a:gd name="T6" fmla="*/ 0 w 266"/>
                    <a:gd name="T7" fmla="*/ 404 h 500"/>
                    <a:gd name="T8" fmla="*/ 266 w 266"/>
                    <a:gd name="T9" fmla="*/ 0 h 500"/>
                  </a:gdLst>
                  <a:ahLst/>
                  <a:cxnLst>
                    <a:cxn ang="0">
                      <a:pos x="T0" y="T1"/>
                    </a:cxn>
                    <a:cxn ang="0">
                      <a:pos x="T2" y="T3"/>
                    </a:cxn>
                    <a:cxn ang="0">
                      <a:pos x="T4" y="T5"/>
                    </a:cxn>
                    <a:cxn ang="0">
                      <a:pos x="T6" y="T7"/>
                    </a:cxn>
                    <a:cxn ang="0">
                      <a:pos x="T8" y="T9"/>
                    </a:cxn>
                  </a:cxnLst>
                  <a:rect l="0" t="0" r="r" b="b"/>
                  <a:pathLst>
                    <a:path w="266" h="500">
                      <a:moveTo>
                        <a:pt x="266" y="0"/>
                      </a:moveTo>
                      <a:lnTo>
                        <a:pt x="266" y="96"/>
                      </a:lnTo>
                      <a:lnTo>
                        <a:pt x="0" y="500"/>
                      </a:lnTo>
                      <a:lnTo>
                        <a:pt x="0" y="404"/>
                      </a:lnTo>
                      <a:lnTo>
                        <a:pt x="266" y="0"/>
                      </a:lnTo>
                      <a:close/>
                    </a:path>
                  </a:pathLst>
                </a:custGeom>
                <a:pattFill prst="narVert">
                  <a:fgClr>
                    <a:schemeClr val="accent3">
                      <a:lumMod val="75000"/>
                    </a:schemeClr>
                  </a:fgClr>
                  <a:bgClr>
                    <a:schemeClr val="accent3">
                      <a:lumMod val="6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5" name="Freeform 46"/>
                <p:cNvSpPr>
                  <a:spLocks/>
                </p:cNvSpPr>
                <p:nvPr/>
              </p:nvSpPr>
              <p:spPr bwMode="auto">
                <a:xfrm>
                  <a:off x="4384676" y="3600450"/>
                  <a:ext cx="844550" cy="641350"/>
                </a:xfrm>
                <a:custGeom>
                  <a:avLst/>
                  <a:gdLst>
                    <a:gd name="T0" fmla="*/ 266 w 532"/>
                    <a:gd name="T1" fmla="*/ 404 h 404"/>
                    <a:gd name="T2" fmla="*/ 532 w 532"/>
                    <a:gd name="T3" fmla="*/ 0 h 404"/>
                    <a:gd name="T4" fmla="*/ 0 w 532"/>
                    <a:gd name="T5" fmla="*/ 0 h 404"/>
                    <a:gd name="T6" fmla="*/ 266 w 532"/>
                    <a:gd name="T7" fmla="*/ 404 h 404"/>
                  </a:gdLst>
                  <a:ahLst/>
                  <a:cxnLst>
                    <a:cxn ang="0">
                      <a:pos x="T0" y="T1"/>
                    </a:cxn>
                    <a:cxn ang="0">
                      <a:pos x="T2" y="T3"/>
                    </a:cxn>
                    <a:cxn ang="0">
                      <a:pos x="T4" y="T5"/>
                    </a:cxn>
                    <a:cxn ang="0">
                      <a:pos x="T6" y="T7"/>
                    </a:cxn>
                  </a:cxnLst>
                  <a:rect l="0" t="0" r="r" b="b"/>
                  <a:pathLst>
                    <a:path w="532" h="404">
                      <a:moveTo>
                        <a:pt x="266" y="404"/>
                      </a:moveTo>
                      <a:lnTo>
                        <a:pt x="532" y="0"/>
                      </a:lnTo>
                      <a:lnTo>
                        <a:pt x="0" y="0"/>
                      </a:lnTo>
                      <a:lnTo>
                        <a:pt x="266" y="404"/>
                      </a:lnTo>
                      <a:close/>
                    </a:path>
                  </a:pathLst>
                </a:custGeom>
                <a:solidFill>
                  <a:schemeClr val="accent3">
                    <a:lumMod val="95000"/>
                  </a:schemeClr>
                </a:soli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grpSp>
          <p:sp>
            <p:nvSpPr>
              <p:cNvPr id="228" name="TextBox 227"/>
              <p:cNvSpPr txBox="1"/>
              <p:nvPr/>
            </p:nvSpPr>
            <p:spPr>
              <a:xfrm>
                <a:off x="4788030" y="3740934"/>
                <a:ext cx="1547554" cy="193940"/>
              </a:xfrm>
              <a:prstGeom prst="rect">
                <a:avLst/>
              </a:prstGeom>
              <a:noFill/>
            </p:spPr>
            <p:txBody>
              <a:bodyPr wrap="square" lIns="72000" tIns="0" rIns="72000" bIns="0" rtlCol="0" anchor="t">
                <a:noAutofit/>
              </a:bodyPr>
              <a:lstStyle/>
              <a:p>
                <a:pPr algn="ctr"/>
                <a:r>
                  <a:rPr lang="en-US" altLang="ko-KR" sz="1000" dirty="0">
                    <a:gradFill>
                      <a:gsLst>
                        <a:gs pos="0">
                          <a:schemeClr val="accent3">
                            <a:lumMod val="50000"/>
                          </a:schemeClr>
                        </a:gs>
                        <a:gs pos="100000">
                          <a:schemeClr val="accent3">
                            <a:lumMod val="50000"/>
                          </a:schemeClr>
                        </a:gs>
                      </a:gsLst>
                      <a:lin ang="5400000" scaled="0"/>
                    </a:gradFill>
                    <a:latin typeface="Roboto Condensed Regular"/>
                  </a:rPr>
                  <a:t>Insert </a:t>
                </a:r>
              </a:p>
              <a:p>
                <a:pPr algn="ctr"/>
                <a:r>
                  <a:rPr lang="en-US" altLang="ko-KR" sz="1000" dirty="0">
                    <a:gradFill>
                      <a:gsLst>
                        <a:gs pos="0">
                          <a:schemeClr val="accent3">
                            <a:lumMod val="50000"/>
                          </a:schemeClr>
                        </a:gs>
                        <a:gs pos="100000">
                          <a:schemeClr val="accent3">
                            <a:lumMod val="50000"/>
                          </a:schemeClr>
                        </a:gs>
                      </a:gsLst>
                      <a:lin ang="5400000" scaled="0"/>
                    </a:gradFill>
                    <a:latin typeface="Roboto Condensed Regular"/>
                  </a:rPr>
                  <a:t>Title</a:t>
                </a:r>
                <a:endParaRPr lang="ko-KR" altLang="en-US" sz="1000" dirty="0">
                  <a:gradFill>
                    <a:gsLst>
                      <a:gs pos="0">
                        <a:schemeClr val="accent3">
                          <a:lumMod val="50000"/>
                        </a:schemeClr>
                      </a:gs>
                      <a:gs pos="100000">
                        <a:schemeClr val="accent3">
                          <a:lumMod val="50000"/>
                        </a:schemeClr>
                      </a:gs>
                    </a:gsLst>
                    <a:lin ang="5400000" scaled="0"/>
                  </a:gradFill>
                  <a:latin typeface="Roboto Condensed Regular"/>
                </a:endParaRPr>
              </a:p>
            </p:txBody>
          </p:sp>
        </p:grpSp>
        <p:sp>
          <p:nvSpPr>
            <p:cNvPr id="95" name="Freeform 79"/>
            <p:cNvSpPr>
              <a:spLocks/>
            </p:cNvSpPr>
            <p:nvPr/>
          </p:nvSpPr>
          <p:spPr bwMode="auto">
            <a:xfrm>
              <a:off x="5117397" y="3652671"/>
              <a:ext cx="887009" cy="100276"/>
            </a:xfrm>
            <a:custGeom>
              <a:avLst/>
              <a:gdLst>
                <a:gd name="T0" fmla="*/ 0 w 490"/>
                <a:gd name="T1" fmla="*/ 0 h 53"/>
                <a:gd name="T2" fmla="*/ 35 w 490"/>
                <a:gd name="T3" fmla="*/ 53 h 53"/>
                <a:gd name="T4" fmla="*/ 455 w 490"/>
                <a:gd name="T5" fmla="*/ 53 h 53"/>
                <a:gd name="T6" fmla="*/ 490 w 490"/>
                <a:gd name="T7" fmla="*/ 0 h 53"/>
                <a:gd name="T8" fmla="*/ 0 w 490"/>
                <a:gd name="T9" fmla="*/ 0 h 53"/>
              </a:gdLst>
              <a:ahLst/>
              <a:cxnLst>
                <a:cxn ang="0">
                  <a:pos x="T0" y="T1"/>
                </a:cxn>
                <a:cxn ang="0">
                  <a:pos x="T2" y="T3"/>
                </a:cxn>
                <a:cxn ang="0">
                  <a:pos x="T4" y="T5"/>
                </a:cxn>
                <a:cxn ang="0">
                  <a:pos x="T6" y="T7"/>
                </a:cxn>
                <a:cxn ang="0">
                  <a:pos x="T8" y="T9"/>
                </a:cxn>
              </a:cxnLst>
              <a:rect l="0" t="0" r="r" b="b"/>
              <a:pathLst>
                <a:path w="490" h="53">
                  <a:moveTo>
                    <a:pt x="0" y="0"/>
                  </a:moveTo>
                  <a:lnTo>
                    <a:pt x="35" y="53"/>
                  </a:lnTo>
                  <a:lnTo>
                    <a:pt x="455" y="53"/>
                  </a:lnTo>
                  <a:lnTo>
                    <a:pt x="490" y="0"/>
                  </a:lnTo>
                  <a:lnTo>
                    <a:pt x="0" y="0"/>
                  </a:lnTo>
                  <a:close/>
                </a:path>
              </a:pathLst>
            </a:custGeom>
            <a:solidFill>
              <a:srgbClr val="000000">
                <a:alpha val="5098"/>
              </a:srgb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cxnSp>
        <p:nvCxnSpPr>
          <p:cNvPr id="174" name="직선 연결선 173"/>
          <p:cNvCxnSpPr/>
          <p:nvPr/>
        </p:nvCxnSpPr>
        <p:spPr>
          <a:xfrm flipH="1">
            <a:off x="3873460" y="3302158"/>
            <a:ext cx="1193800" cy="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04" name="그룹 103"/>
          <p:cNvGrpSpPr/>
          <p:nvPr/>
        </p:nvGrpSpPr>
        <p:grpSpPr>
          <a:xfrm>
            <a:off x="5103244" y="3207534"/>
            <a:ext cx="1186390" cy="500866"/>
            <a:chOff x="7236885" y="3207534"/>
            <a:chExt cx="1186390" cy="500866"/>
          </a:xfrm>
        </p:grpSpPr>
        <p:sp>
          <p:nvSpPr>
            <p:cNvPr id="175" name="TextBox 174"/>
            <p:cNvSpPr txBox="1"/>
            <p:nvPr/>
          </p:nvSpPr>
          <p:spPr>
            <a:xfrm>
              <a:off x="7236885" y="3207534"/>
              <a:ext cx="11006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76" name="TextBox 175"/>
            <p:cNvSpPr txBox="1"/>
            <p:nvPr/>
          </p:nvSpPr>
          <p:spPr>
            <a:xfrm>
              <a:off x="7236886" y="3421232"/>
              <a:ext cx="1186389" cy="287168"/>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a:t>
              </a:r>
            </a:p>
          </p:txBody>
        </p:sp>
      </p:grpSp>
      <p:cxnSp>
        <p:nvCxnSpPr>
          <p:cNvPr id="182" name="직선 연결선 181"/>
          <p:cNvCxnSpPr/>
          <p:nvPr/>
        </p:nvCxnSpPr>
        <p:spPr>
          <a:xfrm flipH="1">
            <a:off x="4311610" y="2276633"/>
            <a:ext cx="755650" cy="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02" name="그룹 101"/>
          <p:cNvGrpSpPr/>
          <p:nvPr/>
        </p:nvGrpSpPr>
        <p:grpSpPr>
          <a:xfrm>
            <a:off x="5103244" y="2182011"/>
            <a:ext cx="1186390" cy="500866"/>
            <a:chOff x="7236885" y="2182009"/>
            <a:chExt cx="1186390" cy="500866"/>
          </a:xfrm>
        </p:grpSpPr>
        <p:sp>
          <p:nvSpPr>
            <p:cNvPr id="183" name="TextBox 182"/>
            <p:cNvSpPr txBox="1"/>
            <p:nvPr/>
          </p:nvSpPr>
          <p:spPr>
            <a:xfrm>
              <a:off x="7236885" y="2182009"/>
              <a:ext cx="11006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84" name="TextBox 183"/>
            <p:cNvSpPr txBox="1"/>
            <p:nvPr/>
          </p:nvSpPr>
          <p:spPr>
            <a:xfrm>
              <a:off x="7236886" y="2395707"/>
              <a:ext cx="1186389" cy="287168"/>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a:t>
              </a:r>
            </a:p>
          </p:txBody>
        </p:sp>
      </p:grpSp>
      <p:grpSp>
        <p:nvGrpSpPr>
          <p:cNvPr id="79" name="그룹 78"/>
          <p:cNvGrpSpPr/>
          <p:nvPr/>
        </p:nvGrpSpPr>
        <p:grpSpPr>
          <a:xfrm>
            <a:off x="1897622" y="1089030"/>
            <a:ext cx="3061088" cy="513181"/>
            <a:chOff x="4031263" y="1089025"/>
            <a:chExt cx="3061088" cy="513181"/>
          </a:xfrm>
        </p:grpSpPr>
        <p:grpSp>
          <p:nvGrpSpPr>
            <p:cNvPr id="82" name="그룹 81"/>
            <p:cNvGrpSpPr/>
            <p:nvPr/>
          </p:nvGrpSpPr>
          <p:grpSpPr>
            <a:xfrm>
              <a:off x="4031263" y="1089025"/>
              <a:ext cx="3061088" cy="513181"/>
              <a:chOff x="3349626" y="1260475"/>
              <a:chExt cx="2916238" cy="468313"/>
            </a:xfrm>
          </p:grpSpPr>
          <p:sp>
            <p:nvSpPr>
              <p:cNvPr id="33" name="Rectangle 24"/>
              <p:cNvSpPr>
                <a:spLocks noChangeArrowheads="1"/>
              </p:cNvSpPr>
              <p:nvPr/>
            </p:nvSpPr>
            <p:spPr bwMode="auto">
              <a:xfrm>
                <a:off x="3556001" y="1576388"/>
                <a:ext cx="2505075" cy="152400"/>
              </a:xfrm>
              <a:prstGeom prst="rect">
                <a:avLst/>
              </a:prstGeom>
              <a:pattFill prst="narVert">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4" name="Freeform 25"/>
              <p:cNvSpPr>
                <a:spLocks/>
              </p:cNvSpPr>
              <p:nvPr/>
            </p:nvSpPr>
            <p:spPr bwMode="auto">
              <a:xfrm>
                <a:off x="3349626" y="1260475"/>
                <a:ext cx="206375" cy="468312"/>
              </a:xfrm>
              <a:custGeom>
                <a:avLst/>
                <a:gdLst>
                  <a:gd name="T0" fmla="*/ 0 w 130"/>
                  <a:gd name="T1" fmla="*/ 0 h 295"/>
                  <a:gd name="T2" fmla="*/ 0 w 130"/>
                  <a:gd name="T3" fmla="*/ 98 h 295"/>
                  <a:gd name="T4" fmla="*/ 130 w 130"/>
                  <a:gd name="T5" fmla="*/ 295 h 295"/>
                  <a:gd name="T6" fmla="*/ 130 w 130"/>
                  <a:gd name="T7" fmla="*/ 199 h 295"/>
                  <a:gd name="T8" fmla="*/ 0 w 130"/>
                  <a:gd name="T9" fmla="*/ 0 h 295"/>
                </a:gdLst>
                <a:ahLst/>
                <a:cxnLst>
                  <a:cxn ang="0">
                    <a:pos x="T0" y="T1"/>
                  </a:cxn>
                  <a:cxn ang="0">
                    <a:pos x="T2" y="T3"/>
                  </a:cxn>
                  <a:cxn ang="0">
                    <a:pos x="T4" y="T5"/>
                  </a:cxn>
                  <a:cxn ang="0">
                    <a:pos x="T6" y="T7"/>
                  </a:cxn>
                  <a:cxn ang="0">
                    <a:pos x="T8" y="T9"/>
                  </a:cxn>
                </a:cxnLst>
                <a:rect l="0" t="0" r="r" b="b"/>
                <a:pathLst>
                  <a:path w="130" h="295">
                    <a:moveTo>
                      <a:pt x="0" y="0"/>
                    </a:moveTo>
                    <a:lnTo>
                      <a:pt x="0" y="98"/>
                    </a:lnTo>
                    <a:lnTo>
                      <a:pt x="130" y="295"/>
                    </a:lnTo>
                    <a:lnTo>
                      <a:pt x="130" y="199"/>
                    </a:lnTo>
                    <a:lnTo>
                      <a:pt x="0" y="0"/>
                    </a:lnTo>
                    <a:close/>
                  </a:path>
                </a:pathLst>
              </a:custGeom>
              <a:pattFill prst="narVert">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5" name="Freeform 26"/>
              <p:cNvSpPr>
                <a:spLocks/>
              </p:cNvSpPr>
              <p:nvPr/>
            </p:nvSpPr>
            <p:spPr bwMode="auto">
              <a:xfrm>
                <a:off x="6061076" y="1260475"/>
                <a:ext cx="204788" cy="468312"/>
              </a:xfrm>
              <a:custGeom>
                <a:avLst/>
                <a:gdLst>
                  <a:gd name="T0" fmla="*/ 129 w 129"/>
                  <a:gd name="T1" fmla="*/ 0 h 295"/>
                  <a:gd name="T2" fmla="*/ 129 w 129"/>
                  <a:gd name="T3" fmla="*/ 98 h 295"/>
                  <a:gd name="T4" fmla="*/ 0 w 129"/>
                  <a:gd name="T5" fmla="*/ 295 h 295"/>
                  <a:gd name="T6" fmla="*/ 0 w 129"/>
                  <a:gd name="T7" fmla="*/ 199 h 295"/>
                  <a:gd name="T8" fmla="*/ 129 w 129"/>
                  <a:gd name="T9" fmla="*/ 0 h 295"/>
                </a:gdLst>
                <a:ahLst/>
                <a:cxnLst>
                  <a:cxn ang="0">
                    <a:pos x="T0" y="T1"/>
                  </a:cxn>
                  <a:cxn ang="0">
                    <a:pos x="T2" y="T3"/>
                  </a:cxn>
                  <a:cxn ang="0">
                    <a:pos x="T4" y="T5"/>
                  </a:cxn>
                  <a:cxn ang="0">
                    <a:pos x="T6" y="T7"/>
                  </a:cxn>
                  <a:cxn ang="0">
                    <a:pos x="T8" y="T9"/>
                  </a:cxn>
                </a:cxnLst>
                <a:rect l="0" t="0" r="r" b="b"/>
                <a:pathLst>
                  <a:path w="129" h="295">
                    <a:moveTo>
                      <a:pt x="129" y="0"/>
                    </a:moveTo>
                    <a:lnTo>
                      <a:pt x="129" y="98"/>
                    </a:lnTo>
                    <a:lnTo>
                      <a:pt x="0" y="295"/>
                    </a:lnTo>
                    <a:lnTo>
                      <a:pt x="0" y="199"/>
                    </a:lnTo>
                    <a:lnTo>
                      <a:pt x="129" y="0"/>
                    </a:lnTo>
                    <a:close/>
                  </a:path>
                </a:pathLst>
              </a:custGeom>
              <a:pattFill prst="narVert">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50" name="Freeform 41"/>
              <p:cNvSpPr>
                <a:spLocks/>
              </p:cNvSpPr>
              <p:nvPr/>
            </p:nvSpPr>
            <p:spPr bwMode="auto">
              <a:xfrm>
                <a:off x="3349626" y="1260475"/>
                <a:ext cx="2916238" cy="315912"/>
              </a:xfrm>
              <a:custGeom>
                <a:avLst/>
                <a:gdLst>
                  <a:gd name="T0" fmla="*/ 1837 w 1837"/>
                  <a:gd name="T1" fmla="*/ 0 h 199"/>
                  <a:gd name="T2" fmla="*/ 0 w 1837"/>
                  <a:gd name="T3" fmla="*/ 0 h 199"/>
                  <a:gd name="T4" fmla="*/ 130 w 1837"/>
                  <a:gd name="T5" fmla="*/ 199 h 199"/>
                  <a:gd name="T6" fmla="*/ 1708 w 1837"/>
                  <a:gd name="T7" fmla="*/ 199 h 199"/>
                  <a:gd name="T8" fmla="*/ 1837 w 1837"/>
                  <a:gd name="T9" fmla="*/ 0 h 199"/>
                </a:gdLst>
                <a:ahLst/>
                <a:cxnLst>
                  <a:cxn ang="0">
                    <a:pos x="T0" y="T1"/>
                  </a:cxn>
                  <a:cxn ang="0">
                    <a:pos x="T2" y="T3"/>
                  </a:cxn>
                  <a:cxn ang="0">
                    <a:pos x="T4" y="T5"/>
                  </a:cxn>
                  <a:cxn ang="0">
                    <a:pos x="T6" y="T7"/>
                  </a:cxn>
                  <a:cxn ang="0">
                    <a:pos x="T8" y="T9"/>
                  </a:cxn>
                </a:cxnLst>
                <a:rect l="0" t="0" r="r" b="b"/>
                <a:pathLst>
                  <a:path w="1837" h="199">
                    <a:moveTo>
                      <a:pt x="1837" y="0"/>
                    </a:moveTo>
                    <a:lnTo>
                      <a:pt x="0" y="0"/>
                    </a:lnTo>
                    <a:lnTo>
                      <a:pt x="130" y="199"/>
                    </a:lnTo>
                    <a:lnTo>
                      <a:pt x="1708" y="199"/>
                    </a:lnTo>
                    <a:lnTo>
                      <a:pt x="1837" y="0"/>
                    </a:lnTo>
                    <a:close/>
                  </a:path>
                </a:pathLst>
              </a:cu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86" name="TextBox 185"/>
            <p:cNvSpPr txBox="1"/>
            <p:nvPr/>
          </p:nvSpPr>
          <p:spPr>
            <a:xfrm>
              <a:off x="4678363" y="1181884"/>
              <a:ext cx="1766886" cy="193940"/>
            </a:xfrm>
            <a:prstGeom prst="rect">
              <a:avLst/>
            </a:prstGeom>
            <a:noFill/>
          </p:spPr>
          <p:txBody>
            <a:bodyPr wrap="square" lIns="72000" tIns="0" rIns="72000" bIns="0" rtlCol="0" anchor="t">
              <a:noAutofit/>
            </a:bodyPr>
            <a:lstStyle/>
            <a:p>
              <a:pPr algn="ctr"/>
              <a:r>
                <a:rPr lang="en-US" altLang="ko-KR" sz="1000" b="1" dirty="0">
                  <a:gradFill>
                    <a:gsLst>
                      <a:gs pos="0">
                        <a:schemeClr val="accent3"/>
                      </a:gs>
                      <a:gs pos="100000">
                        <a:schemeClr val="accent3"/>
                      </a:gs>
                    </a:gsLst>
                    <a:lin ang="5400000" scaled="0"/>
                  </a:gradFill>
                  <a:latin typeface="Roboto Condensed Regular"/>
                </a:rPr>
                <a:t>Insert Title</a:t>
              </a:r>
              <a:endParaRPr lang="ko-KR" altLang="en-US" sz="1000" b="1" dirty="0">
                <a:gradFill>
                  <a:gsLst>
                    <a:gs pos="0">
                      <a:schemeClr val="accent3"/>
                    </a:gs>
                    <a:gs pos="100000">
                      <a:schemeClr val="accent3"/>
                    </a:gs>
                  </a:gsLst>
                  <a:lin ang="5400000" scaled="0"/>
                </a:gradFill>
                <a:latin typeface="Roboto Condensed Regular"/>
              </a:endParaRPr>
            </a:p>
          </p:txBody>
        </p:sp>
      </p:grpSp>
      <p:cxnSp>
        <p:nvCxnSpPr>
          <p:cNvPr id="187" name="직선 연결선 186"/>
          <p:cNvCxnSpPr/>
          <p:nvPr/>
        </p:nvCxnSpPr>
        <p:spPr>
          <a:xfrm flipH="1">
            <a:off x="4743409" y="1251108"/>
            <a:ext cx="323850" cy="0"/>
          </a:xfrm>
          <a:prstGeom prst="line">
            <a:avLst/>
          </a:prstGeom>
          <a:ln w="3175">
            <a:solidFill>
              <a:schemeClr val="accent1">
                <a:lumMod val="7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03" name="그룹 102"/>
          <p:cNvGrpSpPr/>
          <p:nvPr/>
        </p:nvGrpSpPr>
        <p:grpSpPr>
          <a:xfrm>
            <a:off x="5103244" y="1156485"/>
            <a:ext cx="1186390" cy="500866"/>
            <a:chOff x="7236885" y="1156484"/>
            <a:chExt cx="1186390" cy="500866"/>
          </a:xfrm>
        </p:grpSpPr>
        <p:sp>
          <p:nvSpPr>
            <p:cNvPr id="188" name="TextBox 187"/>
            <p:cNvSpPr txBox="1"/>
            <p:nvPr/>
          </p:nvSpPr>
          <p:spPr>
            <a:xfrm>
              <a:off x="7236885" y="1156484"/>
              <a:ext cx="1100665" cy="193940"/>
            </a:xfrm>
            <a:prstGeom prst="rect">
              <a:avLst/>
            </a:prstGeom>
            <a:noFill/>
          </p:spPr>
          <p:txBody>
            <a:bodyPr wrap="square" lIns="72000" tIns="0" rIns="7200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Lorem Ipsum</a:t>
              </a:r>
              <a:endParaRPr lang="ko-KR" altLang="en-US" sz="1200" b="1" dirty="0">
                <a:gradFill>
                  <a:gsLst>
                    <a:gs pos="0">
                      <a:schemeClr val="accent1"/>
                    </a:gs>
                    <a:gs pos="100000">
                      <a:schemeClr val="accent1"/>
                    </a:gs>
                  </a:gsLst>
                  <a:lin ang="5400000" scaled="0"/>
                </a:gradFill>
                <a:latin typeface="Roboto Condensed Regular"/>
              </a:endParaRPr>
            </a:p>
          </p:txBody>
        </p:sp>
        <p:sp>
          <p:nvSpPr>
            <p:cNvPr id="189" name="TextBox 188"/>
            <p:cNvSpPr txBox="1"/>
            <p:nvPr/>
          </p:nvSpPr>
          <p:spPr>
            <a:xfrm>
              <a:off x="7236886" y="1370182"/>
              <a:ext cx="1186389" cy="287168"/>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a:t>
              </a:r>
            </a:p>
          </p:txBody>
        </p:sp>
      </p:grpSp>
      <p:cxnSp>
        <p:nvCxnSpPr>
          <p:cNvPr id="193" name="직선 연결선 192"/>
          <p:cNvCxnSpPr/>
          <p:nvPr/>
        </p:nvCxnSpPr>
        <p:spPr>
          <a:xfrm flipH="1">
            <a:off x="1523960" y="2789395"/>
            <a:ext cx="1244600" cy="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200" name="그룹 199"/>
          <p:cNvGrpSpPr/>
          <p:nvPr/>
        </p:nvGrpSpPr>
        <p:grpSpPr>
          <a:xfrm>
            <a:off x="566698" y="2694771"/>
            <a:ext cx="1186390" cy="500866"/>
            <a:chOff x="2700338" y="2712234"/>
            <a:chExt cx="1186390" cy="500866"/>
          </a:xfrm>
        </p:grpSpPr>
        <p:sp>
          <p:nvSpPr>
            <p:cNvPr id="194" name="TextBox 193"/>
            <p:cNvSpPr txBox="1"/>
            <p:nvPr/>
          </p:nvSpPr>
          <p:spPr>
            <a:xfrm>
              <a:off x="2700338" y="2712234"/>
              <a:ext cx="11006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95" name="TextBox 194"/>
            <p:cNvSpPr txBox="1"/>
            <p:nvPr/>
          </p:nvSpPr>
          <p:spPr>
            <a:xfrm>
              <a:off x="2700339" y="2925932"/>
              <a:ext cx="1186389" cy="287168"/>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a:t>
              </a:r>
            </a:p>
          </p:txBody>
        </p:sp>
      </p:grpSp>
      <p:cxnSp>
        <p:nvCxnSpPr>
          <p:cNvPr id="217" name="직선 연결선 216"/>
          <p:cNvCxnSpPr/>
          <p:nvPr/>
        </p:nvCxnSpPr>
        <p:spPr>
          <a:xfrm flipH="1">
            <a:off x="1523959" y="1763870"/>
            <a:ext cx="808038" cy="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218" name="그룹 217"/>
          <p:cNvGrpSpPr/>
          <p:nvPr/>
        </p:nvGrpSpPr>
        <p:grpSpPr>
          <a:xfrm>
            <a:off x="566698" y="1669248"/>
            <a:ext cx="1186390" cy="500866"/>
            <a:chOff x="2700338" y="2712234"/>
            <a:chExt cx="1186390" cy="500866"/>
          </a:xfrm>
        </p:grpSpPr>
        <p:sp>
          <p:nvSpPr>
            <p:cNvPr id="219" name="TextBox 218"/>
            <p:cNvSpPr txBox="1"/>
            <p:nvPr/>
          </p:nvSpPr>
          <p:spPr>
            <a:xfrm>
              <a:off x="2700338" y="2712234"/>
              <a:ext cx="11006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220" name="TextBox 219"/>
            <p:cNvSpPr txBox="1"/>
            <p:nvPr/>
          </p:nvSpPr>
          <p:spPr>
            <a:xfrm>
              <a:off x="2700339" y="2925932"/>
              <a:ext cx="1186389" cy="287168"/>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a:t>
              </a:r>
            </a:p>
          </p:txBody>
        </p:sp>
      </p:grpSp>
      <p:cxnSp>
        <p:nvCxnSpPr>
          <p:cNvPr id="230" name="직선 연결선 229"/>
          <p:cNvCxnSpPr/>
          <p:nvPr/>
        </p:nvCxnSpPr>
        <p:spPr>
          <a:xfrm flipH="1">
            <a:off x="1523959" y="3810158"/>
            <a:ext cx="1638300" cy="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231" name="그룹 230"/>
          <p:cNvGrpSpPr/>
          <p:nvPr/>
        </p:nvGrpSpPr>
        <p:grpSpPr>
          <a:xfrm>
            <a:off x="566698" y="3715536"/>
            <a:ext cx="1186390" cy="500866"/>
            <a:chOff x="2700338" y="2712234"/>
            <a:chExt cx="1186390" cy="500866"/>
          </a:xfrm>
        </p:grpSpPr>
        <p:sp>
          <p:nvSpPr>
            <p:cNvPr id="232" name="TextBox 231"/>
            <p:cNvSpPr txBox="1"/>
            <p:nvPr/>
          </p:nvSpPr>
          <p:spPr>
            <a:xfrm>
              <a:off x="2700338" y="2712234"/>
              <a:ext cx="1100665" cy="193940"/>
            </a:xfrm>
            <a:prstGeom prst="rect">
              <a:avLst/>
            </a:prstGeom>
            <a:noFill/>
          </p:spPr>
          <p:txBody>
            <a:bodyPr wrap="square" lIns="72000" tIns="0" rIns="7200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233" name="TextBox 232"/>
            <p:cNvSpPr txBox="1"/>
            <p:nvPr/>
          </p:nvSpPr>
          <p:spPr>
            <a:xfrm>
              <a:off x="2700339" y="2925932"/>
              <a:ext cx="1186389" cy="287168"/>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a:t>
              </a:r>
            </a:p>
          </p:txBody>
        </p: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fade">
                                      <p:cBhvr>
                                        <p:cTn id="7" dur="500"/>
                                        <p:tgtEl>
                                          <p:spTgt spid="79"/>
                                        </p:tgtEl>
                                      </p:cBhvr>
                                    </p:animEffect>
                                    <p:anim calcmode="lin" valueType="num">
                                      <p:cBhvr>
                                        <p:cTn id="8" dur="500" fill="hold"/>
                                        <p:tgtEl>
                                          <p:spTgt spid="79"/>
                                        </p:tgtEl>
                                        <p:attrNameLst>
                                          <p:attrName>ppt_x</p:attrName>
                                        </p:attrNameLst>
                                      </p:cBhvr>
                                      <p:tavLst>
                                        <p:tav tm="0">
                                          <p:val>
                                            <p:strVal val="#ppt_x"/>
                                          </p:val>
                                        </p:tav>
                                        <p:tav tm="100000">
                                          <p:val>
                                            <p:strVal val="#ppt_x"/>
                                          </p:val>
                                        </p:tav>
                                      </p:tavLst>
                                    </p:anim>
                                    <p:anim calcmode="lin" valueType="num">
                                      <p:cBhvr>
                                        <p:cTn id="9" dur="500" fill="hold"/>
                                        <p:tgtEl>
                                          <p:spTgt spid="79"/>
                                        </p:tgtEl>
                                        <p:attrNameLst>
                                          <p:attrName>ppt_y</p:attrName>
                                        </p:attrNameLst>
                                      </p:cBhvr>
                                      <p:tavLst>
                                        <p:tav tm="0">
                                          <p:val>
                                            <p:strVal val="#ppt_y+.1"/>
                                          </p:val>
                                        </p:tav>
                                        <p:tav tm="100000">
                                          <p:val>
                                            <p:strVal val="#ppt_y"/>
                                          </p:val>
                                        </p:tav>
                                      </p:tavLst>
                                    </p:anim>
                                  </p:childTnLst>
                                </p:cTn>
                              </p:par>
                              <p:par>
                                <p:cTn id="10" presetID="17" presetClass="entr" presetSubtype="10" fill="hold" nodeType="withEffect">
                                  <p:stCondLst>
                                    <p:cond delay="0"/>
                                  </p:stCondLst>
                                  <p:childTnLst>
                                    <p:set>
                                      <p:cBhvr>
                                        <p:cTn id="11" dur="1" fill="hold">
                                          <p:stCondLst>
                                            <p:cond delay="0"/>
                                          </p:stCondLst>
                                        </p:cTn>
                                        <p:tgtEl>
                                          <p:spTgt spid="187"/>
                                        </p:tgtEl>
                                        <p:attrNameLst>
                                          <p:attrName>style.visibility</p:attrName>
                                        </p:attrNameLst>
                                      </p:cBhvr>
                                      <p:to>
                                        <p:strVal val="visible"/>
                                      </p:to>
                                    </p:set>
                                    <p:anim calcmode="lin" valueType="num">
                                      <p:cBhvr>
                                        <p:cTn id="12" dur="500" fill="hold"/>
                                        <p:tgtEl>
                                          <p:spTgt spid="187"/>
                                        </p:tgtEl>
                                        <p:attrNameLst>
                                          <p:attrName>ppt_w</p:attrName>
                                        </p:attrNameLst>
                                      </p:cBhvr>
                                      <p:tavLst>
                                        <p:tav tm="0">
                                          <p:val>
                                            <p:fltVal val="0"/>
                                          </p:val>
                                        </p:tav>
                                        <p:tav tm="100000">
                                          <p:val>
                                            <p:strVal val="#ppt_w"/>
                                          </p:val>
                                        </p:tav>
                                      </p:tavLst>
                                    </p:anim>
                                    <p:anim calcmode="lin" valueType="num">
                                      <p:cBhvr>
                                        <p:cTn id="13" dur="500" fill="hold"/>
                                        <p:tgtEl>
                                          <p:spTgt spid="187"/>
                                        </p:tgtEl>
                                        <p:attrNameLst>
                                          <p:attrName>ppt_h</p:attrName>
                                        </p:attrNameLst>
                                      </p:cBhvr>
                                      <p:tavLst>
                                        <p:tav tm="0">
                                          <p:val>
                                            <p:strVal val="#ppt_h"/>
                                          </p:val>
                                        </p:tav>
                                        <p:tav tm="100000">
                                          <p:val>
                                            <p:strVal val="#ppt_h"/>
                                          </p:val>
                                        </p:tav>
                                      </p:tavLst>
                                    </p:anim>
                                  </p:childTnLst>
                                </p:cTn>
                              </p:par>
                              <p:par>
                                <p:cTn id="14" presetID="47" presetClass="entr" presetSubtype="0" fill="hold" nodeType="with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fade">
                                      <p:cBhvr>
                                        <p:cTn id="16" dur="500"/>
                                        <p:tgtEl>
                                          <p:spTgt spid="103"/>
                                        </p:tgtEl>
                                      </p:cBhvr>
                                    </p:animEffect>
                                    <p:anim calcmode="lin" valueType="num">
                                      <p:cBhvr>
                                        <p:cTn id="17" dur="500" fill="hold"/>
                                        <p:tgtEl>
                                          <p:spTgt spid="103"/>
                                        </p:tgtEl>
                                        <p:attrNameLst>
                                          <p:attrName>ppt_x</p:attrName>
                                        </p:attrNameLst>
                                      </p:cBhvr>
                                      <p:tavLst>
                                        <p:tav tm="0">
                                          <p:val>
                                            <p:strVal val="#ppt_x"/>
                                          </p:val>
                                        </p:tav>
                                        <p:tav tm="100000">
                                          <p:val>
                                            <p:strVal val="#ppt_x"/>
                                          </p:val>
                                        </p:tav>
                                      </p:tavLst>
                                    </p:anim>
                                    <p:anim calcmode="lin" valueType="num">
                                      <p:cBhvr>
                                        <p:cTn id="18" dur="500" fill="hold"/>
                                        <p:tgtEl>
                                          <p:spTgt spid="103"/>
                                        </p:tgtEl>
                                        <p:attrNameLst>
                                          <p:attrName>ppt_y</p:attrName>
                                        </p:attrNameLst>
                                      </p:cBhvr>
                                      <p:tavLst>
                                        <p:tav tm="0">
                                          <p:val>
                                            <p:strVal val="#ppt_y-.1"/>
                                          </p:val>
                                        </p:tav>
                                        <p:tav tm="100000">
                                          <p:val>
                                            <p:strVal val="#ppt_y"/>
                                          </p:val>
                                        </p:tav>
                                      </p:tavLst>
                                    </p:anim>
                                  </p:childTnLst>
                                </p:cTn>
                              </p:par>
                            </p:childTnLst>
                          </p:cTn>
                        </p:par>
                        <p:par>
                          <p:cTn id="19" fill="hold">
                            <p:stCondLst>
                              <p:cond delay="500"/>
                            </p:stCondLst>
                            <p:childTnLst>
                              <p:par>
                                <p:cTn id="20" presetID="42" presetClass="entr" presetSubtype="0" fill="hold" nodeType="afterEffect">
                                  <p:stCondLst>
                                    <p:cond delay="0"/>
                                  </p:stCondLst>
                                  <p:childTnLst>
                                    <p:set>
                                      <p:cBhvr>
                                        <p:cTn id="21" dur="1" fill="hold">
                                          <p:stCondLst>
                                            <p:cond delay="0"/>
                                          </p:stCondLst>
                                        </p:cTn>
                                        <p:tgtEl>
                                          <p:spTgt spid="101"/>
                                        </p:tgtEl>
                                        <p:attrNameLst>
                                          <p:attrName>style.visibility</p:attrName>
                                        </p:attrNameLst>
                                      </p:cBhvr>
                                      <p:to>
                                        <p:strVal val="visible"/>
                                      </p:to>
                                    </p:set>
                                    <p:animEffect transition="in" filter="fade">
                                      <p:cBhvr>
                                        <p:cTn id="22" dur="500"/>
                                        <p:tgtEl>
                                          <p:spTgt spid="101"/>
                                        </p:tgtEl>
                                      </p:cBhvr>
                                    </p:animEffect>
                                    <p:anim calcmode="lin" valueType="num">
                                      <p:cBhvr>
                                        <p:cTn id="23" dur="500" fill="hold"/>
                                        <p:tgtEl>
                                          <p:spTgt spid="101"/>
                                        </p:tgtEl>
                                        <p:attrNameLst>
                                          <p:attrName>ppt_x</p:attrName>
                                        </p:attrNameLst>
                                      </p:cBhvr>
                                      <p:tavLst>
                                        <p:tav tm="0">
                                          <p:val>
                                            <p:strVal val="#ppt_x"/>
                                          </p:val>
                                        </p:tav>
                                        <p:tav tm="100000">
                                          <p:val>
                                            <p:strVal val="#ppt_x"/>
                                          </p:val>
                                        </p:tav>
                                      </p:tavLst>
                                    </p:anim>
                                    <p:anim calcmode="lin" valueType="num">
                                      <p:cBhvr>
                                        <p:cTn id="24" dur="500" fill="hold"/>
                                        <p:tgtEl>
                                          <p:spTgt spid="101"/>
                                        </p:tgtEl>
                                        <p:attrNameLst>
                                          <p:attrName>ppt_y</p:attrName>
                                        </p:attrNameLst>
                                      </p:cBhvr>
                                      <p:tavLst>
                                        <p:tav tm="0">
                                          <p:val>
                                            <p:strVal val="#ppt_y+.1"/>
                                          </p:val>
                                        </p:tav>
                                        <p:tav tm="100000">
                                          <p:val>
                                            <p:strVal val="#ppt_y"/>
                                          </p:val>
                                        </p:tav>
                                      </p:tavLst>
                                    </p:anim>
                                  </p:childTnLst>
                                </p:cTn>
                              </p:par>
                              <p:par>
                                <p:cTn id="25" presetID="17" presetClass="entr" presetSubtype="10" fill="hold" nodeType="withEffect">
                                  <p:stCondLst>
                                    <p:cond delay="0"/>
                                  </p:stCondLst>
                                  <p:childTnLst>
                                    <p:set>
                                      <p:cBhvr>
                                        <p:cTn id="26" dur="1" fill="hold">
                                          <p:stCondLst>
                                            <p:cond delay="0"/>
                                          </p:stCondLst>
                                        </p:cTn>
                                        <p:tgtEl>
                                          <p:spTgt spid="217"/>
                                        </p:tgtEl>
                                        <p:attrNameLst>
                                          <p:attrName>style.visibility</p:attrName>
                                        </p:attrNameLst>
                                      </p:cBhvr>
                                      <p:to>
                                        <p:strVal val="visible"/>
                                      </p:to>
                                    </p:set>
                                    <p:anim calcmode="lin" valueType="num">
                                      <p:cBhvr>
                                        <p:cTn id="27" dur="500" fill="hold"/>
                                        <p:tgtEl>
                                          <p:spTgt spid="217"/>
                                        </p:tgtEl>
                                        <p:attrNameLst>
                                          <p:attrName>ppt_w</p:attrName>
                                        </p:attrNameLst>
                                      </p:cBhvr>
                                      <p:tavLst>
                                        <p:tav tm="0">
                                          <p:val>
                                            <p:fltVal val="0"/>
                                          </p:val>
                                        </p:tav>
                                        <p:tav tm="100000">
                                          <p:val>
                                            <p:strVal val="#ppt_w"/>
                                          </p:val>
                                        </p:tav>
                                      </p:tavLst>
                                    </p:anim>
                                    <p:anim calcmode="lin" valueType="num">
                                      <p:cBhvr>
                                        <p:cTn id="28" dur="500" fill="hold"/>
                                        <p:tgtEl>
                                          <p:spTgt spid="217"/>
                                        </p:tgtEl>
                                        <p:attrNameLst>
                                          <p:attrName>ppt_h</p:attrName>
                                        </p:attrNameLst>
                                      </p:cBhvr>
                                      <p:tavLst>
                                        <p:tav tm="0">
                                          <p:val>
                                            <p:strVal val="#ppt_h"/>
                                          </p:val>
                                        </p:tav>
                                        <p:tav tm="100000">
                                          <p:val>
                                            <p:strVal val="#ppt_h"/>
                                          </p:val>
                                        </p:tav>
                                      </p:tavLst>
                                    </p:anim>
                                  </p:childTnLst>
                                </p:cTn>
                              </p:par>
                              <p:par>
                                <p:cTn id="29" presetID="47" presetClass="entr" presetSubtype="0" fill="hold" nodeType="withEffect">
                                  <p:stCondLst>
                                    <p:cond delay="0"/>
                                  </p:stCondLst>
                                  <p:childTnLst>
                                    <p:set>
                                      <p:cBhvr>
                                        <p:cTn id="30" dur="1" fill="hold">
                                          <p:stCondLst>
                                            <p:cond delay="0"/>
                                          </p:stCondLst>
                                        </p:cTn>
                                        <p:tgtEl>
                                          <p:spTgt spid="218"/>
                                        </p:tgtEl>
                                        <p:attrNameLst>
                                          <p:attrName>style.visibility</p:attrName>
                                        </p:attrNameLst>
                                      </p:cBhvr>
                                      <p:to>
                                        <p:strVal val="visible"/>
                                      </p:to>
                                    </p:set>
                                    <p:animEffect transition="in" filter="fade">
                                      <p:cBhvr>
                                        <p:cTn id="31" dur="500"/>
                                        <p:tgtEl>
                                          <p:spTgt spid="218"/>
                                        </p:tgtEl>
                                      </p:cBhvr>
                                    </p:animEffect>
                                    <p:anim calcmode="lin" valueType="num">
                                      <p:cBhvr>
                                        <p:cTn id="32" dur="500" fill="hold"/>
                                        <p:tgtEl>
                                          <p:spTgt spid="218"/>
                                        </p:tgtEl>
                                        <p:attrNameLst>
                                          <p:attrName>ppt_x</p:attrName>
                                        </p:attrNameLst>
                                      </p:cBhvr>
                                      <p:tavLst>
                                        <p:tav tm="0">
                                          <p:val>
                                            <p:strVal val="#ppt_x"/>
                                          </p:val>
                                        </p:tav>
                                        <p:tav tm="100000">
                                          <p:val>
                                            <p:strVal val="#ppt_x"/>
                                          </p:val>
                                        </p:tav>
                                      </p:tavLst>
                                    </p:anim>
                                    <p:anim calcmode="lin" valueType="num">
                                      <p:cBhvr>
                                        <p:cTn id="33" dur="500" fill="hold"/>
                                        <p:tgtEl>
                                          <p:spTgt spid="218"/>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42" presetClass="entr" presetSubtype="0" fill="hold" nodeType="afterEffect">
                                  <p:stCondLst>
                                    <p:cond delay="0"/>
                                  </p:stCondLst>
                                  <p:childTnLst>
                                    <p:set>
                                      <p:cBhvr>
                                        <p:cTn id="36" dur="1" fill="hold">
                                          <p:stCondLst>
                                            <p:cond delay="0"/>
                                          </p:stCondLst>
                                        </p:cTn>
                                        <p:tgtEl>
                                          <p:spTgt spid="100"/>
                                        </p:tgtEl>
                                        <p:attrNameLst>
                                          <p:attrName>style.visibility</p:attrName>
                                        </p:attrNameLst>
                                      </p:cBhvr>
                                      <p:to>
                                        <p:strVal val="visible"/>
                                      </p:to>
                                    </p:set>
                                    <p:animEffect transition="in" filter="fade">
                                      <p:cBhvr>
                                        <p:cTn id="37" dur="500"/>
                                        <p:tgtEl>
                                          <p:spTgt spid="100"/>
                                        </p:tgtEl>
                                      </p:cBhvr>
                                    </p:animEffect>
                                    <p:anim calcmode="lin" valueType="num">
                                      <p:cBhvr>
                                        <p:cTn id="38" dur="500" fill="hold"/>
                                        <p:tgtEl>
                                          <p:spTgt spid="100"/>
                                        </p:tgtEl>
                                        <p:attrNameLst>
                                          <p:attrName>ppt_x</p:attrName>
                                        </p:attrNameLst>
                                      </p:cBhvr>
                                      <p:tavLst>
                                        <p:tav tm="0">
                                          <p:val>
                                            <p:strVal val="#ppt_x"/>
                                          </p:val>
                                        </p:tav>
                                        <p:tav tm="100000">
                                          <p:val>
                                            <p:strVal val="#ppt_x"/>
                                          </p:val>
                                        </p:tav>
                                      </p:tavLst>
                                    </p:anim>
                                    <p:anim calcmode="lin" valueType="num">
                                      <p:cBhvr>
                                        <p:cTn id="39" dur="500" fill="hold"/>
                                        <p:tgtEl>
                                          <p:spTgt spid="100"/>
                                        </p:tgtEl>
                                        <p:attrNameLst>
                                          <p:attrName>ppt_y</p:attrName>
                                        </p:attrNameLst>
                                      </p:cBhvr>
                                      <p:tavLst>
                                        <p:tav tm="0">
                                          <p:val>
                                            <p:strVal val="#ppt_y+.1"/>
                                          </p:val>
                                        </p:tav>
                                        <p:tav tm="100000">
                                          <p:val>
                                            <p:strVal val="#ppt_y"/>
                                          </p:val>
                                        </p:tav>
                                      </p:tavLst>
                                    </p:anim>
                                  </p:childTnLst>
                                </p:cTn>
                              </p:par>
                              <p:par>
                                <p:cTn id="40" presetID="17" presetClass="entr" presetSubtype="10" fill="hold" nodeType="withEffect">
                                  <p:stCondLst>
                                    <p:cond delay="0"/>
                                  </p:stCondLst>
                                  <p:childTnLst>
                                    <p:set>
                                      <p:cBhvr>
                                        <p:cTn id="41" dur="1" fill="hold">
                                          <p:stCondLst>
                                            <p:cond delay="0"/>
                                          </p:stCondLst>
                                        </p:cTn>
                                        <p:tgtEl>
                                          <p:spTgt spid="182"/>
                                        </p:tgtEl>
                                        <p:attrNameLst>
                                          <p:attrName>style.visibility</p:attrName>
                                        </p:attrNameLst>
                                      </p:cBhvr>
                                      <p:to>
                                        <p:strVal val="visible"/>
                                      </p:to>
                                    </p:set>
                                    <p:anim calcmode="lin" valueType="num">
                                      <p:cBhvr>
                                        <p:cTn id="42" dur="500" fill="hold"/>
                                        <p:tgtEl>
                                          <p:spTgt spid="182"/>
                                        </p:tgtEl>
                                        <p:attrNameLst>
                                          <p:attrName>ppt_w</p:attrName>
                                        </p:attrNameLst>
                                      </p:cBhvr>
                                      <p:tavLst>
                                        <p:tav tm="0">
                                          <p:val>
                                            <p:fltVal val="0"/>
                                          </p:val>
                                        </p:tav>
                                        <p:tav tm="100000">
                                          <p:val>
                                            <p:strVal val="#ppt_w"/>
                                          </p:val>
                                        </p:tav>
                                      </p:tavLst>
                                    </p:anim>
                                    <p:anim calcmode="lin" valueType="num">
                                      <p:cBhvr>
                                        <p:cTn id="43" dur="500" fill="hold"/>
                                        <p:tgtEl>
                                          <p:spTgt spid="182"/>
                                        </p:tgtEl>
                                        <p:attrNameLst>
                                          <p:attrName>ppt_h</p:attrName>
                                        </p:attrNameLst>
                                      </p:cBhvr>
                                      <p:tavLst>
                                        <p:tav tm="0">
                                          <p:val>
                                            <p:strVal val="#ppt_h"/>
                                          </p:val>
                                        </p:tav>
                                        <p:tav tm="100000">
                                          <p:val>
                                            <p:strVal val="#ppt_h"/>
                                          </p:val>
                                        </p:tav>
                                      </p:tavLst>
                                    </p:anim>
                                  </p:childTnLst>
                                </p:cTn>
                              </p:par>
                              <p:par>
                                <p:cTn id="44" presetID="47" presetClass="entr" presetSubtype="0" fill="hold" nodeType="withEffect">
                                  <p:stCondLst>
                                    <p:cond delay="0"/>
                                  </p:stCondLst>
                                  <p:childTnLst>
                                    <p:set>
                                      <p:cBhvr>
                                        <p:cTn id="45" dur="1" fill="hold">
                                          <p:stCondLst>
                                            <p:cond delay="0"/>
                                          </p:stCondLst>
                                        </p:cTn>
                                        <p:tgtEl>
                                          <p:spTgt spid="102"/>
                                        </p:tgtEl>
                                        <p:attrNameLst>
                                          <p:attrName>style.visibility</p:attrName>
                                        </p:attrNameLst>
                                      </p:cBhvr>
                                      <p:to>
                                        <p:strVal val="visible"/>
                                      </p:to>
                                    </p:set>
                                    <p:animEffect transition="in" filter="fade">
                                      <p:cBhvr>
                                        <p:cTn id="46" dur="500"/>
                                        <p:tgtEl>
                                          <p:spTgt spid="102"/>
                                        </p:tgtEl>
                                      </p:cBhvr>
                                    </p:animEffect>
                                    <p:anim calcmode="lin" valueType="num">
                                      <p:cBhvr>
                                        <p:cTn id="47" dur="500" fill="hold"/>
                                        <p:tgtEl>
                                          <p:spTgt spid="102"/>
                                        </p:tgtEl>
                                        <p:attrNameLst>
                                          <p:attrName>ppt_x</p:attrName>
                                        </p:attrNameLst>
                                      </p:cBhvr>
                                      <p:tavLst>
                                        <p:tav tm="0">
                                          <p:val>
                                            <p:strVal val="#ppt_x"/>
                                          </p:val>
                                        </p:tav>
                                        <p:tav tm="100000">
                                          <p:val>
                                            <p:strVal val="#ppt_x"/>
                                          </p:val>
                                        </p:tav>
                                      </p:tavLst>
                                    </p:anim>
                                    <p:anim calcmode="lin" valueType="num">
                                      <p:cBhvr>
                                        <p:cTn id="48" dur="500" fill="hold"/>
                                        <p:tgtEl>
                                          <p:spTgt spid="102"/>
                                        </p:tgtEl>
                                        <p:attrNameLst>
                                          <p:attrName>ppt_y</p:attrName>
                                        </p:attrNameLst>
                                      </p:cBhvr>
                                      <p:tavLst>
                                        <p:tav tm="0">
                                          <p:val>
                                            <p:strVal val="#ppt_y-.1"/>
                                          </p:val>
                                        </p:tav>
                                        <p:tav tm="100000">
                                          <p:val>
                                            <p:strVal val="#ppt_y"/>
                                          </p:val>
                                        </p:tav>
                                      </p:tavLst>
                                    </p:anim>
                                  </p:childTnLst>
                                </p:cTn>
                              </p:par>
                            </p:childTnLst>
                          </p:cTn>
                        </p:par>
                        <p:par>
                          <p:cTn id="49" fill="hold">
                            <p:stCondLst>
                              <p:cond delay="1500"/>
                            </p:stCondLst>
                            <p:childTnLst>
                              <p:par>
                                <p:cTn id="50" presetID="42" presetClass="entr" presetSubtype="0" fill="hold" nodeType="afterEffect">
                                  <p:stCondLst>
                                    <p:cond delay="0"/>
                                  </p:stCondLst>
                                  <p:childTnLst>
                                    <p:set>
                                      <p:cBhvr>
                                        <p:cTn id="51" dur="1" fill="hold">
                                          <p:stCondLst>
                                            <p:cond delay="0"/>
                                          </p:stCondLst>
                                        </p:cTn>
                                        <p:tgtEl>
                                          <p:spTgt spid="99"/>
                                        </p:tgtEl>
                                        <p:attrNameLst>
                                          <p:attrName>style.visibility</p:attrName>
                                        </p:attrNameLst>
                                      </p:cBhvr>
                                      <p:to>
                                        <p:strVal val="visible"/>
                                      </p:to>
                                    </p:set>
                                    <p:animEffect transition="in" filter="fade">
                                      <p:cBhvr>
                                        <p:cTn id="52" dur="500"/>
                                        <p:tgtEl>
                                          <p:spTgt spid="99"/>
                                        </p:tgtEl>
                                      </p:cBhvr>
                                    </p:animEffect>
                                    <p:anim calcmode="lin" valueType="num">
                                      <p:cBhvr>
                                        <p:cTn id="53" dur="500" fill="hold"/>
                                        <p:tgtEl>
                                          <p:spTgt spid="99"/>
                                        </p:tgtEl>
                                        <p:attrNameLst>
                                          <p:attrName>ppt_x</p:attrName>
                                        </p:attrNameLst>
                                      </p:cBhvr>
                                      <p:tavLst>
                                        <p:tav tm="0">
                                          <p:val>
                                            <p:strVal val="#ppt_x"/>
                                          </p:val>
                                        </p:tav>
                                        <p:tav tm="100000">
                                          <p:val>
                                            <p:strVal val="#ppt_x"/>
                                          </p:val>
                                        </p:tav>
                                      </p:tavLst>
                                    </p:anim>
                                    <p:anim calcmode="lin" valueType="num">
                                      <p:cBhvr>
                                        <p:cTn id="54" dur="500" fill="hold"/>
                                        <p:tgtEl>
                                          <p:spTgt spid="99"/>
                                        </p:tgtEl>
                                        <p:attrNameLst>
                                          <p:attrName>ppt_y</p:attrName>
                                        </p:attrNameLst>
                                      </p:cBhvr>
                                      <p:tavLst>
                                        <p:tav tm="0">
                                          <p:val>
                                            <p:strVal val="#ppt_y+.1"/>
                                          </p:val>
                                        </p:tav>
                                        <p:tav tm="100000">
                                          <p:val>
                                            <p:strVal val="#ppt_y"/>
                                          </p:val>
                                        </p:tav>
                                      </p:tavLst>
                                    </p:anim>
                                  </p:childTnLst>
                                </p:cTn>
                              </p:par>
                              <p:par>
                                <p:cTn id="55" presetID="17" presetClass="entr" presetSubtype="10" fill="hold" nodeType="withEffect">
                                  <p:stCondLst>
                                    <p:cond delay="0"/>
                                  </p:stCondLst>
                                  <p:childTnLst>
                                    <p:set>
                                      <p:cBhvr>
                                        <p:cTn id="56" dur="1" fill="hold">
                                          <p:stCondLst>
                                            <p:cond delay="0"/>
                                          </p:stCondLst>
                                        </p:cTn>
                                        <p:tgtEl>
                                          <p:spTgt spid="193"/>
                                        </p:tgtEl>
                                        <p:attrNameLst>
                                          <p:attrName>style.visibility</p:attrName>
                                        </p:attrNameLst>
                                      </p:cBhvr>
                                      <p:to>
                                        <p:strVal val="visible"/>
                                      </p:to>
                                    </p:set>
                                    <p:anim calcmode="lin" valueType="num">
                                      <p:cBhvr>
                                        <p:cTn id="57" dur="500" fill="hold"/>
                                        <p:tgtEl>
                                          <p:spTgt spid="193"/>
                                        </p:tgtEl>
                                        <p:attrNameLst>
                                          <p:attrName>ppt_w</p:attrName>
                                        </p:attrNameLst>
                                      </p:cBhvr>
                                      <p:tavLst>
                                        <p:tav tm="0">
                                          <p:val>
                                            <p:fltVal val="0"/>
                                          </p:val>
                                        </p:tav>
                                        <p:tav tm="100000">
                                          <p:val>
                                            <p:strVal val="#ppt_w"/>
                                          </p:val>
                                        </p:tav>
                                      </p:tavLst>
                                    </p:anim>
                                    <p:anim calcmode="lin" valueType="num">
                                      <p:cBhvr>
                                        <p:cTn id="58" dur="500" fill="hold"/>
                                        <p:tgtEl>
                                          <p:spTgt spid="193"/>
                                        </p:tgtEl>
                                        <p:attrNameLst>
                                          <p:attrName>ppt_h</p:attrName>
                                        </p:attrNameLst>
                                      </p:cBhvr>
                                      <p:tavLst>
                                        <p:tav tm="0">
                                          <p:val>
                                            <p:strVal val="#ppt_h"/>
                                          </p:val>
                                        </p:tav>
                                        <p:tav tm="100000">
                                          <p:val>
                                            <p:strVal val="#ppt_h"/>
                                          </p:val>
                                        </p:tav>
                                      </p:tavLst>
                                    </p:anim>
                                  </p:childTnLst>
                                </p:cTn>
                              </p:par>
                              <p:par>
                                <p:cTn id="59" presetID="47" presetClass="entr" presetSubtype="0" fill="hold" nodeType="withEffect">
                                  <p:stCondLst>
                                    <p:cond delay="0"/>
                                  </p:stCondLst>
                                  <p:childTnLst>
                                    <p:set>
                                      <p:cBhvr>
                                        <p:cTn id="60" dur="1" fill="hold">
                                          <p:stCondLst>
                                            <p:cond delay="0"/>
                                          </p:stCondLst>
                                        </p:cTn>
                                        <p:tgtEl>
                                          <p:spTgt spid="200"/>
                                        </p:tgtEl>
                                        <p:attrNameLst>
                                          <p:attrName>style.visibility</p:attrName>
                                        </p:attrNameLst>
                                      </p:cBhvr>
                                      <p:to>
                                        <p:strVal val="visible"/>
                                      </p:to>
                                    </p:set>
                                    <p:animEffect transition="in" filter="fade">
                                      <p:cBhvr>
                                        <p:cTn id="61" dur="500"/>
                                        <p:tgtEl>
                                          <p:spTgt spid="200"/>
                                        </p:tgtEl>
                                      </p:cBhvr>
                                    </p:animEffect>
                                    <p:anim calcmode="lin" valueType="num">
                                      <p:cBhvr>
                                        <p:cTn id="62" dur="500" fill="hold"/>
                                        <p:tgtEl>
                                          <p:spTgt spid="200"/>
                                        </p:tgtEl>
                                        <p:attrNameLst>
                                          <p:attrName>ppt_x</p:attrName>
                                        </p:attrNameLst>
                                      </p:cBhvr>
                                      <p:tavLst>
                                        <p:tav tm="0">
                                          <p:val>
                                            <p:strVal val="#ppt_x"/>
                                          </p:val>
                                        </p:tav>
                                        <p:tav tm="100000">
                                          <p:val>
                                            <p:strVal val="#ppt_x"/>
                                          </p:val>
                                        </p:tav>
                                      </p:tavLst>
                                    </p:anim>
                                    <p:anim calcmode="lin" valueType="num">
                                      <p:cBhvr>
                                        <p:cTn id="63" dur="500" fill="hold"/>
                                        <p:tgtEl>
                                          <p:spTgt spid="200"/>
                                        </p:tgtEl>
                                        <p:attrNameLst>
                                          <p:attrName>ppt_y</p:attrName>
                                        </p:attrNameLst>
                                      </p:cBhvr>
                                      <p:tavLst>
                                        <p:tav tm="0">
                                          <p:val>
                                            <p:strVal val="#ppt_y-.1"/>
                                          </p:val>
                                        </p:tav>
                                        <p:tav tm="100000">
                                          <p:val>
                                            <p:strVal val="#ppt_y"/>
                                          </p:val>
                                        </p:tav>
                                      </p:tavLst>
                                    </p:anim>
                                  </p:childTnLst>
                                </p:cTn>
                              </p:par>
                            </p:childTnLst>
                          </p:cTn>
                        </p:par>
                        <p:par>
                          <p:cTn id="64" fill="hold">
                            <p:stCondLst>
                              <p:cond delay="2000"/>
                            </p:stCondLst>
                            <p:childTnLst>
                              <p:par>
                                <p:cTn id="65" presetID="42" presetClass="entr" presetSubtype="0" fill="hold" nodeType="afterEffect">
                                  <p:stCondLst>
                                    <p:cond delay="0"/>
                                  </p:stCondLst>
                                  <p:childTnLst>
                                    <p:set>
                                      <p:cBhvr>
                                        <p:cTn id="66" dur="1" fill="hold">
                                          <p:stCondLst>
                                            <p:cond delay="0"/>
                                          </p:stCondLst>
                                        </p:cTn>
                                        <p:tgtEl>
                                          <p:spTgt spid="98"/>
                                        </p:tgtEl>
                                        <p:attrNameLst>
                                          <p:attrName>style.visibility</p:attrName>
                                        </p:attrNameLst>
                                      </p:cBhvr>
                                      <p:to>
                                        <p:strVal val="visible"/>
                                      </p:to>
                                    </p:set>
                                    <p:animEffect transition="in" filter="fade">
                                      <p:cBhvr>
                                        <p:cTn id="67" dur="500"/>
                                        <p:tgtEl>
                                          <p:spTgt spid="98"/>
                                        </p:tgtEl>
                                      </p:cBhvr>
                                    </p:animEffect>
                                    <p:anim calcmode="lin" valueType="num">
                                      <p:cBhvr>
                                        <p:cTn id="68" dur="500" fill="hold"/>
                                        <p:tgtEl>
                                          <p:spTgt spid="98"/>
                                        </p:tgtEl>
                                        <p:attrNameLst>
                                          <p:attrName>ppt_x</p:attrName>
                                        </p:attrNameLst>
                                      </p:cBhvr>
                                      <p:tavLst>
                                        <p:tav tm="0">
                                          <p:val>
                                            <p:strVal val="#ppt_x"/>
                                          </p:val>
                                        </p:tav>
                                        <p:tav tm="100000">
                                          <p:val>
                                            <p:strVal val="#ppt_x"/>
                                          </p:val>
                                        </p:tav>
                                      </p:tavLst>
                                    </p:anim>
                                    <p:anim calcmode="lin" valueType="num">
                                      <p:cBhvr>
                                        <p:cTn id="69" dur="500" fill="hold"/>
                                        <p:tgtEl>
                                          <p:spTgt spid="98"/>
                                        </p:tgtEl>
                                        <p:attrNameLst>
                                          <p:attrName>ppt_y</p:attrName>
                                        </p:attrNameLst>
                                      </p:cBhvr>
                                      <p:tavLst>
                                        <p:tav tm="0">
                                          <p:val>
                                            <p:strVal val="#ppt_y+.1"/>
                                          </p:val>
                                        </p:tav>
                                        <p:tav tm="100000">
                                          <p:val>
                                            <p:strVal val="#ppt_y"/>
                                          </p:val>
                                        </p:tav>
                                      </p:tavLst>
                                    </p:anim>
                                  </p:childTnLst>
                                </p:cTn>
                              </p:par>
                              <p:par>
                                <p:cTn id="70" presetID="17" presetClass="entr" presetSubtype="10" fill="hold" nodeType="withEffect">
                                  <p:stCondLst>
                                    <p:cond delay="0"/>
                                  </p:stCondLst>
                                  <p:childTnLst>
                                    <p:set>
                                      <p:cBhvr>
                                        <p:cTn id="71" dur="1" fill="hold">
                                          <p:stCondLst>
                                            <p:cond delay="0"/>
                                          </p:stCondLst>
                                        </p:cTn>
                                        <p:tgtEl>
                                          <p:spTgt spid="174"/>
                                        </p:tgtEl>
                                        <p:attrNameLst>
                                          <p:attrName>style.visibility</p:attrName>
                                        </p:attrNameLst>
                                      </p:cBhvr>
                                      <p:to>
                                        <p:strVal val="visible"/>
                                      </p:to>
                                    </p:set>
                                    <p:anim calcmode="lin" valueType="num">
                                      <p:cBhvr>
                                        <p:cTn id="72" dur="500" fill="hold"/>
                                        <p:tgtEl>
                                          <p:spTgt spid="174"/>
                                        </p:tgtEl>
                                        <p:attrNameLst>
                                          <p:attrName>ppt_w</p:attrName>
                                        </p:attrNameLst>
                                      </p:cBhvr>
                                      <p:tavLst>
                                        <p:tav tm="0">
                                          <p:val>
                                            <p:fltVal val="0"/>
                                          </p:val>
                                        </p:tav>
                                        <p:tav tm="100000">
                                          <p:val>
                                            <p:strVal val="#ppt_w"/>
                                          </p:val>
                                        </p:tav>
                                      </p:tavLst>
                                    </p:anim>
                                    <p:anim calcmode="lin" valueType="num">
                                      <p:cBhvr>
                                        <p:cTn id="73" dur="500" fill="hold"/>
                                        <p:tgtEl>
                                          <p:spTgt spid="174"/>
                                        </p:tgtEl>
                                        <p:attrNameLst>
                                          <p:attrName>ppt_h</p:attrName>
                                        </p:attrNameLst>
                                      </p:cBhvr>
                                      <p:tavLst>
                                        <p:tav tm="0">
                                          <p:val>
                                            <p:strVal val="#ppt_h"/>
                                          </p:val>
                                        </p:tav>
                                        <p:tav tm="100000">
                                          <p:val>
                                            <p:strVal val="#ppt_h"/>
                                          </p:val>
                                        </p:tav>
                                      </p:tavLst>
                                    </p:anim>
                                  </p:childTnLst>
                                </p:cTn>
                              </p:par>
                              <p:par>
                                <p:cTn id="74" presetID="47" presetClass="entr" presetSubtype="0" fill="hold" nodeType="withEffect">
                                  <p:stCondLst>
                                    <p:cond delay="0"/>
                                  </p:stCondLst>
                                  <p:childTnLst>
                                    <p:set>
                                      <p:cBhvr>
                                        <p:cTn id="75" dur="1" fill="hold">
                                          <p:stCondLst>
                                            <p:cond delay="0"/>
                                          </p:stCondLst>
                                        </p:cTn>
                                        <p:tgtEl>
                                          <p:spTgt spid="104"/>
                                        </p:tgtEl>
                                        <p:attrNameLst>
                                          <p:attrName>style.visibility</p:attrName>
                                        </p:attrNameLst>
                                      </p:cBhvr>
                                      <p:to>
                                        <p:strVal val="visible"/>
                                      </p:to>
                                    </p:set>
                                    <p:animEffect transition="in" filter="fade">
                                      <p:cBhvr>
                                        <p:cTn id="76" dur="500"/>
                                        <p:tgtEl>
                                          <p:spTgt spid="104"/>
                                        </p:tgtEl>
                                      </p:cBhvr>
                                    </p:animEffect>
                                    <p:anim calcmode="lin" valueType="num">
                                      <p:cBhvr>
                                        <p:cTn id="77" dur="500" fill="hold"/>
                                        <p:tgtEl>
                                          <p:spTgt spid="104"/>
                                        </p:tgtEl>
                                        <p:attrNameLst>
                                          <p:attrName>ppt_x</p:attrName>
                                        </p:attrNameLst>
                                      </p:cBhvr>
                                      <p:tavLst>
                                        <p:tav tm="0">
                                          <p:val>
                                            <p:strVal val="#ppt_x"/>
                                          </p:val>
                                        </p:tav>
                                        <p:tav tm="100000">
                                          <p:val>
                                            <p:strVal val="#ppt_x"/>
                                          </p:val>
                                        </p:tav>
                                      </p:tavLst>
                                    </p:anim>
                                    <p:anim calcmode="lin" valueType="num">
                                      <p:cBhvr>
                                        <p:cTn id="78" dur="500" fill="hold"/>
                                        <p:tgtEl>
                                          <p:spTgt spid="104"/>
                                        </p:tgtEl>
                                        <p:attrNameLst>
                                          <p:attrName>ppt_y</p:attrName>
                                        </p:attrNameLst>
                                      </p:cBhvr>
                                      <p:tavLst>
                                        <p:tav tm="0">
                                          <p:val>
                                            <p:strVal val="#ppt_y-.1"/>
                                          </p:val>
                                        </p:tav>
                                        <p:tav tm="100000">
                                          <p:val>
                                            <p:strVal val="#ppt_y"/>
                                          </p:val>
                                        </p:tav>
                                      </p:tavLst>
                                    </p:anim>
                                  </p:childTnLst>
                                </p:cTn>
                              </p:par>
                            </p:childTnLst>
                          </p:cTn>
                        </p:par>
                        <p:par>
                          <p:cTn id="79" fill="hold">
                            <p:stCondLst>
                              <p:cond delay="2500"/>
                            </p:stCondLst>
                            <p:childTnLst>
                              <p:par>
                                <p:cTn id="80" presetID="42" presetClass="entr" presetSubtype="0" fill="hold" nodeType="afterEffect">
                                  <p:stCondLst>
                                    <p:cond delay="0"/>
                                  </p:stCondLst>
                                  <p:childTnLst>
                                    <p:set>
                                      <p:cBhvr>
                                        <p:cTn id="81" dur="1" fill="hold">
                                          <p:stCondLst>
                                            <p:cond delay="0"/>
                                          </p:stCondLst>
                                        </p:cTn>
                                        <p:tgtEl>
                                          <p:spTgt spid="97"/>
                                        </p:tgtEl>
                                        <p:attrNameLst>
                                          <p:attrName>style.visibility</p:attrName>
                                        </p:attrNameLst>
                                      </p:cBhvr>
                                      <p:to>
                                        <p:strVal val="visible"/>
                                      </p:to>
                                    </p:set>
                                    <p:animEffect transition="in" filter="fade">
                                      <p:cBhvr>
                                        <p:cTn id="82" dur="500"/>
                                        <p:tgtEl>
                                          <p:spTgt spid="97"/>
                                        </p:tgtEl>
                                      </p:cBhvr>
                                    </p:animEffect>
                                    <p:anim calcmode="lin" valueType="num">
                                      <p:cBhvr>
                                        <p:cTn id="83" dur="500" fill="hold"/>
                                        <p:tgtEl>
                                          <p:spTgt spid="97"/>
                                        </p:tgtEl>
                                        <p:attrNameLst>
                                          <p:attrName>ppt_x</p:attrName>
                                        </p:attrNameLst>
                                      </p:cBhvr>
                                      <p:tavLst>
                                        <p:tav tm="0">
                                          <p:val>
                                            <p:strVal val="#ppt_x"/>
                                          </p:val>
                                        </p:tav>
                                        <p:tav tm="100000">
                                          <p:val>
                                            <p:strVal val="#ppt_x"/>
                                          </p:val>
                                        </p:tav>
                                      </p:tavLst>
                                    </p:anim>
                                    <p:anim calcmode="lin" valueType="num">
                                      <p:cBhvr>
                                        <p:cTn id="84" dur="500" fill="hold"/>
                                        <p:tgtEl>
                                          <p:spTgt spid="97"/>
                                        </p:tgtEl>
                                        <p:attrNameLst>
                                          <p:attrName>ppt_y</p:attrName>
                                        </p:attrNameLst>
                                      </p:cBhvr>
                                      <p:tavLst>
                                        <p:tav tm="0">
                                          <p:val>
                                            <p:strVal val="#ppt_y+.1"/>
                                          </p:val>
                                        </p:tav>
                                        <p:tav tm="100000">
                                          <p:val>
                                            <p:strVal val="#ppt_y"/>
                                          </p:val>
                                        </p:tav>
                                      </p:tavLst>
                                    </p:anim>
                                  </p:childTnLst>
                                </p:cTn>
                              </p:par>
                              <p:par>
                                <p:cTn id="85" presetID="17" presetClass="entr" presetSubtype="10" fill="hold" nodeType="withEffect">
                                  <p:stCondLst>
                                    <p:cond delay="0"/>
                                  </p:stCondLst>
                                  <p:childTnLst>
                                    <p:set>
                                      <p:cBhvr>
                                        <p:cTn id="86" dur="1" fill="hold">
                                          <p:stCondLst>
                                            <p:cond delay="0"/>
                                          </p:stCondLst>
                                        </p:cTn>
                                        <p:tgtEl>
                                          <p:spTgt spid="230"/>
                                        </p:tgtEl>
                                        <p:attrNameLst>
                                          <p:attrName>style.visibility</p:attrName>
                                        </p:attrNameLst>
                                      </p:cBhvr>
                                      <p:to>
                                        <p:strVal val="visible"/>
                                      </p:to>
                                    </p:set>
                                    <p:anim calcmode="lin" valueType="num">
                                      <p:cBhvr>
                                        <p:cTn id="87" dur="500" fill="hold"/>
                                        <p:tgtEl>
                                          <p:spTgt spid="230"/>
                                        </p:tgtEl>
                                        <p:attrNameLst>
                                          <p:attrName>ppt_w</p:attrName>
                                        </p:attrNameLst>
                                      </p:cBhvr>
                                      <p:tavLst>
                                        <p:tav tm="0">
                                          <p:val>
                                            <p:fltVal val="0"/>
                                          </p:val>
                                        </p:tav>
                                        <p:tav tm="100000">
                                          <p:val>
                                            <p:strVal val="#ppt_w"/>
                                          </p:val>
                                        </p:tav>
                                      </p:tavLst>
                                    </p:anim>
                                    <p:anim calcmode="lin" valueType="num">
                                      <p:cBhvr>
                                        <p:cTn id="88" dur="500" fill="hold"/>
                                        <p:tgtEl>
                                          <p:spTgt spid="230"/>
                                        </p:tgtEl>
                                        <p:attrNameLst>
                                          <p:attrName>ppt_h</p:attrName>
                                        </p:attrNameLst>
                                      </p:cBhvr>
                                      <p:tavLst>
                                        <p:tav tm="0">
                                          <p:val>
                                            <p:strVal val="#ppt_h"/>
                                          </p:val>
                                        </p:tav>
                                        <p:tav tm="100000">
                                          <p:val>
                                            <p:strVal val="#ppt_h"/>
                                          </p:val>
                                        </p:tav>
                                      </p:tavLst>
                                    </p:anim>
                                  </p:childTnLst>
                                </p:cTn>
                              </p:par>
                              <p:par>
                                <p:cTn id="89" presetID="47" presetClass="entr" presetSubtype="0" fill="hold" nodeType="withEffect">
                                  <p:stCondLst>
                                    <p:cond delay="0"/>
                                  </p:stCondLst>
                                  <p:childTnLst>
                                    <p:set>
                                      <p:cBhvr>
                                        <p:cTn id="90" dur="1" fill="hold">
                                          <p:stCondLst>
                                            <p:cond delay="0"/>
                                          </p:stCondLst>
                                        </p:cTn>
                                        <p:tgtEl>
                                          <p:spTgt spid="231"/>
                                        </p:tgtEl>
                                        <p:attrNameLst>
                                          <p:attrName>style.visibility</p:attrName>
                                        </p:attrNameLst>
                                      </p:cBhvr>
                                      <p:to>
                                        <p:strVal val="visible"/>
                                      </p:to>
                                    </p:set>
                                    <p:animEffect transition="in" filter="fade">
                                      <p:cBhvr>
                                        <p:cTn id="91" dur="500"/>
                                        <p:tgtEl>
                                          <p:spTgt spid="231"/>
                                        </p:tgtEl>
                                      </p:cBhvr>
                                    </p:animEffect>
                                    <p:anim calcmode="lin" valueType="num">
                                      <p:cBhvr>
                                        <p:cTn id="92" dur="500" fill="hold"/>
                                        <p:tgtEl>
                                          <p:spTgt spid="231"/>
                                        </p:tgtEl>
                                        <p:attrNameLst>
                                          <p:attrName>ppt_x</p:attrName>
                                        </p:attrNameLst>
                                      </p:cBhvr>
                                      <p:tavLst>
                                        <p:tav tm="0">
                                          <p:val>
                                            <p:strVal val="#ppt_x"/>
                                          </p:val>
                                        </p:tav>
                                        <p:tav tm="100000">
                                          <p:val>
                                            <p:strVal val="#ppt_x"/>
                                          </p:val>
                                        </p:tav>
                                      </p:tavLst>
                                    </p:anim>
                                    <p:anim calcmode="lin" valueType="num">
                                      <p:cBhvr>
                                        <p:cTn id="93" dur="500" fill="hold"/>
                                        <p:tgtEl>
                                          <p:spTgt spid="2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Diagram</a:t>
            </a:r>
          </a:p>
        </p:txBody>
      </p:sp>
      <p:grpSp>
        <p:nvGrpSpPr>
          <p:cNvPr id="366" name="그룹 365"/>
          <p:cNvGrpSpPr/>
          <p:nvPr/>
        </p:nvGrpSpPr>
        <p:grpSpPr>
          <a:xfrm>
            <a:off x="4205923" y="1879418"/>
            <a:ext cx="1938337" cy="2598738"/>
            <a:chOff x="6354763" y="1885950"/>
            <a:chExt cx="1938337" cy="2598738"/>
          </a:xfrm>
        </p:grpSpPr>
        <p:grpSp>
          <p:nvGrpSpPr>
            <p:cNvPr id="367" name="그룹 66"/>
            <p:cNvGrpSpPr/>
            <p:nvPr/>
          </p:nvGrpSpPr>
          <p:grpSpPr>
            <a:xfrm>
              <a:off x="6354763" y="1885950"/>
              <a:ext cx="1938337" cy="2598738"/>
              <a:chOff x="6354763" y="1885950"/>
              <a:chExt cx="1938337" cy="2598738"/>
            </a:xfrm>
          </p:grpSpPr>
          <p:sp>
            <p:nvSpPr>
              <p:cNvPr id="369" name="Freeform 5"/>
              <p:cNvSpPr>
                <a:spLocks/>
              </p:cNvSpPr>
              <p:nvPr/>
            </p:nvSpPr>
            <p:spPr bwMode="auto">
              <a:xfrm>
                <a:off x="6354763" y="1885950"/>
                <a:ext cx="303212" cy="304800"/>
              </a:xfrm>
              <a:custGeom>
                <a:avLst/>
                <a:gdLst>
                  <a:gd name="T0" fmla="*/ 119 w 119"/>
                  <a:gd name="T1" fmla="*/ 1 h 119"/>
                  <a:gd name="T2" fmla="*/ 51 w 119"/>
                  <a:gd name="T3" fmla="*/ 69 h 119"/>
                  <a:gd name="T4" fmla="*/ 1 w 119"/>
                  <a:gd name="T5" fmla="*/ 119 h 119"/>
                  <a:gd name="T6" fmla="*/ 27 w 119"/>
                  <a:gd name="T7" fmla="*/ 44 h 119"/>
                  <a:gd name="T8" fmla="*/ 119 w 119"/>
                  <a:gd name="T9" fmla="*/ 1 h 119"/>
                </a:gdLst>
                <a:ahLst/>
                <a:cxnLst>
                  <a:cxn ang="0">
                    <a:pos x="T0" y="T1"/>
                  </a:cxn>
                  <a:cxn ang="0">
                    <a:pos x="T2" y="T3"/>
                  </a:cxn>
                  <a:cxn ang="0">
                    <a:pos x="T4" y="T5"/>
                  </a:cxn>
                  <a:cxn ang="0">
                    <a:pos x="T6" y="T7"/>
                  </a:cxn>
                  <a:cxn ang="0">
                    <a:pos x="T8" y="T9"/>
                  </a:cxn>
                </a:cxnLst>
                <a:rect l="0" t="0" r="r" b="b"/>
                <a:pathLst>
                  <a:path w="119" h="119">
                    <a:moveTo>
                      <a:pt x="119" y="1"/>
                    </a:moveTo>
                    <a:cubicBezTo>
                      <a:pt x="82" y="1"/>
                      <a:pt x="51" y="31"/>
                      <a:pt x="51" y="69"/>
                    </a:cubicBezTo>
                    <a:cubicBezTo>
                      <a:pt x="1" y="119"/>
                      <a:pt x="1" y="119"/>
                      <a:pt x="1" y="119"/>
                    </a:cubicBezTo>
                    <a:cubicBezTo>
                      <a:pt x="1" y="119"/>
                      <a:pt x="0" y="84"/>
                      <a:pt x="27" y="44"/>
                    </a:cubicBezTo>
                    <a:cubicBezTo>
                      <a:pt x="58" y="0"/>
                      <a:pt x="119" y="1"/>
                      <a:pt x="119" y="1"/>
                    </a:cubicBezTo>
                  </a:path>
                </a:pathLst>
              </a:custGeom>
              <a:pattFill prst="dkDnDiag">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dirty="0"/>
              </a:p>
            </p:txBody>
          </p:sp>
          <p:sp>
            <p:nvSpPr>
              <p:cNvPr id="370" name="Freeform 8"/>
              <p:cNvSpPr>
                <a:spLocks/>
              </p:cNvSpPr>
              <p:nvPr/>
            </p:nvSpPr>
            <p:spPr bwMode="auto">
              <a:xfrm>
                <a:off x="6357938" y="2062163"/>
                <a:ext cx="127000" cy="2422525"/>
              </a:xfrm>
              <a:custGeom>
                <a:avLst/>
                <a:gdLst>
                  <a:gd name="T0" fmla="*/ 80 w 80"/>
                  <a:gd name="T1" fmla="*/ 0 h 1526"/>
                  <a:gd name="T2" fmla="*/ 0 w 80"/>
                  <a:gd name="T3" fmla="*/ 81 h 1526"/>
                  <a:gd name="T4" fmla="*/ 0 w 80"/>
                  <a:gd name="T5" fmla="*/ 1526 h 1526"/>
                  <a:gd name="T6" fmla="*/ 80 w 80"/>
                  <a:gd name="T7" fmla="*/ 1446 h 1526"/>
                  <a:gd name="T8" fmla="*/ 80 w 80"/>
                  <a:gd name="T9" fmla="*/ 0 h 1526"/>
                </a:gdLst>
                <a:ahLst/>
                <a:cxnLst>
                  <a:cxn ang="0">
                    <a:pos x="T0" y="T1"/>
                  </a:cxn>
                  <a:cxn ang="0">
                    <a:pos x="T2" y="T3"/>
                  </a:cxn>
                  <a:cxn ang="0">
                    <a:pos x="T4" y="T5"/>
                  </a:cxn>
                  <a:cxn ang="0">
                    <a:pos x="T6" y="T7"/>
                  </a:cxn>
                  <a:cxn ang="0">
                    <a:pos x="T8" y="T9"/>
                  </a:cxn>
                </a:cxnLst>
                <a:rect l="0" t="0" r="r" b="b"/>
                <a:pathLst>
                  <a:path w="80" h="1526">
                    <a:moveTo>
                      <a:pt x="80" y="0"/>
                    </a:moveTo>
                    <a:lnTo>
                      <a:pt x="0" y="81"/>
                    </a:lnTo>
                    <a:lnTo>
                      <a:pt x="0" y="1526"/>
                    </a:lnTo>
                    <a:lnTo>
                      <a:pt x="80" y="1446"/>
                    </a:lnTo>
                    <a:lnTo>
                      <a:pt x="80" y="0"/>
                    </a:lnTo>
                    <a:close/>
                  </a:path>
                </a:pathLst>
              </a:custGeom>
              <a:pattFill prst="dkDnDiag">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dirty="0"/>
              </a:p>
            </p:txBody>
          </p:sp>
          <p:sp>
            <p:nvSpPr>
              <p:cNvPr id="371" name="Freeform 9"/>
              <p:cNvSpPr>
                <a:spLocks/>
              </p:cNvSpPr>
              <p:nvPr/>
            </p:nvSpPr>
            <p:spPr bwMode="auto">
              <a:xfrm>
                <a:off x="6357938" y="4357688"/>
                <a:ext cx="1806575" cy="127000"/>
              </a:xfrm>
              <a:custGeom>
                <a:avLst/>
                <a:gdLst>
                  <a:gd name="T0" fmla="*/ 80 w 1138"/>
                  <a:gd name="T1" fmla="*/ 0 h 80"/>
                  <a:gd name="T2" fmla="*/ 0 w 1138"/>
                  <a:gd name="T3" fmla="*/ 80 h 80"/>
                  <a:gd name="T4" fmla="*/ 1058 w 1138"/>
                  <a:gd name="T5" fmla="*/ 80 h 80"/>
                  <a:gd name="T6" fmla="*/ 1138 w 1138"/>
                  <a:gd name="T7" fmla="*/ 0 h 80"/>
                  <a:gd name="T8" fmla="*/ 80 w 1138"/>
                  <a:gd name="T9" fmla="*/ 0 h 80"/>
                </a:gdLst>
                <a:ahLst/>
                <a:cxnLst>
                  <a:cxn ang="0">
                    <a:pos x="T0" y="T1"/>
                  </a:cxn>
                  <a:cxn ang="0">
                    <a:pos x="T2" y="T3"/>
                  </a:cxn>
                  <a:cxn ang="0">
                    <a:pos x="T4" y="T5"/>
                  </a:cxn>
                  <a:cxn ang="0">
                    <a:pos x="T6" y="T7"/>
                  </a:cxn>
                  <a:cxn ang="0">
                    <a:pos x="T8" y="T9"/>
                  </a:cxn>
                </a:cxnLst>
                <a:rect l="0" t="0" r="r" b="b"/>
                <a:pathLst>
                  <a:path w="1138" h="80">
                    <a:moveTo>
                      <a:pt x="80" y="0"/>
                    </a:moveTo>
                    <a:lnTo>
                      <a:pt x="0" y="80"/>
                    </a:lnTo>
                    <a:lnTo>
                      <a:pt x="1058" y="80"/>
                    </a:lnTo>
                    <a:lnTo>
                      <a:pt x="1138" y="0"/>
                    </a:lnTo>
                    <a:lnTo>
                      <a:pt x="80" y="0"/>
                    </a:lnTo>
                    <a:close/>
                  </a:path>
                </a:pathLst>
              </a:custGeom>
              <a:pattFill prst="ltDnDiag">
                <a:fgClr>
                  <a:schemeClr val="accent3">
                    <a:lumMod val="85000"/>
                  </a:schemeClr>
                </a:fgClr>
                <a:bgClr>
                  <a:schemeClr val="accent3">
                    <a:lumMod val="75000"/>
                  </a:schemeClr>
                </a:bgClr>
              </a:pattFill>
              <a:ln w="3175"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372" name="Freeform 13"/>
              <p:cNvSpPr>
                <a:spLocks/>
              </p:cNvSpPr>
              <p:nvPr/>
            </p:nvSpPr>
            <p:spPr bwMode="auto">
              <a:xfrm>
                <a:off x="6484938" y="1889125"/>
                <a:ext cx="1679575" cy="2468563"/>
              </a:xfrm>
              <a:custGeom>
                <a:avLst/>
                <a:gdLst>
                  <a:gd name="T0" fmla="*/ 0 w 659"/>
                  <a:gd name="T1" fmla="*/ 967 h 967"/>
                  <a:gd name="T2" fmla="*/ 659 w 659"/>
                  <a:gd name="T3" fmla="*/ 967 h 967"/>
                  <a:gd name="T4" fmla="*/ 659 w 659"/>
                  <a:gd name="T5" fmla="*/ 0 h 967"/>
                  <a:gd name="T6" fmla="*/ 68 w 659"/>
                  <a:gd name="T7" fmla="*/ 0 h 967"/>
                  <a:gd name="T8" fmla="*/ 0 w 659"/>
                  <a:gd name="T9" fmla="*/ 68 h 967"/>
                  <a:gd name="T10" fmla="*/ 0 w 659"/>
                  <a:gd name="T11" fmla="*/ 967 h 967"/>
                </a:gdLst>
                <a:ahLst/>
                <a:cxnLst>
                  <a:cxn ang="0">
                    <a:pos x="T0" y="T1"/>
                  </a:cxn>
                  <a:cxn ang="0">
                    <a:pos x="T2" y="T3"/>
                  </a:cxn>
                  <a:cxn ang="0">
                    <a:pos x="T4" y="T5"/>
                  </a:cxn>
                  <a:cxn ang="0">
                    <a:pos x="T6" y="T7"/>
                  </a:cxn>
                  <a:cxn ang="0">
                    <a:pos x="T8" y="T9"/>
                  </a:cxn>
                  <a:cxn ang="0">
                    <a:pos x="T10" y="T11"/>
                  </a:cxn>
                </a:cxnLst>
                <a:rect l="0" t="0" r="r" b="b"/>
                <a:pathLst>
                  <a:path w="659" h="967">
                    <a:moveTo>
                      <a:pt x="0" y="967"/>
                    </a:moveTo>
                    <a:cubicBezTo>
                      <a:pt x="659" y="967"/>
                      <a:pt x="659" y="967"/>
                      <a:pt x="659" y="967"/>
                    </a:cubicBezTo>
                    <a:cubicBezTo>
                      <a:pt x="659" y="0"/>
                      <a:pt x="659" y="0"/>
                      <a:pt x="659" y="0"/>
                    </a:cubicBezTo>
                    <a:cubicBezTo>
                      <a:pt x="68" y="0"/>
                      <a:pt x="68" y="0"/>
                      <a:pt x="68" y="0"/>
                    </a:cubicBezTo>
                    <a:cubicBezTo>
                      <a:pt x="31" y="0"/>
                      <a:pt x="0" y="30"/>
                      <a:pt x="0" y="68"/>
                    </a:cubicBezTo>
                    <a:lnTo>
                      <a:pt x="0" y="967"/>
                    </a:lnTo>
                    <a:close/>
                  </a:path>
                </a:pathLst>
              </a:custGeom>
              <a:solidFill>
                <a:schemeClr val="accent3"/>
              </a:solidFill>
              <a:ln w="3175"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373" name="Freeform 13"/>
              <p:cNvSpPr>
                <a:spLocks/>
              </p:cNvSpPr>
              <p:nvPr/>
            </p:nvSpPr>
            <p:spPr bwMode="auto">
              <a:xfrm>
                <a:off x="6484938" y="1889125"/>
                <a:ext cx="1679575" cy="273049"/>
              </a:xfrm>
              <a:custGeom>
                <a:avLst/>
                <a:gdLst/>
                <a:ahLst/>
                <a:cxnLst/>
                <a:rect l="l" t="t" r="r" b="b"/>
                <a:pathLst>
                  <a:path w="1679575" h="273049">
                    <a:moveTo>
                      <a:pt x="173310" y="0"/>
                    </a:moveTo>
                    <a:cubicBezTo>
                      <a:pt x="173310" y="0"/>
                      <a:pt x="173310" y="0"/>
                      <a:pt x="1679575" y="0"/>
                    </a:cubicBezTo>
                    <a:cubicBezTo>
                      <a:pt x="1679575" y="0"/>
                      <a:pt x="1679575" y="0"/>
                      <a:pt x="1679575" y="273049"/>
                    </a:cubicBezTo>
                    <a:lnTo>
                      <a:pt x="0" y="273049"/>
                    </a:lnTo>
                    <a:lnTo>
                      <a:pt x="0" y="173591"/>
                    </a:lnTo>
                    <a:cubicBezTo>
                      <a:pt x="0" y="76584"/>
                      <a:pt x="79009" y="0"/>
                      <a:pt x="173310" y="0"/>
                    </a:cubicBezTo>
                    <a:close/>
                  </a:path>
                </a:pathLst>
              </a:custGeom>
              <a:pattFill prst="dkUpDiag">
                <a:fgClr>
                  <a:schemeClr val="accent3">
                    <a:lumMod val="85000"/>
                  </a:schemeClr>
                </a:fgClr>
                <a:bgClr>
                  <a:schemeClr val="accent3">
                    <a:lumMod val="65000"/>
                  </a:schemeClr>
                </a:bgClr>
              </a:patt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dirty="0"/>
              </a:p>
            </p:txBody>
          </p:sp>
          <p:sp>
            <p:nvSpPr>
              <p:cNvPr id="374" name="Rectangle 14"/>
              <p:cNvSpPr>
                <a:spLocks noChangeArrowheads="1"/>
              </p:cNvSpPr>
              <p:nvPr/>
            </p:nvSpPr>
            <p:spPr bwMode="auto">
              <a:xfrm>
                <a:off x="6421438" y="2143125"/>
                <a:ext cx="1871662" cy="382588"/>
              </a:xfrm>
              <a:prstGeom prst="rect">
                <a:avLst/>
              </a:pr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75" name="Freeform 15"/>
              <p:cNvSpPr>
                <a:spLocks/>
              </p:cNvSpPr>
              <p:nvPr/>
            </p:nvSpPr>
            <p:spPr bwMode="auto">
              <a:xfrm>
                <a:off x="8164513" y="2525713"/>
                <a:ext cx="128587" cy="127000"/>
              </a:xfrm>
              <a:custGeom>
                <a:avLst/>
                <a:gdLst>
                  <a:gd name="T0" fmla="*/ 0 w 81"/>
                  <a:gd name="T1" fmla="*/ 0 h 80"/>
                  <a:gd name="T2" fmla="*/ 81 w 81"/>
                  <a:gd name="T3" fmla="*/ 0 h 80"/>
                  <a:gd name="T4" fmla="*/ 0 w 81"/>
                  <a:gd name="T5" fmla="*/ 80 h 80"/>
                  <a:gd name="T6" fmla="*/ 0 w 81"/>
                  <a:gd name="T7" fmla="*/ 0 h 80"/>
                </a:gdLst>
                <a:ahLst/>
                <a:cxnLst>
                  <a:cxn ang="0">
                    <a:pos x="T0" y="T1"/>
                  </a:cxn>
                  <a:cxn ang="0">
                    <a:pos x="T2" y="T3"/>
                  </a:cxn>
                  <a:cxn ang="0">
                    <a:pos x="T4" y="T5"/>
                  </a:cxn>
                  <a:cxn ang="0">
                    <a:pos x="T6" y="T7"/>
                  </a:cxn>
                </a:cxnLst>
                <a:rect l="0" t="0" r="r" b="b"/>
                <a:pathLst>
                  <a:path w="81" h="80">
                    <a:moveTo>
                      <a:pt x="0" y="0"/>
                    </a:moveTo>
                    <a:lnTo>
                      <a:pt x="81" y="0"/>
                    </a:lnTo>
                    <a:lnTo>
                      <a:pt x="0" y="80"/>
                    </a:lnTo>
                    <a:lnTo>
                      <a:pt x="0" y="0"/>
                    </a:lnTo>
                    <a:close/>
                  </a:path>
                </a:pathLst>
              </a:custGeom>
              <a:pattFill prst="ltDnDiag">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76" name="Rectangle 21"/>
              <p:cNvSpPr>
                <a:spLocks noChangeArrowheads="1"/>
              </p:cNvSpPr>
              <p:nvPr/>
            </p:nvSpPr>
            <p:spPr bwMode="auto">
              <a:xfrm>
                <a:off x="6421438" y="2525713"/>
                <a:ext cx="1743075" cy="63500"/>
              </a:xfrm>
              <a:prstGeom prst="rect">
                <a:avLst/>
              </a:prstGeom>
              <a:solidFill>
                <a:srgbClr val="000000">
                  <a:alpha val="10196"/>
                </a:srgbClr>
              </a:solidFill>
              <a:ln w="9525">
                <a:noFill/>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nvGrpSpPr>
              <p:cNvPr id="377" name="그룹 131"/>
              <p:cNvGrpSpPr/>
              <p:nvPr/>
            </p:nvGrpSpPr>
            <p:grpSpPr>
              <a:xfrm>
                <a:off x="6492980" y="2235200"/>
                <a:ext cx="1692169" cy="1936749"/>
                <a:chOff x="2987780" y="2292350"/>
                <a:chExt cx="1692169" cy="1936749"/>
              </a:xfrm>
            </p:grpSpPr>
            <p:sp>
              <p:nvSpPr>
                <p:cNvPr id="378" name="TextBox 377"/>
                <p:cNvSpPr txBox="1"/>
                <p:nvPr/>
              </p:nvSpPr>
              <p:spPr>
                <a:xfrm>
                  <a:off x="3131800" y="3002896"/>
                  <a:ext cx="1426250" cy="1226203"/>
                </a:xfrm>
                <a:prstGeom prst="rect">
                  <a:avLst/>
                </a:prstGeom>
                <a:noFill/>
              </p:spPr>
              <p:txBody>
                <a:bodyPr wrap="square" lIns="0" tIns="0" rIns="0" bIns="0" rtlCol="0">
                  <a:noAutofit/>
                </a:bodyPr>
                <a:lstStyle/>
                <a:p>
                  <a:pPr>
                    <a:buClr>
                      <a:schemeClr val="bg2"/>
                    </a:buClr>
                  </a:pPr>
                  <a:r>
                    <a:rPr lang="pt-BR" altLang="ko-KR" sz="800" dirty="0">
                      <a:gradFill>
                        <a:gsLst>
                          <a:gs pos="0">
                            <a:schemeClr val="accent4">
                              <a:alpha val="50000"/>
                            </a:schemeClr>
                          </a:gs>
                          <a:gs pos="100000">
                            <a:schemeClr val="accent4">
                              <a:alpha val="50000"/>
                            </a:schemeClr>
                          </a:gs>
                        </a:gsLst>
                        <a:lin ang="5400000" scaled="0"/>
                      </a:gradFill>
                      <a:ea typeface="Roboto Light" pitchFamily="2" charset="0"/>
                      <a:cs typeface="Roboto Condensed Regular"/>
                    </a:rPr>
                    <a:t>Morbi in ipsum sit amet pede facilisis laoreet. Donec lacus nunc, viverra nec, blandit vel, egestas et, augue. Vestibulum tincidunt malesuada tellus. Ut ultrices ultrices enim. Curabitur sit amet mauris. </a:t>
                  </a:r>
                </a:p>
              </p:txBody>
            </p:sp>
            <p:sp>
              <p:nvSpPr>
                <p:cNvPr id="379" name="TextBox 378"/>
                <p:cNvSpPr txBox="1"/>
                <p:nvPr/>
              </p:nvSpPr>
              <p:spPr>
                <a:xfrm>
                  <a:off x="3131801" y="2749550"/>
                  <a:ext cx="1404128" cy="196849"/>
                </a:xfrm>
                <a:prstGeom prst="rect">
                  <a:avLst/>
                </a:prstGeom>
                <a:noFill/>
              </p:spPr>
              <p:txBody>
                <a:bodyPr wrap="square" lIns="0" tIns="0" rIns="0" bIns="0" rtlCol="0">
                  <a:noAutofit/>
                </a:bodyPr>
                <a:lstStyle/>
                <a:p>
                  <a:pPr lvl="0"/>
                  <a:r>
                    <a:rPr lang="en-US" altLang="ko-KR" sz="1000" b="1" dirty="0">
                      <a:gradFill>
                        <a:gsLst>
                          <a:gs pos="0">
                            <a:schemeClr val="accent4">
                              <a:alpha val="70000"/>
                            </a:schemeClr>
                          </a:gs>
                          <a:gs pos="100000">
                            <a:schemeClr val="accent4">
                              <a:alpha val="70000"/>
                            </a:schemeClr>
                          </a:gs>
                        </a:gsLst>
                        <a:lin ang="5400000" scaled="0"/>
                      </a:gradFill>
                      <a:latin typeface="Roboto Condensed Regular"/>
                    </a:rPr>
                    <a:t>Lorem Ipsum</a:t>
                  </a:r>
                  <a:endParaRPr lang="ko-KR" altLang="en-US" sz="1000" b="1" dirty="0">
                    <a:gradFill>
                      <a:gsLst>
                        <a:gs pos="0">
                          <a:schemeClr val="accent4">
                            <a:alpha val="70000"/>
                          </a:schemeClr>
                        </a:gs>
                        <a:gs pos="100000">
                          <a:schemeClr val="accent4">
                            <a:alpha val="70000"/>
                          </a:schemeClr>
                        </a:gs>
                      </a:gsLst>
                      <a:lin ang="5400000" scaled="0"/>
                    </a:gradFill>
                    <a:latin typeface="Roboto Condensed Regular"/>
                  </a:endParaRPr>
                </a:p>
              </p:txBody>
            </p:sp>
            <p:sp>
              <p:nvSpPr>
                <p:cNvPr id="380" name="TextBox 379"/>
                <p:cNvSpPr txBox="1"/>
                <p:nvPr/>
              </p:nvSpPr>
              <p:spPr>
                <a:xfrm>
                  <a:off x="2987780" y="2292350"/>
                  <a:ext cx="1692169" cy="196849"/>
                </a:xfrm>
                <a:prstGeom prst="rect">
                  <a:avLst/>
                </a:prstGeom>
                <a:noFill/>
              </p:spPr>
              <p:txBody>
                <a:bodyPr wrap="square" lIns="0" tIns="0" rIns="0" bIns="0" rtlCol="0">
                  <a:noAutofit/>
                </a:bodyPr>
                <a:lstStyle/>
                <a:p>
                  <a:pPr lvl="0" algn="ctr"/>
                  <a:r>
                    <a:rPr lang="en-US" altLang="ko-KR" sz="1200" b="1" dirty="0">
                      <a:gradFill>
                        <a:gsLst>
                          <a:gs pos="0">
                            <a:schemeClr val="accent3"/>
                          </a:gs>
                          <a:gs pos="100000">
                            <a:schemeClr val="accent3"/>
                          </a:gs>
                        </a:gsLst>
                        <a:lin ang="5400000" scaled="0"/>
                      </a:gradFill>
                      <a:latin typeface="Roboto Condensed Regular"/>
                    </a:rPr>
                    <a:t>Lorem Ipsum</a:t>
                  </a:r>
                  <a:endParaRPr lang="ko-KR" altLang="en-US" sz="1200" b="1" dirty="0">
                    <a:gradFill>
                      <a:gsLst>
                        <a:gs pos="0">
                          <a:schemeClr val="accent3"/>
                        </a:gs>
                        <a:gs pos="100000">
                          <a:schemeClr val="accent3"/>
                        </a:gs>
                      </a:gsLst>
                      <a:lin ang="5400000" scaled="0"/>
                    </a:gradFill>
                    <a:latin typeface="Roboto Condensed Regular"/>
                  </a:endParaRPr>
                </a:p>
              </p:txBody>
            </p:sp>
          </p:grpSp>
        </p:grpSp>
        <p:sp>
          <p:nvSpPr>
            <p:cNvPr id="368" name="Freeform 57"/>
            <p:cNvSpPr>
              <a:spLocks noEditPoints="1"/>
            </p:cNvSpPr>
            <p:nvPr/>
          </p:nvSpPr>
          <p:spPr bwMode="auto">
            <a:xfrm>
              <a:off x="7719813" y="3868615"/>
              <a:ext cx="324350" cy="335896"/>
            </a:xfrm>
            <a:custGeom>
              <a:avLst/>
              <a:gdLst/>
              <a:ahLst/>
              <a:cxnLst>
                <a:cxn ang="0">
                  <a:pos x="142" y="175"/>
                </a:cxn>
                <a:cxn ang="0">
                  <a:pos x="147" y="179"/>
                </a:cxn>
                <a:cxn ang="0">
                  <a:pos x="203" y="210"/>
                </a:cxn>
                <a:cxn ang="0">
                  <a:pos x="202" y="146"/>
                </a:cxn>
                <a:cxn ang="0">
                  <a:pos x="200" y="140"/>
                </a:cxn>
                <a:cxn ang="0">
                  <a:pos x="194" y="130"/>
                </a:cxn>
                <a:cxn ang="0">
                  <a:pos x="136" y="165"/>
                </a:cxn>
                <a:cxn ang="0">
                  <a:pos x="142" y="175"/>
                </a:cxn>
                <a:cxn ang="0">
                  <a:pos x="175" y="130"/>
                </a:cxn>
                <a:cxn ang="0">
                  <a:pos x="189" y="122"/>
                </a:cxn>
                <a:cxn ang="0">
                  <a:pos x="129" y="23"/>
                </a:cxn>
                <a:cxn ang="0">
                  <a:pos x="115" y="32"/>
                </a:cxn>
                <a:cxn ang="0">
                  <a:pos x="175" y="130"/>
                </a:cxn>
                <a:cxn ang="0">
                  <a:pos x="169" y="134"/>
                </a:cxn>
                <a:cxn ang="0">
                  <a:pos x="109" y="36"/>
                </a:cxn>
                <a:cxn ang="0">
                  <a:pos x="92" y="46"/>
                </a:cxn>
                <a:cxn ang="0">
                  <a:pos x="151" y="145"/>
                </a:cxn>
                <a:cxn ang="0">
                  <a:pos x="169" y="134"/>
                </a:cxn>
                <a:cxn ang="0">
                  <a:pos x="72" y="58"/>
                </a:cxn>
                <a:cxn ang="0">
                  <a:pos x="131" y="157"/>
                </a:cxn>
                <a:cxn ang="0">
                  <a:pos x="145" y="148"/>
                </a:cxn>
                <a:cxn ang="0">
                  <a:pos x="86" y="50"/>
                </a:cxn>
                <a:cxn ang="0">
                  <a:pos x="72" y="58"/>
                </a:cxn>
                <a:cxn ang="0">
                  <a:pos x="67" y="50"/>
                </a:cxn>
                <a:cxn ang="0">
                  <a:pos x="124" y="15"/>
                </a:cxn>
                <a:cxn ang="0">
                  <a:pos x="120" y="8"/>
                </a:cxn>
                <a:cxn ang="0">
                  <a:pos x="102" y="4"/>
                </a:cxn>
                <a:cxn ang="0">
                  <a:pos x="67" y="25"/>
                </a:cxn>
                <a:cxn ang="0">
                  <a:pos x="62" y="43"/>
                </a:cxn>
                <a:cxn ang="0">
                  <a:pos x="67" y="50"/>
                </a:cxn>
                <a:cxn ang="0">
                  <a:pos x="0" y="210"/>
                </a:cxn>
                <a:cxn ang="0">
                  <a:pos x="155" y="210"/>
                </a:cxn>
                <a:cxn ang="0">
                  <a:pos x="155" y="198"/>
                </a:cxn>
                <a:cxn ang="0">
                  <a:pos x="0" y="198"/>
                </a:cxn>
                <a:cxn ang="0">
                  <a:pos x="0" y="210"/>
                </a:cxn>
              </a:cxnLst>
              <a:rect l="0" t="0" r="r" b="b"/>
              <a:pathLst>
                <a:path w="203" h="210">
                  <a:moveTo>
                    <a:pt x="142" y="175"/>
                  </a:moveTo>
                  <a:cubicBezTo>
                    <a:pt x="143" y="177"/>
                    <a:pt x="145" y="178"/>
                    <a:pt x="147" y="179"/>
                  </a:cubicBezTo>
                  <a:cubicBezTo>
                    <a:pt x="203" y="210"/>
                    <a:pt x="203" y="210"/>
                    <a:pt x="203" y="210"/>
                  </a:cubicBezTo>
                  <a:cubicBezTo>
                    <a:pt x="202" y="146"/>
                    <a:pt x="202" y="146"/>
                    <a:pt x="202" y="146"/>
                  </a:cubicBezTo>
                  <a:cubicBezTo>
                    <a:pt x="202" y="144"/>
                    <a:pt x="201" y="142"/>
                    <a:pt x="200" y="140"/>
                  </a:cubicBezTo>
                  <a:cubicBezTo>
                    <a:pt x="194" y="130"/>
                    <a:pt x="194" y="130"/>
                    <a:pt x="194" y="130"/>
                  </a:cubicBezTo>
                  <a:cubicBezTo>
                    <a:pt x="136" y="165"/>
                    <a:pt x="136" y="165"/>
                    <a:pt x="136" y="165"/>
                  </a:cubicBezTo>
                  <a:lnTo>
                    <a:pt x="142" y="175"/>
                  </a:lnTo>
                  <a:close/>
                  <a:moveTo>
                    <a:pt x="175" y="130"/>
                  </a:moveTo>
                  <a:cubicBezTo>
                    <a:pt x="189" y="122"/>
                    <a:pt x="189" y="122"/>
                    <a:pt x="189" y="122"/>
                  </a:cubicBezTo>
                  <a:cubicBezTo>
                    <a:pt x="129" y="23"/>
                    <a:pt x="129" y="23"/>
                    <a:pt x="129" y="23"/>
                  </a:cubicBezTo>
                  <a:cubicBezTo>
                    <a:pt x="115" y="32"/>
                    <a:pt x="115" y="32"/>
                    <a:pt x="115" y="32"/>
                  </a:cubicBezTo>
                  <a:lnTo>
                    <a:pt x="175" y="130"/>
                  </a:lnTo>
                  <a:close/>
                  <a:moveTo>
                    <a:pt x="169" y="134"/>
                  </a:moveTo>
                  <a:cubicBezTo>
                    <a:pt x="109" y="36"/>
                    <a:pt x="109" y="36"/>
                    <a:pt x="109" y="36"/>
                  </a:cubicBezTo>
                  <a:cubicBezTo>
                    <a:pt x="92" y="46"/>
                    <a:pt x="92" y="46"/>
                    <a:pt x="92" y="46"/>
                  </a:cubicBezTo>
                  <a:cubicBezTo>
                    <a:pt x="151" y="145"/>
                    <a:pt x="151" y="145"/>
                    <a:pt x="151" y="145"/>
                  </a:cubicBezTo>
                  <a:lnTo>
                    <a:pt x="169" y="134"/>
                  </a:lnTo>
                  <a:close/>
                  <a:moveTo>
                    <a:pt x="72" y="58"/>
                  </a:moveTo>
                  <a:cubicBezTo>
                    <a:pt x="131" y="157"/>
                    <a:pt x="131" y="157"/>
                    <a:pt x="131" y="157"/>
                  </a:cubicBezTo>
                  <a:cubicBezTo>
                    <a:pt x="145" y="148"/>
                    <a:pt x="145" y="148"/>
                    <a:pt x="145" y="148"/>
                  </a:cubicBezTo>
                  <a:cubicBezTo>
                    <a:pt x="86" y="50"/>
                    <a:pt x="86" y="50"/>
                    <a:pt x="86" y="50"/>
                  </a:cubicBezTo>
                  <a:lnTo>
                    <a:pt x="72" y="58"/>
                  </a:lnTo>
                  <a:close/>
                  <a:moveTo>
                    <a:pt x="67" y="50"/>
                  </a:moveTo>
                  <a:cubicBezTo>
                    <a:pt x="124" y="15"/>
                    <a:pt x="124" y="15"/>
                    <a:pt x="124" y="15"/>
                  </a:cubicBezTo>
                  <a:cubicBezTo>
                    <a:pt x="120" y="8"/>
                    <a:pt x="120" y="8"/>
                    <a:pt x="120" y="8"/>
                  </a:cubicBezTo>
                  <a:cubicBezTo>
                    <a:pt x="116" y="2"/>
                    <a:pt x="108" y="0"/>
                    <a:pt x="102" y="4"/>
                  </a:cubicBezTo>
                  <a:cubicBezTo>
                    <a:pt x="67" y="25"/>
                    <a:pt x="67" y="25"/>
                    <a:pt x="67" y="25"/>
                  </a:cubicBezTo>
                  <a:cubicBezTo>
                    <a:pt x="61" y="29"/>
                    <a:pt x="59" y="37"/>
                    <a:pt x="62" y="43"/>
                  </a:cubicBezTo>
                  <a:lnTo>
                    <a:pt x="67" y="50"/>
                  </a:lnTo>
                  <a:close/>
                  <a:moveTo>
                    <a:pt x="0" y="210"/>
                  </a:moveTo>
                  <a:cubicBezTo>
                    <a:pt x="155" y="210"/>
                    <a:pt x="155" y="210"/>
                    <a:pt x="155" y="210"/>
                  </a:cubicBezTo>
                  <a:cubicBezTo>
                    <a:pt x="155" y="198"/>
                    <a:pt x="155" y="198"/>
                    <a:pt x="155" y="198"/>
                  </a:cubicBezTo>
                  <a:cubicBezTo>
                    <a:pt x="0" y="198"/>
                    <a:pt x="0" y="198"/>
                    <a:pt x="0" y="198"/>
                  </a:cubicBezTo>
                  <a:lnTo>
                    <a:pt x="0" y="210"/>
                  </a:lnTo>
                  <a:close/>
                </a:path>
              </a:pathLst>
            </a:custGeom>
            <a:solidFill>
              <a:schemeClr val="accent3">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381" name="그룹 380"/>
          <p:cNvGrpSpPr/>
          <p:nvPr/>
        </p:nvGrpSpPr>
        <p:grpSpPr>
          <a:xfrm>
            <a:off x="722948" y="1882593"/>
            <a:ext cx="1936750" cy="2595563"/>
            <a:chOff x="2871788" y="1889125"/>
            <a:chExt cx="1936750" cy="2595563"/>
          </a:xfrm>
        </p:grpSpPr>
        <p:grpSp>
          <p:nvGrpSpPr>
            <p:cNvPr id="382" name="그룹 65"/>
            <p:cNvGrpSpPr/>
            <p:nvPr/>
          </p:nvGrpSpPr>
          <p:grpSpPr>
            <a:xfrm>
              <a:off x="2871788" y="1889125"/>
              <a:ext cx="1936750" cy="2595563"/>
              <a:chOff x="2871788" y="1889125"/>
              <a:chExt cx="1936750" cy="2595563"/>
            </a:xfrm>
          </p:grpSpPr>
          <p:sp>
            <p:nvSpPr>
              <p:cNvPr id="384" name="Freeform 6"/>
              <p:cNvSpPr>
                <a:spLocks/>
              </p:cNvSpPr>
              <p:nvPr/>
            </p:nvSpPr>
            <p:spPr bwMode="auto">
              <a:xfrm>
                <a:off x="4678363" y="1889125"/>
                <a:ext cx="130175" cy="2595563"/>
              </a:xfrm>
              <a:custGeom>
                <a:avLst/>
                <a:gdLst>
                  <a:gd name="T0" fmla="*/ 0 w 82"/>
                  <a:gd name="T1" fmla="*/ 0 h 1635"/>
                  <a:gd name="T2" fmla="*/ 82 w 82"/>
                  <a:gd name="T3" fmla="*/ 80 h 1635"/>
                  <a:gd name="T4" fmla="*/ 82 w 82"/>
                  <a:gd name="T5" fmla="*/ 1635 h 1635"/>
                  <a:gd name="T6" fmla="*/ 0 w 82"/>
                  <a:gd name="T7" fmla="*/ 1555 h 1635"/>
                  <a:gd name="T8" fmla="*/ 0 w 82"/>
                  <a:gd name="T9" fmla="*/ 0 h 1635"/>
                </a:gdLst>
                <a:ahLst/>
                <a:cxnLst>
                  <a:cxn ang="0">
                    <a:pos x="T0" y="T1"/>
                  </a:cxn>
                  <a:cxn ang="0">
                    <a:pos x="T2" y="T3"/>
                  </a:cxn>
                  <a:cxn ang="0">
                    <a:pos x="T4" y="T5"/>
                  </a:cxn>
                  <a:cxn ang="0">
                    <a:pos x="T6" y="T7"/>
                  </a:cxn>
                  <a:cxn ang="0">
                    <a:pos x="T8" y="T9"/>
                  </a:cxn>
                </a:cxnLst>
                <a:rect l="0" t="0" r="r" b="b"/>
                <a:pathLst>
                  <a:path w="82" h="1635">
                    <a:moveTo>
                      <a:pt x="0" y="0"/>
                    </a:moveTo>
                    <a:lnTo>
                      <a:pt x="82" y="80"/>
                    </a:lnTo>
                    <a:lnTo>
                      <a:pt x="82" y="1635"/>
                    </a:lnTo>
                    <a:lnTo>
                      <a:pt x="0" y="1555"/>
                    </a:lnTo>
                    <a:lnTo>
                      <a:pt x="0" y="0"/>
                    </a:lnTo>
                    <a:close/>
                  </a:path>
                </a:pathLst>
              </a:custGeom>
              <a:pattFill prst="dkDnDiag">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dirty="0"/>
              </a:p>
            </p:txBody>
          </p:sp>
          <p:sp>
            <p:nvSpPr>
              <p:cNvPr id="385" name="Freeform 7"/>
              <p:cNvSpPr>
                <a:spLocks/>
              </p:cNvSpPr>
              <p:nvPr/>
            </p:nvSpPr>
            <p:spPr bwMode="auto">
              <a:xfrm>
                <a:off x="3001963" y="4357688"/>
                <a:ext cx="1806575" cy="127000"/>
              </a:xfrm>
              <a:custGeom>
                <a:avLst/>
                <a:gdLst>
                  <a:gd name="T0" fmla="*/ 1056 w 1138"/>
                  <a:gd name="T1" fmla="*/ 0 h 80"/>
                  <a:gd name="T2" fmla="*/ 1138 w 1138"/>
                  <a:gd name="T3" fmla="*/ 80 h 80"/>
                  <a:gd name="T4" fmla="*/ 80 w 1138"/>
                  <a:gd name="T5" fmla="*/ 80 h 80"/>
                  <a:gd name="T6" fmla="*/ 0 w 1138"/>
                  <a:gd name="T7" fmla="*/ 0 h 80"/>
                  <a:gd name="T8" fmla="*/ 1056 w 1138"/>
                  <a:gd name="T9" fmla="*/ 0 h 80"/>
                </a:gdLst>
                <a:ahLst/>
                <a:cxnLst>
                  <a:cxn ang="0">
                    <a:pos x="T0" y="T1"/>
                  </a:cxn>
                  <a:cxn ang="0">
                    <a:pos x="T2" y="T3"/>
                  </a:cxn>
                  <a:cxn ang="0">
                    <a:pos x="T4" y="T5"/>
                  </a:cxn>
                  <a:cxn ang="0">
                    <a:pos x="T6" y="T7"/>
                  </a:cxn>
                  <a:cxn ang="0">
                    <a:pos x="T8" y="T9"/>
                  </a:cxn>
                </a:cxnLst>
                <a:rect l="0" t="0" r="r" b="b"/>
                <a:pathLst>
                  <a:path w="1138" h="80">
                    <a:moveTo>
                      <a:pt x="1056" y="0"/>
                    </a:moveTo>
                    <a:lnTo>
                      <a:pt x="1138" y="80"/>
                    </a:lnTo>
                    <a:lnTo>
                      <a:pt x="80" y="80"/>
                    </a:lnTo>
                    <a:lnTo>
                      <a:pt x="0" y="0"/>
                    </a:lnTo>
                    <a:lnTo>
                      <a:pt x="1056" y="0"/>
                    </a:lnTo>
                    <a:close/>
                  </a:path>
                </a:pathLst>
              </a:custGeom>
              <a:pattFill prst="ltDnDiag">
                <a:fgClr>
                  <a:schemeClr val="accent3">
                    <a:lumMod val="85000"/>
                  </a:schemeClr>
                </a:fgClr>
                <a:bgClr>
                  <a:schemeClr val="accent3">
                    <a:lumMod val="75000"/>
                  </a:schemeClr>
                </a:bgClr>
              </a:pattFill>
              <a:ln w="3175"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386" name="Freeform 10"/>
              <p:cNvSpPr>
                <a:spLocks/>
              </p:cNvSpPr>
              <p:nvPr/>
            </p:nvSpPr>
            <p:spPr bwMode="auto">
              <a:xfrm>
                <a:off x="3001963" y="1889125"/>
                <a:ext cx="1676400" cy="2468563"/>
              </a:xfrm>
              <a:custGeom>
                <a:avLst/>
                <a:gdLst>
                  <a:gd name="T0" fmla="*/ 658 w 658"/>
                  <a:gd name="T1" fmla="*/ 967 h 967"/>
                  <a:gd name="T2" fmla="*/ 0 w 658"/>
                  <a:gd name="T3" fmla="*/ 967 h 967"/>
                  <a:gd name="T4" fmla="*/ 0 w 658"/>
                  <a:gd name="T5" fmla="*/ 68 h 967"/>
                  <a:gd name="T6" fmla="*/ 68 w 658"/>
                  <a:gd name="T7" fmla="*/ 0 h 967"/>
                  <a:gd name="T8" fmla="*/ 658 w 658"/>
                  <a:gd name="T9" fmla="*/ 0 h 967"/>
                  <a:gd name="T10" fmla="*/ 658 w 658"/>
                  <a:gd name="T11" fmla="*/ 967 h 967"/>
                </a:gdLst>
                <a:ahLst/>
                <a:cxnLst>
                  <a:cxn ang="0">
                    <a:pos x="T0" y="T1"/>
                  </a:cxn>
                  <a:cxn ang="0">
                    <a:pos x="T2" y="T3"/>
                  </a:cxn>
                  <a:cxn ang="0">
                    <a:pos x="T4" y="T5"/>
                  </a:cxn>
                  <a:cxn ang="0">
                    <a:pos x="T6" y="T7"/>
                  </a:cxn>
                  <a:cxn ang="0">
                    <a:pos x="T8" y="T9"/>
                  </a:cxn>
                  <a:cxn ang="0">
                    <a:pos x="T10" y="T11"/>
                  </a:cxn>
                </a:cxnLst>
                <a:rect l="0" t="0" r="r" b="b"/>
                <a:pathLst>
                  <a:path w="658" h="967">
                    <a:moveTo>
                      <a:pt x="658" y="967"/>
                    </a:moveTo>
                    <a:cubicBezTo>
                      <a:pt x="0" y="967"/>
                      <a:pt x="0" y="967"/>
                      <a:pt x="0" y="967"/>
                    </a:cubicBezTo>
                    <a:cubicBezTo>
                      <a:pt x="0" y="68"/>
                      <a:pt x="0" y="68"/>
                      <a:pt x="0" y="68"/>
                    </a:cubicBezTo>
                    <a:cubicBezTo>
                      <a:pt x="0" y="30"/>
                      <a:pt x="30" y="0"/>
                      <a:pt x="68" y="0"/>
                    </a:cubicBezTo>
                    <a:cubicBezTo>
                      <a:pt x="658" y="0"/>
                      <a:pt x="658" y="0"/>
                      <a:pt x="658" y="0"/>
                    </a:cubicBezTo>
                    <a:lnTo>
                      <a:pt x="658" y="967"/>
                    </a:lnTo>
                    <a:close/>
                  </a:path>
                </a:pathLst>
              </a:custGeom>
              <a:solidFill>
                <a:schemeClr val="accent3"/>
              </a:solidFill>
              <a:ln w="3175"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387" name="Freeform 10"/>
              <p:cNvSpPr>
                <a:spLocks/>
              </p:cNvSpPr>
              <p:nvPr/>
            </p:nvSpPr>
            <p:spPr bwMode="auto">
              <a:xfrm>
                <a:off x="3001963" y="1889125"/>
                <a:ext cx="1676400" cy="273049"/>
              </a:xfrm>
              <a:custGeom>
                <a:avLst/>
                <a:gdLst/>
                <a:ahLst/>
                <a:cxnLst/>
                <a:rect l="l" t="t" r="r" b="b"/>
                <a:pathLst>
                  <a:path w="1676400" h="273049">
                    <a:moveTo>
                      <a:pt x="173245" y="0"/>
                    </a:moveTo>
                    <a:cubicBezTo>
                      <a:pt x="1676400" y="0"/>
                      <a:pt x="1676400" y="0"/>
                      <a:pt x="1676400" y="0"/>
                    </a:cubicBezTo>
                    <a:lnTo>
                      <a:pt x="1676400" y="273049"/>
                    </a:lnTo>
                    <a:lnTo>
                      <a:pt x="0" y="273049"/>
                    </a:lnTo>
                    <a:cubicBezTo>
                      <a:pt x="0" y="173591"/>
                      <a:pt x="0" y="173591"/>
                      <a:pt x="0" y="173591"/>
                    </a:cubicBezTo>
                    <a:cubicBezTo>
                      <a:pt x="0" y="76584"/>
                      <a:pt x="76432" y="0"/>
                      <a:pt x="173245" y="0"/>
                    </a:cubicBezTo>
                    <a:close/>
                  </a:path>
                </a:pathLst>
              </a:custGeom>
              <a:pattFill prst="dkUpDiag">
                <a:fgClr>
                  <a:schemeClr val="accent3">
                    <a:lumMod val="85000"/>
                  </a:schemeClr>
                </a:fgClr>
                <a:bgClr>
                  <a:schemeClr val="accent3">
                    <a:lumMod val="65000"/>
                  </a:schemeClr>
                </a:bgClr>
              </a:patt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dirty="0">
                  <a:solidFill>
                    <a:schemeClr val="lt1"/>
                  </a:solidFill>
                </a:endParaRPr>
              </a:p>
            </p:txBody>
          </p:sp>
          <p:sp>
            <p:nvSpPr>
              <p:cNvPr id="388" name="Rectangle 11"/>
              <p:cNvSpPr>
                <a:spLocks noChangeArrowheads="1"/>
              </p:cNvSpPr>
              <p:nvPr/>
            </p:nvSpPr>
            <p:spPr bwMode="auto">
              <a:xfrm>
                <a:off x="2871788" y="2143125"/>
                <a:ext cx="1870075" cy="382588"/>
              </a:xfrm>
              <a:prstGeom prst="rect">
                <a:avLst/>
              </a:pr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89" name="Freeform 12"/>
              <p:cNvSpPr>
                <a:spLocks/>
              </p:cNvSpPr>
              <p:nvPr/>
            </p:nvSpPr>
            <p:spPr bwMode="auto">
              <a:xfrm>
                <a:off x="2871788" y="2525713"/>
                <a:ext cx="130175" cy="127000"/>
              </a:xfrm>
              <a:custGeom>
                <a:avLst/>
                <a:gdLst>
                  <a:gd name="T0" fmla="*/ 82 w 82"/>
                  <a:gd name="T1" fmla="*/ 0 h 80"/>
                  <a:gd name="T2" fmla="*/ 0 w 82"/>
                  <a:gd name="T3" fmla="*/ 0 h 80"/>
                  <a:gd name="T4" fmla="*/ 82 w 82"/>
                  <a:gd name="T5" fmla="*/ 80 h 80"/>
                  <a:gd name="T6" fmla="*/ 82 w 82"/>
                  <a:gd name="T7" fmla="*/ 0 h 80"/>
                </a:gdLst>
                <a:ahLst/>
                <a:cxnLst>
                  <a:cxn ang="0">
                    <a:pos x="T0" y="T1"/>
                  </a:cxn>
                  <a:cxn ang="0">
                    <a:pos x="T2" y="T3"/>
                  </a:cxn>
                  <a:cxn ang="0">
                    <a:pos x="T4" y="T5"/>
                  </a:cxn>
                  <a:cxn ang="0">
                    <a:pos x="T6" y="T7"/>
                  </a:cxn>
                </a:cxnLst>
                <a:rect l="0" t="0" r="r" b="b"/>
                <a:pathLst>
                  <a:path w="82" h="80">
                    <a:moveTo>
                      <a:pt x="82" y="0"/>
                    </a:moveTo>
                    <a:lnTo>
                      <a:pt x="0" y="0"/>
                    </a:lnTo>
                    <a:lnTo>
                      <a:pt x="82" y="80"/>
                    </a:lnTo>
                    <a:lnTo>
                      <a:pt x="82" y="0"/>
                    </a:lnTo>
                    <a:close/>
                  </a:path>
                </a:pathLst>
              </a:custGeom>
              <a:pattFill prst="ltUpDiag">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390" name="Rectangle 20"/>
              <p:cNvSpPr>
                <a:spLocks noChangeArrowheads="1"/>
              </p:cNvSpPr>
              <p:nvPr/>
            </p:nvSpPr>
            <p:spPr bwMode="auto">
              <a:xfrm>
                <a:off x="3001963" y="2525713"/>
                <a:ext cx="1739900" cy="63500"/>
              </a:xfrm>
              <a:prstGeom prst="rect">
                <a:avLst/>
              </a:prstGeom>
              <a:solidFill>
                <a:srgbClr val="000000">
                  <a:alpha val="10196"/>
                </a:srgbClr>
              </a:solidFill>
              <a:ln w="9525">
                <a:noFill/>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nvGrpSpPr>
              <p:cNvPr id="391" name="그룹 2"/>
              <p:cNvGrpSpPr/>
              <p:nvPr/>
            </p:nvGrpSpPr>
            <p:grpSpPr>
              <a:xfrm>
                <a:off x="2987780" y="2235200"/>
                <a:ext cx="1692169" cy="1936749"/>
                <a:chOff x="2987780" y="2292350"/>
                <a:chExt cx="1692169" cy="1936749"/>
              </a:xfrm>
            </p:grpSpPr>
            <p:sp>
              <p:nvSpPr>
                <p:cNvPr id="392" name="TextBox 391"/>
                <p:cNvSpPr txBox="1"/>
                <p:nvPr/>
              </p:nvSpPr>
              <p:spPr>
                <a:xfrm>
                  <a:off x="3131800" y="3002896"/>
                  <a:ext cx="1426250" cy="1226203"/>
                </a:xfrm>
                <a:prstGeom prst="rect">
                  <a:avLst/>
                </a:prstGeom>
                <a:noFill/>
              </p:spPr>
              <p:txBody>
                <a:bodyPr wrap="square" lIns="0" tIns="0" rIns="0" bIns="0" rtlCol="0">
                  <a:noAutofit/>
                </a:bodyPr>
                <a:lstStyle/>
                <a:p>
                  <a:pPr>
                    <a:buClr>
                      <a:schemeClr val="bg2"/>
                    </a:buClr>
                  </a:pPr>
                  <a:r>
                    <a:rPr lang="pt-BR" altLang="ko-KR" sz="800" dirty="0">
                      <a:gradFill>
                        <a:gsLst>
                          <a:gs pos="0">
                            <a:schemeClr val="accent4">
                              <a:alpha val="50000"/>
                            </a:schemeClr>
                          </a:gs>
                          <a:gs pos="100000">
                            <a:schemeClr val="accent4">
                              <a:alpha val="50000"/>
                            </a:schemeClr>
                          </a:gs>
                        </a:gsLst>
                        <a:lin ang="5400000" scaled="0"/>
                      </a:gradFill>
                      <a:ea typeface="Roboto Light" pitchFamily="2" charset="0"/>
                      <a:cs typeface="Roboto Condensed Regular"/>
                    </a:rPr>
                    <a:t>Morbi in ipsum sit amet pede facilisis laoreet. Donec lacus nunc, viverra nec, blandit vel, egestas et, augue. Vestibulum tincidunt malesuada tellus. Ut ultrices ultrices enim. Curabitur sit amet mauris. </a:t>
                  </a:r>
                </a:p>
              </p:txBody>
            </p:sp>
            <p:sp>
              <p:nvSpPr>
                <p:cNvPr id="393" name="TextBox 392"/>
                <p:cNvSpPr txBox="1"/>
                <p:nvPr/>
              </p:nvSpPr>
              <p:spPr>
                <a:xfrm>
                  <a:off x="3131801" y="2749550"/>
                  <a:ext cx="1404128" cy="196849"/>
                </a:xfrm>
                <a:prstGeom prst="rect">
                  <a:avLst/>
                </a:prstGeom>
                <a:noFill/>
              </p:spPr>
              <p:txBody>
                <a:bodyPr wrap="square" lIns="0" tIns="0" rIns="0" bIns="0" rtlCol="0">
                  <a:noAutofit/>
                </a:bodyPr>
                <a:lstStyle/>
                <a:p>
                  <a:pPr lvl="0"/>
                  <a:r>
                    <a:rPr lang="en-US" altLang="ko-KR" sz="1000" b="1" dirty="0">
                      <a:gradFill>
                        <a:gsLst>
                          <a:gs pos="0">
                            <a:schemeClr val="accent4">
                              <a:alpha val="70000"/>
                            </a:schemeClr>
                          </a:gs>
                          <a:gs pos="100000">
                            <a:schemeClr val="accent4">
                              <a:alpha val="70000"/>
                            </a:schemeClr>
                          </a:gs>
                        </a:gsLst>
                        <a:lin ang="5400000" scaled="0"/>
                      </a:gradFill>
                      <a:latin typeface="Roboto Condensed Regular"/>
                    </a:rPr>
                    <a:t>Lorem Ipsum</a:t>
                  </a:r>
                  <a:endParaRPr lang="ko-KR" altLang="en-US" sz="1000" b="1" dirty="0">
                    <a:gradFill>
                      <a:gsLst>
                        <a:gs pos="0">
                          <a:schemeClr val="accent4">
                            <a:alpha val="70000"/>
                          </a:schemeClr>
                        </a:gs>
                        <a:gs pos="100000">
                          <a:schemeClr val="accent4">
                            <a:alpha val="70000"/>
                          </a:schemeClr>
                        </a:gs>
                      </a:gsLst>
                      <a:lin ang="5400000" scaled="0"/>
                    </a:gradFill>
                    <a:latin typeface="Roboto Condensed Regular"/>
                  </a:endParaRPr>
                </a:p>
              </p:txBody>
            </p:sp>
            <p:sp>
              <p:nvSpPr>
                <p:cNvPr id="394" name="TextBox 393"/>
                <p:cNvSpPr txBox="1"/>
                <p:nvPr/>
              </p:nvSpPr>
              <p:spPr>
                <a:xfrm>
                  <a:off x="2987780" y="2292350"/>
                  <a:ext cx="1692169" cy="196849"/>
                </a:xfrm>
                <a:prstGeom prst="rect">
                  <a:avLst/>
                </a:prstGeom>
                <a:noFill/>
              </p:spPr>
              <p:txBody>
                <a:bodyPr wrap="square" lIns="0" tIns="0" rIns="0" bIns="0" rtlCol="0">
                  <a:noAutofit/>
                </a:bodyPr>
                <a:lstStyle/>
                <a:p>
                  <a:pPr lvl="0" algn="ctr"/>
                  <a:r>
                    <a:rPr lang="en-US" altLang="ko-KR" sz="1200" b="1" dirty="0">
                      <a:gradFill>
                        <a:gsLst>
                          <a:gs pos="0">
                            <a:schemeClr val="accent3"/>
                          </a:gs>
                          <a:gs pos="100000">
                            <a:schemeClr val="accent3"/>
                          </a:gs>
                        </a:gsLst>
                        <a:lin ang="5400000" scaled="0"/>
                      </a:gradFill>
                      <a:latin typeface="Roboto Condensed Regular"/>
                    </a:rPr>
                    <a:t>Lorem Ipsum</a:t>
                  </a:r>
                  <a:endParaRPr lang="ko-KR" altLang="en-US" sz="1200" b="1" dirty="0">
                    <a:gradFill>
                      <a:gsLst>
                        <a:gs pos="0">
                          <a:schemeClr val="accent3"/>
                        </a:gs>
                        <a:gs pos="100000">
                          <a:schemeClr val="accent3"/>
                        </a:gs>
                      </a:gsLst>
                      <a:lin ang="5400000" scaled="0"/>
                    </a:gradFill>
                    <a:latin typeface="Roboto Condensed Regular"/>
                  </a:endParaRPr>
                </a:p>
              </p:txBody>
            </p:sp>
          </p:grpSp>
        </p:grpSp>
        <p:sp>
          <p:nvSpPr>
            <p:cNvPr id="383" name="Freeform 31"/>
            <p:cNvSpPr>
              <a:spLocks noEditPoints="1"/>
            </p:cNvSpPr>
            <p:nvPr/>
          </p:nvSpPr>
          <p:spPr bwMode="auto">
            <a:xfrm>
              <a:off x="4169152" y="3930039"/>
              <a:ext cx="374862" cy="293543"/>
            </a:xfrm>
            <a:custGeom>
              <a:avLst/>
              <a:gdLst/>
              <a:ahLst/>
              <a:cxnLst>
                <a:cxn ang="0">
                  <a:pos x="71" y="97"/>
                </a:cxn>
                <a:cxn ang="0">
                  <a:pos x="89" y="86"/>
                </a:cxn>
                <a:cxn ang="0">
                  <a:pos x="83" y="81"/>
                </a:cxn>
                <a:cxn ang="0">
                  <a:pos x="86" y="68"/>
                </a:cxn>
                <a:cxn ang="0">
                  <a:pos x="82" y="44"/>
                </a:cxn>
                <a:cxn ang="0">
                  <a:pos x="72" y="14"/>
                </a:cxn>
                <a:cxn ang="0">
                  <a:pos x="59" y="11"/>
                </a:cxn>
                <a:cxn ang="0">
                  <a:pos x="45" y="24"/>
                </a:cxn>
                <a:cxn ang="0">
                  <a:pos x="40" y="51"/>
                </a:cxn>
                <a:cxn ang="0">
                  <a:pos x="50" y="75"/>
                </a:cxn>
                <a:cxn ang="0">
                  <a:pos x="43" y="86"/>
                </a:cxn>
                <a:cxn ang="0">
                  <a:pos x="4" y="109"/>
                </a:cxn>
                <a:cxn ang="0">
                  <a:pos x="0" y="147"/>
                </a:cxn>
                <a:cxn ang="0">
                  <a:pos x="30" y="160"/>
                </a:cxn>
                <a:cxn ang="0">
                  <a:pos x="68" y="98"/>
                </a:cxn>
                <a:cxn ang="0">
                  <a:pos x="244" y="109"/>
                </a:cxn>
                <a:cxn ang="0">
                  <a:pos x="205" y="86"/>
                </a:cxn>
                <a:cxn ang="0">
                  <a:pos x="198" y="75"/>
                </a:cxn>
                <a:cxn ang="0">
                  <a:pos x="208" y="51"/>
                </a:cxn>
                <a:cxn ang="0">
                  <a:pos x="203" y="24"/>
                </a:cxn>
                <a:cxn ang="0">
                  <a:pos x="182" y="13"/>
                </a:cxn>
                <a:cxn ang="0">
                  <a:pos x="176" y="14"/>
                </a:cxn>
                <a:cxn ang="0">
                  <a:pos x="165" y="44"/>
                </a:cxn>
                <a:cxn ang="0">
                  <a:pos x="162" y="68"/>
                </a:cxn>
                <a:cxn ang="0">
                  <a:pos x="165" y="81"/>
                </a:cxn>
                <a:cxn ang="0">
                  <a:pos x="162" y="90"/>
                </a:cxn>
                <a:cxn ang="0">
                  <a:pos x="179" y="98"/>
                </a:cxn>
                <a:cxn ang="0">
                  <a:pos x="217" y="160"/>
                </a:cxn>
                <a:cxn ang="0">
                  <a:pos x="248" y="147"/>
                </a:cxn>
                <a:cxn ang="0">
                  <a:pos x="203" y="124"/>
                </a:cxn>
                <a:cxn ang="0">
                  <a:pos x="153" y="95"/>
                </a:cxn>
                <a:cxn ang="0">
                  <a:pos x="144" y="81"/>
                </a:cxn>
                <a:cxn ang="0">
                  <a:pos x="157" y="51"/>
                </a:cxn>
                <a:cxn ang="0">
                  <a:pos x="151" y="16"/>
                </a:cxn>
                <a:cxn ang="0">
                  <a:pos x="124" y="2"/>
                </a:cxn>
                <a:cxn ang="0">
                  <a:pos x="116" y="3"/>
                </a:cxn>
                <a:cxn ang="0">
                  <a:pos x="93" y="47"/>
                </a:cxn>
                <a:cxn ang="0">
                  <a:pos x="97" y="65"/>
                </a:cxn>
                <a:cxn ang="0">
                  <a:pos x="102" y="89"/>
                </a:cxn>
                <a:cxn ang="0">
                  <a:pos x="73" y="107"/>
                </a:cxn>
                <a:cxn ang="0">
                  <a:pos x="40" y="169"/>
                </a:cxn>
                <a:cxn ang="0">
                  <a:pos x="40" y="172"/>
                </a:cxn>
                <a:cxn ang="0">
                  <a:pos x="208" y="172"/>
                </a:cxn>
                <a:cxn ang="0">
                  <a:pos x="208" y="169"/>
                </a:cxn>
              </a:cxnLst>
              <a:rect l="0" t="0" r="r" b="b"/>
              <a:pathLst>
                <a:path w="248" h="194">
                  <a:moveTo>
                    <a:pt x="68" y="98"/>
                  </a:moveTo>
                  <a:cubicBezTo>
                    <a:pt x="69" y="98"/>
                    <a:pt x="70" y="98"/>
                    <a:pt x="71" y="97"/>
                  </a:cubicBezTo>
                  <a:cubicBezTo>
                    <a:pt x="84" y="93"/>
                    <a:pt x="85" y="92"/>
                    <a:pt x="86" y="90"/>
                  </a:cubicBezTo>
                  <a:cubicBezTo>
                    <a:pt x="87" y="88"/>
                    <a:pt x="88" y="87"/>
                    <a:pt x="89" y="86"/>
                  </a:cubicBezTo>
                  <a:cubicBezTo>
                    <a:pt x="89" y="86"/>
                    <a:pt x="89" y="86"/>
                    <a:pt x="89" y="86"/>
                  </a:cubicBezTo>
                  <a:cubicBezTo>
                    <a:pt x="86" y="82"/>
                    <a:pt x="83" y="81"/>
                    <a:pt x="83" y="81"/>
                  </a:cubicBezTo>
                  <a:cubicBezTo>
                    <a:pt x="83" y="80"/>
                    <a:pt x="82" y="77"/>
                    <a:pt x="82" y="75"/>
                  </a:cubicBezTo>
                  <a:cubicBezTo>
                    <a:pt x="83" y="73"/>
                    <a:pt x="85" y="70"/>
                    <a:pt x="86" y="68"/>
                  </a:cubicBezTo>
                  <a:cubicBezTo>
                    <a:pt x="81" y="62"/>
                    <a:pt x="80" y="54"/>
                    <a:pt x="81" y="50"/>
                  </a:cubicBezTo>
                  <a:cubicBezTo>
                    <a:pt x="81" y="47"/>
                    <a:pt x="81" y="45"/>
                    <a:pt x="82" y="44"/>
                  </a:cubicBezTo>
                  <a:cubicBezTo>
                    <a:pt x="82" y="38"/>
                    <a:pt x="82" y="29"/>
                    <a:pt x="84" y="21"/>
                  </a:cubicBezTo>
                  <a:cubicBezTo>
                    <a:pt x="79" y="15"/>
                    <a:pt x="72" y="14"/>
                    <a:pt x="72" y="14"/>
                  </a:cubicBezTo>
                  <a:cubicBezTo>
                    <a:pt x="66" y="13"/>
                    <a:pt x="66" y="13"/>
                    <a:pt x="66" y="13"/>
                  </a:cubicBezTo>
                  <a:cubicBezTo>
                    <a:pt x="66" y="13"/>
                    <a:pt x="60" y="13"/>
                    <a:pt x="59" y="11"/>
                  </a:cubicBezTo>
                  <a:cubicBezTo>
                    <a:pt x="59" y="11"/>
                    <a:pt x="59" y="14"/>
                    <a:pt x="60" y="14"/>
                  </a:cubicBezTo>
                  <a:cubicBezTo>
                    <a:pt x="60" y="14"/>
                    <a:pt x="50" y="15"/>
                    <a:pt x="45" y="24"/>
                  </a:cubicBezTo>
                  <a:cubicBezTo>
                    <a:pt x="39" y="33"/>
                    <a:pt x="41" y="49"/>
                    <a:pt x="41" y="49"/>
                  </a:cubicBezTo>
                  <a:cubicBezTo>
                    <a:pt x="41" y="49"/>
                    <a:pt x="40" y="49"/>
                    <a:pt x="40" y="51"/>
                  </a:cubicBezTo>
                  <a:cubicBezTo>
                    <a:pt x="39" y="54"/>
                    <a:pt x="41" y="61"/>
                    <a:pt x="45" y="62"/>
                  </a:cubicBezTo>
                  <a:cubicBezTo>
                    <a:pt x="45" y="62"/>
                    <a:pt x="46" y="69"/>
                    <a:pt x="50" y="75"/>
                  </a:cubicBezTo>
                  <a:cubicBezTo>
                    <a:pt x="50" y="77"/>
                    <a:pt x="49" y="80"/>
                    <a:pt x="49" y="81"/>
                  </a:cubicBezTo>
                  <a:cubicBezTo>
                    <a:pt x="49" y="81"/>
                    <a:pt x="46" y="82"/>
                    <a:pt x="43" y="86"/>
                  </a:cubicBezTo>
                  <a:cubicBezTo>
                    <a:pt x="40" y="91"/>
                    <a:pt x="37" y="92"/>
                    <a:pt x="26" y="96"/>
                  </a:cubicBezTo>
                  <a:cubicBezTo>
                    <a:pt x="23" y="97"/>
                    <a:pt x="9" y="97"/>
                    <a:pt x="4" y="109"/>
                  </a:cubicBezTo>
                  <a:cubicBezTo>
                    <a:pt x="1" y="116"/>
                    <a:pt x="0" y="131"/>
                    <a:pt x="0" y="144"/>
                  </a:cubicBezTo>
                  <a:cubicBezTo>
                    <a:pt x="0" y="145"/>
                    <a:pt x="0" y="146"/>
                    <a:pt x="0" y="147"/>
                  </a:cubicBezTo>
                  <a:cubicBezTo>
                    <a:pt x="0" y="147"/>
                    <a:pt x="0" y="147"/>
                    <a:pt x="0" y="147"/>
                  </a:cubicBezTo>
                  <a:cubicBezTo>
                    <a:pt x="7" y="151"/>
                    <a:pt x="17" y="156"/>
                    <a:pt x="30" y="160"/>
                  </a:cubicBezTo>
                  <a:cubicBezTo>
                    <a:pt x="31" y="131"/>
                    <a:pt x="35" y="123"/>
                    <a:pt x="36" y="121"/>
                  </a:cubicBezTo>
                  <a:cubicBezTo>
                    <a:pt x="43" y="102"/>
                    <a:pt x="61" y="99"/>
                    <a:pt x="68" y="98"/>
                  </a:cubicBezTo>
                  <a:close/>
                  <a:moveTo>
                    <a:pt x="248" y="144"/>
                  </a:moveTo>
                  <a:cubicBezTo>
                    <a:pt x="247" y="131"/>
                    <a:pt x="246" y="116"/>
                    <a:pt x="244" y="109"/>
                  </a:cubicBezTo>
                  <a:cubicBezTo>
                    <a:pt x="239" y="97"/>
                    <a:pt x="225" y="97"/>
                    <a:pt x="222" y="96"/>
                  </a:cubicBezTo>
                  <a:cubicBezTo>
                    <a:pt x="211" y="92"/>
                    <a:pt x="207" y="91"/>
                    <a:pt x="205" y="86"/>
                  </a:cubicBezTo>
                  <a:cubicBezTo>
                    <a:pt x="202" y="82"/>
                    <a:pt x="199" y="81"/>
                    <a:pt x="199" y="81"/>
                  </a:cubicBezTo>
                  <a:cubicBezTo>
                    <a:pt x="199" y="80"/>
                    <a:pt x="198" y="77"/>
                    <a:pt x="198" y="75"/>
                  </a:cubicBezTo>
                  <a:cubicBezTo>
                    <a:pt x="202" y="69"/>
                    <a:pt x="203" y="62"/>
                    <a:pt x="203" y="62"/>
                  </a:cubicBezTo>
                  <a:cubicBezTo>
                    <a:pt x="207" y="61"/>
                    <a:pt x="208" y="54"/>
                    <a:pt x="208" y="51"/>
                  </a:cubicBezTo>
                  <a:cubicBezTo>
                    <a:pt x="208" y="49"/>
                    <a:pt x="206" y="49"/>
                    <a:pt x="206" y="49"/>
                  </a:cubicBezTo>
                  <a:cubicBezTo>
                    <a:pt x="206" y="49"/>
                    <a:pt x="209" y="33"/>
                    <a:pt x="203" y="24"/>
                  </a:cubicBezTo>
                  <a:cubicBezTo>
                    <a:pt x="197" y="15"/>
                    <a:pt x="188" y="14"/>
                    <a:pt x="188" y="14"/>
                  </a:cubicBezTo>
                  <a:cubicBezTo>
                    <a:pt x="182" y="13"/>
                    <a:pt x="182" y="13"/>
                    <a:pt x="182" y="13"/>
                  </a:cubicBezTo>
                  <a:cubicBezTo>
                    <a:pt x="182" y="13"/>
                    <a:pt x="176" y="13"/>
                    <a:pt x="175" y="11"/>
                  </a:cubicBezTo>
                  <a:cubicBezTo>
                    <a:pt x="175" y="11"/>
                    <a:pt x="175" y="14"/>
                    <a:pt x="176" y="14"/>
                  </a:cubicBezTo>
                  <a:cubicBezTo>
                    <a:pt x="176" y="14"/>
                    <a:pt x="169" y="15"/>
                    <a:pt x="164" y="21"/>
                  </a:cubicBezTo>
                  <a:cubicBezTo>
                    <a:pt x="166" y="29"/>
                    <a:pt x="166" y="38"/>
                    <a:pt x="165" y="44"/>
                  </a:cubicBezTo>
                  <a:cubicBezTo>
                    <a:pt x="166" y="45"/>
                    <a:pt x="167" y="47"/>
                    <a:pt x="167" y="50"/>
                  </a:cubicBezTo>
                  <a:cubicBezTo>
                    <a:pt x="168" y="54"/>
                    <a:pt x="167" y="62"/>
                    <a:pt x="162" y="68"/>
                  </a:cubicBezTo>
                  <a:cubicBezTo>
                    <a:pt x="163" y="70"/>
                    <a:pt x="164" y="73"/>
                    <a:pt x="166" y="75"/>
                  </a:cubicBezTo>
                  <a:cubicBezTo>
                    <a:pt x="166" y="77"/>
                    <a:pt x="165" y="80"/>
                    <a:pt x="165" y="81"/>
                  </a:cubicBezTo>
                  <a:cubicBezTo>
                    <a:pt x="165" y="81"/>
                    <a:pt x="162" y="82"/>
                    <a:pt x="159" y="86"/>
                  </a:cubicBezTo>
                  <a:cubicBezTo>
                    <a:pt x="160" y="87"/>
                    <a:pt x="161" y="88"/>
                    <a:pt x="162" y="90"/>
                  </a:cubicBezTo>
                  <a:cubicBezTo>
                    <a:pt x="163" y="92"/>
                    <a:pt x="164" y="93"/>
                    <a:pt x="177" y="97"/>
                  </a:cubicBezTo>
                  <a:cubicBezTo>
                    <a:pt x="178" y="98"/>
                    <a:pt x="179" y="98"/>
                    <a:pt x="179" y="98"/>
                  </a:cubicBezTo>
                  <a:cubicBezTo>
                    <a:pt x="187" y="99"/>
                    <a:pt x="204" y="102"/>
                    <a:pt x="212" y="121"/>
                  </a:cubicBezTo>
                  <a:cubicBezTo>
                    <a:pt x="213" y="123"/>
                    <a:pt x="216" y="131"/>
                    <a:pt x="217" y="160"/>
                  </a:cubicBezTo>
                  <a:cubicBezTo>
                    <a:pt x="231" y="156"/>
                    <a:pt x="241" y="151"/>
                    <a:pt x="248" y="147"/>
                  </a:cubicBezTo>
                  <a:cubicBezTo>
                    <a:pt x="248" y="147"/>
                    <a:pt x="248" y="147"/>
                    <a:pt x="248" y="147"/>
                  </a:cubicBezTo>
                  <a:cubicBezTo>
                    <a:pt x="248" y="146"/>
                    <a:pt x="248" y="145"/>
                    <a:pt x="248" y="144"/>
                  </a:cubicBezTo>
                  <a:close/>
                  <a:moveTo>
                    <a:pt x="203" y="124"/>
                  </a:moveTo>
                  <a:cubicBezTo>
                    <a:pt x="196" y="108"/>
                    <a:pt x="179" y="108"/>
                    <a:pt x="174" y="107"/>
                  </a:cubicBezTo>
                  <a:cubicBezTo>
                    <a:pt x="161" y="103"/>
                    <a:pt x="156" y="101"/>
                    <a:pt x="153" y="95"/>
                  </a:cubicBezTo>
                  <a:cubicBezTo>
                    <a:pt x="150" y="89"/>
                    <a:pt x="146" y="89"/>
                    <a:pt x="146" y="89"/>
                  </a:cubicBezTo>
                  <a:cubicBezTo>
                    <a:pt x="145" y="87"/>
                    <a:pt x="144" y="83"/>
                    <a:pt x="144" y="81"/>
                  </a:cubicBezTo>
                  <a:cubicBezTo>
                    <a:pt x="150" y="73"/>
                    <a:pt x="151" y="65"/>
                    <a:pt x="151" y="65"/>
                  </a:cubicBezTo>
                  <a:cubicBezTo>
                    <a:pt x="156" y="63"/>
                    <a:pt x="158" y="54"/>
                    <a:pt x="157" y="51"/>
                  </a:cubicBezTo>
                  <a:cubicBezTo>
                    <a:pt x="157" y="47"/>
                    <a:pt x="155" y="47"/>
                    <a:pt x="155" y="47"/>
                  </a:cubicBezTo>
                  <a:cubicBezTo>
                    <a:pt x="155" y="47"/>
                    <a:pt x="158" y="28"/>
                    <a:pt x="151" y="16"/>
                  </a:cubicBezTo>
                  <a:cubicBezTo>
                    <a:pt x="143" y="4"/>
                    <a:pt x="131" y="3"/>
                    <a:pt x="131" y="3"/>
                  </a:cubicBezTo>
                  <a:cubicBezTo>
                    <a:pt x="124" y="2"/>
                    <a:pt x="124" y="2"/>
                    <a:pt x="124" y="2"/>
                  </a:cubicBezTo>
                  <a:cubicBezTo>
                    <a:pt x="124" y="2"/>
                    <a:pt x="117" y="1"/>
                    <a:pt x="115" y="0"/>
                  </a:cubicBezTo>
                  <a:cubicBezTo>
                    <a:pt x="115" y="0"/>
                    <a:pt x="115" y="2"/>
                    <a:pt x="116" y="3"/>
                  </a:cubicBezTo>
                  <a:cubicBezTo>
                    <a:pt x="116" y="3"/>
                    <a:pt x="104" y="4"/>
                    <a:pt x="97" y="16"/>
                  </a:cubicBezTo>
                  <a:cubicBezTo>
                    <a:pt x="90" y="28"/>
                    <a:pt x="93" y="47"/>
                    <a:pt x="93" y="47"/>
                  </a:cubicBezTo>
                  <a:cubicBezTo>
                    <a:pt x="93" y="47"/>
                    <a:pt x="91" y="47"/>
                    <a:pt x="90" y="51"/>
                  </a:cubicBezTo>
                  <a:cubicBezTo>
                    <a:pt x="90" y="54"/>
                    <a:pt x="92" y="63"/>
                    <a:pt x="97" y="65"/>
                  </a:cubicBezTo>
                  <a:cubicBezTo>
                    <a:pt x="97" y="65"/>
                    <a:pt x="98" y="73"/>
                    <a:pt x="104" y="81"/>
                  </a:cubicBezTo>
                  <a:cubicBezTo>
                    <a:pt x="103" y="83"/>
                    <a:pt x="103" y="87"/>
                    <a:pt x="102" y="89"/>
                  </a:cubicBezTo>
                  <a:cubicBezTo>
                    <a:pt x="102" y="89"/>
                    <a:pt x="98" y="89"/>
                    <a:pt x="95" y="95"/>
                  </a:cubicBezTo>
                  <a:cubicBezTo>
                    <a:pt x="91" y="101"/>
                    <a:pt x="87" y="103"/>
                    <a:pt x="73" y="107"/>
                  </a:cubicBezTo>
                  <a:cubicBezTo>
                    <a:pt x="69" y="108"/>
                    <a:pt x="52" y="108"/>
                    <a:pt x="45" y="124"/>
                  </a:cubicBezTo>
                  <a:cubicBezTo>
                    <a:pt x="42" y="133"/>
                    <a:pt x="40" y="152"/>
                    <a:pt x="40" y="169"/>
                  </a:cubicBezTo>
                  <a:cubicBezTo>
                    <a:pt x="40" y="170"/>
                    <a:pt x="40" y="171"/>
                    <a:pt x="40" y="172"/>
                  </a:cubicBezTo>
                  <a:cubicBezTo>
                    <a:pt x="40" y="172"/>
                    <a:pt x="40" y="172"/>
                    <a:pt x="40" y="172"/>
                  </a:cubicBezTo>
                  <a:cubicBezTo>
                    <a:pt x="56" y="182"/>
                    <a:pt x="83" y="194"/>
                    <a:pt x="124" y="194"/>
                  </a:cubicBezTo>
                  <a:cubicBezTo>
                    <a:pt x="165" y="194"/>
                    <a:pt x="192" y="182"/>
                    <a:pt x="208" y="172"/>
                  </a:cubicBezTo>
                  <a:cubicBezTo>
                    <a:pt x="208" y="172"/>
                    <a:pt x="208" y="172"/>
                    <a:pt x="208" y="172"/>
                  </a:cubicBezTo>
                  <a:cubicBezTo>
                    <a:pt x="208" y="171"/>
                    <a:pt x="208" y="170"/>
                    <a:pt x="208" y="169"/>
                  </a:cubicBezTo>
                  <a:cubicBezTo>
                    <a:pt x="207" y="152"/>
                    <a:pt x="206" y="133"/>
                    <a:pt x="203" y="124"/>
                  </a:cubicBezTo>
                  <a:close/>
                </a:path>
              </a:pathLst>
            </a:custGeom>
            <a:solidFill>
              <a:schemeClr val="accent3">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395" name="그룹 394"/>
          <p:cNvGrpSpPr/>
          <p:nvPr/>
        </p:nvGrpSpPr>
        <p:grpSpPr>
          <a:xfrm>
            <a:off x="4812744" y="1004128"/>
            <a:ext cx="726283" cy="1011476"/>
            <a:chOff x="6961584" y="1010660"/>
            <a:chExt cx="726283" cy="1011476"/>
          </a:xfrm>
        </p:grpSpPr>
        <p:cxnSp>
          <p:nvCxnSpPr>
            <p:cNvPr id="396" name="직선 연결선 395"/>
            <p:cNvCxnSpPr/>
            <p:nvPr/>
          </p:nvCxnSpPr>
          <p:spPr>
            <a:xfrm>
              <a:off x="7324726" y="1765906"/>
              <a:ext cx="0" cy="256230"/>
            </a:xfrm>
            <a:prstGeom prst="line">
              <a:avLst/>
            </a:prstGeom>
            <a:ln w="3175">
              <a:solidFill>
                <a:schemeClr val="accent1">
                  <a:lumMod val="7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397" name="그룹 118"/>
            <p:cNvGrpSpPr/>
            <p:nvPr/>
          </p:nvGrpSpPr>
          <p:grpSpPr>
            <a:xfrm>
              <a:off x="6961584" y="1010660"/>
              <a:ext cx="726283" cy="818746"/>
              <a:chOff x="2865318" y="1573903"/>
              <a:chExt cx="773113" cy="871538"/>
            </a:xfrm>
          </p:grpSpPr>
          <p:grpSp>
            <p:nvGrpSpPr>
              <p:cNvPr id="398" name="그룹 120"/>
              <p:cNvGrpSpPr/>
              <p:nvPr/>
            </p:nvGrpSpPr>
            <p:grpSpPr>
              <a:xfrm>
                <a:off x="2865318" y="1573903"/>
                <a:ext cx="773113" cy="871538"/>
                <a:chOff x="2865318" y="1820082"/>
                <a:chExt cx="773113" cy="871538"/>
              </a:xfrm>
            </p:grpSpPr>
            <p:sp>
              <p:nvSpPr>
                <p:cNvPr id="400" name="Freeform 9"/>
                <p:cNvSpPr>
                  <a:spLocks/>
                </p:cNvSpPr>
                <p:nvPr/>
              </p:nvSpPr>
              <p:spPr bwMode="auto">
                <a:xfrm>
                  <a:off x="2865318" y="1820082"/>
                  <a:ext cx="773113" cy="871538"/>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solidFill>
                  <a:schemeClr val="accent1">
                    <a:lumMod val="40000"/>
                    <a:lumOff val="60000"/>
                  </a:schemeClr>
                </a:solid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dirty="0"/>
                </a:p>
              </p:txBody>
            </p:sp>
            <p:sp>
              <p:nvSpPr>
                <p:cNvPr id="401" name="타원 400"/>
                <p:cNvSpPr/>
                <p:nvPr/>
              </p:nvSpPr>
              <p:spPr>
                <a:xfrm>
                  <a:off x="2955148" y="1887674"/>
                  <a:ext cx="593452" cy="593452"/>
                </a:xfrm>
                <a:prstGeom prst="ellipse">
                  <a:avLst/>
                </a:prstGeom>
                <a:solidFill>
                  <a:schemeClr val="bg2"/>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399" name="TextBox 398"/>
              <p:cNvSpPr txBox="1"/>
              <p:nvPr/>
            </p:nvSpPr>
            <p:spPr>
              <a:xfrm>
                <a:off x="2955149" y="1688940"/>
                <a:ext cx="593452" cy="526389"/>
              </a:xfrm>
              <a:prstGeom prst="rect">
                <a:avLst/>
              </a:prstGeom>
              <a:noFill/>
            </p:spPr>
            <p:txBody>
              <a:bodyPr wrap="square" lIns="0" tIns="0" rIns="0" bIns="0" rtlCol="0" anchor="ctr">
                <a:noAutofit/>
              </a:bodyPr>
              <a:lstStyle/>
              <a:p>
                <a:pPr algn="ctr"/>
                <a:r>
                  <a:rPr lang="en-US" altLang="ko-KR" sz="1300" b="1" dirty="0">
                    <a:gradFill>
                      <a:gsLst>
                        <a:gs pos="0">
                          <a:schemeClr val="accent1"/>
                        </a:gs>
                        <a:gs pos="100000">
                          <a:schemeClr val="accent1"/>
                        </a:gs>
                      </a:gsLst>
                      <a:lin ang="5400000" scaled="0"/>
                    </a:gradFill>
                    <a:latin typeface="Bebas Neue" pitchFamily="34" charset="0"/>
                    <a:ea typeface="Roboto Condensed Regular"/>
                  </a:rPr>
                  <a:t>Product</a:t>
                </a:r>
                <a:endParaRPr lang="ko-KR" altLang="en-US" sz="1300" b="1" dirty="0">
                  <a:gradFill>
                    <a:gsLst>
                      <a:gs pos="0">
                        <a:schemeClr val="accent1"/>
                      </a:gs>
                      <a:gs pos="100000">
                        <a:schemeClr val="accent1"/>
                      </a:gs>
                    </a:gsLst>
                    <a:lin ang="5400000" scaled="0"/>
                  </a:gradFill>
                  <a:latin typeface="Bebas Neue" pitchFamily="34" charset="0"/>
                  <a:ea typeface="Roboto Condensed Regular"/>
                </a:endParaRPr>
              </a:p>
            </p:txBody>
          </p:sp>
        </p:grpSp>
      </p:grpSp>
      <p:grpSp>
        <p:nvGrpSpPr>
          <p:cNvPr id="402" name="그룹 401"/>
          <p:cNvGrpSpPr/>
          <p:nvPr/>
        </p:nvGrpSpPr>
        <p:grpSpPr>
          <a:xfrm>
            <a:off x="1328181" y="1004128"/>
            <a:ext cx="726283" cy="1011476"/>
            <a:chOff x="3477021" y="1010660"/>
            <a:chExt cx="726283" cy="1011476"/>
          </a:xfrm>
        </p:grpSpPr>
        <p:cxnSp>
          <p:nvCxnSpPr>
            <p:cNvPr id="403" name="직선 연결선 402"/>
            <p:cNvCxnSpPr/>
            <p:nvPr/>
          </p:nvCxnSpPr>
          <p:spPr>
            <a:xfrm>
              <a:off x="3840163" y="1765906"/>
              <a:ext cx="0" cy="256230"/>
            </a:xfrm>
            <a:prstGeom prst="line">
              <a:avLst/>
            </a:prstGeom>
            <a:ln w="3175">
              <a:solidFill>
                <a:schemeClr val="accent1">
                  <a:lumMod val="7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404" name="그룹 105"/>
            <p:cNvGrpSpPr/>
            <p:nvPr/>
          </p:nvGrpSpPr>
          <p:grpSpPr>
            <a:xfrm>
              <a:off x="3477021" y="1010660"/>
              <a:ext cx="726283" cy="818746"/>
              <a:chOff x="2865318" y="1573903"/>
              <a:chExt cx="773113" cy="871538"/>
            </a:xfrm>
          </p:grpSpPr>
          <p:grpSp>
            <p:nvGrpSpPr>
              <p:cNvPr id="405" name="그룹 107"/>
              <p:cNvGrpSpPr/>
              <p:nvPr/>
            </p:nvGrpSpPr>
            <p:grpSpPr>
              <a:xfrm>
                <a:off x="2865318" y="1573903"/>
                <a:ext cx="773113" cy="871538"/>
                <a:chOff x="2865318" y="1820082"/>
                <a:chExt cx="773113" cy="871538"/>
              </a:xfrm>
            </p:grpSpPr>
            <p:sp>
              <p:nvSpPr>
                <p:cNvPr id="407" name="Freeform 9"/>
                <p:cNvSpPr>
                  <a:spLocks/>
                </p:cNvSpPr>
                <p:nvPr/>
              </p:nvSpPr>
              <p:spPr bwMode="auto">
                <a:xfrm>
                  <a:off x="2865318" y="1820082"/>
                  <a:ext cx="773113" cy="871538"/>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solidFill>
                  <a:schemeClr val="accent1">
                    <a:lumMod val="40000"/>
                    <a:lumOff val="60000"/>
                  </a:schemeClr>
                </a:solid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dirty="0"/>
                </a:p>
              </p:txBody>
            </p:sp>
            <p:sp>
              <p:nvSpPr>
                <p:cNvPr id="408" name="타원 407"/>
                <p:cNvSpPr/>
                <p:nvPr/>
              </p:nvSpPr>
              <p:spPr>
                <a:xfrm>
                  <a:off x="2955148" y="1887674"/>
                  <a:ext cx="593452" cy="593452"/>
                </a:xfrm>
                <a:prstGeom prst="ellipse">
                  <a:avLst/>
                </a:prstGeom>
                <a:solidFill>
                  <a:schemeClr val="bg2"/>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406" name="TextBox 405"/>
              <p:cNvSpPr txBox="1"/>
              <p:nvPr/>
            </p:nvSpPr>
            <p:spPr>
              <a:xfrm>
                <a:off x="2955149" y="1688940"/>
                <a:ext cx="593452" cy="526389"/>
              </a:xfrm>
              <a:prstGeom prst="rect">
                <a:avLst/>
              </a:prstGeom>
              <a:noFill/>
            </p:spPr>
            <p:txBody>
              <a:bodyPr wrap="square" lIns="0" tIns="0" rIns="0" bIns="0" rtlCol="0" anchor="ctr">
                <a:noAutofit/>
              </a:bodyPr>
              <a:lstStyle/>
              <a:p>
                <a:pPr lvl="0" algn="ctr"/>
                <a:r>
                  <a:rPr lang="en-US" altLang="ko-KR" sz="1300" b="1" dirty="0">
                    <a:gradFill>
                      <a:gsLst>
                        <a:gs pos="0">
                          <a:schemeClr val="accent1"/>
                        </a:gs>
                        <a:gs pos="100000">
                          <a:schemeClr val="accent1"/>
                        </a:gs>
                      </a:gsLst>
                      <a:lin ang="5400000" scaled="0"/>
                    </a:gradFill>
                    <a:latin typeface="Bebas Neue" pitchFamily="34" charset="0"/>
                    <a:ea typeface="Roboto Condensed Regular"/>
                  </a:rPr>
                  <a:t>Design</a:t>
                </a:r>
                <a:endParaRPr lang="ko-KR" altLang="en-US" sz="1300" b="1" dirty="0">
                  <a:gradFill>
                    <a:gsLst>
                      <a:gs pos="0">
                        <a:schemeClr val="accent1"/>
                      </a:gs>
                      <a:gs pos="100000">
                        <a:schemeClr val="accent1"/>
                      </a:gs>
                    </a:gsLst>
                    <a:lin ang="5400000" scaled="0"/>
                  </a:gradFill>
                  <a:latin typeface="Bebas Neue" pitchFamily="34" charset="0"/>
                  <a:ea typeface="Roboto Condensed Regular"/>
                </a:endParaRPr>
              </a:p>
            </p:txBody>
          </p:sp>
        </p:grpSp>
      </p:grpSp>
      <p:grpSp>
        <p:nvGrpSpPr>
          <p:cNvPr id="409" name="그룹 408"/>
          <p:cNvGrpSpPr/>
          <p:nvPr/>
        </p:nvGrpSpPr>
        <p:grpSpPr>
          <a:xfrm>
            <a:off x="2466023" y="1755593"/>
            <a:ext cx="1933575" cy="2595563"/>
            <a:chOff x="4614863" y="1762125"/>
            <a:chExt cx="1933575" cy="2595563"/>
          </a:xfrm>
        </p:grpSpPr>
        <p:grpSp>
          <p:nvGrpSpPr>
            <p:cNvPr id="410" name="그룹 64"/>
            <p:cNvGrpSpPr/>
            <p:nvPr/>
          </p:nvGrpSpPr>
          <p:grpSpPr>
            <a:xfrm>
              <a:off x="4614863" y="1762125"/>
              <a:ext cx="1933575" cy="2595563"/>
              <a:chOff x="4614863" y="1762125"/>
              <a:chExt cx="1933575" cy="2595563"/>
            </a:xfrm>
          </p:grpSpPr>
          <p:sp>
            <p:nvSpPr>
              <p:cNvPr id="412" name="Freeform 17"/>
              <p:cNvSpPr>
                <a:spLocks/>
              </p:cNvSpPr>
              <p:nvPr/>
            </p:nvSpPr>
            <p:spPr bwMode="auto">
              <a:xfrm>
                <a:off x="4741863" y="1762125"/>
                <a:ext cx="1679575" cy="2465388"/>
              </a:xfrm>
              <a:custGeom>
                <a:avLst/>
                <a:gdLst>
                  <a:gd name="T0" fmla="*/ 659 w 659"/>
                  <a:gd name="T1" fmla="*/ 966 h 966"/>
                  <a:gd name="T2" fmla="*/ 0 w 659"/>
                  <a:gd name="T3" fmla="*/ 966 h 966"/>
                  <a:gd name="T4" fmla="*/ 0 w 659"/>
                  <a:gd name="T5" fmla="*/ 68 h 966"/>
                  <a:gd name="T6" fmla="*/ 68 w 659"/>
                  <a:gd name="T7" fmla="*/ 0 h 966"/>
                  <a:gd name="T8" fmla="*/ 659 w 659"/>
                  <a:gd name="T9" fmla="*/ 0 h 966"/>
                  <a:gd name="T10" fmla="*/ 659 w 659"/>
                  <a:gd name="T11" fmla="*/ 966 h 966"/>
                </a:gdLst>
                <a:ahLst/>
                <a:cxnLst>
                  <a:cxn ang="0">
                    <a:pos x="T0" y="T1"/>
                  </a:cxn>
                  <a:cxn ang="0">
                    <a:pos x="T2" y="T3"/>
                  </a:cxn>
                  <a:cxn ang="0">
                    <a:pos x="T4" y="T5"/>
                  </a:cxn>
                  <a:cxn ang="0">
                    <a:pos x="T6" y="T7"/>
                  </a:cxn>
                  <a:cxn ang="0">
                    <a:pos x="T8" y="T9"/>
                  </a:cxn>
                  <a:cxn ang="0">
                    <a:pos x="T10" y="T11"/>
                  </a:cxn>
                </a:cxnLst>
                <a:rect l="0" t="0" r="r" b="b"/>
                <a:pathLst>
                  <a:path w="659" h="966">
                    <a:moveTo>
                      <a:pt x="659" y="966"/>
                    </a:moveTo>
                    <a:cubicBezTo>
                      <a:pt x="0" y="966"/>
                      <a:pt x="0" y="966"/>
                      <a:pt x="0" y="966"/>
                    </a:cubicBezTo>
                    <a:cubicBezTo>
                      <a:pt x="0" y="68"/>
                      <a:pt x="0" y="68"/>
                      <a:pt x="0" y="68"/>
                    </a:cubicBezTo>
                    <a:cubicBezTo>
                      <a:pt x="0" y="30"/>
                      <a:pt x="31" y="0"/>
                      <a:pt x="68" y="0"/>
                    </a:cubicBezTo>
                    <a:cubicBezTo>
                      <a:pt x="659" y="0"/>
                      <a:pt x="659" y="0"/>
                      <a:pt x="659" y="0"/>
                    </a:cubicBezTo>
                    <a:lnTo>
                      <a:pt x="659" y="966"/>
                    </a:lnTo>
                    <a:close/>
                  </a:path>
                </a:pathLst>
              </a:custGeom>
              <a:solidFill>
                <a:schemeClr val="accent3"/>
              </a:solidFill>
              <a:ln w="3175"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413" name="Freeform 23"/>
              <p:cNvSpPr>
                <a:spLocks/>
              </p:cNvSpPr>
              <p:nvPr/>
            </p:nvSpPr>
            <p:spPr bwMode="auto">
              <a:xfrm>
                <a:off x="4741863" y="4227513"/>
                <a:ext cx="1679575" cy="130175"/>
              </a:xfrm>
              <a:custGeom>
                <a:avLst/>
                <a:gdLst>
                  <a:gd name="T0" fmla="*/ 1058 w 1058"/>
                  <a:gd name="T1" fmla="*/ 0 h 82"/>
                  <a:gd name="T2" fmla="*/ 978 w 1058"/>
                  <a:gd name="T3" fmla="*/ 82 h 82"/>
                  <a:gd name="T4" fmla="*/ 82 w 1058"/>
                  <a:gd name="T5" fmla="*/ 82 h 82"/>
                  <a:gd name="T6" fmla="*/ 0 w 1058"/>
                  <a:gd name="T7" fmla="*/ 0 h 82"/>
                  <a:gd name="T8" fmla="*/ 1058 w 1058"/>
                  <a:gd name="T9" fmla="*/ 0 h 82"/>
                </a:gdLst>
                <a:ahLst/>
                <a:cxnLst>
                  <a:cxn ang="0">
                    <a:pos x="T0" y="T1"/>
                  </a:cxn>
                  <a:cxn ang="0">
                    <a:pos x="T2" y="T3"/>
                  </a:cxn>
                  <a:cxn ang="0">
                    <a:pos x="T4" y="T5"/>
                  </a:cxn>
                  <a:cxn ang="0">
                    <a:pos x="T6" y="T7"/>
                  </a:cxn>
                  <a:cxn ang="0">
                    <a:pos x="T8" y="T9"/>
                  </a:cxn>
                </a:cxnLst>
                <a:rect l="0" t="0" r="r" b="b"/>
                <a:pathLst>
                  <a:path w="1058" h="82">
                    <a:moveTo>
                      <a:pt x="1058" y="0"/>
                    </a:moveTo>
                    <a:lnTo>
                      <a:pt x="978" y="82"/>
                    </a:lnTo>
                    <a:lnTo>
                      <a:pt x="82" y="82"/>
                    </a:lnTo>
                    <a:lnTo>
                      <a:pt x="0" y="0"/>
                    </a:lnTo>
                    <a:lnTo>
                      <a:pt x="1058" y="0"/>
                    </a:lnTo>
                    <a:close/>
                  </a:path>
                </a:pathLst>
              </a:custGeom>
              <a:pattFill prst="ltDnDiag">
                <a:fgClr>
                  <a:schemeClr val="accent3">
                    <a:lumMod val="85000"/>
                  </a:schemeClr>
                </a:fgClr>
                <a:bgClr>
                  <a:schemeClr val="accent3">
                    <a:lumMod val="75000"/>
                  </a:schemeClr>
                </a:bgClr>
              </a:pattFill>
              <a:ln w="3175"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800" b="1" dirty="0">
                  <a:gradFill>
                    <a:gsLst>
                      <a:gs pos="0">
                        <a:schemeClr val="tx2"/>
                      </a:gs>
                      <a:gs pos="100000">
                        <a:schemeClr val="tx2"/>
                      </a:gs>
                    </a:gsLst>
                    <a:lin ang="5400000" scaled="0"/>
                  </a:gradFill>
                  <a:latin typeface="Roboto Condensed Regular"/>
                </a:endParaRPr>
              </a:p>
            </p:txBody>
          </p:sp>
          <p:sp>
            <p:nvSpPr>
              <p:cNvPr id="414" name="Freeform 17"/>
              <p:cNvSpPr>
                <a:spLocks/>
              </p:cNvSpPr>
              <p:nvPr/>
            </p:nvSpPr>
            <p:spPr bwMode="auto">
              <a:xfrm>
                <a:off x="4741863" y="1762126"/>
                <a:ext cx="1679575" cy="271463"/>
              </a:xfrm>
              <a:custGeom>
                <a:avLst/>
                <a:gdLst/>
                <a:ahLst/>
                <a:cxnLst/>
                <a:rect l="l" t="t" r="r" b="b"/>
                <a:pathLst>
                  <a:path w="1679575" h="271463">
                    <a:moveTo>
                      <a:pt x="173310" y="0"/>
                    </a:moveTo>
                    <a:cubicBezTo>
                      <a:pt x="1679575" y="0"/>
                      <a:pt x="1679575" y="0"/>
                      <a:pt x="1679575" y="0"/>
                    </a:cubicBezTo>
                    <a:lnTo>
                      <a:pt x="1679575" y="271463"/>
                    </a:lnTo>
                    <a:lnTo>
                      <a:pt x="0" y="271463"/>
                    </a:lnTo>
                    <a:cubicBezTo>
                      <a:pt x="0" y="173547"/>
                      <a:pt x="0" y="173547"/>
                      <a:pt x="0" y="173547"/>
                    </a:cubicBezTo>
                    <a:cubicBezTo>
                      <a:pt x="0" y="76565"/>
                      <a:pt x="79009" y="0"/>
                      <a:pt x="173310" y="0"/>
                    </a:cubicBezTo>
                    <a:close/>
                  </a:path>
                </a:pathLst>
              </a:custGeom>
              <a:pattFill prst="dkUpDiag">
                <a:fgClr>
                  <a:schemeClr val="accent3">
                    <a:lumMod val="85000"/>
                  </a:schemeClr>
                </a:fgClr>
                <a:bgClr>
                  <a:schemeClr val="accent3">
                    <a:lumMod val="65000"/>
                  </a:schemeClr>
                </a:bgClr>
              </a:patt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dirty="0"/>
              </a:p>
            </p:txBody>
          </p:sp>
          <p:sp>
            <p:nvSpPr>
              <p:cNvPr id="415" name="Rectangle 22"/>
              <p:cNvSpPr>
                <a:spLocks noChangeArrowheads="1"/>
              </p:cNvSpPr>
              <p:nvPr/>
            </p:nvSpPr>
            <p:spPr bwMode="auto">
              <a:xfrm>
                <a:off x="4741863" y="2397125"/>
                <a:ext cx="1679575" cy="65088"/>
              </a:xfrm>
              <a:prstGeom prst="rect">
                <a:avLst/>
              </a:prstGeom>
              <a:solidFill>
                <a:srgbClr val="000000">
                  <a:alpha val="10196"/>
                </a:srgbClr>
              </a:solidFill>
              <a:ln w="9525">
                <a:noFill/>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nvGrpSpPr>
              <p:cNvPr id="416" name="그룹 60"/>
              <p:cNvGrpSpPr/>
              <p:nvPr/>
            </p:nvGrpSpPr>
            <p:grpSpPr>
              <a:xfrm>
                <a:off x="4614863" y="2014538"/>
                <a:ext cx="1933575" cy="2036761"/>
                <a:chOff x="4614863" y="2014538"/>
                <a:chExt cx="1933575" cy="2036761"/>
              </a:xfrm>
            </p:grpSpPr>
            <p:sp>
              <p:nvSpPr>
                <p:cNvPr id="417" name="Freeform 16"/>
                <p:cNvSpPr>
                  <a:spLocks/>
                </p:cNvSpPr>
                <p:nvPr/>
              </p:nvSpPr>
              <p:spPr bwMode="auto">
                <a:xfrm>
                  <a:off x="6421438" y="2397125"/>
                  <a:ext cx="127000" cy="128588"/>
                </a:xfrm>
                <a:custGeom>
                  <a:avLst/>
                  <a:gdLst>
                    <a:gd name="T0" fmla="*/ 0 w 80"/>
                    <a:gd name="T1" fmla="*/ 0 h 81"/>
                    <a:gd name="T2" fmla="*/ 0 w 80"/>
                    <a:gd name="T3" fmla="*/ 81 h 81"/>
                    <a:gd name="T4" fmla="*/ 80 w 80"/>
                    <a:gd name="T5" fmla="*/ 0 h 81"/>
                    <a:gd name="T6" fmla="*/ 0 w 80"/>
                    <a:gd name="T7" fmla="*/ 0 h 81"/>
                  </a:gdLst>
                  <a:ahLst/>
                  <a:cxnLst>
                    <a:cxn ang="0">
                      <a:pos x="T0" y="T1"/>
                    </a:cxn>
                    <a:cxn ang="0">
                      <a:pos x="T2" y="T3"/>
                    </a:cxn>
                    <a:cxn ang="0">
                      <a:pos x="T4" y="T5"/>
                    </a:cxn>
                    <a:cxn ang="0">
                      <a:pos x="T6" y="T7"/>
                    </a:cxn>
                  </a:cxnLst>
                  <a:rect l="0" t="0" r="r" b="b"/>
                  <a:pathLst>
                    <a:path w="80" h="81">
                      <a:moveTo>
                        <a:pt x="0" y="0"/>
                      </a:moveTo>
                      <a:lnTo>
                        <a:pt x="0" y="81"/>
                      </a:lnTo>
                      <a:lnTo>
                        <a:pt x="80" y="0"/>
                      </a:lnTo>
                      <a:lnTo>
                        <a:pt x="0" y="0"/>
                      </a:lnTo>
                      <a:close/>
                    </a:path>
                  </a:pathLst>
                </a:custGeom>
                <a:pattFill prst="ltDnDiag">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418" name="Rectangle 18"/>
                <p:cNvSpPr>
                  <a:spLocks noChangeArrowheads="1"/>
                </p:cNvSpPr>
                <p:nvPr/>
              </p:nvSpPr>
              <p:spPr bwMode="auto">
                <a:xfrm>
                  <a:off x="4614863" y="2014538"/>
                  <a:ext cx="1933575" cy="382588"/>
                </a:xfrm>
                <a:prstGeom prst="rect">
                  <a:avLst/>
                </a:pr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419" name="Freeform 19"/>
                <p:cNvSpPr>
                  <a:spLocks/>
                </p:cNvSpPr>
                <p:nvPr/>
              </p:nvSpPr>
              <p:spPr bwMode="auto">
                <a:xfrm>
                  <a:off x="4614863" y="2397125"/>
                  <a:ext cx="127000" cy="128588"/>
                </a:xfrm>
                <a:custGeom>
                  <a:avLst/>
                  <a:gdLst>
                    <a:gd name="T0" fmla="*/ 80 w 80"/>
                    <a:gd name="T1" fmla="*/ 0 h 81"/>
                    <a:gd name="T2" fmla="*/ 0 w 80"/>
                    <a:gd name="T3" fmla="*/ 0 h 81"/>
                    <a:gd name="T4" fmla="*/ 80 w 80"/>
                    <a:gd name="T5" fmla="*/ 81 h 81"/>
                    <a:gd name="T6" fmla="*/ 80 w 80"/>
                    <a:gd name="T7" fmla="*/ 0 h 81"/>
                  </a:gdLst>
                  <a:ahLst/>
                  <a:cxnLst>
                    <a:cxn ang="0">
                      <a:pos x="T0" y="T1"/>
                    </a:cxn>
                    <a:cxn ang="0">
                      <a:pos x="T2" y="T3"/>
                    </a:cxn>
                    <a:cxn ang="0">
                      <a:pos x="T4" y="T5"/>
                    </a:cxn>
                    <a:cxn ang="0">
                      <a:pos x="T6" y="T7"/>
                    </a:cxn>
                  </a:cxnLst>
                  <a:rect l="0" t="0" r="r" b="b"/>
                  <a:pathLst>
                    <a:path w="80" h="81">
                      <a:moveTo>
                        <a:pt x="80" y="0"/>
                      </a:moveTo>
                      <a:lnTo>
                        <a:pt x="0" y="0"/>
                      </a:lnTo>
                      <a:lnTo>
                        <a:pt x="80" y="81"/>
                      </a:lnTo>
                      <a:lnTo>
                        <a:pt x="80" y="0"/>
                      </a:lnTo>
                      <a:close/>
                    </a:path>
                  </a:pathLst>
                </a:custGeom>
                <a:pattFill prst="ltUpDiag">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nvGrpSpPr>
                <p:cNvPr id="420" name="그룹 140"/>
                <p:cNvGrpSpPr/>
                <p:nvPr/>
              </p:nvGrpSpPr>
              <p:grpSpPr>
                <a:xfrm>
                  <a:off x="4734030" y="2114550"/>
                  <a:ext cx="1692169" cy="1936749"/>
                  <a:chOff x="2987780" y="2292350"/>
                  <a:chExt cx="1692169" cy="1936749"/>
                </a:xfrm>
              </p:grpSpPr>
              <p:sp>
                <p:nvSpPr>
                  <p:cNvPr id="421" name="TextBox 420"/>
                  <p:cNvSpPr txBox="1"/>
                  <p:nvPr/>
                </p:nvSpPr>
                <p:spPr>
                  <a:xfrm>
                    <a:off x="3131800" y="3002896"/>
                    <a:ext cx="1426250" cy="1226203"/>
                  </a:xfrm>
                  <a:prstGeom prst="rect">
                    <a:avLst/>
                  </a:prstGeom>
                  <a:noFill/>
                </p:spPr>
                <p:txBody>
                  <a:bodyPr wrap="square" lIns="0" tIns="0" rIns="0" bIns="0" rtlCol="0">
                    <a:noAutofit/>
                  </a:bodyPr>
                  <a:lstStyle/>
                  <a:p>
                    <a:pPr>
                      <a:buClr>
                        <a:schemeClr val="bg2"/>
                      </a:buClr>
                    </a:pPr>
                    <a:r>
                      <a:rPr lang="pt-BR" altLang="ko-KR" sz="800" dirty="0">
                        <a:gradFill>
                          <a:gsLst>
                            <a:gs pos="0">
                              <a:schemeClr val="accent4">
                                <a:alpha val="50000"/>
                              </a:schemeClr>
                            </a:gs>
                            <a:gs pos="100000">
                              <a:schemeClr val="accent4">
                                <a:alpha val="50000"/>
                              </a:schemeClr>
                            </a:gs>
                          </a:gsLst>
                          <a:lin ang="5400000" scaled="0"/>
                        </a:gradFill>
                        <a:ea typeface="Roboto Light" pitchFamily="2" charset="0"/>
                        <a:cs typeface="Roboto Condensed Regular"/>
                      </a:rPr>
                      <a:t>Morbi in ipsum sit amet pede facilisis laoreet. Donec lacus nunc, viverra nec, blandit vel, egestas et, augue. Vestibulum tincidunt malesuada tellus. Ut ultrices ultrices enim. Curabitur sit amet mauris. </a:t>
                    </a:r>
                  </a:p>
                </p:txBody>
              </p:sp>
              <p:sp>
                <p:nvSpPr>
                  <p:cNvPr id="422" name="TextBox 421"/>
                  <p:cNvSpPr txBox="1"/>
                  <p:nvPr/>
                </p:nvSpPr>
                <p:spPr>
                  <a:xfrm>
                    <a:off x="3131801" y="2749550"/>
                    <a:ext cx="1404128" cy="196849"/>
                  </a:xfrm>
                  <a:prstGeom prst="rect">
                    <a:avLst/>
                  </a:prstGeom>
                  <a:noFill/>
                </p:spPr>
                <p:txBody>
                  <a:bodyPr wrap="square" lIns="0" tIns="0" rIns="0" bIns="0" rtlCol="0">
                    <a:noAutofit/>
                  </a:bodyPr>
                  <a:lstStyle/>
                  <a:p>
                    <a:pPr lvl="0"/>
                    <a:r>
                      <a:rPr lang="en-US" altLang="ko-KR" sz="1000" b="1" dirty="0">
                        <a:gradFill>
                          <a:gsLst>
                            <a:gs pos="0">
                              <a:schemeClr val="accent4">
                                <a:alpha val="70000"/>
                              </a:schemeClr>
                            </a:gs>
                            <a:gs pos="100000">
                              <a:schemeClr val="accent4">
                                <a:alpha val="70000"/>
                              </a:schemeClr>
                            </a:gs>
                          </a:gsLst>
                          <a:lin ang="5400000" scaled="0"/>
                        </a:gradFill>
                        <a:latin typeface="Roboto Condensed Regular"/>
                      </a:rPr>
                      <a:t>Lorem Ipsum</a:t>
                    </a:r>
                    <a:endParaRPr lang="ko-KR" altLang="en-US" sz="1000" b="1" dirty="0">
                      <a:gradFill>
                        <a:gsLst>
                          <a:gs pos="0">
                            <a:schemeClr val="accent4">
                              <a:alpha val="70000"/>
                            </a:schemeClr>
                          </a:gs>
                          <a:gs pos="100000">
                            <a:schemeClr val="accent4">
                              <a:alpha val="70000"/>
                            </a:schemeClr>
                          </a:gs>
                        </a:gsLst>
                        <a:lin ang="5400000" scaled="0"/>
                      </a:gradFill>
                      <a:latin typeface="Roboto Condensed Regular"/>
                    </a:endParaRPr>
                  </a:p>
                </p:txBody>
              </p:sp>
              <p:sp>
                <p:nvSpPr>
                  <p:cNvPr id="423" name="TextBox 422"/>
                  <p:cNvSpPr txBox="1"/>
                  <p:nvPr/>
                </p:nvSpPr>
                <p:spPr>
                  <a:xfrm>
                    <a:off x="2987780" y="2292350"/>
                    <a:ext cx="1692169" cy="196849"/>
                  </a:xfrm>
                  <a:prstGeom prst="rect">
                    <a:avLst/>
                  </a:prstGeom>
                  <a:noFill/>
                </p:spPr>
                <p:txBody>
                  <a:bodyPr wrap="square" lIns="0" tIns="0" rIns="0" bIns="0" rtlCol="0">
                    <a:noAutofit/>
                  </a:bodyPr>
                  <a:lstStyle/>
                  <a:p>
                    <a:pPr lvl="0" algn="ctr"/>
                    <a:r>
                      <a:rPr lang="en-US" altLang="ko-KR" sz="1200" b="1" dirty="0">
                        <a:gradFill>
                          <a:gsLst>
                            <a:gs pos="0">
                              <a:schemeClr val="accent3"/>
                            </a:gs>
                            <a:gs pos="100000">
                              <a:schemeClr val="accent3"/>
                            </a:gs>
                          </a:gsLst>
                          <a:lin ang="5400000" scaled="0"/>
                        </a:gradFill>
                        <a:latin typeface="Roboto Condensed Regular"/>
                      </a:rPr>
                      <a:t>Lorem Ipsum</a:t>
                    </a:r>
                    <a:endParaRPr lang="ko-KR" altLang="en-US" sz="1200" b="1" dirty="0">
                      <a:gradFill>
                        <a:gsLst>
                          <a:gs pos="0">
                            <a:schemeClr val="accent3"/>
                          </a:gs>
                          <a:gs pos="100000">
                            <a:schemeClr val="accent3"/>
                          </a:gs>
                        </a:gsLst>
                        <a:lin ang="5400000" scaled="0"/>
                      </a:gradFill>
                      <a:latin typeface="Roboto Condensed Regular"/>
                    </a:endParaRPr>
                  </a:p>
                </p:txBody>
              </p:sp>
            </p:grpSp>
          </p:grpSp>
        </p:grpSp>
        <p:sp>
          <p:nvSpPr>
            <p:cNvPr id="411" name="Freeform 38"/>
            <p:cNvSpPr>
              <a:spLocks noEditPoints="1"/>
            </p:cNvSpPr>
            <p:nvPr/>
          </p:nvSpPr>
          <p:spPr bwMode="auto">
            <a:xfrm>
              <a:off x="5997587" y="3757595"/>
              <a:ext cx="294507" cy="326267"/>
            </a:xfrm>
            <a:custGeom>
              <a:avLst/>
              <a:gdLst/>
              <a:ahLst/>
              <a:cxnLst>
                <a:cxn ang="0">
                  <a:pos x="174" y="0"/>
                </a:cxn>
                <a:cxn ang="0">
                  <a:pos x="27" y="0"/>
                </a:cxn>
                <a:cxn ang="0">
                  <a:pos x="0" y="26"/>
                </a:cxn>
                <a:cxn ang="0">
                  <a:pos x="0" y="159"/>
                </a:cxn>
                <a:cxn ang="0">
                  <a:pos x="27" y="186"/>
                </a:cxn>
                <a:cxn ang="0">
                  <a:pos x="70" y="186"/>
                </a:cxn>
                <a:cxn ang="0">
                  <a:pos x="101" y="222"/>
                </a:cxn>
                <a:cxn ang="0">
                  <a:pos x="132" y="186"/>
                </a:cxn>
                <a:cxn ang="0">
                  <a:pos x="174" y="186"/>
                </a:cxn>
                <a:cxn ang="0">
                  <a:pos x="201" y="159"/>
                </a:cxn>
                <a:cxn ang="0">
                  <a:pos x="201" y="26"/>
                </a:cxn>
                <a:cxn ang="0">
                  <a:pos x="174" y="0"/>
                </a:cxn>
                <a:cxn ang="0">
                  <a:pos x="52" y="107"/>
                </a:cxn>
                <a:cxn ang="0">
                  <a:pos x="38" y="94"/>
                </a:cxn>
                <a:cxn ang="0">
                  <a:pos x="52" y="80"/>
                </a:cxn>
                <a:cxn ang="0">
                  <a:pos x="65" y="94"/>
                </a:cxn>
                <a:cxn ang="0">
                  <a:pos x="52" y="107"/>
                </a:cxn>
                <a:cxn ang="0">
                  <a:pos x="101" y="107"/>
                </a:cxn>
                <a:cxn ang="0">
                  <a:pos x="87" y="94"/>
                </a:cxn>
                <a:cxn ang="0">
                  <a:pos x="101" y="80"/>
                </a:cxn>
                <a:cxn ang="0">
                  <a:pos x="114" y="94"/>
                </a:cxn>
                <a:cxn ang="0">
                  <a:pos x="101" y="107"/>
                </a:cxn>
                <a:cxn ang="0">
                  <a:pos x="149" y="107"/>
                </a:cxn>
                <a:cxn ang="0">
                  <a:pos x="136" y="94"/>
                </a:cxn>
                <a:cxn ang="0">
                  <a:pos x="149" y="80"/>
                </a:cxn>
                <a:cxn ang="0">
                  <a:pos x="163" y="94"/>
                </a:cxn>
                <a:cxn ang="0">
                  <a:pos x="149" y="107"/>
                </a:cxn>
              </a:cxnLst>
              <a:rect l="0" t="0" r="r" b="b"/>
              <a:pathLst>
                <a:path w="201" h="222">
                  <a:moveTo>
                    <a:pt x="174" y="0"/>
                  </a:moveTo>
                  <a:cubicBezTo>
                    <a:pt x="27" y="0"/>
                    <a:pt x="27" y="0"/>
                    <a:pt x="27" y="0"/>
                  </a:cubicBezTo>
                  <a:cubicBezTo>
                    <a:pt x="12" y="0"/>
                    <a:pt x="0" y="12"/>
                    <a:pt x="0" y="26"/>
                  </a:cubicBezTo>
                  <a:cubicBezTo>
                    <a:pt x="0" y="159"/>
                    <a:pt x="0" y="159"/>
                    <a:pt x="0" y="159"/>
                  </a:cubicBezTo>
                  <a:cubicBezTo>
                    <a:pt x="0" y="174"/>
                    <a:pt x="12" y="186"/>
                    <a:pt x="27" y="186"/>
                  </a:cubicBezTo>
                  <a:cubicBezTo>
                    <a:pt x="70" y="186"/>
                    <a:pt x="70" y="186"/>
                    <a:pt x="70" y="186"/>
                  </a:cubicBezTo>
                  <a:cubicBezTo>
                    <a:pt x="101" y="222"/>
                    <a:pt x="101" y="222"/>
                    <a:pt x="101" y="222"/>
                  </a:cubicBezTo>
                  <a:cubicBezTo>
                    <a:pt x="132" y="186"/>
                    <a:pt x="132" y="186"/>
                    <a:pt x="132" y="186"/>
                  </a:cubicBezTo>
                  <a:cubicBezTo>
                    <a:pt x="174" y="186"/>
                    <a:pt x="174" y="186"/>
                    <a:pt x="174" y="186"/>
                  </a:cubicBezTo>
                  <a:cubicBezTo>
                    <a:pt x="189" y="186"/>
                    <a:pt x="201" y="174"/>
                    <a:pt x="201" y="159"/>
                  </a:cubicBezTo>
                  <a:cubicBezTo>
                    <a:pt x="201" y="26"/>
                    <a:pt x="201" y="26"/>
                    <a:pt x="201" y="26"/>
                  </a:cubicBezTo>
                  <a:cubicBezTo>
                    <a:pt x="201" y="12"/>
                    <a:pt x="189" y="0"/>
                    <a:pt x="174" y="0"/>
                  </a:cubicBezTo>
                  <a:close/>
                  <a:moveTo>
                    <a:pt x="52" y="107"/>
                  </a:moveTo>
                  <a:cubicBezTo>
                    <a:pt x="44" y="107"/>
                    <a:pt x="38" y="101"/>
                    <a:pt x="38" y="94"/>
                  </a:cubicBezTo>
                  <a:cubicBezTo>
                    <a:pt x="38" y="86"/>
                    <a:pt x="44" y="80"/>
                    <a:pt x="52" y="80"/>
                  </a:cubicBezTo>
                  <a:cubicBezTo>
                    <a:pt x="59" y="80"/>
                    <a:pt x="65" y="86"/>
                    <a:pt x="65" y="94"/>
                  </a:cubicBezTo>
                  <a:cubicBezTo>
                    <a:pt x="65" y="101"/>
                    <a:pt x="59" y="107"/>
                    <a:pt x="52" y="107"/>
                  </a:cubicBezTo>
                  <a:close/>
                  <a:moveTo>
                    <a:pt x="101" y="107"/>
                  </a:moveTo>
                  <a:cubicBezTo>
                    <a:pt x="93" y="107"/>
                    <a:pt x="87" y="101"/>
                    <a:pt x="87" y="94"/>
                  </a:cubicBezTo>
                  <a:cubicBezTo>
                    <a:pt x="87" y="86"/>
                    <a:pt x="93" y="80"/>
                    <a:pt x="101" y="80"/>
                  </a:cubicBezTo>
                  <a:cubicBezTo>
                    <a:pt x="108" y="80"/>
                    <a:pt x="114" y="86"/>
                    <a:pt x="114" y="94"/>
                  </a:cubicBezTo>
                  <a:cubicBezTo>
                    <a:pt x="114" y="101"/>
                    <a:pt x="108" y="107"/>
                    <a:pt x="101" y="107"/>
                  </a:cubicBezTo>
                  <a:close/>
                  <a:moveTo>
                    <a:pt x="149" y="107"/>
                  </a:moveTo>
                  <a:cubicBezTo>
                    <a:pt x="142" y="107"/>
                    <a:pt x="136" y="101"/>
                    <a:pt x="136" y="94"/>
                  </a:cubicBezTo>
                  <a:cubicBezTo>
                    <a:pt x="136" y="86"/>
                    <a:pt x="142" y="80"/>
                    <a:pt x="149" y="80"/>
                  </a:cubicBezTo>
                  <a:cubicBezTo>
                    <a:pt x="157" y="80"/>
                    <a:pt x="163" y="86"/>
                    <a:pt x="163" y="94"/>
                  </a:cubicBezTo>
                  <a:cubicBezTo>
                    <a:pt x="163" y="101"/>
                    <a:pt x="157" y="107"/>
                    <a:pt x="149" y="107"/>
                  </a:cubicBezTo>
                  <a:close/>
                </a:path>
              </a:pathLst>
            </a:custGeom>
            <a:solidFill>
              <a:schemeClr val="accent3">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424" name="그룹 423"/>
          <p:cNvGrpSpPr/>
          <p:nvPr/>
        </p:nvGrpSpPr>
        <p:grpSpPr>
          <a:xfrm>
            <a:off x="3069669" y="870778"/>
            <a:ext cx="726283" cy="1011476"/>
            <a:chOff x="5218509" y="877310"/>
            <a:chExt cx="726283" cy="1011476"/>
          </a:xfrm>
        </p:grpSpPr>
        <p:cxnSp>
          <p:nvCxnSpPr>
            <p:cNvPr id="425" name="직선 연결선 424"/>
            <p:cNvCxnSpPr/>
            <p:nvPr/>
          </p:nvCxnSpPr>
          <p:spPr>
            <a:xfrm>
              <a:off x="5581651" y="1632556"/>
              <a:ext cx="0" cy="256230"/>
            </a:xfrm>
            <a:prstGeom prst="line">
              <a:avLst/>
            </a:prstGeom>
            <a:ln w="3175">
              <a:solidFill>
                <a:schemeClr val="accent1">
                  <a:lumMod val="7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426" name="그룹 125"/>
            <p:cNvGrpSpPr/>
            <p:nvPr/>
          </p:nvGrpSpPr>
          <p:grpSpPr>
            <a:xfrm>
              <a:off x="5218509" y="877310"/>
              <a:ext cx="726283" cy="818746"/>
              <a:chOff x="2865318" y="1573903"/>
              <a:chExt cx="773113" cy="871538"/>
            </a:xfrm>
          </p:grpSpPr>
          <p:grpSp>
            <p:nvGrpSpPr>
              <p:cNvPr id="427" name="그룹 127"/>
              <p:cNvGrpSpPr/>
              <p:nvPr/>
            </p:nvGrpSpPr>
            <p:grpSpPr>
              <a:xfrm>
                <a:off x="2865318" y="1573903"/>
                <a:ext cx="773113" cy="871538"/>
                <a:chOff x="2865318" y="1820082"/>
                <a:chExt cx="773113" cy="871538"/>
              </a:xfrm>
            </p:grpSpPr>
            <p:sp>
              <p:nvSpPr>
                <p:cNvPr id="429" name="Freeform 9"/>
                <p:cNvSpPr>
                  <a:spLocks/>
                </p:cNvSpPr>
                <p:nvPr/>
              </p:nvSpPr>
              <p:spPr bwMode="auto">
                <a:xfrm>
                  <a:off x="2865318" y="1820082"/>
                  <a:ext cx="773113" cy="871538"/>
                </a:xfrm>
                <a:custGeom>
                  <a:avLst/>
                  <a:gdLst>
                    <a:gd name="T0" fmla="*/ 170 w 205"/>
                    <a:gd name="T1" fmla="*/ 163 h 230"/>
                    <a:gd name="T2" fmla="*/ 190 w 205"/>
                    <a:gd name="T3" fmla="*/ 59 h 230"/>
                    <a:gd name="T4" fmla="*/ 102 w 205"/>
                    <a:gd name="T5" fmla="*/ 0 h 230"/>
                    <a:gd name="T6" fmla="*/ 102 w 205"/>
                    <a:gd name="T7" fmla="*/ 0 h 230"/>
                    <a:gd name="T8" fmla="*/ 102 w 205"/>
                    <a:gd name="T9" fmla="*/ 0 h 230"/>
                    <a:gd name="T10" fmla="*/ 14 w 205"/>
                    <a:gd name="T11" fmla="*/ 59 h 230"/>
                    <a:gd name="T12" fmla="*/ 35 w 205"/>
                    <a:gd name="T13" fmla="*/ 163 h 230"/>
                    <a:gd name="T14" fmla="*/ 102 w 205"/>
                    <a:gd name="T15" fmla="*/ 230 h 230"/>
                    <a:gd name="T16" fmla="*/ 170 w 205"/>
                    <a:gd name="T17" fmla="*/ 16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230">
                      <a:moveTo>
                        <a:pt x="170" y="163"/>
                      </a:moveTo>
                      <a:cubicBezTo>
                        <a:pt x="197" y="135"/>
                        <a:pt x="205" y="94"/>
                        <a:pt x="190" y="59"/>
                      </a:cubicBezTo>
                      <a:cubicBezTo>
                        <a:pt x="175" y="23"/>
                        <a:pt x="141" y="0"/>
                        <a:pt x="102" y="0"/>
                      </a:cubicBezTo>
                      <a:cubicBezTo>
                        <a:pt x="102" y="0"/>
                        <a:pt x="102" y="0"/>
                        <a:pt x="102" y="0"/>
                      </a:cubicBezTo>
                      <a:cubicBezTo>
                        <a:pt x="102" y="0"/>
                        <a:pt x="102" y="0"/>
                        <a:pt x="102" y="0"/>
                      </a:cubicBezTo>
                      <a:cubicBezTo>
                        <a:pt x="64" y="0"/>
                        <a:pt x="29" y="23"/>
                        <a:pt x="14" y="59"/>
                      </a:cubicBezTo>
                      <a:cubicBezTo>
                        <a:pt x="0" y="94"/>
                        <a:pt x="8" y="135"/>
                        <a:pt x="35" y="163"/>
                      </a:cubicBezTo>
                      <a:cubicBezTo>
                        <a:pt x="102" y="230"/>
                        <a:pt x="102" y="230"/>
                        <a:pt x="102" y="230"/>
                      </a:cubicBezTo>
                      <a:lnTo>
                        <a:pt x="170" y="163"/>
                      </a:lnTo>
                      <a:close/>
                    </a:path>
                  </a:pathLst>
                </a:custGeom>
                <a:solidFill>
                  <a:schemeClr val="accent1">
                    <a:lumMod val="40000"/>
                    <a:lumOff val="60000"/>
                  </a:schemeClr>
                </a:solidFill>
                <a:ln w="31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ko-KR" altLang="en-US" dirty="0"/>
                </a:p>
              </p:txBody>
            </p:sp>
            <p:sp>
              <p:nvSpPr>
                <p:cNvPr id="430" name="타원 429"/>
                <p:cNvSpPr/>
                <p:nvPr/>
              </p:nvSpPr>
              <p:spPr>
                <a:xfrm>
                  <a:off x="2955148" y="1887674"/>
                  <a:ext cx="593452" cy="593452"/>
                </a:xfrm>
                <a:prstGeom prst="ellipse">
                  <a:avLst/>
                </a:prstGeom>
                <a:solidFill>
                  <a:schemeClr val="bg2"/>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428" name="TextBox 427"/>
              <p:cNvSpPr txBox="1"/>
              <p:nvPr/>
            </p:nvSpPr>
            <p:spPr>
              <a:xfrm>
                <a:off x="2955149" y="1688940"/>
                <a:ext cx="593452" cy="526389"/>
              </a:xfrm>
              <a:prstGeom prst="rect">
                <a:avLst/>
              </a:prstGeom>
              <a:noFill/>
            </p:spPr>
            <p:txBody>
              <a:bodyPr wrap="square" lIns="0" tIns="0" rIns="0" bIns="0" rtlCol="0" anchor="ctr">
                <a:noAutofit/>
              </a:bodyPr>
              <a:lstStyle/>
              <a:p>
                <a:pPr algn="ctr"/>
                <a:r>
                  <a:rPr lang="en-US" altLang="ko-KR" sz="1300" b="1" dirty="0">
                    <a:gradFill>
                      <a:gsLst>
                        <a:gs pos="0">
                          <a:schemeClr val="accent1"/>
                        </a:gs>
                        <a:gs pos="100000">
                          <a:schemeClr val="accent1"/>
                        </a:gs>
                      </a:gsLst>
                      <a:lin ang="5400000" scaled="0"/>
                    </a:gradFill>
                    <a:latin typeface="Bebas Neue" pitchFamily="34" charset="0"/>
                    <a:ea typeface="Roboto Condensed Regular"/>
                  </a:rPr>
                  <a:t>Service</a:t>
                </a:r>
                <a:endParaRPr lang="ko-KR" altLang="en-US" sz="1300" b="1" dirty="0">
                  <a:gradFill>
                    <a:gsLst>
                      <a:gs pos="0">
                        <a:schemeClr val="accent1"/>
                      </a:gs>
                      <a:gs pos="100000">
                        <a:schemeClr val="accent1"/>
                      </a:gs>
                    </a:gsLst>
                    <a:lin ang="5400000" scaled="0"/>
                  </a:gradFill>
                  <a:latin typeface="Bebas Neue" pitchFamily="34" charset="0"/>
                  <a:ea typeface="Roboto Condensed Regular"/>
                </a:endParaRPr>
              </a:p>
            </p:txBody>
          </p:sp>
        </p:grp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09"/>
                                        </p:tgtEl>
                                        <p:attrNameLst>
                                          <p:attrName>style.visibility</p:attrName>
                                        </p:attrNameLst>
                                      </p:cBhvr>
                                      <p:to>
                                        <p:strVal val="visible"/>
                                      </p:to>
                                    </p:set>
                                    <p:animEffect transition="in" filter="fade">
                                      <p:cBhvr>
                                        <p:cTn id="7" dur="500"/>
                                        <p:tgtEl>
                                          <p:spTgt spid="409"/>
                                        </p:tgtEl>
                                      </p:cBhvr>
                                    </p:animEffect>
                                    <p:anim calcmode="lin" valueType="num">
                                      <p:cBhvr>
                                        <p:cTn id="8" dur="500" fill="hold"/>
                                        <p:tgtEl>
                                          <p:spTgt spid="409"/>
                                        </p:tgtEl>
                                        <p:attrNameLst>
                                          <p:attrName>ppt_x</p:attrName>
                                        </p:attrNameLst>
                                      </p:cBhvr>
                                      <p:tavLst>
                                        <p:tav tm="0">
                                          <p:val>
                                            <p:strVal val="#ppt_x"/>
                                          </p:val>
                                        </p:tav>
                                        <p:tav tm="100000">
                                          <p:val>
                                            <p:strVal val="#ppt_x"/>
                                          </p:val>
                                        </p:tav>
                                      </p:tavLst>
                                    </p:anim>
                                    <p:anim calcmode="lin" valueType="num">
                                      <p:cBhvr>
                                        <p:cTn id="9" dur="500" fill="hold"/>
                                        <p:tgtEl>
                                          <p:spTgt spid="409"/>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424"/>
                                        </p:tgtEl>
                                        <p:attrNameLst>
                                          <p:attrName>style.visibility</p:attrName>
                                        </p:attrNameLst>
                                      </p:cBhvr>
                                      <p:to>
                                        <p:strVal val="visible"/>
                                      </p:to>
                                    </p:set>
                                    <p:animEffect transition="in" filter="fade">
                                      <p:cBhvr>
                                        <p:cTn id="12" dur="500"/>
                                        <p:tgtEl>
                                          <p:spTgt spid="424"/>
                                        </p:tgtEl>
                                      </p:cBhvr>
                                    </p:animEffect>
                                    <p:anim calcmode="lin" valueType="num">
                                      <p:cBhvr>
                                        <p:cTn id="13" dur="500" fill="hold"/>
                                        <p:tgtEl>
                                          <p:spTgt spid="424"/>
                                        </p:tgtEl>
                                        <p:attrNameLst>
                                          <p:attrName>ppt_x</p:attrName>
                                        </p:attrNameLst>
                                      </p:cBhvr>
                                      <p:tavLst>
                                        <p:tav tm="0">
                                          <p:val>
                                            <p:strVal val="#ppt_x"/>
                                          </p:val>
                                        </p:tav>
                                        <p:tav tm="100000">
                                          <p:val>
                                            <p:strVal val="#ppt_x"/>
                                          </p:val>
                                        </p:tav>
                                      </p:tavLst>
                                    </p:anim>
                                    <p:anim calcmode="lin" valueType="num">
                                      <p:cBhvr>
                                        <p:cTn id="14" dur="500" fill="hold"/>
                                        <p:tgtEl>
                                          <p:spTgt spid="424"/>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2" presetClass="entr" presetSubtype="0" fill="hold" nodeType="afterEffect">
                                  <p:stCondLst>
                                    <p:cond delay="0"/>
                                  </p:stCondLst>
                                  <p:childTnLst>
                                    <p:set>
                                      <p:cBhvr>
                                        <p:cTn id="17" dur="1" fill="hold">
                                          <p:stCondLst>
                                            <p:cond delay="0"/>
                                          </p:stCondLst>
                                        </p:cTn>
                                        <p:tgtEl>
                                          <p:spTgt spid="381"/>
                                        </p:tgtEl>
                                        <p:attrNameLst>
                                          <p:attrName>style.visibility</p:attrName>
                                        </p:attrNameLst>
                                      </p:cBhvr>
                                      <p:to>
                                        <p:strVal val="visible"/>
                                      </p:to>
                                    </p:set>
                                    <p:animEffect transition="in" filter="fade">
                                      <p:cBhvr>
                                        <p:cTn id="18" dur="500"/>
                                        <p:tgtEl>
                                          <p:spTgt spid="381"/>
                                        </p:tgtEl>
                                      </p:cBhvr>
                                    </p:animEffect>
                                    <p:anim calcmode="lin" valueType="num">
                                      <p:cBhvr>
                                        <p:cTn id="19" dur="500" fill="hold"/>
                                        <p:tgtEl>
                                          <p:spTgt spid="381"/>
                                        </p:tgtEl>
                                        <p:attrNameLst>
                                          <p:attrName>ppt_x</p:attrName>
                                        </p:attrNameLst>
                                      </p:cBhvr>
                                      <p:tavLst>
                                        <p:tav tm="0">
                                          <p:val>
                                            <p:strVal val="#ppt_x"/>
                                          </p:val>
                                        </p:tav>
                                        <p:tav tm="100000">
                                          <p:val>
                                            <p:strVal val="#ppt_x"/>
                                          </p:val>
                                        </p:tav>
                                      </p:tavLst>
                                    </p:anim>
                                    <p:anim calcmode="lin" valueType="num">
                                      <p:cBhvr>
                                        <p:cTn id="20" dur="500" fill="hold"/>
                                        <p:tgtEl>
                                          <p:spTgt spid="381"/>
                                        </p:tgtEl>
                                        <p:attrNameLst>
                                          <p:attrName>ppt_y</p:attrName>
                                        </p:attrNameLst>
                                      </p:cBhvr>
                                      <p:tavLst>
                                        <p:tav tm="0">
                                          <p:val>
                                            <p:strVal val="#ppt_y+.1"/>
                                          </p:val>
                                        </p:tav>
                                        <p:tav tm="100000">
                                          <p:val>
                                            <p:strVal val="#ppt_y"/>
                                          </p:val>
                                        </p:tav>
                                      </p:tavLst>
                                    </p:anim>
                                  </p:childTnLst>
                                </p:cTn>
                              </p:par>
                              <p:par>
                                <p:cTn id="21" presetID="47" presetClass="entr" presetSubtype="0" fill="hold" nodeType="withEffect">
                                  <p:stCondLst>
                                    <p:cond delay="0"/>
                                  </p:stCondLst>
                                  <p:childTnLst>
                                    <p:set>
                                      <p:cBhvr>
                                        <p:cTn id="22" dur="1" fill="hold">
                                          <p:stCondLst>
                                            <p:cond delay="0"/>
                                          </p:stCondLst>
                                        </p:cTn>
                                        <p:tgtEl>
                                          <p:spTgt spid="402"/>
                                        </p:tgtEl>
                                        <p:attrNameLst>
                                          <p:attrName>style.visibility</p:attrName>
                                        </p:attrNameLst>
                                      </p:cBhvr>
                                      <p:to>
                                        <p:strVal val="visible"/>
                                      </p:to>
                                    </p:set>
                                    <p:animEffect transition="in" filter="fade">
                                      <p:cBhvr>
                                        <p:cTn id="23" dur="500"/>
                                        <p:tgtEl>
                                          <p:spTgt spid="402"/>
                                        </p:tgtEl>
                                      </p:cBhvr>
                                    </p:animEffect>
                                    <p:anim calcmode="lin" valueType="num">
                                      <p:cBhvr>
                                        <p:cTn id="24" dur="500" fill="hold"/>
                                        <p:tgtEl>
                                          <p:spTgt spid="402"/>
                                        </p:tgtEl>
                                        <p:attrNameLst>
                                          <p:attrName>ppt_x</p:attrName>
                                        </p:attrNameLst>
                                      </p:cBhvr>
                                      <p:tavLst>
                                        <p:tav tm="0">
                                          <p:val>
                                            <p:strVal val="#ppt_x"/>
                                          </p:val>
                                        </p:tav>
                                        <p:tav tm="100000">
                                          <p:val>
                                            <p:strVal val="#ppt_x"/>
                                          </p:val>
                                        </p:tav>
                                      </p:tavLst>
                                    </p:anim>
                                    <p:anim calcmode="lin" valueType="num">
                                      <p:cBhvr>
                                        <p:cTn id="25" dur="500" fill="hold"/>
                                        <p:tgtEl>
                                          <p:spTgt spid="402"/>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42" presetClass="entr" presetSubtype="0" fill="hold" nodeType="afterEffect">
                                  <p:stCondLst>
                                    <p:cond delay="0"/>
                                  </p:stCondLst>
                                  <p:childTnLst>
                                    <p:set>
                                      <p:cBhvr>
                                        <p:cTn id="28" dur="1" fill="hold">
                                          <p:stCondLst>
                                            <p:cond delay="0"/>
                                          </p:stCondLst>
                                        </p:cTn>
                                        <p:tgtEl>
                                          <p:spTgt spid="366"/>
                                        </p:tgtEl>
                                        <p:attrNameLst>
                                          <p:attrName>style.visibility</p:attrName>
                                        </p:attrNameLst>
                                      </p:cBhvr>
                                      <p:to>
                                        <p:strVal val="visible"/>
                                      </p:to>
                                    </p:set>
                                    <p:animEffect transition="in" filter="fade">
                                      <p:cBhvr>
                                        <p:cTn id="29" dur="500"/>
                                        <p:tgtEl>
                                          <p:spTgt spid="366"/>
                                        </p:tgtEl>
                                      </p:cBhvr>
                                    </p:animEffect>
                                    <p:anim calcmode="lin" valueType="num">
                                      <p:cBhvr>
                                        <p:cTn id="30" dur="500" fill="hold"/>
                                        <p:tgtEl>
                                          <p:spTgt spid="366"/>
                                        </p:tgtEl>
                                        <p:attrNameLst>
                                          <p:attrName>ppt_x</p:attrName>
                                        </p:attrNameLst>
                                      </p:cBhvr>
                                      <p:tavLst>
                                        <p:tav tm="0">
                                          <p:val>
                                            <p:strVal val="#ppt_x"/>
                                          </p:val>
                                        </p:tav>
                                        <p:tav tm="100000">
                                          <p:val>
                                            <p:strVal val="#ppt_x"/>
                                          </p:val>
                                        </p:tav>
                                      </p:tavLst>
                                    </p:anim>
                                    <p:anim calcmode="lin" valueType="num">
                                      <p:cBhvr>
                                        <p:cTn id="31" dur="500" fill="hold"/>
                                        <p:tgtEl>
                                          <p:spTgt spid="366"/>
                                        </p:tgtEl>
                                        <p:attrNameLst>
                                          <p:attrName>ppt_y</p:attrName>
                                        </p:attrNameLst>
                                      </p:cBhvr>
                                      <p:tavLst>
                                        <p:tav tm="0">
                                          <p:val>
                                            <p:strVal val="#ppt_y+.1"/>
                                          </p:val>
                                        </p:tav>
                                        <p:tav tm="100000">
                                          <p:val>
                                            <p:strVal val="#ppt_y"/>
                                          </p:val>
                                        </p:tav>
                                      </p:tavLst>
                                    </p:anim>
                                  </p:childTnLst>
                                </p:cTn>
                              </p:par>
                              <p:par>
                                <p:cTn id="32" presetID="47" presetClass="entr" presetSubtype="0" fill="hold" nodeType="withEffect">
                                  <p:stCondLst>
                                    <p:cond delay="0"/>
                                  </p:stCondLst>
                                  <p:childTnLst>
                                    <p:set>
                                      <p:cBhvr>
                                        <p:cTn id="33" dur="1" fill="hold">
                                          <p:stCondLst>
                                            <p:cond delay="0"/>
                                          </p:stCondLst>
                                        </p:cTn>
                                        <p:tgtEl>
                                          <p:spTgt spid="395"/>
                                        </p:tgtEl>
                                        <p:attrNameLst>
                                          <p:attrName>style.visibility</p:attrName>
                                        </p:attrNameLst>
                                      </p:cBhvr>
                                      <p:to>
                                        <p:strVal val="visible"/>
                                      </p:to>
                                    </p:set>
                                    <p:animEffect transition="in" filter="fade">
                                      <p:cBhvr>
                                        <p:cTn id="34" dur="500"/>
                                        <p:tgtEl>
                                          <p:spTgt spid="395"/>
                                        </p:tgtEl>
                                      </p:cBhvr>
                                    </p:animEffect>
                                    <p:anim calcmode="lin" valueType="num">
                                      <p:cBhvr>
                                        <p:cTn id="35" dur="500" fill="hold"/>
                                        <p:tgtEl>
                                          <p:spTgt spid="395"/>
                                        </p:tgtEl>
                                        <p:attrNameLst>
                                          <p:attrName>ppt_x</p:attrName>
                                        </p:attrNameLst>
                                      </p:cBhvr>
                                      <p:tavLst>
                                        <p:tav tm="0">
                                          <p:val>
                                            <p:strVal val="#ppt_x"/>
                                          </p:val>
                                        </p:tav>
                                        <p:tav tm="100000">
                                          <p:val>
                                            <p:strVal val="#ppt_x"/>
                                          </p:val>
                                        </p:tav>
                                      </p:tavLst>
                                    </p:anim>
                                    <p:anim calcmode="lin" valueType="num">
                                      <p:cBhvr>
                                        <p:cTn id="36" dur="500" fill="hold"/>
                                        <p:tgtEl>
                                          <p:spTgt spid="39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Diagram</a:t>
            </a:r>
          </a:p>
        </p:txBody>
      </p:sp>
      <p:grpSp>
        <p:nvGrpSpPr>
          <p:cNvPr id="71" name="그룹 70"/>
          <p:cNvGrpSpPr/>
          <p:nvPr/>
        </p:nvGrpSpPr>
        <p:grpSpPr>
          <a:xfrm>
            <a:off x="1771907" y="1663705"/>
            <a:ext cx="3314186" cy="2031485"/>
            <a:chOff x="3943864" y="1663700"/>
            <a:chExt cx="3314186" cy="2031485"/>
          </a:xfrm>
        </p:grpSpPr>
        <p:cxnSp>
          <p:nvCxnSpPr>
            <p:cNvPr id="70" name="직선 연결선 69"/>
            <p:cNvCxnSpPr/>
            <p:nvPr/>
          </p:nvCxnSpPr>
          <p:spPr>
            <a:xfrm flipH="1" flipV="1">
              <a:off x="3943864" y="1663700"/>
              <a:ext cx="3314186" cy="2012435"/>
            </a:xfrm>
            <a:prstGeom prst="line">
              <a:avLst/>
            </a:prstGeom>
            <a:ln w="762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직선 연결선 65"/>
            <p:cNvCxnSpPr/>
            <p:nvPr/>
          </p:nvCxnSpPr>
          <p:spPr>
            <a:xfrm flipH="1">
              <a:off x="3943864" y="1682750"/>
              <a:ext cx="3314186" cy="2012435"/>
            </a:xfrm>
            <a:prstGeom prst="line">
              <a:avLst/>
            </a:prstGeom>
            <a:ln w="762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1" name="그룹 60"/>
          <p:cNvGrpSpPr/>
          <p:nvPr/>
        </p:nvGrpSpPr>
        <p:grpSpPr>
          <a:xfrm>
            <a:off x="970195" y="885867"/>
            <a:ext cx="1488492" cy="1790993"/>
            <a:chOff x="3491402" y="885862"/>
            <a:chExt cx="1488492" cy="1790993"/>
          </a:xfrm>
        </p:grpSpPr>
        <p:sp>
          <p:nvSpPr>
            <p:cNvPr id="29" name="Freeform 31"/>
            <p:cNvSpPr>
              <a:spLocks noEditPoints="1"/>
            </p:cNvSpPr>
            <p:nvPr/>
          </p:nvSpPr>
          <p:spPr bwMode="auto">
            <a:xfrm>
              <a:off x="3491402" y="885862"/>
              <a:ext cx="1488492" cy="1790993"/>
            </a:xfrm>
            <a:custGeom>
              <a:avLst/>
              <a:gdLst>
                <a:gd name="T0" fmla="*/ 457 w 479"/>
                <a:gd name="T1" fmla="*/ 323 h 577"/>
                <a:gd name="T2" fmla="*/ 418 w 479"/>
                <a:gd name="T3" fmla="*/ 258 h 577"/>
                <a:gd name="T4" fmla="*/ 414 w 479"/>
                <a:gd name="T5" fmla="*/ 245 h 577"/>
                <a:gd name="T6" fmla="*/ 424 w 479"/>
                <a:gd name="T7" fmla="*/ 232 h 577"/>
                <a:gd name="T8" fmla="*/ 415 w 479"/>
                <a:gd name="T9" fmla="*/ 240 h 577"/>
                <a:gd name="T10" fmla="*/ 419 w 479"/>
                <a:gd name="T11" fmla="*/ 184 h 577"/>
                <a:gd name="T12" fmla="*/ 426 w 479"/>
                <a:gd name="T13" fmla="*/ 86 h 577"/>
                <a:gd name="T14" fmla="*/ 422 w 479"/>
                <a:gd name="T15" fmla="*/ 82 h 577"/>
                <a:gd name="T16" fmla="*/ 351 w 479"/>
                <a:gd name="T17" fmla="*/ 39 h 577"/>
                <a:gd name="T18" fmla="*/ 350 w 479"/>
                <a:gd name="T19" fmla="*/ 38 h 577"/>
                <a:gd name="T20" fmla="*/ 348 w 479"/>
                <a:gd name="T21" fmla="*/ 35 h 577"/>
                <a:gd name="T22" fmla="*/ 343 w 479"/>
                <a:gd name="T23" fmla="*/ 31 h 577"/>
                <a:gd name="T24" fmla="*/ 290 w 479"/>
                <a:gd name="T25" fmla="*/ 26 h 577"/>
                <a:gd name="T26" fmla="*/ 291 w 479"/>
                <a:gd name="T27" fmla="*/ 23 h 577"/>
                <a:gd name="T28" fmla="*/ 293 w 479"/>
                <a:gd name="T29" fmla="*/ 15 h 577"/>
                <a:gd name="T30" fmla="*/ 294 w 479"/>
                <a:gd name="T31" fmla="*/ 6 h 577"/>
                <a:gd name="T32" fmla="*/ 293 w 479"/>
                <a:gd name="T33" fmla="*/ 4 h 577"/>
                <a:gd name="T34" fmla="*/ 290 w 479"/>
                <a:gd name="T35" fmla="*/ 3 h 577"/>
                <a:gd name="T36" fmla="*/ 285 w 479"/>
                <a:gd name="T37" fmla="*/ 4 h 577"/>
                <a:gd name="T38" fmla="*/ 284 w 479"/>
                <a:gd name="T39" fmla="*/ 5 h 577"/>
                <a:gd name="T40" fmla="*/ 239 w 479"/>
                <a:gd name="T41" fmla="*/ 27 h 577"/>
                <a:gd name="T42" fmla="*/ 238 w 479"/>
                <a:gd name="T43" fmla="*/ 25 h 577"/>
                <a:gd name="T44" fmla="*/ 238 w 479"/>
                <a:gd name="T45" fmla="*/ 22 h 577"/>
                <a:gd name="T46" fmla="*/ 236 w 479"/>
                <a:gd name="T47" fmla="*/ 17 h 577"/>
                <a:gd name="T48" fmla="*/ 233 w 479"/>
                <a:gd name="T49" fmla="*/ 17 h 577"/>
                <a:gd name="T50" fmla="*/ 211 w 479"/>
                <a:gd name="T51" fmla="*/ 16 h 577"/>
                <a:gd name="T52" fmla="*/ 185 w 479"/>
                <a:gd name="T53" fmla="*/ 35 h 577"/>
                <a:gd name="T54" fmla="*/ 118 w 479"/>
                <a:gd name="T55" fmla="*/ 44 h 577"/>
                <a:gd name="T56" fmla="*/ 33 w 479"/>
                <a:gd name="T57" fmla="*/ 261 h 577"/>
                <a:gd name="T58" fmla="*/ 42 w 479"/>
                <a:gd name="T59" fmla="*/ 182 h 577"/>
                <a:gd name="T60" fmla="*/ 66 w 479"/>
                <a:gd name="T61" fmla="*/ 334 h 577"/>
                <a:gd name="T62" fmla="*/ 56 w 479"/>
                <a:gd name="T63" fmla="*/ 286 h 577"/>
                <a:gd name="T64" fmla="*/ 103 w 479"/>
                <a:gd name="T65" fmla="*/ 364 h 577"/>
                <a:gd name="T66" fmla="*/ 152 w 479"/>
                <a:gd name="T67" fmla="*/ 450 h 577"/>
                <a:gd name="T68" fmla="*/ 150 w 479"/>
                <a:gd name="T69" fmla="*/ 410 h 577"/>
                <a:gd name="T70" fmla="*/ 156 w 479"/>
                <a:gd name="T71" fmla="*/ 458 h 577"/>
                <a:gd name="T72" fmla="*/ 160 w 479"/>
                <a:gd name="T73" fmla="*/ 453 h 577"/>
                <a:gd name="T74" fmla="*/ 160 w 479"/>
                <a:gd name="T75" fmla="*/ 457 h 577"/>
                <a:gd name="T76" fmla="*/ 140 w 479"/>
                <a:gd name="T77" fmla="*/ 530 h 577"/>
                <a:gd name="T78" fmla="*/ 300 w 479"/>
                <a:gd name="T79" fmla="*/ 570 h 577"/>
                <a:gd name="T80" fmla="*/ 285 w 479"/>
                <a:gd name="T81" fmla="*/ 545 h 577"/>
                <a:gd name="T82" fmla="*/ 290 w 479"/>
                <a:gd name="T83" fmla="*/ 456 h 577"/>
                <a:gd name="T84" fmla="*/ 308 w 479"/>
                <a:gd name="T85" fmla="*/ 448 h 577"/>
                <a:gd name="T86" fmla="*/ 316 w 479"/>
                <a:gd name="T87" fmla="*/ 451 h 577"/>
                <a:gd name="T88" fmla="*/ 318 w 479"/>
                <a:gd name="T89" fmla="*/ 452 h 577"/>
                <a:gd name="T90" fmla="*/ 325 w 479"/>
                <a:gd name="T91" fmla="*/ 454 h 577"/>
                <a:gd name="T92" fmla="*/ 325 w 479"/>
                <a:gd name="T93" fmla="*/ 454 h 577"/>
                <a:gd name="T94" fmla="*/ 399 w 479"/>
                <a:gd name="T95" fmla="*/ 439 h 577"/>
                <a:gd name="T96" fmla="*/ 400 w 479"/>
                <a:gd name="T97" fmla="*/ 410 h 577"/>
                <a:gd name="T98" fmla="*/ 410 w 479"/>
                <a:gd name="T99" fmla="*/ 385 h 577"/>
                <a:gd name="T100" fmla="*/ 422 w 479"/>
                <a:gd name="T101" fmla="*/ 370 h 577"/>
                <a:gd name="T102" fmla="*/ 422 w 479"/>
                <a:gd name="T103" fmla="*/ 368 h 577"/>
                <a:gd name="T104" fmla="*/ 422 w 479"/>
                <a:gd name="T105" fmla="*/ 346 h 577"/>
                <a:gd name="T106" fmla="*/ 457 w 479"/>
                <a:gd name="T107" fmla="*/ 323 h 577"/>
                <a:gd name="T108" fmla="*/ 286 w 479"/>
                <a:gd name="T109" fmla="*/ 7 h 577"/>
                <a:gd name="T110" fmla="*/ 286 w 479"/>
                <a:gd name="T111" fmla="*/ 7 h 577"/>
                <a:gd name="T112" fmla="*/ 290 w 479"/>
                <a:gd name="T113" fmla="*/ 6 h 577"/>
                <a:gd name="T114" fmla="*/ 291 w 479"/>
                <a:gd name="T115" fmla="*/ 7 h 577"/>
                <a:gd name="T116" fmla="*/ 290 w 479"/>
                <a:gd name="T117" fmla="*/ 14 h 577"/>
                <a:gd name="T118" fmla="*/ 288 w 479"/>
                <a:gd name="T119" fmla="*/ 19 h 577"/>
                <a:gd name="T120" fmla="*/ 286 w 479"/>
                <a:gd name="T121" fmla="*/ 7 h 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79" h="577">
                  <a:moveTo>
                    <a:pt x="457" y="323"/>
                  </a:moveTo>
                  <a:cubicBezTo>
                    <a:pt x="451" y="311"/>
                    <a:pt x="430" y="276"/>
                    <a:pt x="418" y="258"/>
                  </a:cubicBezTo>
                  <a:cubicBezTo>
                    <a:pt x="415" y="255"/>
                    <a:pt x="415" y="249"/>
                    <a:pt x="414" y="245"/>
                  </a:cubicBezTo>
                  <a:cubicBezTo>
                    <a:pt x="418" y="243"/>
                    <a:pt x="422" y="239"/>
                    <a:pt x="424" y="232"/>
                  </a:cubicBezTo>
                  <a:cubicBezTo>
                    <a:pt x="424" y="232"/>
                    <a:pt x="420" y="239"/>
                    <a:pt x="415" y="240"/>
                  </a:cubicBezTo>
                  <a:cubicBezTo>
                    <a:pt x="419" y="219"/>
                    <a:pt x="421" y="201"/>
                    <a:pt x="419" y="184"/>
                  </a:cubicBezTo>
                  <a:cubicBezTo>
                    <a:pt x="479" y="133"/>
                    <a:pt x="440" y="96"/>
                    <a:pt x="426" y="86"/>
                  </a:cubicBezTo>
                  <a:cubicBezTo>
                    <a:pt x="424" y="85"/>
                    <a:pt x="423" y="83"/>
                    <a:pt x="422" y="82"/>
                  </a:cubicBezTo>
                  <a:cubicBezTo>
                    <a:pt x="420" y="74"/>
                    <a:pt x="411" y="25"/>
                    <a:pt x="351" y="39"/>
                  </a:cubicBezTo>
                  <a:cubicBezTo>
                    <a:pt x="351" y="39"/>
                    <a:pt x="351" y="39"/>
                    <a:pt x="350" y="38"/>
                  </a:cubicBezTo>
                  <a:cubicBezTo>
                    <a:pt x="350" y="37"/>
                    <a:pt x="349" y="36"/>
                    <a:pt x="348" y="35"/>
                  </a:cubicBezTo>
                  <a:cubicBezTo>
                    <a:pt x="347" y="33"/>
                    <a:pt x="345" y="32"/>
                    <a:pt x="343" y="31"/>
                  </a:cubicBezTo>
                  <a:cubicBezTo>
                    <a:pt x="332" y="22"/>
                    <a:pt x="311" y="11"/>
                    <a:pt x="290" y="26"/>
                  </a:cubicBezTo>
                  <a:cubicBezTo>
                    <a:pt x="290" y="25"/>
                    <a:pt x="290" y="24"/>
                    <a:pt x="291" y="23"/>
                  </a:cubicBezTo>
                  <a:cubicBezTo>
                    <a:pt x="292" y="21"/>
                    <a:pt x="293" y="18"/>
                    <a:pt x="293" y="15"/>
                  </a:cubicBezTo>
                  <a:cubicBezTo>
                    <a:pt x="294" y="13"/>
                    <a:pt x="295" y="10"/>
                    <a:pt x="294" y="6"/>
                  </a:cubicBezTo>
                  <a:cubicBezTo>
                    <a:pt x="294" y="6"/>
                    <a:pt x="294" y="5"/>
                    <a:pt x="293" y="4"/>
                  </a:cubicBezTo>
                  <a:cubicBezTo>
                    <a:pt x="292" y="3"/>
                    <a:pt x="291" y="3"/>
                    <a:pt x="290" y="3"/>
                  </a:cubicBezTo>
                  <a:cubicBezTo>
                    <a:pt x="288" y="3"/>
                    <a:pt x="286" y="4"/>
                    <a:pt x="285" y="4"/>
                  </a:cubicBezTo>
                  <a:cubicBezTo>
                    <a:pt x="285" y="4"/>
                    <a:pt x="285" y="5"/>
                    <a:pt x="284" y="5"/>
                  </a:cubicBezTo>
                  <a:cubicBezTo>
                    <a:pt x="279" y="0"/>
                    <a:pt x="266" y="3"/>
                    <a:pt x="239" y="27"/>
                  </a:cubicBezTo>
                  <a:cubicBezTo>
                    <a:pt x="239" y="27"/>
                    <a:pt x="238" y="26"/>
                    <a:pt x="238" y="25"/>
                  </a:cubicBezTo>
                  <a:cubicBezTo>
                    <a:pt x="238" y="24"/>
                    <a:pt x="238" y="23"/>
                    <a:pt x="238" y="22"/>
                  </a:cubicBezTo>
                  <a:cubicBezTo>
                    <a:pt x="238" y="20"/>
                    <a:pt x="238" y="19"/>
                    <a:pt x="236" y="17"/>
                  </a:cubicBezTo>
                  <a:cubicBezTo>
                    <a:pt x="235" y="17"/>
                    <a:pt x="234" y="17"/>
                    <a:pt x="233" y="17"/>
                  </a:cubicBezTo>
                  <a:cubicBezTo>
                    <a:pt x="229" y="12"/>
                    <a:pt x="222" y="9"/>
                    <a:pt x="211" y="16"/>
                  </a:cubicBezTo>
                  <a:cubicBezTo>
                    <a:pt x="189" y="28"/>
                    <a:pt x="185" y="35"/>
                    <a:pt x="185" y="35"/>
                  </a:cubicBezTo>
                  <a:cubicBezTo>
                    <a:pt x="185" y="35"/>
                    <a:pt x="170" y="16"/>
                    <a:pt x="118" y="44"/>
                  </a:cubicBezTo>
                  <a:cubicBezTo>
                    <a:pt x="66" y="71"/>
                    <a:pt x="0" y="174"/>
                    <a:pt x="33" y="261"/>
                  </a:cubicBezTo>
                  <a:cubicBezTo>
                    <a:pt x="31" y="256"/>
                    <a:pt x="22" y="217"/>
                    <a:pt x="42" y="182"/>
                  </a:cubicBezTo>
                  <a:cubicBezTo>
                    <a:pt x="40" y="187"/>
                    <a:pt x="14" y="258"/>
                    <a:pt x="66" y="334"/>
                  </a:cubicBezTo>
                  <a:cubicBezTo>
                    <a:pt x="63" y="330"/>
                    <a:pt x="52" y="309"/>
                    <a:pt x="56" y="286"/>
                  </a:cubicBezTo>
                  <a:cubicBezTo>
                    <a:pt x="56" y="293"/>
                    <a:pt x="56" y="324"/>
                    <a:pt x="103" y="364"/>
                  </a:cubicBezTo>
                  <a:cubicBezTo>
                    <a:pt x="139" y="395"/>
                    <a:pt x="152" y="450"/>
                    <a:pt x="152" y="450"/>
                  </a:cubicBezTo>
                  <a:cubicBezTo>
                    <a:pt x="150" y="410"/>
                    <a:pt x="150" y="410"/>
                    <a:pt x="150" y="410"/>
                  </a:cubicBezTo>
                  <a:cubicBezTo>
                    <a:pt x="150" y="410"/>
                    <a:pt x="161" y="437"/>
                    <a:pt x="156" y="458"/>
                  </a:cubicBezTo>
                  <a:cubicBezTo>
                    <a:pt x="157" y="458"/>
                    <a:pt x="158" y="456"/>
                    <a:pt x="160" y="453"/>
                  </a:cubicBezTo>
                  <a:cubicBezTo>
                    <a:pt x="160" y="455"/>
                    <a:pt x="160" y="456"/>
                    <a:pt x="160" y="457"/>
                  </a:cubicBezTo>
                  <a:cubicBezTo>
                    <a:pt x="157" y="476"/>
                    <a:pt x="149" y="503"/>
                    <a:pt x="140" y="530"/>
                  </a:cubicBezTo>
                  <a:cubicBezTo>
                    <a:pt x="175" y="554"/>
                    <a:pt x="229" y="577"/>
                    <a:pt x="300" y="570"/>
                  </a:cubicBezTo>
                  <a:cubicBezTo>
                    <a:pt x="292" y="560"/>
                    <a:pt x="287" y="551"/>
                    <a:pt x="285" y="545"/>
                  </a:cubicBezTo>
                  <a:cubicBezTo>
                    <a:pt x="279" y="526"/>
                    <a:pt x="290" y="456"/>
                    <a:pt x="290" y="456"/>
                  </a:cubicBezTo>
                  <a:cubicBezTo>
                    <a:pt x="295" y="445"/>
                    <a:pt x="308" y="448"/>
                    <a:pt x="308" y="448"/>
                  </a:cubicBezTo>
                  <a:cubicBezTo>
                    <a:pt x="311" y="449"/>
                    <a:pt x="314" y="450"/>
                    <a:pt x="316" y="451"/>
                  </a:cubicBezTo>
                  <a:cubicBezTo>
                    <a:pt x="317" y="451"/>
                    <a:pt x="318" y="452"/>
                    <a:pt x="318" y="452"/>
                  </a:cubicBezTo>
                  <a:cubicBezTo>
                    <a:pt x="320" y="453"/>
                    <a:pt x="323" y="453"/>
                    <a:pt x="325" y="454"/>
                  </a:cubicBezTo>
                  <a:cubicBezTo>
                    <a:pt x="325" y="454"/>
                    <a:pt x="325" y="454"/>
                    <a:pt x="325" y="454"/>
                  </a:cubicBezTo>
                  <a:cubicBezTo>
                    <a:pt x="361" y="464"/>
                    <a:pt x="392" y="457"/>
                    <a:pt x="399" y="439"/>
                  </a:cubicBezTo>
                  <a:cubicBezTo>
                    <a:pt x="405" y="422"/>
                    <a:pt x="400" y="410"/>
                    <a:pt x="400" y="410"/>
                  </a:cubicBezTo>
                  <a:cubicBezTo>
                    <a:pt x="420" y="403"/>
                    <a:pt x="410" y="385"/>
                    <a:pt x="410" y="385"/>
                  </a:cubicBezTo>
                  <a:cubicBezTo>
                    <a:pt x="416" y="383"/>
                    <a:pt x="424" y="375"/>
                    <a:pt x="422" y="370"/>
                  </a:cubicBezTo>
                  <a:cubicBezTo>
                    <a:pt x="422" y="369"/>
                    <a:pt x="422" y="369"/>
                    <a:pt x="422" y="368"/>
                  </a:cubicBezTo>
                  <a:cubicBezTo>
                    <a:pt x="415" y="355"/>
                    <a:pt x="422" y="346"/>
                    <a:pt x="422" y="346"/>
                  </a:cubicBezTo>
                  <a:cubicBezTo>
                    <a:pt x="447" y="339"/>
                    <a:pt x="461" y="330"/>
                    <a:pt x="457" y="323"/>
                  </a:cubicBezTo>
                  <a:close/>
                  <a:moveTo>
                    <a:pt x="286" y="7"/>
                  </a:moveTo>
                  <a:cubicBezTo>
                    <a:pt x="286" y="7"/>
                    <a:pt x="286" y="7"/>
                    <a:pt x="286" y="7"/>
                  </a:cubicBezTo>
                  <a:cubicBezTo>
                    <a:pt x="287" y="6"/>
                    <a:pt x="289" y="6"/>
                    <a:pt x="290" y="6"/>
                  </a:cubicBezTo>
                  <a:cubicBezTo>
                    <a:pt x="291" y="6"/>
                    <a:pt x="291" y="6"/>
                    <a:pt x="291" y="7"/>
                  </a:cubicBezTo>
                  <a:cubicBezTo>
                    <a:pt x="291" y="9"/>
                    <a:pt x="291" y="12"/>
                    <a:pt x="290" y="14"/>
                  </a:cubicBezTo>
                  <a:cubicBezTo>
                    <a:pt x="289" y="16"/>
                    <a:pt x="289" y="17"/>
                    <a:pt x="288" y="19"/>
                  </a:cubicBezTo>
                  <a:cubicBezTo>
                    <a:pt x="288" y="15"/>
                    <a:pt x="288" y="10"/>
                    <a:pt x="286" y="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53" name="그룹 52"/>
            <p:cNvGrpSpPr/>
            <p:nvPr/>
          </p:nvGrpSpPr>
          <p:grpSpPr>
            <a:xfrm>
              <a:off x="3776273" y="1327150"/>
              <a:ext cx="960828" cy="787401"/>
              <a:chOff x="3776273" y="1320800"/>
              <a:chExt cx="960828" cy="787401"/>
            </a:xfrm>
          </p:grpSpPr>
          <p:sp>
            <p:nvSpPr>
              <p:cNvPr id="49" name="TextBox 48"/>
              <p:cNvSpPr txBox="1"/>
              <p:nvPr/>
            </p:nvSpPr>
            <p:spPr>
              <a:xfrm>
                <a:off x="3776273" y="1555097"/>
                <a:ext cx="948127" cy="553104"/>
              </a:xfrm>
              <a:prstGeom prst="rect">
                <a:avLst/>
              </a:prstGeom>
              <a:noFill/>
            </p:spPr>
            <p:txBody>
              <a:bodyPr wrap="square" lIns="0" tIns="0" rIns="0" bIns="0" rtlCol="0">
                <a:noAutofit/>
              </a:bodyPr>
              <a:lstStyle/>
              <a:p>
                <a:pPr>
                  <a:buClr>
                    <a:schemeClr val="bg2"/>
                  </a:buClr>
                </a:pPr>
                <a:r>
                  <a:rPr lang="pt-BR" altLang="ko-KR" sz="700" dirty="0">
                    <a:gradFill>
                      <a:gsLst>
                        <a:gs pos="0">
                          <a:schemeClr val="bg2"/>
                        </a:gs>
                        <a:gs pos="100000">
                          <a:schemeClr val="bg2"/>
                        </a:gs>
                      </a:gsLst>
                      <a:lin ang="5400000" scaled="0"/>
                    </a:gradFill>
                    <a:ea typeface="Roboto Light" pitchFamily="2" charset="0"/>
                    <a:cs typeface="Roboto Condensed Regular"/>
                  </a:rPr>
                  <a:t>Morbi in ipsum sit amet pede facilisis laoreet. Donec lacus nunc, viverra nec,        </a:t>
                </a:r>
              </a:p>
              <a:p>
                <a:pPr>
                  <a:buClr>
                    <a:schemeClr val="bg2"/>
                  </a:buClr>
                </a:pPr>
                <a:r>
                  <a:rPr lang="pt-BR" altLang="ko-KR" sz="700" dirty="0">
                    <a:gradFill>
                      <a:gsLst>
                        <a:gs pos="0">
                          <a:schemeClr val="bg2"/>
                        </a:gs>
                        <a:gs pos="100000">
                          <a:schemeClr val="bg2"/>
                        </a:gs>
                      </a:gsLst>
                      <a:lin ang="5400000" scaled="0"/>
                    </a:gradFill>
                    <a:ea typeface="Roboto Light" pitchFamily="2" charset="0"/>
                    <a:cs typeface="Roboto Condensed Regular"/>
                  </a:rPr>
                  <a:t>      blandit vel.</a:t>
                </a:r>
              </a:p>
            </p:txBody>
          </p:sp>
          <p:sp>
            <p:nvSpPr>
              <p:cNvPr id="50" name="TextBox 49"/>
              <p:cNvSpPr txBox="1">
                <a:spLocks/>
              </p:cNvSpPr>
              <p:nvPr/>
            </p:nvSpPr>
            <p:spPr>
              <a:xfrm>
                <a:off x="3776274" y="1320800"/>
                <a:ext cx="960827" cy="196849"/>
              </a:xfrm>
              <a:prstGeom prst="rect">
                <a:avLst/>
              </a:prstGeom>
              <a:noFill/>
            </p:spPr>
            <p:txBody>
              <a:bodyPr wrap="square" lIns="0" tIns="0" rIns="0" bIns="0" rtlCol="0">
                <a:noAutofit/>
              </a:bodyPr>
              <a:lstStyle/>
              <a:p>
                <a:pPr lvl="0"/>
                <a:r>
                  <a:rPr lang="en-US" altLang="ko-KR" sz="1000" b="1" dirty="0">
                    <a:gradFill>
                      <a:gsLst>
                        <a:gs pos="0">
                          <a:schemeClr val="accent1"/>
                        </a:gs>
                        <a:gs pos="100000">
                          <a:schemeClr val="accent1"/>
                        </a:gs>
                      </a:gsLst>
                      <a:lin ang="5400000" scaled="0"/>
                    </a:gradFill>
                    <a:latin typeface="Roboto Condensed Regular"/>
                  </a:rPr>
                  <a:t>Lorem Ipsum</a:t>
                </a:r>
                <a:endParaRPr lang="ko-KR" altLang="en-US" sz="1000" b="1" dirty="0">
                  <a:gradFill>
                    <a:gsLst>
                      <a:gs pos="0">
                        <a:schemeClr val="accent1"/>
                      </a:gs>
                      <a:gs pos="100000">
                        <a:schemeClr val="accent1"/>
                      </a:gs>
                    </a:gsLst>
                    <a:lin ang="5400000" scaled="0"/>
                  </a:gradFill>
                  <a:latin typeface="Roboto Condensed Regular"/>
                </a:endParaRPr>
              </a:p>
            </p:txBody>
          </p:sp>
        </p:grpSp>
      </p:grpSp>
      <p:grpSp>
        <p:nvGrpSpPr>
          <p:cNvPr id="62" name="그룹 61"/>
          <p:cNvGrpSpPr/>
          <p:nvPr/>
        </p:nvGrpSpPr>
        <p:grpSpPr>
          <a:xfrm>
            <a:off x="4471315" y="905074"/>
            <a:ext cx="1611733" cy="1762183"/>
            <a:chOff x="6281317" y="905069"/>
            <a:chExt cx="1611733" cy="1762183"/>
          </a:xfrm>
        </p:grpSpPr>
        <p:sp>
          <p:nvSpPr>
            <p:cNvPr id="28" name="Freeform 30"/>
            <p:cNvSpPr>
              <a:spLocks/>
            </p:cNvSpPr>
            <p:nvPr/>
          </p:nvSpPr>
          <p:spPr bwMode="auto">
            <a:xfrm>
              <a:off x="6281317" y="905069"/>
              <a:ext cx="1611733" cy="1762183"/>
            </a:xfrm>
            <a:custGeom>
              <a:avLst/>
              <a:gdLst>
                <a:gd name="T0" fmla="*/ 515 w 519"/>
                <a:gd name="T1" fmla="*/ 142 h 568"/>
                <a:gd name="T2" fmla="*/ 514 w 519"/>
                <a:gd name="T3" fmla="*/ 108 h 568"/>
                <a:gd name="T4" fmla="*/ 508 w 519"/>
                <a:gd name="T5" fmla="*/ 114 h 568"/>
                <a:gd name="T6" fmla="*/ 497 w 519"/>
                <a:gd name="T7" fmla="*/ 171 h 568"/>
                <a:gd name="T8" fmla="*/ 458 w 519"/>
                <a:gd name="T9" fmla="*/ 220 h 568"/>
                <a:gd name="T10" fmla="*/ 486 w 519"/>
                <a:gd name="T11" fmla="*/ 247 h 568"/>
                <a:gd name="T12" fmla="*/ 486 w 519"/>
                <a:gd name="T13" fmla="*/ 248 h 568"/>
                <a:gd name="T14" fmla="*/ 452 w 519"/>
                <a:gd name="T15" fmla="*/ 222 h 568"/>
                <a:gd name="T16" fmla="*/ 433 w 519"/>
                <a:gd name="T17" fmla="*/ 222 h 568"/>
                <a:gd name="T18" fmla="*/ 435 w 519"/>
                <a:gd name="T19" fmla="*/ 259 h 568"/>
                <a:gd name="T20" fmla="*/ 457 w 519"/>
                <a:gd name="T21" fmla="*/ 273 h 568"/>
                <a:gd name="T22" fmla="*/ 432 w 519"/>
                <a:gd name="T23" fmla="*/ 261 h 568"/>
                <a:gd name="T24" fmla="*/ 410 w 519"/>
                <a:gd name="T25" fmla="*/ 285 h 568"/>
                <a:gd name="T26" fmla="*/ 319 w 519"/>
                <a:gd name="T27" fmla="*/ 386 h 568"/>
                <a:gd name="T28" fmla="*/ 333 w 519"/>
                <a:gd name="T29" fmla="*/ 538 h 568"/>
                <a:gd name="T30" fmla="*/ 188 w 519"/>
                <a:gd name="T31" fmla="*/ 546 h 568"/>
                <a:gd name="T32" fmla="*/ 180 w 519"/>
                <a:gd name="T33" fmla="*/ 465 h 568"/>
                <a:gd name="T34" fmla="*/ 179 w 519"/>
                <a:gd name="T35" fmla="*/ 460 h 568"/>
                <a:gd name="T36" fmla="*/ 178 w 519"/>
                <a:gd name="T37" fmla="*/ 456 h 568"/>
                <a:gd name="T38" fmla="*/ 178 w 519"/>
                <a:gd name="T39" fmla="*/ 452 h 568"/>
                <a:gd name="T40" fmla="*/ 177 w 519"/>
                <a:gd name="T41" fmla="*/ 450 h 568"/>
                <a:gd name="T42" fmla="*/ 177 w 519"/>
                <a:gd name="T43" fmla="*/ 448 h 568"/>
                <a:gd name="T44" fmla="*/ 177 w 519"/>
                <a:gd name="T45" fmla="*/ 448 h 568"/>
                <a:gd name="T46" fmla="*/ 149 w 519"/>
                <a:gd name="T47" fmla="*/ 444 h 568"/>
                <a:gd name="T48" fmla="*/ 139 w 519"/>
                <a:gd name="T49" fmla="*/ 447 h 568"/>
                <a:gd name="T50" fmla="*/ 128 w 519"/>
                <a:gd name="T51" fmla="*/ 450 h 568"/>
                <a:gd name="T52" fmla="*/ 66 w 519"/>
                <a:gd name="T53" fmla="*/ 431 h 568"/>
                <a:gd name="T54" fmla="*/ 55 w 519"/>
                <a:gd name="T55" fmla="*/ 377 h 568"/>
                <a:gd name="T56" fmla="*/ 42 w 519"/>
                <a:gd name="T57" fmla="*/ 359 h 568"/>
                <a:gd name="T58" fmla="*/ 5 w 519"/>
                <a:gd name="T59" fmla="*/ 309 h 568"/>
                <a:gd name="T60" fmla="*/ 53 w 519"/>
                <a:gd name="T61" fmla="*/ 234 h 568"/>
                <a:gd name="T62" fmla="*/ 51 w 519"/>
                <a:gd name="T63" fmla="*/ 227 h 568"/>
                <a:gd name="T64" fmla="*/ 64 w 519"/>
                <a:gd name="T65" fmla="*/ 114 h 568"/>
                <a:gd name="T66" fmla="*/ 343 w 519"/>
                <a:gd name="T67" fmla="*/ 37 h 568"/>
                <a:gd name="T68" fmla="*/ 354 w 519"/>
                <a:gd name="T69" fmla="*/ 15 h 568"/>
                <a:gd name="T70" fmla="*/ 360 w 519"/>
                <a:gd name="T71" fmla="*/ 2 h 568"/>
                <a:gd name="T72" fmla="*/ 370 w 519"/>
                <a:gd name="T73" fmla="*/ 1 h 568"/>
                <a:gd name="T74" fmla="*/ 361 w 519"/>
                <a:gd name="T75" fmla="*/ 4 h 568"/>
                <a:gd name="T76" fmla="*/ 357 w 519"/>
                <a:gd name="T77" fmla="*/ 15 h 568"/>
                <a:gd name="T78" fmla="*/ 399 w 519"/>
                <a:gd name="T79" fmla="*/ 9 h 568"/>
                <a:gd name="T80" fmla="*/ 437 w 519"/>
                <a:gd name="T81" fmla="*/ 21 h 568"/>
                <a:gd name="T82" fmla="*/ 481 w 519"/>
                <a:gd name="T83" fmla="*/ 52 h 568"/>
                <a:gd name="T84" fmla="*/ 506 w 519"/>
                <a:gd name="T85" fmla="*/ 76 h 568"/>
                <a:gd name="T86" fmla="*/ 515 w 519"/>
                <a:gd name="T87" fmla="*/ 142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9" h="568">
                  <a:moveTo>
                    <a:pt x="515" y="142"/>
                  </a:moveTo>
                  <a:cubicBezTo>
                    <a:pt x="515" y="142"/>
                    <a:pt x="515" y="142"/>
                    <a:pt x="515" y="142"/>
                  </a:cubicBezTo>
                  <a:cubicBezTo>
                    <a:pt x="515" y="142"/>
                    <a:pt x="515" y="142"/>
                    <a:pt x="515" y="142"/>
                  </a:cubicBezTo>
                  <a:cubicBezTo>
                    <a:pt x="516" y="131"/>
                    <a:pt x="516" y="119"/>
                    <a:pt x="514" y="108"/>
                  </a:cubicBezTo>
                  <a:cubicBezTo>
                    <a:pt x="513" y="104"/>
                    <a:pt x="512" y="99"/>
                    <a:pt x="511" y="95"/>
                  </a:cubicBezTo>
                  <a:cubicBezTo>
                    <a:pt x="511" y="100"/>
                    <a:pt x="510" y="106"/>
                    <a:pt x="508" y="114"/>
                  </a:cubicBezTo>
                  <a:cubicBezTo>
                    <a:pt x="499" y="142"/>
                    <a:pt x="492" y="144"/>
                    <a:pt x="492" y="144"/>
                  </a:cubicBezTo>
                  <a:cubicBezTo>
                    <a:pt x="492" y="144"/>
                    <a:pt x="499" y="160"/>
                    <a:pt x="497" y="171"/>
                  </a:cubicBezTo>
                  <a:cubicBezTo>
                    <a:pt x="494" y="181"/>
                    <a:pt x="477" y="212"/>
                    <a:pt x="461" y="219"/>
                  </a:cubicBezTo>
                  <a:cubicBezTo>
                    <a:pt x="460" y="219"/>
                    <a:pt x="459" y="220"/>
                    <a:pt x="458" y="220"/>
                  </a:cubicBezTo>
                  <a:cubicBezTo>
                    <a:pt x="460" y="224"/>
                    <a:pt x="462" y="228"/>
                    <a:pt x="466" y="232"/>
                  </a:cubicBezTo>
                  <a:cubicBezTo>
                    <a:pt x="471" y="238"/>
                    <a:pt x="478" y="243"/>
                    <a:pt x="486" y="247"/>
                  </a:cubicBezTo>
                  <a:cubicBezTo>
                    <a:pt x="486" y="247"/>
                    <a:pt x="486" y="248"/>
                    <a:pt x="486" y="248"/>
                  </a:cubicBezTo>
                  <a:cubicBezTo>
                    <a:pt x="486" y="248"/>
                    <a:pt x="486" y="248"/>
                    <a:pt x="486" y="248"/>
                  </a:cubicBezTo>
                  <a:cubicBezTo>
                    <a:pt x="477" y="247"/>
                    <a:pt x="468" y="243"/>
                    <a:pt x="461" y="236"/>
                  </a:cubicBezTo>
                  <a:cubicBezTo>
                    <a:pt x="457" y="232"/>
                    <a:pt x="454" y="227"/>
                    <a:pt x="452" y="222"/>
                  </a:cubicBezTo>
                  <a:cubicBezTo>
                    <a:pt x="441" y="225"/>
                    <a:pt x="434" y="223"/>
                    <a:pt x="434" y="223"/>
                  </a:cubicBezTo>
                  <a:cubicBezTo>
                    <a:pt x="434" y="223"/>
                    <a:pt x="433" y="222"/>
                    <a:pt x="433" y="222"/>
                  </a:cubicBezTo>
                  <a:cubicBezTo>
                    <a:pt x="432" y="226"/>
                    <a:pt x="430" y="231"/>
                    <a:pt x="430" y="236"/>
                  </a:cubicBezTo>
                  <a:cubicBezTo>
                    <a:pt x="429" y="244"/>
                    <a:pt x="430" y="252"/>
                    <a:pt x="435" y="259"/>
                  </a:cubicBezTo>
                  <a:cubicBezTo>
                    <a:pt x="440" y="266"/>
                    <a:pt x="449" y="269"/>
                    <a:pt x="457" y="272"/>
                  </a:cubicBezTo>
                  <a:cubicBezTo>
                    <a:pt x="457" y="272"/>
                    <a:pt x="457" y="272"/>
                    <a:pt x="457" y="273"/>
                  </a:cubicBezTo>
                  <a:cubicBezTo>
                    <a:pt x="457" y="273"/>
                    <a:pt x="457" y="273"/>
                    <a:pt x="457" y="273"/>
                  </a:cubicBezTo>
                  <a:cubicBezTo>
                    <a:pt x="448" y="271"/>
                    <a:pt x="439" y="268"/>
                    <a:pt x="432" y="261"/>
                  </a:cubicBezTo>
                  <a:cubicBezTo>
                    <a:pt x="428" y="257"/>
                    <a:pt x="426" y="252"/>
                    <a:pt x="425" y="246"/>
                  </a:cubicBezTo>
                  <a:cubicBezTo>
                    <a:pt x="421" y="259"/>
                    <a:pt x="417" y="273"/>
                    <a:pt x="410" y="285"/>
                  </a:cubicBezTo>
                  <a:cubicBezTo>
                    <a:pt x="389" y="327"/>
                    <a:pt x="359" y="334"/>
                    <a:pt x="320" y="387"/>
                  </a:cubicBezTo>
                  <a:cubicBezTo>
                    <a:pt x="319" y="387"/>
                    <a:pt x="319" y="386"/>
                    <a:pt x="319" y="386"/>
                  </a:cubicBezTo>
                  <a:cubicBezTo>
                    <a:pt x="313" y="401"/>
                    <a:pt x="309" y="421"/>
                    <a:pt x="311" y="449"/>
                  </a:cubicBezTo>
                  <a:cubicBezTo>
                    <a:pt x="312" y="472"/>
                    <a:pt x="322" y="506"/>
                    <a:pt x="333" y="538"/>
                  </a:cubicBezTo>
                  <a:cubicBezTo>
                    <a:pt x="296" y="556"/>
                    <a:pt x="248" y="568"/>
                    <a:pt x="187" y="558"/>
                  </a:cubicBezTo>
                  <a:cubicBezTo>
                    <a:pt x="188" y="555"/>
                    <a:pt x="188" y="551"/>
                    <a:pt x="188" y="546"/>
                  </a:cubicBezTo>
                  <a:cubicBezTo>
                    <a:pt x="188" y="528"/>
                    <a:pt x="184" y="498"/>
                    <a:pt x="181" y="475"/>
                  </a:cubicBezTo>
                  <a:cubicBezTo>
                    <a:pt x="181" y="472"/>
                    <a:pt x="180" y="468"/>
                    <a:pt x="180" y="465"/>
                  </a:cubicBezTo>
                  <a:cubicBezTo>
                    <a:pt x="180" y="464"/>
                    <a:pt x="180" y="464"/>
                    <a:pt x="180" y="464"/>
                  </a:cubicBezTo>
                  <a:cubicBezTo>
                    <a:pt x="179" y="463"/>
                    <a:pt x="179" y="461"/>
                    <a:pt x="179" y="460"/>
                  </a:cubicBezTo>
                  <a:cubicBezTo>
                    <a:pt x="179" y="460"/>
                    <a:pt x="179" y="460"/>
                    <a:pt x="179" y="460"/>
                  </a:cubicBezTo>
                  <a:cubicBezTo>
                    <a:pt x="179" y="458"/>
                    <a:pt x="178" y="457"/>
                    <a:pt x="178" y="456"/>
                  </a:cubicBezTo>
                  <a:cubicBezTo>
                    <a:pt x="178" y="455"/>
                    <a:pt x="178" y="455"/>
                    <a:pt x="178" y="455"/>
                  </a:cubicBezTo>
                  <a:cubicBezTo>
                    <a:pt x="178" y="454"/>
                    <a:pt x="178" y="453"/>
                    <a:pt x="178" y="452"/>
                  </a:cubicBezTo>
                  <a:cubicBezTo>
                    <a:pt x="178" y="452"/>
                    <a:pt x="178" y="452"/>
                    <a:pt x="178" y="452"/>
                  </a:cubicBezTo>
                  <a:cubicBezTo>
                    <a:pt x="178" y="451"/>
                    <a:pt x="177" y="450"/>
                    <a:pt x="177" y="450"/>
                  </a:cubicBezTo>
                  <a:cubicBezTo>
                    <a:pt x="177" y="450"/>
                    <a:pt x="177" y="449"/>
                    <a:pt x="177" y="449"/>
                  </a:cubicBezTo>
                  <a:cubicBezTo>
                    <a:pt x="177" y="449"/>
                    <a:pt x="177" y="448"/>
                    <a:pt x="177" y="448"/>
                  </a:cubicBezTo>
                  <a:cubicBezTo>
                    <a:pt x="177" y="448"/>
                    <a:pt x="177" y="448"/>
                    <a:pt x="177" y="448"/>
                  </a:cubicBezTo>
                  <a:cubicBezTo>
                    <a:pt x="177" y="448"/>
                    <a:pt x="177" y="448"/>
                    <a:pt x="177" y="448"/>
                  </a:cubicBezTo>
                  <a:cubicBezTo>
                    <a:pt x="172" y="437"/>
                    <a:pt x="159" y="440"/>
                    <a:pt x="159" y="440"/>
                  </a:cubicBezTo>
                  <a:cubicBezTo>
                    <a:pt x="156" y="441"/>
                    <a:pt x="152" y="442"/>
                    <a:pt x="149" y="444"/>
                  </a:cubicBezTo>
                  <a:cubicBezTo>
                    <a:pt x="148" y="444"/>
                    <a:pt x="147" y="444"/>
                    <a:pt x="147" y="444"/>
                  </a:cubicBezTo>
                  <a:cubicBezTo>
                    <a:pt x="144" y="445"/>
                    <a:pt x="142" y="446"/>
                    <a:pt x="139" y="447"/>
                  </a:cubicBezTo>
                  <a:cubicBezTo>
                    <a:pt x="138" y="447"/>
                    <a:pt x="137" y="447"/>
                    <a:pt x="137" y="448"/>
                  </a:cubicBezTo>
                  <a:cubicBezTo>
                    <a:pt x="134" y="449"/>
                    <a:pt x="131" y="449"/>
                    <a:pt x="128" y="450"/>
                  </a:cubicBezTo>
                  <a:cubicBezTo>
                    <a:pt x="127" y="450"/>
                    <a:pt x="127" y="450"/>
                    <a:pt x="127" y="450"/>
                  </a:cubicBezTo>
                  <a:cubicBezTo>
                    <a:pt x="94" y="458"/>
                    <a:pt x="65" y="455"/>
                    <a:pt x="66" y="431"/>
                  </a:cubicBezTo>
                  <a:cubicBezTo>
                    <a:pt x="67" y="409"/>
                    <a:pt x="64" y="402"/>
                    <a:pt x="64" y="402"/>
                  </a:cubicBezTo>
                  <a:cubicBezTo>
                    <a:pt x="45" y="395"/>
                    <a:pt x="55" y="377"/>
                    <a:pt x="55" y="377"/>
                  </a:cubicBezTo>
                  <a:cubicBezTo>
                    <a:pt x="49" y="375"/>
                    <a:pt x="40" y="366"/>
                    <a:pt x="41" y="362"/>
                  </a:cubicBezTo>
                  <a:cubicBezTo>
                    <a:pt x="41" y="361"/>
                    <a:pt x="41" y="360"/>
                    <a:pt x="42" y="359"/>
                  </a:cubicBezTo>
                  <a:cubicBezTo>
                    <a:pt x="45" y="355"/>
                    <a:pt x="40" y="337"/>
                    <a:pt x="40" y="337"/>
                  </a:cubicBezTo>
                  <a:cubicBezTo>
                    <a:pt x="15" y="330"/>
                    <a:pt x="0" y="315"/>
                    <a:pt x="5" y="309"/>
                  </a:cubicBezTo>
                  <a:cubicBezTo>
                    <a:pt x="9" y="305"/>
                    <a:pt x="37" y="268"/>
                    <a:pt x="49" y="250"/>
                  </a:cubicBezTo>
                  <a:cubicBezTo>
                    <a:pt x="52" y="246"/>
                    <a:pt x="53" y="237"/>
                    <a:pt x="53" y="234"/>
                  </a:cubicBezTo>
                  <a:cubicBezTo>
                    <a:pt x="48" y="231"/>
                    <a:pt x="44" y="227"/>
                    <a:pt x="43" y="217"/>
                  </a:cubicBezTo>
                  <a:cubicBezTo>
                    <a:pt x="43" y="217"/>
                    <a:pt x="46" y="224"/>
                    <a:pt x="51" y="227"/>
                  </a:cubicBezTo>
                  <a:cubicBezTo>
                    <a:pt x="42" y="179"/>
                    <a:pt x="50" y="142"/>
                    <a:pt x="65" y="113"/>
                  </a:cubicBezTo>
                  <a:cubicBezTo>
                    <a:pt x="65" y="114"/>
                    <a:pt x="64" y="114"/>
                    <a:pt x="64" y="114"/>
                  </a:cubicBezTo>
                  <a:cubicBezTo>
                    <a:pt x="64" y="114"/>
                    <a:pt x="68" y="47"/>
                    <a:pt x="207" y="21"/>
                  </a:cubicBezTo>
                  <a:cubicBezTo>
                    <a:pt x="270" y="10"/>
                    <a:pt x="316" y="23"/>
                    <a:pt x="343" y="37"/>
                  </a:cubicBezTo>
                  <a:cubicBezTo>
                    <a:pt x="338" y="27"/>
                    <a:pt x="336" y="18"/>
                    <a:pt x="346" y="16"/>
                  </a:cubicBezTo>
                  <a:cubicBezTo>
                    <a:pt x="349" y="16"/>
                    <a:pt x="352" y="16"/>
                    <a:pt x="354" y="15"/>
                  </a:cubicBezTo>
                  <a:cubicBezTo>
                    <a:pt x="354" y="13"/>
                    <a:pt x="353" y="12"/>
                    <a:pt x="354" y="10"/>
                  </a:cubicBezTo>
                  <a:cubicBezTo>
                    <a:pt x="355" y="6"/>
                    <a:pt x="357" y="3"/>
                    <a:pt x="360" y="2"/>
                  </a:cubicBezTo>
                  <a:cubicBezTo>
                    <a:pt x="363" y="1"/>
                    <a:pt x="367" y="0"/>
                    <a:pt x="370" y="0"/>
                  </a:cubicBezTo>
                  <a:cubicBezTo>
                    <a:pt x="370" y="0"/>
                    <a:pt x="370" y="1"/>
                    <a:pt x="370" y="1"/>
                  </a:cubicBezTo>
                  <a:cubicBezTo>
                    <a:pt x="370" y="1"/>
                    <a:pt x="370" y="1"/>
                    <a:pt x="370" y="1"/>
                  </a:cubicBezTo>
                  <a:cubicBezTo>
                    <a:pt x="367" y="1"/>
                    <a:pt x="364" y="2"/>
                    <a:pt x="361" y="4"/>
                  </a:cubicBezTo>
                  <a:cubicBezTo>
                    <a:pt x="359" y="5"/>
                    <a:pt x="357" y="8"/>
                    <a:pt x="357" y="10"/>
                  </a:cubicBezTo>
                  <a:cubicBezTo>
                    <a:pt x="357" y="12"/>
                    <a:pt x="357" y="13"/>
                    <a:pt x="357" y="15"/>
                  </a:cubicBezTo>
                  <a:cubicBezTo>
                    <a:pt x="369" y="14"/>
                    <a:pt x="369" y="15"/>
                    <a:pt x="373" y="10"/>
                  </a:cubicBezTo>
                  <a:cubicBezTo>
                    <a:pt x="378" y="4"/>
                    <a:pt x="393" y="4"/>
                    <a:pt x="399" y="9"/>
                  </a:cubicBezTo>
                  <a:cubicBezTo>
                    <a:pt x="404" y="14"/>
                    <a:pt x="419" y="24"/>
                    <a:pt x="419" y="24"/>
                  </a:cubicBezTo>
                  <a:cubicBezTo>
                    <a:pt x="419" y="24"/>
                    <a:pt x="431" y="22"/>
                    <a:pt x="437" y="21"/>
                  </a:cubicBezTo>
                  <a:cubicBezTo>
                    <a:pt x="443" y="19"/>
                    <a:pt x="456" y="27"/>
                    <a:pt x="464" y="38"/>
                  </a:cubicBezTo>
                  <a:cubicBezTo>
                    <a:pt x="468" y="43"/>
                    <a:pt x="474" y="47"/>
                    <a:pt x="481" y="52"/>
                  </a:cubicBezTo>
                  <a:cubicBezTo>
                    <a:pt x="481" y="52"/>
                    <a:pt x="481" y="52"/>
                    <a:pt x="481" y="52"/>
                  </a:cubicBezTo>
                  <a:cubicBezTo>
                    <a:pt x="491" y="58"/>
                    <a:pt x="500" y="66"/>
                    <a:pt x="506" y="76"/>
                  </a:cubicBezTo>
                  <a:cubicBezTo>
                    <a:pt x="512" y="85"/>
                    <a:pt x="516" y="97"/>
                    <a:pt x="517" y="108"/>
                  </a:cubicBezTo>
                  <a:cubicBezTo>
                    <a:pt x="519" y="119"/>
                    <a:pt x="518" y="131"/>
                    <a:pt x="515" y="14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54" name="그룹 53"/>
            <p:cNvGrpSpPr/>
            <p:nvPr/>
          </p:nvGrpSpPr>
          <p:grpSpPr>
            <a:xfrm>
              <a:off x="6557573" y="1327150"/>
              <a:ext cx="960828" cy="787401"/>
              <a:chOff x="6557573" y="1320800"/>
              <a:chExt cx="960828" cy="787401"/>
            </a:xfrm>
          </p:grpSpPr>
          <p:sp>
            <p:nvSpPr>
              <p:cNvPr id="51" name="TextBox 50"/>
              <p:cNvSpPr txBox="1"/>
              <p:nvPr/>
            </p:nvSpPr>
            <p:spPr>
              <a:xfrm>
                <a:off x="6557573" y="1555097"/>
                <a:ext cx="960827" cy="553104"/>
              </a:xfrm>
              <a:prstGeom prst="rect">
                <a:avLst/>
              </a:prstGeom>
              <a:noFill/>
            </p:spPr>
            <p:txBody>
              <a:bodyPr wrap="square" lIns="0" tIns="0" rIns="0" bIns="0" rtlCol="0">
                <a:noAutofit/>
              </a:bodyPr>
              <a:lstStyle/>
              <a:p>
                <a:pPr>
                  <a:buClr>
                    <a:schemeClr val="bg2"/>
                  </a:buClr>
                </a:pPr>
                <a:r>
                  <a:rPr lang="pt-BR" altLang="ko-KR" sz="700" dirty="0">
                    <a:gradFill>
                      <a:gsLst>
                        <a:gs pos="0">
                          <a:schemeClr val="bg2"/>
                        </a:gs>
                        <a:gs pos="100000">
                          <a:schemeClr val="bg2"/>
                        </a:gs>
                      </a:gsLst>
                      <a:lin ang="5400000" scaled="0"/>
                    </a:gradFill>
                    <a:ea typeface="Roboto Light" pitchFamily="2" charset="0"/>
                    <a:cs typeface="Roboto Condensed Regular"/>
                  </a:rPr>
                  <a:t>Morbi in ipsum sit amet pede facilisis laoreet. Donec lacus nunc, viverra nec, blandit.</a:t>
                </a:r>
              </a:p>
            </p:txBody>
          </p:sp>
          <p:sp>
            <p:nvSpPr>
              <p:cNvPr id="52" name="TextBox 51"/>
              <p:cNvSpPr txBox="1">
                <a:spLocks/>
              </p:cNvSpPr>
              <p:nvPr/>
            </p:nvSpPr>
            <p:spPr>
              <a:xfrm>
                <a:off x="6557574" y="1320800"/>
                <a:ext cx="960827" cy="196849"/>
              </a:xfrm>
              <a:prstGeom prst="rect">
                <a:avLst/>
              </a:prstGeom>
              <a:noFill/>
            </p:spPr>
            <p:txBody>
              <a:bodyPr wrap="square" lIns="0" tIns="0" rIns="0" bIns="0" rtlCol="0">
                <a:noAutofit/>
              </a:bodyPr>
              <a:lstStyle/>
              <a:p>
                <a:pPr lvl="0"/>
                <a:r>
                  <a:rPr lang="en-US" altLang="ko-KR" sz="1000" b="1" dirty="0">
                    <a:gradFill>
                      <a:gsLst>
                        <a:gs pos="0">
                          <a:schemeClr val="accent1"/>
                        </a:gs>
                        <a:gs pos="100000">
                          <a:schemeClr val="accent1"/>
                        </a:gs>
                      </a:gsLst>
                      <a:lin ang="5400000" scaled="0"/>
                    </a:gradFill>
                    <a:latin typeface="Roboto Condensed Regular"/>
                  </a:rPr>
                  <a:t>Lorem Ipsum</a:t>
                </a:r>
                <a:endParaRPr lang="ko-KR" altLang="en-US" sz="1000" b="1" dirty="0">
                  <a:gradFill>
                    <a:gsLst>
                      <a:gs pos="0">
                        <a:schemeClr val="accent1"/>
                      </a:gs>
                      <a:gs pos="100000">
                        <a:schemeClr val="accent1"/>
                      </a:gs>
                    </a:gsLst>
                    <a:lin ang="5400000" scaled="0"/>
                  </a:gradFill>
                  <a:latin typeface="Roboto Condensed Regular"/>
                </a:endParaRPr>
              </a:p>
            </p:txBody>
          </p:sp>
        </p:grpSp>
      </p:grpSp>
      <p:grpSp>
        <p:nvGrpSpPr>
          <p:cNvPr id="63" name="그룹 62"/>
          <p:cNvGrpSpPr/>
          <p:nvPr/>
        </p:nvGrpSpPr>
        <p:grpSpPr>
          <a:xfrm>
            <a:off x="1058229" y="2870641"/>
            <a:ext cx="1347645" cy="1885423"/>
            <a:chOff x="3579431" y="2870636"/>
            <a:chExt cx="1347645" cy="1885423"/>
          </a:xfrm>
        </p:grpSpPr>
        <p:sp>
          <p:nvSpPr>
            <p:cNvPr id="27" name="Freeform 28"/>
            <p:cNvSpPr>
              <a:spLocks/>
            </p:cNvSpPr>
            <p:nvPr/>
          </p:nvSpPr>
          <p:spPr bwMode="auto">
            <a:xfrm>
              <a:off x="3579431" y="2870636"/>
              <a:ext cx="1347645" cy="1885423"/>
            </a:xfrm>
            <a:custGeom>
              <a:avLst/>
              <a:gdLst>
                <a:gd name="T0" fmla="*/ 379 w 434"/>
                <a:gd name="T1" fmla="*/ 398 h 607"/>
                <a:gd name="T2" fmla="*/ 378 w 434"/>
                <a:gd name="T3" fmla="*/ 407 h 607"/>
                <a:gd name="T4" fmla="*/ 309 w 434"/>
                <a:gd name="T5" fmla="*/ 471 h 607"/>
                <a:gd name="T6" fmla="*/ 304 w 434"/>
                <a:gd name="T7" fmla="*/ 470 h 607"/>
                <a:gd name="T8" fmla="*/ 287 w 434"/>
                <a:gd name="T9" fmla="*/ 465 h 607"/>
                <a:gd name="T10" fmla="*/ 283 w 434"/>
                <a:gd name="T11" fmla="*/ 464 h 607"/>
                <a:gd name="T12" fmla="*/ 279 w 434"/>
                <a:gd name="T13" fmla="*/ 463 h 607"/>
                <a:gd name="T14" fmla="*/ 271 w 434"/>
                <a:gd name="T15" fmla="*/ 464 h 607"/>
                <a:gd name="T16" fmla="*/ 267 w 434"/>
                <a:gd name="T17" fmla="*/ 468 h 607"/>
                <a:gd name="T18" fmla="*/ 264 w 434"/>
                <a:gd name="T19" fmla="*/ 472 h 607"/>
                <a:gd name="T20" fmla="*/ 261 w 434"/>
                <a:gd name="T21" fmla="*/ 477 h 607"/>
                <a:gd name="T22" fmla="*/ 259 w 434"/>
                <a:gd name="T23" fmla="*/ 483 h 607"/>
                <a:gd name="T24" fmla="*/ 257 w 434"/>
                <a:gd name="T25" fmla="*/ 489 h 607"/>
                <a:gd name="T26" fmla="*/ 256 w 434"/>
                <a:gd name="T27" fmla="*/ 496 h 607"/>
                <a:gd name="T28" fmla="*/ 255 w 434"/>
                <a:gd name="T29" fmla="*/ 504 h 607"/>
                <a:gd name="T30" fmla="*/ 254 w 434"/>
                <a:gd name="T31" fmla="*/ 510 h 607"/>
                <a:gd name="T32" fmla="*/ 255 w 434"/>
                <a:gd name="T33" fmla="*/ 563 h 607"/>
                <a:gd name="T34" fmla="*/ 84 w 434"/>
                <a:gd name="T35" fmla="*/ 546 h 607"/>
                <a:gd name="T36" fmla="*/ 105 w 434"/>
                <a:gd name="T37" fmla="*/ 433 h 607"/>
                <a:gd name="T38" fmla="*/ 97 w 434"/>
                <a:gd name="T39" fmla="*/ 403 h 607"/>
                <a:gd name="T40" fmla="*/ 79 w 434"/>
                <a:gd name="T41" fmla="*/ 378 h 607"/>
                <a:gd name="T42" fmla="*/ 62 w 434"/>
                <a:gd name="T43" fmla="*/ 356 h 607"/>
                <a:gd name="T44" fmla="*/ 25 w 434"/>
                <a:gd name="T45" fmla="*/ 264 h 607"/>
                <a:gd name="T46" fmla="*/ 10 w 434"/>
                <a:gd name="T47" fmla="*/ 243 h 607"/>
                <a:gd name="T48" fmla="*/ 3 w 434"/>
                <a:gd name="T49" fmla="*/ 240 h 607"/>
                <a:gd name="T50" fmla="*/ 9 w 434"/>
                <a:gd name="T51" fmla="*/ 190 h 607"/>
                <a:gd name="T52" fmla="*/ 13 w 434"/>
                <a:gd name="T53" fmla="*/ 155 h 607"/>
                <a:gd name="T54" fmla="*/ 22 w 434"/>
                <a:gd name="T55" fmla="*/ 119 h 607"/>
                <a:gd name="T56" fmla="*/ 40 w 434"/>
                <a:gd name="T57" fmla="*/ 85 h 607"/>
                <a:gd name="T58" fmla="*/ 47 w 434"/>
                <a:gd name="T59" fmla="*/ 73 h 607"/>
                <a:gd name="T60" fmla="*/ 113 w 434"/>
                <a:gd name="T61" fmla="*/ 28 h 607"/>
                <a:gd name="T62" fmla="*/ 140 w 434"/>
                <a:gd name="T63" fmla="*/ 19 h 607"/>
                <a:gd name="T64" fmla="*/ 152 w 434"/>
                <a:gd name="T65" fmla="*/ 8 h 607"/>
                <a:gd name="T66" fmla="*/ 186 w 434"/>
                <a:gd name="T67" fmla="*/ 10 h 607"/>
                <a:gd name="T68" fmla="*/ 185 w 434"/>
                <a:gd name="T69" fmla="*/ 0 h 607"/>
                <a:gd name="T70" fmla="*/ 211 w 434"/>
                <a:gd name="T71" fmla="*/ 0 h 607"/>
                <a:gd name="T72" fmla="*/ 245 w 434"/>
                <a:gd name="T73" fmla="*/ 0 h 607"/>
                <a:gd name="T74" fmla="*/ 276 w 434"/>
                <a:gd name="T75" fmla="*/ 5 h 607"/>
                <a:gd name="T76" fmla="*/ 270 w 434"/>
                <a:gd name="T77" fmla="*/ 1 h 607"/>
                <a:gd name="T78" fmla="*/ 270 w 434"/>
                <a:gd name="T79" fmla="*/ 1 h 607"/>
                <a:gd name="T80" fmla="*/ 285 w 434"/>
                <a:gd name="T81" fmla="*/ 5 h 607"/>
                <a:gd name="T82" fmla="*/ 338 w 434"/>
                <a:gd name="T83" fmla="*/ 20 h 607"/>
                <a:gd name="T84" fmla="*/ 360 w 434"/>
                <a:gd name="T85" fmla="*/ 33 h 607"/>
                <a:gd name="T86" fmla="*/ 346 w 434"/>
                <a:gd name="T87" fmla="*/ 18 h 607"/>
                <a:gd name="T88" fmla="*/ 359 w 434"/>
                <a:gd name="T89" fmla="*/ 27 h 607"/>
                <a:gd name="T90" fmla="*/ 389 w 434"/>
                <a:gd name="T91" fmla="*/ 93 h 607"/>
                <a:gd name="T92" fmla="*/ 409 w 434"/>
                <a:gd name="T93" fmla="*/ 82 h 607"/>
                <a:gd name="T94" fmla="*/ 409 w 434"/>
                <a:gd name="T95" fmla="*/ 70 h 607"/>
                <a:gd name="T96" fmla="*/ 414 w 434"/>
                <a:gd name="T97" fmla="*/ 80 h 607"/>
                <a:gd name="T98" fmla="*/ 410 w 434"/>
                <a:gd name="T99" fmla="*/ 93 h 607"/>
                <a:gd name="T100" fmla="*/ 405 w 434"/>
                <a:gd name="T101" fmla="*/ 111 h 607"/>
                <a:gd name="T102" fmla="*/ 414 w 434"/>
                <a:gd name="T103" fmla="*/ 96 h 607"/>
                <a:gd name="T104" fmla="*/ 415 w 434"/>
                <a:gd name="T105" fmla="*/ 96 h 607"/>
                <a:gd name="T106" fmla="*/ 420 w 434"/>
                <a:gd name="T107" fmla="*/ 100 h 607"/>
                <a:gd name="T108" fmla="*/ 377 w 434"/>
                <a:gd name="T109" fmla="*/ 130 h 607"/>
                <a:gd name="T110" fmla="*/ 394 w 434"/>
                <a:gd name="T111" fmla="*/ 279 h 607"/>
                <a:gd name="T112" fmla="*/ 386 w 434"/>
                <a:gd name="T113" fmla="*/ 373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34" h="607">
                  <a:moveTo>
                    <a:pt x="386" y="373"/>
                  </a:moveTo>
                  <a:cubicBezTo>
                    <a:pt x="384" y="381"/>
                    <a:pt x="381" y="391"/>
                    <a:pt x="379" y="398"/>
                  </a:cubicBezTo>
                  <a:cubicBezTo>
                    <a:pt x="378" y="407"/>
                    <a:pt x="378" y="407"/>
                    <a:pt x="378" y="407"/>
                  </a:cubicBezTo>
                  <a:cubicBezTo>
                    <a:pt x="378" y="407"/>
                    <a:pt x="378" y="407"/>
                    <a:pt x="378" y="407"/>
                  </a:cubicBezTo>
                  <a:cubicBezTo>
                    <a:pt x="374" y="442"/>
                    <a:pt x="372" y="466"/>
                    <a:pt x="350" y="471"/>
                  </a:cubicBezTo>
                  <a:cubicBezTo>
                    <a:pt x="333" y="473"/>
                    <a:pt x="320" y="473"/>
                    <a:pt x="309" y="471"/>
                  </a:cubicBezTo>
                  <a:cubicBezTo>
                    <a:pt x="309" y="471"/>
                    <a:pt x="309" y="471"/>
                    <a:pt x="308" y="470"/>
                  </a:cubicBezTo>
                  <a:cubicBezTo>
                    <a:pt x="307" y="470"/>
                    <a:pt x="305" y="470"/>
                    <a:pt x="304" y="470"/>
                  </a:cubicBezTo>
                  <a:cubicBezTo>
                    <a:pt x="303" y="470"/>
                    <a:pt x="303" y="469"/>
                    <a:pt x="303" y="469"/>
                  </a:cubicBezTo>
                  <a:cubicBezTo>
                    <a:pt x="297" y="468"/>
                    <a:pt x="292" y="467"/>
                    <a:pt x="287" y="465"/>
                  </a:cubicBezTo>
                  <a:cubicBezTo>
                    <a:pt x="287" y="465"/>
                    <a:pt x="286" y="465"/>
                    <a:pt x="285" y="465"/>
                  </a:cubicBezTo>
                  <a:cubicBezTo>
                    <a:pt x="285" y="464"/>
                    <a:pt x="284" y="464"/>
                    <a:pt x="283" y="464"/>
                  </a:cubicBezTo>
                  <a:cubicBezTo>
                    <a:pt x="282" y="464"/>
                    <a:pt x="282" y="464"/>
                    <a:pt x="281" y="463"/>
                  </a:cubicBezTo>
                  <a:cubicBezTo>
                    <a:pt x="280" y="463"/>
                    <a:pt x="280" y="463"/>
                    <a:pt x="279" y="463"/>
                  </a:cubicBezTo>
                  <a:cubicBezTo>
                    <a:pt x="278" y="463"/>
                    <a:pt x="276" y="462"/>
                    <a:pt x="275" y="462"/>
                  </a:cubicBezTo>
                  <a:cubicBezTo>
                    <a:pt x="273" y="463"/>
                    <a:pt x="272" y="463"/>
                    <a:pt x="271" y="464"/>
                  </a:cubicBezTo>
                  <a:cubicBezTo>
                    <a:pt x="271" y="464"/>
                    <a:pt x="271" y="464"/>
                    <a:pt x="270" y="465"/>
                  </a:cubicBezTo>
                  <a:cubicBezTo>
                    <a:pt x="269" y="465"/>
                    <a:pt x="268" y="466"/>
                    <a:pt x="267" y="468"/>
                  </a:cubicBezTo>
                  <a:cubicBezTo>
                    <a:pt x="267" y="468"/>
                    <a:pt x="267" y="468"/>
                    <a:pt x="267" y="468"/>
                  </a:cubicBezTo>
                  <a:cubicBezTo>
                    <a:pt x="266" y="469"/>
                    <a:pt x="265" y="471"/>
                    <a:pt x="264" y="472"/>
                  </a:cubicBezTo>
                  <a:cubicBezTo>
                    <a:pt x="264" y="472"/>
                    <a:pt x="263" y="473"/>
                    <a:pt x="263" y="473"/>
                  </a:cubicBezTo>
                  <a:cubicBezTo>
                    <a:pt x="263" y="474"/>
                    <a:pt x="262" y="476"/>
                    <a:pt x="261" y="477"/>
                  </a:cubicBezTo>
                  <a:cubicBezTo>
                    <a:pt x="261" y="477"/>
                    <a:pt x="261" y="478"/>
                    <a:pt x="261" y="478"/>
                  </a:cubicBezTo>
                  <a:cubicBezTo>
                    <a:pt x="260" y="479"/>
                    <a:pt x="260" y="481"/>
                    <a:pt x="259" y="483"/>
                  </a:cubicBezTo>
                  <a:cubicBezTo>
                    <a:pt x="259" y="483"/>
                    <a:pt x="259" y="483"/>
                    <a:pt x="259" y="484"/>
                  </a:cubicBezTo>
                  <a:cubicBezTo>
                    <a:pt x="258" y="485"/>
                    <a:pt x="258" y="487"/>
                    <a:pt x="257" y="489"/>
                  </a:cubicBezTo>
                  <a:cubicBezTo>
                    <a:pt x="257" y="489"/>
                    <a:pt x="257" y="490"/>
                    <a:pt x="257" y="490"/>
                  </a:cubicBezTo>
                  <a:cubicBezTo>
                    <a:pt x="257" y="492"/>
                    <a:pt x="256" y="494"/>
                    <a:pt x="256" y="496"/>
                  </a:cubicBezTo>
                  <a:cubicBezTo>
                    <a:pt x="256" y="497"/>
                    <a:pt x="256" y="497"/>
                    <a:pt x="256" y="498"/>
                  </a:cubicBezTo>
                  <a:cubicBezTo>
                    <a:pt x="255" y="500"/>
                    <a:pt x="255" y="502"/>
                    <a:pt x="255" y="504"/>
                  </a:cubicBezTo>
                  <a:cubicBezTo>
                    <a:pt x="255" y="504"/>
                    <a:pt x="255" y="505"/>
                    <a:pt x="255" y="505"/>
                  </a:cubicBezTo>
                  <a:cubicBezTo>
                    <a:pt x="255" y="507"/>
                    <a:pt x="255" y="509"/>
                    <a:pt x="254" y="510"/>
                  </a:cubicBezTo>
                  <a:cubicBezTo>
                    <a:pt x="254" y="511"/>
                    <a:pt x="254" y="511"/>
                    <a:pt x="254" y="512"/>
                  </a:cubicBezTo>
                  <a:cubicBezTo>
                    <a:pt x="253" y="530"/>
                    <a:pt x="254" y="549"/>
                    <a:pt x="255" y="563"/>
                  </a:cubicBezTo>
                  <a:cubicBezTo>
                    <a:pt x="256" y="570"/>
                    <a:pt x="260" y="582"/>
                    <a:pt x="265" y="595"/>
                  </a:cubicBezTo>
                  <a:cubicBezTo>
                    <a:pt x="181" y="607"/>
                    <a:pt x="120" y="574"/>
                    <a:pt x="84" y="546"/>
                  </a:cubicBezTo>
                  <a:cubicBezTo>
                    <a:pt x="95" y="514"/>
                    <a:pt x="104" y="480"/>
                    <a:pt x="104" y="461"/>
                  </a:cubicBezTo>
                  <a:cubicBezTo>
                    <a:pt x="106" y="452"/>
                    <a:pt x="106" y="442"/>
                    <a:pt x="105" y="433"/>
                  </a:cubicBezTo>
                  <a:cubicBezTo>
                    <a:pt x="105" y="435"/>
                    <a:pt x="105" y="435"/>
                    <a:pt x="105" y="435"/>
                  </a:cubicBezTo>
                  <a:cubicBezTo>
                    <a:pt x="97" y="403"/>
                    <a:pt x="97" y="403"/>
                    <a:pt x="97" y="403"/>
                  </a:cubicBezTo>
                  <a:cubicBezTo>
                    <a:pt x="96" y="419"/>
                    <a:pt x="96" y="419"/>
                    <a:pt x="96" y="419"/>
                  </a:cubicBezTo>
                  <a:cubicBezTo>
                    <a:pt x="96" y="419"/>
                    <a:pt x="84" y="387"/>
                    <a:pt x="79" y="378"/>
                  </a:cubicBezTo>
                  <a:cubicBezTo>
                    <a:pt x="73" y="369"/>
                    <a:pt x="58" y="342"/>
                    <a:pt x="58" y="342"/>
                  </a:cubicBezTo>
                  <a:cubicBezTo>
                    <a:pt x="62" y="356"/>
                    <a:pt x="62" y="356"/>
                    <a:pt x="62" y="356"/>
                  </a:cubicBezTo>
                  <a:cubicBezTo>
                    <a:pt x="60" y="355"/>
                    <a:pt x="41" y="323"/>
                    <a:pt x="35" y="312"/>
                  </a:cubicBezTo>
                  <a:cubicBezTo>
                    <a:pt x="30" y="301"/>
                    <a:pt x="25" y="268"/>
                    <a:pt x="25" y="264"/>
                  </a:cubicBezTo>
                  <a:cubicBezTo>
                    <a:pt x="27" y="283"/>
                    <a:pt x="27" y="283"/>
                    <a:pt x="27" y="283"/>
                  </a:cubicBezTo>
                  <a:cubicBezTo>
                    <a:pt x="27" y="283"/>
                    <a:pt x="16" y="270"/>
                    <a:pt x="10" y="243"/>
                  </a:cubicBezTo>
                  <a:cubicBezTo>
                    <a:pt x="8" y="234"/>
                    <a:pt x="8" y="227"/>
                    <a:pt x="8" y="227"/>
                  </a:cubicBezTo>
                  <a:cubicBezTo>
                    <a:pt x="8" y="227"/>
                    <a:pt x="7" y="262"/>
                    <a:pt x="3" y="240"/>
                  </a:cubicBezTo>
                  <a:cubicBezTo>
                    <a:pt x="3" y="240"/>
                    <a:pt x="3" y="232"/>
                    <a:pt x="3" y="231"/>
                  </a:cubicBezTo>
                  <a:cubicBezTo>
                    <a:pt x="0" y="211"/>
                    <a:pt x="8" y="192"/>
                    <a:pt x="9" y="190"/>
                  </a:cubicBezTo>
                  <a:cubicBezTo>
                    <a:pt x="0" y="207"/>
                    <a:pt x="0" y="207"/>
                    <a:pt x="0" y="207"/>
                  </a:cubicBezTo>
                  <a:cubicBezTo>
                    <a:pt x="2" y="175"/>
                    <a:pt x="13" y="156"/>
                    <a:pt x="13" y="155"/>
                  </a:cubicBezTo>
                  <a:cubicBezTo>
                    <a:pt x="5" y="164"/>
                    <a:pt x="5" y="164"/>
                    <a:pt x="5" y="164"/>
                  </a:cubicBezTo>
                  <a:cubicBezTo>
                    <a:pt x="5" y="149"/>
                    <a:pt x="21" y="121"/>
                    <a:pt x="22" y="119"/>
                  </a:cubicBezTo>
                  <a:cubicBezTo>
                    <a:pt x="6" y="144"/>
                    <a:pt x="6" y="144"/>
                    <a:pt x="6" y="144"/>
                  </a:cubicBezTo>
                  <a:cubicBezTo>
                    <a:pt x="17" y="95"/>
                    <a:pt x="40" y="85"/>
                    <a:pt x="40" y="85"/>
                  </a:cubicBezTo>
                  <a:cubicBezTo>
                    <a:pt x="38" y="69"/>
                    <a:pt x="48" y="52"/>
                    <a:pt x="52" y="47"/>
                  </a:cubicBezTo>
                  <a:cubicBezTo>
                    <a:pt x="47" y="55"/>
                    <a:pt x="47" y="73"/>
                    <a:pt x="47" y="73"/>
                  </a:cubicBezTo>
                  <a:cubicBezTo>
                    <a:pt x="47" y="73"/>
                    <a:pt x="47" y="73"/>
                    <a:pt x="53" y="59"/>
                  </a:cubicBezTo>
                  <a:cubicBezTo>
                    <a:pt x="60" y="45"/>
                    <a:pt x="95" y="29"/>
                    <a:pt x="113" y="28"/>
                  </a:cubicBezTo>
                  <a:cubicBezTo>
                    <a:pt x="100" y="23"/>
                    <a:pt x="100" y="23"/>
                    <a:pt x="100" y="23"/>
                  </a:cubicBezTo>
                  <a:cubicBezTo>
                    <a:pt x="140" y="19"/>
                    <a:pt x="140" y="19"/>
                    <a:pt x="140" y="19"/>
                  </a:cubicBezTo>
                  <a:cubicBezTo>
                    <a:pt x="118" y="15"/>
                    <a:pt x="118" y="15"/>
                    <a:pt x="118" y="15"/>
                  </a:cubicBezTo>
                  <a:cubicBezTo>
                    <a:pt x="118" y="15"/>
                    <a:pt x="139" y="8"/>
                    <a:pt x="152" y="8"/>
                  </a:cubicBezTo>
                  <a:cubicBezTo>
                    <a:pt x="166" y="8"/>
                    <a:pt x="188" y="14"/>
                    <a:pt x="188" y="14"/>
                  </a:cubicBezTo>
                  <a:cubicBezTo>
                    <a:pt x="186" y="10"/>
                    <a:pt x="186" y="10"/>
                    <a:pt x="186" y="10"/>
                  </a:cubicBezTo>
                  <a:cubicBezTo>
                    <a:pt x="196" y="14"/>
                    <a:pt x="196" y="14"/>
                    <a:pt x="196" y="14"/>
                  </a:cubicBezTo>
                  <a:cubicBezTo>
                    <a:pt x="185" y="0"/>
                    <a:pt x="185" y="0"/>
                    <a:pt x="185" y="0"/>
                  </a:cubicBezTo>
                  <a:cubicBezTo>
                    <a:pt x="216" y="10"/>
                    <a:pt x="216" y="10"/>
                    <a:pt x="216" y="10"/>
                  </a:cubicBezTo>
                  <a:cubicBezTo>
                    <a:pt x="211" y="0"/>
                    <a:pt x="211" y="0"/>
                    <a:pt x="211" y="0"/>
                  </a:cubicBezTo>
                  <a:cubicBezTo>
                    <a:pt x="243" y="0"/>
                    <a:pt x="249" y="18"/>
                    <a:pt x="249" y="18"/>
                  </a:cubicBezTo>
                  <a:cubicBezTo>
                    <a:pt x="252" y="8"/>
                    <a:pt x="245" y="0"/>
                    <a:pt x="245" y="0"/>
                  </a:cubicBezTo>
                  <a:cubicBezTo>
                    <a:pt x="266" y="2"/>
                    <a:pt x="283" y="20"/>
                    <a:pt x="284" y="21"/>
                  </a:cubicBezTo>
                  <a:cubicBezTo>
                    <a:pt x="276" y="5"/>
                    <a:pt x="276" y="5"/>
                    <a:pt x="276" y="5"/>
                  </a:cubicBezTo>
                  <a:cubicBezTo>
                    <a:pt x="277" y="5"/>
                    <a:pt x="278" y="5"/>
                    <a:pt x="279" y="5"/>
                  </a:cubicBezTo>
                  <a:cubicBezTo>
                    <a:pt x="276" y="4"/>
                    <a:pt x="273" y="2"/>
                    <a:pt x="270" y="1"/>
                  </a:cubicBezTo>
                  <a:cubicBezTo>
                    <a:pt x="270" y="1"/>
                    <a:pt x="270" y="1"/>
                    <a:pt x="270" y="1"/>
                  </a:cubicBezTo>
                  <a:cubicBezTo>
                    <a:pt x="270" y="1"/>
                    <a:pt x="270" y="1"/>
                    <a:pt x="270" y="1"/>
                  </a:cubicBezTo>
                  <a:cubicBezTo>
                    <a:pt x="274" y="1"/>
                    <a:pt x="278" y="1"/>
                    <a:pt x="281" y="3"/>
                  </a:cubicBezTo>
                  <a:cubicBezTo>
                    <a:pt x="283" y="3"/>
                    <a:pt x="284" y="4"/>
                    <a:pt x="285" y="5"/>
                  </a:cubicBezTo>
                  <a:cubicBezTo>
                    <a:pt x="321" y="7"/>
                    <a:pt x="335" y="27"/>
                    <a:pt x="335" y="27"/>
                  </a:cubicBezTo>
                  <a:cubicBezTo>
                    <a:pt x="338" y="20"/>
                    <a:pt x="338" y="20"/>
                    <a:pt x="338" y="20"/>
                  </a:cubicBezTo>
                  <a:cubicBezTo>
                    <a:pt x="354" y="28"/>
                    <a:pt x="358" y="41"/>
                    <a:pt x="358" y="41"/>
                  </a:cubicBezTo>
                  <a:cubicBezTo>
                    <a:pt x="360" y="38"/>
                    <a:pt x="360" y="35"/>
                    <a:pt x="360" y="33"/>
                  </a:cubicBezTo>
                  <a:cubicBezTo>
                    <a:pt x="356" y="28"/>
                    <a:pt x="351" y="23"/>
                    <a:pt x="346" y="19"/>
                  </a:cubicBezTo>
                  <a:cubicBezTo>
                    <a:pt x="346" y="19"/>
                    <a:pt x="346" y="19"/>
                    <a:pt x="346" y="18"/>
                  </a:cubicBezTo>
                  <a:cubicBezTo>
                    <a:pt x="346" y="18"/>
                    <a:pt x="347" y="18"/>
                    <a:pt x="347" y="18"/>
                  </a:cubicBezTo>
                  <a:cubicBezTo>
                    <a:pt x="351" y="21"/>
                    <a:pt x="355" y="23"/>
                    <a:pt x="359" y="27"/>
                  </a:cubicBezTo>
                  <a:cubicBezTo>
                    <a:pt x="359" y="26"/>
                    <a:pt x="359" y="26"/>
                    <a:pt x="359" y="26"/>
                  </a:cubicBezTo>
                  <a:cubicBezTo>
                    <a:pt x="419" y="51"/>
                    <a:pt x="389" y="93"/>
                    <a:pt x="389" y="93"/>
                  </a:cubicBezTo>
                  <a:cubicBezTo>
                    <a:pt x="389" y="93"/>
                    <a:pt x="415" y="83"/>
                    <a:pt x="399" y="56"/>
                  </a:cubicBezTo>
                  <a:cubicBezTo>
                    <a:pt x="400" y="57"/>
                    <a:pt x="407" y="68"/>
                    <a:pt x="409" y="82"/>
                  </a:cubicBezTo>
                  <a:cubicBezTo>
                    <a:pt x="410" y="78"/>
                    <a:pt x="410" y="74"/>
                    <a:pt x="409" y="70"/>
                  </a:cubicBezTo>
                  <a:cubicBezTo>
                    <a:pt x="409" y="70"/>
                    <a:pt x="409" y="70"/>
                    <a:pt x="409" y="70"/>
                  </a:cubicBezTo>
                  <a:cubicBezTo>
                    <a:pt x="409" y="70"/>
                    <a:pt x="410" y="70"/>
                    <a:pt x="410" y="70"/>
                  </a:cubicBezTo>
                  <a:cubicBezTo>
                    <a:pt x="412" y="73"/>
                    <a:pt x="413" y="76"/>
                    <a:pt x="414" y="80"/>
                  </a:cubicBezTo>
                  <a:cubicBezTo>
                    <a:pt x="414" y="83"/>
                    <a:pt x="413" y="87"/>
                    <a:pt x="411" y="91"/>
                  </a:cubicBezTo>
                  <a:cubicBezTo>
                    <a:pt x="411" y="91"/>
                    <a:pt x="410" y="92"/>
                    <a:pt x="410" y="93"/>
                  </a:cubicBezTo>
                  <a:cubicBezTo>
                    <a:pt x="409" y="99"/>
                    <a:pt x="405" y="106"/>
                    <a:pt x="398" y="112"/>
                  </a:cubicBezTo>
                  <a:cubicBezTo>
                    <a:pt x="398" y="112"/>
                    <a:pt x="401" y="112"/>
                    <a:pt x="405" y="111"/>
                  </a:cubicBezTo>
                  <a:cubicBezTo>
                    <a:pt x="405" y="111"/>
                    <a:pt x="406" y="110"/>
                    <a:pt x="406" y="109"/>
                  </a:cubicBezTo>
                  <a:cubicBezTo>
                    <a:pt x="410" y="106"/>
                    <a:pt x="412" y="101"/>
                    <a:pt x="414" y="96"/>
                  </a:cubicBezTo>
                  <a:cubicBezTo>
                    <a:pt x="414" y="96"/>
                    <a:pt x="414" y="96"/>
                    <a:pt x="414" y="96"/>
                  </a:cubicBezTo>
                  <a:cubicBezTo>
                    <a:pt x="415" y="96"/>
                    <a:pt x="415" y="96"/>
                    <a:pt x="415" y="96"/>
                  </a:cubicBezTo>
                  <a:cubicBezTo>
                    <a:pt x="415" y="100"/>
                    <a:pt x="414" y="104"/>
                    <a:pt x="412" y="108"/>
                  </a:cubicBezTo>
                  <a:cubicBezTo>
                    <a:pt x="415" y="106"/>
                    <a:pt x="418" y="104"/>
                    <a:pt x="420" y="100"/>
                  </a:cubicBezTo>
                  <a:cubicBezTo>
                    <a:pt x="417" y="111"/>
                    <a:pt x="408" y="131"/>
                    <a:pt x="377" y="130"/>
                  </a:cubicBezTo>
                  <a:cubicBezTo>
                    <a:pt x="377" y="130"/>
                    <a:pt x="377" y="130"/>
                    <a:pt x="377" y="130"/>
                  </a:cubicBezTo>
                  <a:cubicBezTo>
                    <a:pt x="389" y="158"/>
                    <a:pt x="402" y="192"/>
                    <a:pt x="408" y="219"/>
                  </a:cubicBezTo>
                  <a:cubicBezTo>
                    <a:pt x="413" y="240"/>
                    <a:pt x="397" y="247"/>
                    <a:pt x="394" y="279"/>
                  </a:cubicBezTo>
                  <a:cubicBezTo>
                    <a:pt x="402" y="302"/>
                    <a:pt x="413" y="325"/>
                    <a:pt x="424" y="340"/>
                  </a:cubicBezTo>
                  <a:cubicBezTo>
                    <a:pt x="434" y="351"/>
                    <a:pt x="407" y="364"/>
                    <a:pt x="386" y="37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55" name="그룹 54"/>
            <p:cNvGrpSpPr/>
            <p:nvPr/>
          </p:nvGrpSpPr>
          <p:grpSpPr>
            <a:xfrm>
              <a:off x="3776273" y="3270250"/>
              <a:ext cx="960828" cy="787401"/>
              <a:chOff x="3776273" y="1320800"/>
              <a:chExt cx="960828" cy="787401"/>
            </a:xfrm>
          </p:grpSpPr>
          <p:sp>
            <p:nvSpPr>
              <p:cNvPr id="56" name="TextBox 55"/>
              <p:cNvSpPr txBox="1"/>
              <p:nvPr/>
            </p:nvSpPr>
            <p:spPr>
              <a:xfrm>
                <a:off x="3776273" y="1555097"/>
                <a:ext cx="960827" cy="553104"/>
              </a:xfrm>
              <a:prstGeom prst="rect">
                <a:avLst/>
              </a:prstGeom>
              <a:noFill/>
            </p:spPr>
            <p:txBody>
              <a:bodyPr wrap="square" lIns="0" tIns="0" rIns="0" bIns="0" rtlCol="0">
                <a:noAutofit/>
              </a:bodyPr>
              <a:lstStyle/>
              <a:p>
                <a:pPr>
                  <a:buClr>
                    <a:schemeClr val="bg2"/>
                  </a:buClr>
                </a:pPr>
                <a:r>
                  <a:rPr lang="pt-BR" altLang="ko-KR" sz="700" dirty="0">
                    <a:gradFill>
                      <a:gsLst>
                        <a:gs pos="0">
                          <a:schemeClr val="bg2"/>
                        </a:gs>
                        <a:gs pos="100000">
                          <a:schemeClr val="bg2"/>
                        </a:gs>
                      </a:gsLst>
                      <a:lin ang="5400000" scaled="0"/>
                    </a:gradFill>
                    <a:ea typeface="Roboto Light" pitchFamily="2" charset="0"/>
                    <a:cs typeface="Roboto Condensed Regular"/>
                  </a:rPr>
                  <a:t>Morbi in ipsum sit amet pede facilisis laoreet. Donec lacus nunc, viverra nec, blandit vel.</a:t>
                </a:r>
              </a:p>
            </p:txBody>
          </p:sp>
          <p:sp>
            <p:nvSpPr>
              <p:cNvPr id="57" name="TextBox 56"/>
              <p:cNvSpPr txBox="1">
                <a:spLocks/>
              </p:cNvSpPr>
              <p:nvPr/>
            </p:nvSpPr>
            <p:spPr>
              <a:xfrm>
                <a:off x="3776274" y="1320800"/>
                <a:ext cx="960827" cy="196849"/>
              </a:xfrm>
              <a:prstGeom prst="rect">
                <a:avLst/>
              </a:prstGeom>
              <a:noFill/>
            </p:spPr>
            <p:txBody>
              <a:bodyPr wrap="square" lIns="0" tIns="0" rIns="0" bIns="0" rtlCol="0">
                <a:noAutofit/>
              </a:bodyPr>
              <a:lstStyle/>
              <a:p>
                <a:pPr lvl="0"/>
                <a:r>
                  <a:rPr lang="en-US" altLang="ko-KR" sz="1000" b="1" dirty="0">
                    <a:gradFill>
                      <a:gsLst>
                        <a:gs pos="0">
                          <a:schemeClr val="accent1"/>
                        </a:gs>
                        <a:gs pos="100000">
                          <a:schemeClr val="accent1"/>
                        </a:gs>
                      </a:gsLst>
                      <a:lin ang="5400000" scaled="0"/>
                    </a:gradFill>
                    <a:latin typeface="Roboto Condensed Regular"/>
                  </a:rPr>
                  <a:t>Lorem Ipsum</a:t>
                </a:r>
                <a:endParaRPr lang="ko-KR" altLang="en-US" sz="1000" b="1" dirty="0">
                  <a:gradFill>
                    <a:gsLst>
                      <a:gs pos="0">
                        <a:schemeClr val="accent1"/>
                      </a:gs>
                      <a:gs pos="100000">
                        <a:schemeClr val="accent1"/>
                      </a:gs>
                    </a:gsLst>
                    <a:lin ang="5400000" scaled="0"/>
                  </a:gradFill>
                  <a:latin typeface="Roboto Condensed Regular"/>
                </a:endParaRPr>
              </a:p>
            </p:txBody>
          </p:sp>
        </p:grpSp>
      </p:grpSp>
      <p:grpSp>
        <p:nvGrpSpPr>
          <p:cNvPr id="64" name="그룹 63"/>
          <p:cNvGrpSpPr/>
          <p:nvPr/>
        </p:nvGrpSpPr>
        <p:grpSpPr>
          <a:xfrm>
            <a:off x="4462491" y="2803414"/>
            <a:ext cx="1438875" cy="1963850"/>
            <a:chOff x="6272495" y="2803413"/>
            <a:chExt cx="1438875" cy="1963850"/>
          </a:xfrm>
        </p:grpSpPr>
        <p:sp>
          <p:nvSpPr>
            <p:cNvPr id="26" name="Freeform 27"/>
            <p:cNvSpPr>
              <a:spLocks noEditPoints="1"/>
            </p:cNvSpPr>
            <p:nvPr/>
          </p:nvSpPr>
          <p:spPr bwMode="auto">
            <a:xfrm>
              <a:off x="6272495" y="2803413"/>
              <a:ext cx="1438875" cy="1963850"/>
            </a:xfrm>
            <a:custGeom>
              <a:avLst/>
              <a:gdLst>
                <a:gd name="T0" fmla="*/ 442 w 463"/>
                <a:gd name="T1" fmla="*/ 170 h 633"/>
                <a:gd name="T2" fmla="*/ 407 w 463"/>
                <a:gd name="T3" fmla="*/ 85 h 633"/>
                <a:gd name="T4" fmla="*/ 332 w 463"/>
                <a:gd name="T5" fmla="*/ 68 h 633"/>
                <a:gd name="T6" fmla="*/ 306 w 463"/>
                <a:gd name="T7" fmla="*/ 52 h 633"/>
                <a:gd name="T8" fmla="*/ 273 w 463"/>
                <a:gd name="T9" fmla="*/ 24 h 633"/>
                <a:gd name="T10" fmla="*/ 253 w 463"/>
                <a:gd name="T11" fmla="*/ 20 h 633"/>
                <a:gd name="T12" fmla="*/ 272 w 463"/>
                <a:gd name="T13" fmla="*/ 27 h 633"/>
                <a:gd name="T14" fmla="*/ 240 w 463"/>
                <a:gd name="T15" fmla="*/ 25 h 633"/>
                <a:gd name="T16" fmla="*/ 180 w 463"/>
                <a:gd name="T17" fmla="*/ 29 h 633"/>
                <a:gd name="T18" fmla="*/ 116 w 463"/>
                <a:gd name="T19" fmla="*/ 50 h 633"/>
                <a:gd name="T20" fmla="*/ 56 w 463"/>
                <a:gd name="T21" fmla="*/ 81 h 633"/>
                <a:gd name="T22" fmla="*/ 27 w 463"/>
                <a:gd name="T23" fmla="*/ 118 h 633"/>
                <a:gd name="T24" fmla="*/ 25 w 463"/>
                <a:gd name="T25" fmla="*/ 158 h 633"/>
                <a:gd name="T26" fmla="*/ 49 w 463"/>
                <a:gd name="T27" fmla="*/ 183 h 633"/>
                <a:gd name="T28" fmla="*/ 48 w 463"/>
                <a:gd name="T29" fmla="*/ 304 h 633"/>
                <a:gd name="T30" fmla="*/ 56 w 463"/>
                <a:gd name="T31" fmla="*/ 399 h 633"/>
                <a:gd name="T32" fmla="*/ 61 w 463"/>
                <a:gd name="T33" fmla="*/ 421 h 633"/>
                <a:gd name="T34" fmla="*/ 64 w 463"/>
                <a:gd name="T35" fmla="*/ 431 h 633"/>
                <a:gd name="T36" fmla="*/ 133 w 463"/>
                <a:gd name="T37" fmla="*/ 496 h 633"/>
                <a:gd name="T38" fmla="*/ 138 w 463"/>
                <a:gd name="T39" fmla="*/ 495 h 633"/>
                <a:gd name="T40" fmla="*/ 155 w 463"/>
                <a:gd name="T41" fmla="*/ 490 h 633"/>
                <a:gd name="T42" fmla="*/ 158 w 463"/>
                <a:gd name="T43" fmla="*/ 489 h 633"/>
                <a:gd name="T44" fmla="*/ 163 w 463"/>
                <a:gd name="T45" fmla="*/ 488 h 633"/>
                <a:gd name="T46" fmla="*/ 171 w 463"/>
                <a:gd name="T47" fmla="*/ 490 h 633"/>
                <a:gd name="T48" fmla="*/ 175 w 463"/>
                <a:gd name="T49" fmla="*/ 493 h 633"/>
                <a:gd name="T50" fmla="*/ 178 w 463"/>
                <a:gd name="T51" fmla="*/ 497 h 633"/>
                <a:gd name="T52" fmla="*/ 181 w 463"/>
                <a:gd name="T53" fmla="*/ 503 h 633"/>
                <a:gd name="T54" fmla="*/ 183 w 463"/>
                <a:gd name="T55" fmla="*/ 508 h 633"/>
                <a:gd name="T56" fmla="*/ 184 w 463"/>
                <a:gd name="T57" fmla="*/ 514 h 633"/>
                <a:gd name="T58" fmla="*/ 186 w 463"/>
                <a:gd name="T59" fmla="*/ 521 h 633"/>
                <a:gd name="T60" fmla="*/ 187 w 463"/>
                <a:gd name="T61" fmla="*/ 529 h 633"/>
                <a:gd name="T62" fmla="*/ 187 w 463"/>
                <a:gd name="T63" fmla="*/ 536 h 633"/>
                <a:gd name="T64" fmla="*/ 188 w 463"/>
                <a:gd name="T65" fmla="*/ 552 h 633"/>
                <a:gd name="T66" fmla="*/ 177 w 463"/>
                <a:gd name="T67" fmla="*/ 620 h 633"/>
                <a:gd name="T68" fmla="*/ 333 w 463"/>
                <a:gd name="T69" fmla="*/ 483 h 633"/>
                <a:gd name="T70" fmla="*/ 338 w 463"/>
                <a:gd name="T71" fmla="*/ 459 h 633"/>
                <a:gd name="T72" fmla="*/ 370 w 463"/>
                <a:gd name="T73" fmla="*/ 414 h 633"/>
                <a:gd name="T74" fmla="*/ 434 w 463"/>
                <a:gd name="T75" fmla="*/ 296 h 633"/>
                <a:gd name="T76" fmla="*/ 437 w 463"/>
                <a:gd name="T77" fmla="*/ 162 h 633"/>
                <a:gd name="T78" fmla="*/ 53 w 463"/>
                <a:gd name="T79" fmla="*/ 172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3" h="633">
                  <a:moveTo>
                    <a:pt x="437" y="162"/>
                  </a:moveTo>
                  <a:cubicBezTo>
                    <a:pt x="442" y="170"/>
                    <a:pt x="442" y="170"/>
                    <a:pt x="442" y="170"/>
                  </a:cubicBezTo>
                  <a:cubicBezTo>
                    <a:pt x="429" y="88"/>
                    <a:pt x="371" y="78"/>
                    <a:pt x="371" y="78"/>
                  </a:cubicBezTo>
                  <a:cubicBezTo>
                    <a:pt x="381" y="78"/>
                    <a:pt x="407" y="85"/>
                    <a:pt x="407" y="85"/>
                  </a:cubicBezTo>
                  <a:cubicBezTo>
                    <a:pt x="407" y="85"/>
                    <a:pt x="378" y="62"/>
                    <a:pt x="360" y="60"/>
                  </a:cubicBezTo>
                  <a:cubicBezTo>
                    <a:pt x="342" y="57"/>
                    <a:pt x="332" y="68"/>
                    <a:pt x="332" y="68"/>
                  </a:cubicBezTo>
                  <a:cubicBezTo>
                    <a:pt x="332" y="68"/>
                    <a:pt x="334" y="37"/>
                    <a:pt x="288" y="33"/>
                  </a:cubicBezTo>
                  <a:cubicBezTo>
                    <a:pt x="288" y="33"/>
                    <a:pt x="302" y="37"/>
                    <a:pt x="306" y="52"/>
                  </a:cubicBezTo>
                  <a:cubicBezTo>
                    <a:pt x="306" y="52"/>
                    <a:pt x="298" y="44"/>
                    <a:pt x="287" y="36"/>
                  </a:cubicBezTo>
                  <a:cubicBezTo>
                    <a:pt x="284" y="31"/>
                    <a:pt x="279" y="27"/>
                    <a:pt x="273" y="24"/>
                  </a:cubicBezTo>
                  <a:cubicBezTo>
                    <a:pt x="267" y="20"/>
                    <a:pt x="260" y="19"/>
                    <a:pt x="253" y="20"/>
                  </a:cubicBezTo>
                  <a:cubicBezTo>
                    <a:pt x="253" y="20"/>
                    <a:pt x="253" y="20"/>
                    <a:pt x="253" y="20"/>
                  </a:cubicBezTo>
                  <a:cubicBezTo>
                    <a:pt x="253" y="20"/>
                    <a:pt x="253" y="20"/>
                    <a:pt x="253" y="20"/>
                  </a:cubicBezTo>
                  <a:cubicBezTo>
                    <a:pt x="260" y="21"/>
                    <a:pt x="266" y="23"/>
                    <a:pt x="272" y="27"/>
                  </a:cubicBezTo>
                  <a:cubicBezTo>
                    <a:pt x="272" y="27"/>
                    <a:pt x="272" y="27"/>
                    <a:pt x="273" y="28"/>
                  </a:cubicBezTo>
                  <a:cubicBezTo>
                    <a:pt x="261" y="22"/>
                    <a:pt x="249" y="20"/>
                    <a:pt x="240" y="25"/>
                  </a:cubicBezTo>
                  <a:cubicBezTo>
                    <a:pt x="240" y="25"/>
                    <a:pt x="250" y="25"/>
                    <a:pt x="262" y="39"/>
                  </a:cubicBezTo>
                  <a:cubicBezTo>
                    <a:pt x="262" y="39"/>
                    <a:pt x="204" y="0"/>
                    <a:pt x="180" y="29"/>
                  </a:cubicBezTo>
                  <a:cubicBezTo>
                    <a:pt x="181" y="28"/>
                    <a:pt x="198" y="20"/>
                    <a:pt x="220" y="31"/>
                  </a:cubicBezTo>
                  <a:cubicBezTo>
                    <a:pt x="220" y="31"/>
                    <a:pt x="97" y="26"/>
                    <a:pt x="116" y="50"/>
                  </a:cubicBezTo>
                  <a:cubicBezTo>
                    <a:pt x="115" y="50"/>
                    <a:pt x="115" y="51"/>
                    <a:pt x="114" y="51"/>
                  </a:cubicBezTo>
                  <a:cubicBezTo>
                    <a:pt x="104" y="52"/>
                    <a:pt x="52" y="59"/>
                    <a:pt x="56" y="81"/>
                  </a:cubicBezTo>
                  <a:cubicBezTo>
                    <a:pt x="56" y="81"/>
                    <a:pt x="58" y="68"/>
                    <a:pt x="89" y="70"/>
                  </a:cubicBezTo>
                  <a:cubicBezTo>
                    <a:pt x="89" y="70"/>
                    <a:pt x="12" y="91"/>
                    <a:pt x="27" y="118"/>
                  </a:cubicBezTo>
                  <a:cubicBezTo>
                    <a:pt x="27" y="118"/>
                    <a:pt x="29" y="104"/>
                    <a:pt x="51" y="104"/>
                  </a:cubicBezTo>
                  <a:cubicBezTo>
                    <a:pt x="51" y="104"/>
                    <a:pt x="0" y="137"/>
                    <a:pt x="25" y="158"/>
                  </a:cubicBezTo>
                  <a:cubicBezTo>
                    <a:pt x="25" y="158"/>
                    <a:pt x="22" y="142"/>
                    <a:pt x="39" y="136"/>
                  </a:cubicBezTo>
                  <a:cubicBezTo>
                    <a:pt x="39" y="136"/>
                    <a:pt x="10" y="166"/>
                    <a:pt x="49" y="183"/>
                  </a:cubicBezTo>
                  <a:cubicBezTo>
                    <a:pt x="42" y="202"/>
                    <a:pt x="36" y="223"/>
                    <a:pt x="33" y="244"/>
                  </a:cubicBezTo>
                  <a:cubicBezTo>
                    <a:pt x="31" y="265"/>
                    <a:pt x="45" y="272"/>
                    <a:pt x="48" y="304"/>
                  </a:cubicBezTo>
                  <a:cubicBezTo>
                    <a:pt x="39" y="328"/>
                    <a:pt x="30" y="356"/>
                    <a:pt x="21" y="379"/>
                  </a:cubicBezTo>
                  <a:cubicBezTo>
                    <a:pt x="16" y="392"/>
                    <a:pt x="35" y="395"/>
                    <a:pt x="56" y="399"/>
                  </a:cubicBezTo>
                  <a:cubicBezTo>
                    <a:pt x="58" y="406"/>
                    <a:pt x="60" y="415"/>
                    <a:pt x="62" y="421"/>
                  </a:cubicBezTo>
                  <a:cubicBezTo>
                    <a:pt x="61" y="421"/>
                    <a:pt x="61" y="421"/>
                    <a:pt x="61" y="421"/>
                  </a:cubicBezTo>
                  <a:cubicBezTo>
                    <a:pt x="63" y="431"/>
                    <a:pt x="63" y="431"/>
                    <a:pt x="63" y="431"/>
                  </a:cubicBezTo>
                  <a:cubicBezTo>
                    <a:pt x="63" y="431"/>
                    <a:pt x="63" y="431"/>
                    <a:pt x="64" y="431"/>
                  </a:cubicBezTo>
                  <a:cubicBezTo>
                    <a:pt x="67" y="467"/>
                    <a:pt x="63" y="492"/>
                    <a:pt x="92" y="496"/>
                  </a:cubicBezTo>
                  <a:cubicBezTo>
                    <a:pt x="109" y="499"/>
                    <a:pt x="122" y="498"/>
                    <a:pt x="133" y="496"/>
                  </a:cubicBezTo>
                  <a:cubicBezTo>
                    <a:pt x="133" y="496"/>
                    <a:pt x="133" y="496"/>
                    <a:pt x="133" y="496"/>
                  </a:cubicBezTo>
                  <a:cubicBezTo>
                    <a:pt x="135" y="496"/>
                    <a:pt x="136" y="495"/>
                    <a:pt x="138" y="495"/>
                  </a:cubicBezTo>
                  <a:cubicBezTo>
                    <a:pt x="138" y="495"/>
                    <a:pt x="138" y="495"/>
                    <a:pt x="139" y="495"/>
                  </a:cubicBezTo>
                  <a:cubicBezTo>
                    <a:pt x="144" y="493"/>
                    <a:pt x="150" y="492"/>
                    <a:pt x="155" y="490"/>
                  </a:cubicBezTo>
                  <a:cubicBezTo>
                    <a:pt x="155" y="490"/>
                    <a:pt x="156" y="490"/>
                    <a:pt x="156" y="490"/>
                  </a:cubicBezTo>
                  <a:cubicBezTo>
                    <a:pt x="157" y="490"/>
                    <a:pt x="158" y="490"/>
                    <a:pt x="158" y="489"/>
                  </a:cubicBezTo>
                  <a:cubicBezTo>
                    <a:pt x="159" y="489"/>
                    <a:pt x="160" y="489"/>
                    <a:pt x="161" y="489"/>
                  </a:cubicBezTo>
                  <a:cubicBezTo>
                    <a:pt x="162" y="488"/>
                    <a:pt x="162" y="488"/>
                    <a:pt x="163" y="488"/>
                  </a:cubicBezTo>
                  <a:cubicBezTo>
                    <a:pt x="164" y="488"/>
                    <a:pt x="165" y="488"/>
                    <a:pt x="167" y="487"/>
                  </a:cubicBezTo>
                  <a:cubicBezTo>
                    <a:pt x="168" y="488"/>
                    <a:pt x="170" y="489"/>
                    <a:pt x="171" y="490"/>
                  </a:cubicBezTo>
                  <a:cubicBezTo>
                    <a:pt x="171" y="490"/>
                    <a:pt x="171" y="490"/>
                    <a:pt x="171" y="490"/>
                  </a:cubicBezTo>
                  <a:cubicBezTo>
                    <a:pt x="172" y="491"/>
                    <a:pt x="174" y="492"/>
                    <a:pt x="175" y="493"/>
                  </a:cubicBezTo>
                  <a:cubicBezTo>
                    <a:pt x="175" y="493"/>
                    <a:pt x="175" y="493"/>
                    <a:pt x="175" y="494"/>
                  </a:cubicBezTo>
                  <a:cubicBezTo>
                    <a:pt x="176" y="495"/>
                    <a:pt x="177" y="496"/>
                    <a:pt x="178" y="497"/>
                  </a:cubicBezTo>
                  <a:cubicBezTo>
                    <a:pt x="178" y="498"/>
                    <a:pt x="178" y="498"/>
                    <a:pt x="178" y="498"/>
                  </a:cubicBezTo>
                  <a:cubicBezTo>
                    <a:pt x="179" y="499"/>
                    <a:pt x="180" y="501"/>
                    <a:pt x="181" y="503"/>
                  </a:cubicBezTo>
                  <a:cubicBezTo>
                    <a:pt x="181" y="503"/>
                    <a:pt x="181" y="503"/>
                    <a:pt x="181" y="503"/>
                  </a:cubicBezTo>
                  <a:cubicBezTo>
                    <a:pt x="182" y="505"/>
                    <a:pt x="182" y="506"/>
                    <a:pt x="183" y="508"/>
                  </a:cubicBezTo>
                  <a:cubicBezTo>
                    <a:pt x="183" y="508"/>
                    <a:pt x="183" y="509"/>
                    <a:pt x="183" y="509"/>
                  </a:cubicBezTo>
                  <a:cubicBezTo>
                    <a:pt x="183" y="511"/>
                    <a:pt x="184" y="512"/>
                    <a:pt x="184" y="514"/>
                  </a:cubicBezTo>
                  <a:cubicBezTo>
                    <a:pt x="184" y="515"/>
                    <a:pt x="185" y="515"/>
                    <a:pt x="185" y="516"/>
                  </a:cubicBezTo>
                  <a:cubicBezTo>
                    <a:pt x="185" y="518"/>
                    <a:pt x="185" y="519"/>
                    <a:pt x="186" y="521"/>
                  </a:cubicBezTo>
                  <a:cubicBezTo>
                    <a:pt x="186" y="522"/>
                    <a:pt x="186" y="522"/>
                    <a:pt x="186" y="523"/>
                  </a:cubicBezTo>
                  <a:cubicBezTo>
                    <a:pt x="186" y="525"/>
                    <a:pt x="186" y="527"/>
                    <a:pt x="187" y="529"/>
                  </a:cubicBezTo>
                  <a:cubicBezTo>
                    <a:pt x="187" y="529"/>
                    <a:pt x="187" y="530"/>
                    <a:pt x="187" y="530"/>
                  </a:cubicBezTo>
                  <a:cubicBezTo>
                    <a:pt x="187" y="532"/>
                    <a:pt x="187" y="534"/>
                    <a:pt x="187" y="536"/>
                  </a:cubicBezTo>
                  <a:cubicBezTo>
                    <a:pt x="187" y="536"/>
                    <a:pt x="187" y="537"/>
                    <a:pt x="187" y="537"/>
                  </a:cubicBezTo>
                  <a:cubicBezTo>
                    <a:pt x="188" y="542"/>
                    <a:pt x="188" y="547"/>
                    <a:pt x="188" y="552"/>
                  </a:cubicBezTo>
                  <a:cubicBezTo>
                    <a:pt x="188" y="565"/>
                    <a:pt x="187" y="578"/>
                    <a:pt x="186" y="588"/>
                  </a:cubicBezTo>
                  <a:cubicBezTo>
                    <a:pt x="186" y="595"/>
                    <a:pt x="182" y="606"/>
                    <a:pt x="177" y="620"/>
                  </a:cubicBezTo>
                  <a:cubicBezTo>
                    <a:pt x="259" y="633"/>
                    <a:pt x="320" y="605"/>
                    <a:pt x="358" y="577"/>
                  </a:cubicBezTo>
                  <a:cubicBezTo>
                    <a:pt x="345" y="542"/>
                    <a:pt x="333" y="504"/>
                    <a:pt x="333" y="483"/>
                  </a:cubicBezTo>
                  <a:cubicBezTo>
                    <a:pt x="334" y="475"/>
                    <a:pt x="335" y="467"/>
                    <a:pt x="337" y="459"/>
                  </a:cubicBezTo>
                  <a:cubicBezTo>
                    <a:pt x="338" y="459"/>
                    <a:pt x="338" y="459"/>
                    <a:pt x="338" y="459"/>
                  </a:cubicBezTo>
                  <a:cubicBezTo>
                    <a:pt x="372" y="400"/>
                    <a:pt x="372" y="400"/>
                    <a:pt x="372" y="400"/>
                  </a:cubicBezTo>
                  <a:cubicBezTo>
                    <a:pt x="370" y="414"/>
                    <a:pt x="370" y="414"/>
                    <a:pt x="370" y="414"/>
                  </a:cubicBezTo>
                  <a:cubicBezTo>
                    <a:pt x="370" y="414"/>
                    <a:pt x="405" y="356"/>
                    <a:pt x="416" y="336"/>
                  </a:cubicBezTo>
                  <a:cubicBezTo>
                    <a:pt x="427" y="315"/>
                    <a:pt x="434" y="296"/>
                    <a:pt x="434" y="296"/>
                  </a:cubicBezTo>
                  <a:cubicBezTo>
                    <a:pt x="434" y="306"/>
                    <a:pt x="434" y="306"/>
                    <a:pt x="434" y="306"/>
                  </a:cubicBezTo>
                  <a:cubicBezTo>
                    <a:pt x="463" y="249"/>
                    <a:pt x="438" y="165"/>
                    <a:pt x="437" y="162"/>
                  </a:cubicBezTo>
                  <a:close/>
                  <a:moveTo>
                    <a:pt x="50" y="180"/>
                  </a:moveTo>
                  <a:cubicBezTo>
                    <a:pt x="50" y="178"/>
                    <a:pt x="51" y="175"/>
                    <a:pt x="53" y="172"/>
                  </a:cubicBezTo>
                  <a:cubicBezTo>
                    <a:pt x="52" y="175"/>
                    <a:pt x="51" y="177"/>
                    <a:pt x="50" y="18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58" name="그룹 57"/>
            <p:cNvGrpSpPr/>
            <p:nvPr/>
          </p:nvGrpSpPr>
          <p:grpSpPr>
            <a:xfrm>
              <a:off x="6557573" y="3270250"/>
              <a:ext cx="960828" cy="787401"/>
              <a:chOff x="6557573" y="1320800"/>
              <a:chExt cx="960828" cy="787401"/>
            </a:xfrm>
          </p:grpSpPr>
          <p:sp>
            <p:nvSpPr>
              <p:cNvPr id="59" name="TextBox 58"/>
              <p:cNvSpPr txBox="1"/>
              <p:nvPr/>
            </p:nvSpPr>
            <p:spPr>
              <a:xfrm>
                <a:off x="6557573" y="1555097"/>
                <a:ext cx="960827" cy="553104"/>
              </a:xfrm>
              <a:prstGeom prst="rect">
                <a:avLst/>
              </a:prstGeom>
              <a:noFill/>
            </p:spPr>
            <p:txBody>
              <a:bodyPr wrap="square" lIns="0" tIns="0" rIns="0" bIns="0" rtlCol="0">
                <a:noAutofit/>
              </a:bodyPr>
              <a:lstStyle/>
              <a:p>
                <a:pPr>
                  <a:buClr>
                    <a:schemeClr val="bg2"/>
                  </a:buClr>
                </a:pPr>
                <a:r>
                  <a:rPr lang="pt-BR" altLang="ko-KR" sz="700" dirty="0">
                    <a:gradFill>
                      <a:gsLst>
                        <a:gs pos="0">
                          <a:schemeClr val="bg2"/>
                        </a:gs>
                        <a:gs pos="100000">
                          <a:schemeClr val="bg2"/>
                        </a:gs>
                      </a:gsLst>
                      <a:lin ang="5400000" scaled="0"/>
                    </a:gradFill>
                    <a:ea typeface="Roboto Light" pitchFamily="2" charset="0"/>
                    <a:cs typeface="Roboto Condensed Regular"/>
                  </a:rPr>
                  <a:t>Morbi in ipsum sit amet pede facilisis laoreet. Donec lacus nunc, viverra nec, blandit.</a:t>
                </a:r>
              </a:p>
            </p:txBody>
          </p:sp>
          <p:sp>
            <p:nvSpPr>
              <p:cNvPr id="60" name="TextBox 59"/>
              <p:cNvSpPr txBox="1">
                <a:spLocks/>
              </p:cNvSpPr>
              <p:nvPr/>
            </p:nvSpPr>
            <p:spPr>
              <a:xfrm>
                <a:off x="6557574" y="1320800"/>
                <a:ext cx="960827" cy="196849"/>
              </a:xfrm>
              <a:prstGeom prst="rect">
                <a:avLst/>
              </a:prstGeom>
              <a:noFill/>
            </p:spPr>
            <p:txBody>
              <a:bodyPr wrap="square" lIns="0" tIns="0" rIns="0" bIns="0" rtlCol="0">
                <a:noAutofit/>
              </a:bodyPr>
              <a:lstStyle/>
              <a:p>
                <a:pPr lvl="0"/>
                <a:r>
                  <a:rPr lang="en-US" altLang="ko-KR" sz="1000" b="1" dirty="0">
                    <a:gradFill>
                      <a:gsLst>
                        <a:gs pos="0">
                          <a:schemeClr val="accent1"/>
                        </a:gs>
                        <a:gs pos="100000">
                          <a:schemeClr val="accent1"/>
                        </a:gs>
                      </a:gsLst>
                      <a:lin ang="5400000" scaled="0"/>
                    </a:gradFill>
                    <a:latin typeface="Roboto Condensed Regular"/>
                  </a:rPr>
                  <a:t>Lorem Ipsum</a:t>
                </a:r>
                <a:endParaRPr lang="ko-KR" altLang="en-US" sz="1000" b="1" dirty="0">
                  <a:gradFill>
                    <a:gsLst>
                      <a:gs pos="0">
                        <a:schemeClr val="accent1"/>
                      </a:gs>
                      <a:gs pos="100000">
                        <a:schemeClr val="accent1"/>
                      </a:gs>
                    </a:gsLst>
                    <a:lin ang="5400000" scaled="0"/>
                  </a:gradFill>
                  <a:latin typeface="Roboto Condensed Regular"/>
                </a:endParaRPr>
              </a:p>
            </p:txBody>
          </p:sp>
        </p:grpSp>
      </p:grpSp>
      <p:grpSp>
        <p:nvGrpSpPr>
          <p:cNvPr id="67" name="그룹 66"/>
          <p:cNvGrpSpPr/>
          <p:nvPr/>
        </p:nvGrpSpPr>
        <p:grpSpPr>
          <a:xfrm>
            <a:off x="3026325" y="2276774"/>
            <a:ext cx="805348" cy="805347"/>
            <a:chOff x="5103033" y="2276769"/>
            <a:chExt cx="805348" cy="805347"/>
          </a:xfrm>
        </p:grpSpPr>
        <p:grpSp>
          <p:nvGrpSpPr>
            <p:cNvPr id="68" name="그룹 39"/>
            <p:cNvGrpSpPr/>
            <p:nvPr/>
          </p:nvGrpSpPr>
          <p:grpSpPr>
            <a:xfrm>
              <a:off x="5103033" y="2276769"/>
              <a:ext cx="805348" cy="805347"/>
              <a:chOff x="5159132" y="1399345"/>
              <a:chExt cx="805348" cy="805347"/>
            </a:xfrm>
          </p:grpSpPr>
          <p:grpSp>
            <p:nvGrpSpPr>
              <p:cNvPr id="72" name="그룹 40"/>
              <p:cNvGrpSpPr/>
              <p:nvPr/>
            </p:nvGrpSpPr>
            <p:grpSpPr>
              <a:xfrm>
                <a:off x="5159132" y="1399345"/>
                <a:ext cx="805348" cy="805347"/>
                <a:chOff x="5388526" y="1348545"/>
                <a:chExt cx="805348" cy="805347"/>
              </a:xfrm>
            </p:grpSpPr>
            <p:sp>
              <p:nvSpPr>
                <p:cNvPr id="74" name="타원 73"/>
                <p:cNvSpPr/>
                <p:nvPr/>
              </p:nvSpPr>
              <p:spPr>
                <a:xfrm>
                  <a:off x="5388526" y="1348545"/>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200"/>
                    </a:lnSpc>
                  </a:pPr>
                  <a:endParaRPr lang="ko-KR" altLang="en-US" sz="5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75"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73" name="TextBox 72"/>
              <p:cNvSpPr txBox="1"/>
              <p:nvPr/>
            </p:nvSpPr>
            <p:spPr>
              <a:xfrm>
                <a:off x="5171275" y="1890653"/>
                <a:ext cx="781061" cy="193940"/>
              </a:xfrm>
              <a:prstGeom prst="rect">
                <a:avLst/>
              </a:prstGeom>
              <a:noFill/>
            </p:spPr>
            <p:txBody>
              <a:bodyPr wrap="square" lIns="0" tIns="0" rIns="0" bIns="0" rtlCol="0">
                <a:noAutofit/>
              </a:bodyPr>
              <a:lstStyle/>
              <a:p>
                <a:pPr lvl="0"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sp>
          <p:nvSpPr>
            <p:cNvPr id="69" name="Freeform 30"/>
            <p:cNvSpPr>
              <a:spLocks noEditPoints="1"/>
            </p:cNvSpPr>
            <p:nvPr/>
          </p:nvSpPr>
          <p:spPr bwMode="auto">
            <a:xfrm>
              <a:off x="5347786" y="2386224"/>
              <a:ext cx="330445" cy="339437"/>
            </a:xfrm>
            <a:custGeom>
              <a:avLst/>
              <a:gdLst/>
              <a:ahLst/>
              <a:cxnLst>
                <a:cxn ang="0">
                  <a:pos x="162" y="125"/>
                </a:cxn>
                <a:cxn ang="0">
                  <a:pos x="163" y="125"/>
                </a:cxn>
                <a:cxn ang="0">
                  <a:pos x="163" y="124"/>
                </a:cxn>
                <a:cxn ang="0">
                  <a:pos x="134" y="107"/>
                </a:cxn>
                <a:cxn ang="0">
                  <a:pos x="113" y="95"/>
                </a:cxn>
                <a:cxn ang="0">
                  <a:pos x="106" y="89"/>
                </a:cxn>
                <a:cxn ang="0">
                  <a:pos x="104" y="80"/>
                </a:cxn>
                <a:cxn ang="0">
                  <a:pos x="111" y="65"/>
                </a:cxn>
                <a:cxn ang="0">
                  <a:pos x="117" y="51"/>
                </a:cxn>
                <a:cxn ang="0">
                  <a:pos x="115" y="47"/>
                </a:cxn>
                <a:cxn ang="0">
                  <a:pos x="111" y="16"/>
                </a:cxn>
                <a:cxn ang="0">
                  <a:pos x="91" y="3"/>
                </a:cxn>
                <a:cxn ang="0">
                  <a:pos x="84" y="1"/>
                </a:cxn>
                <a:cxn ang="0">
                  <a:pos x="75" y="0"/>
                </a:cxn>
                <a:cxn ang="0">
                  <a:pos x="76" y="3"/>
                </a:cxn>
                <a:cxn ang="0">
                  <a:pos x="57" y="16"/>
                </a:cxn>
                <a:cxn ang="0">
                  <a:pos x="53" y="47"/>
                </a:cxn>
                <a:cxn ang="0">
                  <a:pos x="50" y="51"/>
                </a:cxn>
                <a:cxn ang="0">
                  <a:pos x="57" y="65"/>
                </a:cxn>
                <a:cxn ang="0">
                  <a:pos x="64" y="80"/>
                </a:cxn>
                <a:cxn ang="0">
                  <a:pos x="62" y="89"/>
                </a:cxn>
                <a:cxn ang="0">
                  <a:pos x="55" y="95"/>
                </a:cxn>
                <a:cxn ang="0">
                  <a:pos x="33" y="107"/>
                </a:cxn>
                <a:cxn ang="0">
                  <a:pos x="5" y="124"/>
                </a:cxn>
                <a:cxn ang="0">
                  <a:pos x="0" y="168"/>
                </a:cxn>
                <a:cxn ang="0">
                  <a:pos x="0" y="172"/>
                </a:cxn>
                <a:cxn ang="0">
                  <a:pos x="0" y="172"/>
                </a:cxn>
                <a:cxn ang="0">
                  <a:pos x="84" y="194"/>
                </a:cxn>
                <a:cxn ang="0">
                  <a:pos x="126" y="189"/>
                </a:cxn>
                <a:cxn ang="0">
                  <a:pos x="120" y="167"/>
                </a:cxn>
                <a:cxn ang="0">
                  <a:pos x="162" y="125"/>
                </a:cxn>
                <a:cxn ang="0">
                  <a:pos x="166" y="137"/>
                </a:cxn>
                <a:cxn ang="0">
                  <a:pos x="162" y="136"/>
                </a:cxn>
                <a:cxn ang="0">
                  <a:pos x="131" y="167"/>
                </a:cxn>
                <a:cxn ang="0">
                  <a:pos x="137" y="186"/>
                </a:cxn>
                <a:cxn ang="0">
                  <a:pos x="162" y="198"/>
                </a:cxn>
                <a:cxn ang="0">
                  <a:pos x="193" y="167"/>
                </a:cxn>
                <a:cxn ang="0">
                  <a:pos x="166" y="137"/>
                </a:cxn>
                <a:cxn ang="0">
                  <a:pos x="182" y="171"/>
                </a:cxn>
                <a:cxn ang="0">
                  <a:pos x="166" y="171"/>
                </a:cxn>
                <a:cxn ang="0">
                  <a:pos x="166" y="187"/>
                </a:cxn>
                <a:cxn ang="0">
                  <a:pos x="158" y="187"/>
                </a:cxn>
                <a:cxn ang="0">
                  <a:pos x="158" y="171"/>
                </a:cxn>
                <a:cxn ang="0">
                  <a:pos x="142" y="171"/>
                </a:cxn>
                <a:cxn ang="0">
                  <a:pos x="142" y="163"/>
                </a:cxn>
                <a:cxn ang="0">
                  <a:pos x="158" y="163"/>
                </a:cxn>
                <a:cxn ang="0">
                  <a:pos x="158" y="148"/>
                </a:cxn>
                <a:cxn ang="0">
                  <a:pos x="166" y="148"/>
                </a:cxn>
                <a:cxn ang="0">
                  <a:pos x="166" y="163"/>
                </a:cxn>
                <a:cxn ang="0">
                  <a:pos x="182" y="163"/>
                </a:cxn>
                <a:cxn ang="0">
                  <a:pos x="182" y="171"/>
                </a:cxn>
              </a:cxnLst>
              <a:rect l="0" t="0" r="r" b="b"/>
              <a:pathLst>
                <a:path w="193" h="198">
                  <a:moveTo>
                    <a:pt x="162" y="125"/>
                  </a:moveTo>
                  <a:cubicBezTo>
                    <a:pt x="162" y="125"/>
                    <a:pt x="163" y="125"/>
                    <a:pt x="163" y="125"/>
                  </a:cubicBezTo>
                  <a:cubicBezTo>
                    <a:pt x="163" y="125"/>
                    <a:pt x="163" y="125"/>
                    <a:pt x="163" y="124"/>
                  </a:cubicBezTo>
                  <a:cubicBezTo>
                    <a:pt x="156" y="108"/>
                    <a:pt x="139" y="108"/>
                    <a:pt x="134" y="107"/>
                  </a:cubicBezTo>
                  <a:cubicBezTo>
                    <a:pt x="121" y="103"/>
                    <a:pt x="116" y="101"/>
                    <a:pt x="113" y="95"/>
                  </a:cubicBezTo>
                  <a:cubicBezTo>
                    <a:pt x="110" y="89"/>
                    <a:pt x="106" y="89"/>
                    <a:pt x="106" y="89"/>
                  </a:cubicBezTo>
                  <a:cubicBezTo>
                    <a:pt x="105" y="86"/>
                    <a:pt x="104" y="83"/>
                    <a:pt x="104" y="80"/>
                  </a:cubicBezTo>
                  <a:cubicBezTo>
                    <a:pt x="110" y="73"/>
                    <a:pt x="111" y="65"/>
                    <a:pt x="111" y="65"/>
                  </a:cubicBezTo>
                  <a:cubicBezTo>
                    <a:pt x="116" y="63"/>
                    <a:pt x="118" y="54"/>
                    <a:pt x="117" y="51"/>
                  </a:cubicBezTo>
                  <a:cubicBezTo>
                    <a:pt x="117" y="47"/>
                    <a:pt x="115" y="47"/>
                    <a:pt x="115" y="47"/>
                  </a:cubicBezTo>
                  <a:cubicBezTo>
                    <a:pt x="115" y="47"/>
                    <a:pt x="118" y="28"/>
                    <a:pt x="111" y="16"/>
                  </a:cubicBezTo>
                  <a:cubicBezTo>
                    <a:pt x="103" y="4"/>
                    <a:pt x="91" y="3"/>
                    <a:pt x="91" y="3"/>
                  </a:cubicBezTo>
                  <a:cubicBezTo>
                    <a:pt x="84" y="1"/>
                    <a:pt x="84" y="1"/>
                    <a:pt x="84" y="1"/>
                  </a:cubicBezTo>
                  <a:cubicBezTo>
                    <a:pt x="84" y="1"/>
                    <a:pt x="77" y="1"/>
                    <a:pt x="75" y="0"/>
                  </a:cubicBezTo>
                  <a:cubicBezTo>
                    <a:pt x="75" y="0"/>
                    <a:pt x="75" y="2"/>
                    <a:pt x="76" y="3"/>
                  </a:cubicBezTo>
                  <a:cubicBezTo>
                    <a:pt x="76" y="3"/>
                    <a:pt x="64" y="4"/>
                    <a:pt x="57" y="16"/>
                  </a:cubicBezTo>
                  <a:cubicBezTo>
                    <a:pt x="50" y="28"/>
                    <a:pt x="53" y="47"/>
                    <a:pt x="53" y="47"/>
                  </a:cubicBezTo>
                  <a:cubicBezTo>
                    <a:pt x="53" y="47"/>
                    <a:pt x="51" y="47"/>
                    <a:pt x="50" y="51"/>
                  </a:cubicBezTo>
                  <a:cubicBezTo>
                    <a:pt x="50" y="54"/>
                    <a:pt x="52" y="63"/>
                    <a:pt x="57" y="65"/>
                  </a:cubicBezTo>
                  <a:cubicBezTo>
                    <a:pt x="57" y="65"/>
                    <a:pt x="58" y="73"/>
                    <a:pt x="64" y="80"/>
                  </a:cubicBezTo>
                  <a:cubicBezTo>
                    <a:pt x="63" y="83"/>
                    <a:pt x="63" y="86"/>
                    <a:pt x="62" y="89"/>
                  </a:cubicBezTo>
                  <a:cubicBezTo>
                    <a:pt x="62" y="89"/>
                    <a:pt x="58" y="89"/>
                    <a:pt x="55" y="95"/>
                  </a:cubicBezTo>
                  <a:cubicBezTo>
                    <a:pt x="51" y="101"/>
                    <a:pt x="47" y="103"/>
                    <a:pt x="33" y="107"/>
                  </a:cubicBezTo>
                  <a:cubicBezTo>
                    <a:pt x="29" y="108"/>
                    <a:pt x="12" y="108"/>
                    <a:pt x="5" y="124"/>
                  </a:cubicBezTo>
                  <a:cubicBezTo>
                    <a:pt x="2" y="132"/>
                    <a:pt x="0" y="151"/>
                    <a:pt x="0" y="168"/>
                  </a:cubicBezTo>
                  <a:cubicBezTo>
                    <a:pt x="0" y="170"/>
                    <a:pt x="0" y="171"/>
                    <a:pt x="0" y="172"/>
                  </a:cubicBezTo>
                  <a:cubicBezTo>
                    <a:pt x="0" y="172"/>
                    <a:pt x="0" y="172"/>
                    <a:pt x="0" y="172"/>
                  </a:cubicBezTo>
                  <a:cubicBezTo>
                    <a:pt x="16" y="182"/>
                    <a:pt x="43" y="194"/>
                    <a:pt x="84" y="194"/>
                  </a:cubicBezTo>
                  <a:cubicBezTo>
                    <a:pt x="100" y="194"/>
                    <a:pt x="114" y="192"/>
                    <a:pt x="126" y="189"/>
                  </a:cubicBezTo>
                  <a:cubicBezTo>
                    <a:pt x="122" y="183"/>
                    <a:pt x="120" y="175"/>
                    <a:pt x="120" y="167"/>
                  </a:cubicBezTo>
                  <a:cubicBezTo>
                    <a:pt x="120" y="144"/>
                    <a:pt x="139" y="125"/>
                    <a:pt x="162" y="125"/>
                  </a:cubicBezTo>
                  <a:close/>
                  <a:moveTo>
                    <a:pt x="166" y="137"/>
                  </a:moveTo>
                  <a:cubicBezTo>
                    <a:pt x="164" y="136"/>
                    <a:pt x="163" y="136"/>
                    <a:pt x="162" y="136"/>
                  </a:cubicBezTo>
                  <a:cubicBezTo>
                    <a:pt x="145" y="136"/>
                    <a:pt x="131" y="150"/>
                    <a:pt x="131" y="167"/>
                  </a:cubicBezTo>
                  <a:cubicBezTo>
                    <a:pt x="131" y="174"/>
                    <a:pt x="133" y="181"/>
                    <a:pt x="137" y="186"/>
                  </a:cubicBezTo>
                  <a:cubicBezTo>
                    <a:pt x="143" y="193"/>
                    <a:pt x="152" y="198"/>
                    <a:pt x="162" y="198"/>
                  </a:cubicBezTo>
                  <a:cubicBezTo>
                    <a:pt x="179" y="198"/>
                    <a:pt x="193" y="184"/>
                    <a:pt x="193" y="167"/>
                  </a:cubicBezTo>
                  <a:cubicBezTo>
                    <a:pt x="193" y="151"/>
                    <a:pt x="181" y="138"/>
                    <a:pt x="166" y="137"/>
                  </a:cubicBezTo>
                  <a:close/>
                  <a:moveTo>
                    <a:pt x="182" y="171"/>
                  </a:moveTo>
                  <a:cubicBezTo>
                    <a:pt x="166" y="171"/>
                    <a:pt x="166" y="171"/>
                    <a:pt x="166" y="171"/>
                  </a:cubicBezTo>
                  <a:cubicBezTo>
                    <a:pt x="166" y="187"/>
                    <a:pt x="166" y="187"/>
                    <a:pt x="166" y="187"/>
                  </a:cubicBezTo>
                  <a:cubicBezTo>
                    <a:pt x="158" y="187"/>
                    <a:pt x="158" y="187"/>
                    <a:pt x="158" y="187"/>
                  </a:cubicBezTo>
                  <a:cubicBezTo>
                    <a:pt x="158" y="171"/>
                    <a:pt x="158" y="171"/>
                    <a:pt x="158" y="171"/>
                  </a:cubicBezTo>
                  <a:cubicBezTo>
                    <a:pt x="142" y="171"/>
                    <a:pt x="142" y="171"/>
                    <a:pt x="142" y="171"/>
                  </a:cubicBezTo>
                  <a:cubicBezTo>
                    <a:pt x="142" y="163"/>
                    <a:pt x="142" y="163"/>
                    <a:pt x="142" y="163"/>
                  </a:cubicBezTo>
                  <a:cubicBezTo>
                    <a:pt x="158" y="163"/>
                    <a:pt x="158" y="163"/>
                    <a:pt x="158" y="163"/>
                  </a:cubicBezTo>
                  <a:cubicBezTo>
                    <a:pt x="158" y="148"/>
                    <a:pt x="158" y="148"/>
                    <a:pt x="158" y="148"/>
                  </a:cubicBezTo>
                  <a:cubicBezTo>
                    <a:pt x="166" y="148"/>
                    <a:pt x="166" y="148"/>
                    <a:pt x="166" y="148"/>
                  </a:cubicBezTo>
                  <a:cubicBezTo>
                    <a:pt x="166" y="163"/>
                    <a:pt x="166" y="163"/>
                    <a:pt x="166" y="163"/>
                  </a:cubicBezTo>
                  <a:cubicBezTo>
                    <a:pt x="182" y="163"/>
                    <a:pt x="182" y="163"/>
                    <a:pt x="182" y="163"/>
                  </a:cubicBezTo>
                  <a:lnTo>
                    <a:pt x="182" y="171"/>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fltVal val="0"/>
                                          </p:val>
                                        </p:tav>
                                        <p:tav tm="100000">
                                          <p:val>
                                            <p:strVal val="#ppt_w"/>
                                          </p:val>
                                        </p:tav>
                                      </p:tavLst>
                                    </p:anim>
                                    <p:anim calcmode="lin" valueType="num">
                                      <p:cBhvr>
                                        <p:cTn id="8" dur="500" fill="hold"/>
                                        <p:tgtEl>
                                          <p:spTgt spid="67"/>
                                        </p:tgtEl>
                                        <p:attrNameLst>
                                          <p:attrName>ppt_h</p:attrName>
                                        </p:attrNameLst>
                                      </p:cBhvr>
                                      <p:tavLst>
                                        <p:tav tm="0">
                                          <p:val>
                                            <p:fltVal val="0"/>
                                          </p:val>
                                        </p:tav>
                                        <p:tav tm="100000">
                                          <p:val>
                                            <p:strVal val="#ppt_h"/>
                                          </p:val>
                                        </p:tav>
                                      </p:tavLst>
                                    </p:anim>
                                    <p:animEffect transition="in" filter="fade">
                                      <p:cBhvr>
                                        <p:cTn id="9" dur="500"/>
                                        <p:tgtEl>
                                          <p:spTgt spid="67"/>
                                        </p:tgtEl>
                                      </p:cBhvr>
                                    </p:animEffect>
                                  </p:childTnLst>
                                </p:cTn>
                              </p:par>
                            </p:childTnLst>
                          </p:cTn>
                        </p:par>
                        <p:par>
                          <p:cTn id="10" fill="hold">
                            <p:stCondLst>
                              <p:cond delay="500"/>
                            </p:stCondLst>
                            <p:childTnLst>
                              <p:par>
                                <p:cTn id="11" presetID="53" presetClass="entr" presetSubtype="0" fill="hold" nodeType="afterEffect">
                                  <p:stCondLst>
                                    <p:cond delay="0"/>
                                  </p:stCondLst>
                                  <p:childTnLst>
                                    <p:set>
                                      <p:cBhvr>
                                        <p:cTn id="12" dur="1" fill="hold">
                                          <p:stCondLst>
                                            <p:cond delay="0"/>
                                          </p:stCondLst>
                                        </p:cTn>
                                        <p:tgtEl>
                                          <p:spTgt spid="71"/>
                                        </p:tgtEl>
                                        <p:attrNameLst>
                                          <p:attrName>style.visibility</p:attrName>
                                        </p:attrNameLst>
                                      </p:cBhvr>
                                      <p:to>
                                        <p:strVal val="visible"/>
                                      </p:to>
                                    </p:set>
                                    <p:anim calcmode="lin" valueType="num">
                                      <p:cBhvr>
                                        <p:cTn id="13" dur="700" fill="hold"/>
                                        <p:tgtEl>
                                          <p:spTgt spid="71"/>
                                        </p:tgtEl>
                                        <p:attrNameLst>
                                          <p:attrName>ppt_w</p:attrName>
                                        </p:attrNameLst>
                                      </p:cBhvr>
                                      <p:tavLst>
                                        <p:tav tm="0">
                                          <p:val>
                                            <p:fltVal val="0"/>
                                          </p:val>
                                        </p:tav>
                                        <p:tav tm="100000">
                                          <p:val>
                                            <p:strVal val="#ppt_w"/>
                                          </p:val>
                                        </p:tav>
                                      </p:tavLst>
                                    </p:anim>
                                    <p:anim calcmode="lin" valueType="num">
                                      <p:cBhvr>
                                        <p:cTn id="14" dur="700" fill="hold"/>
                                        <p:tgtEl>
                                          <p:spTgt spid="71"/>
                                        </p:tgtEl>
                                        <p:attrNameLst>
                                          <p:attrName>ppt_h</p:attrName>
                                        </p:attrNameLst>
                                      </p:cBhvr>
                                      <p:tavLst>
                                        <p:tav tm="0">
                                          <p:val>
                                            <p:fltVal val="0"/>
                                          </p:val>
                                        </p:tav>
                                        <p:tav tm="100000">
                                          <p:val>
                                            <p:strVal val="#ppt_h"/>
                                          </p:val>
                                        </p:tav>
                                      </p:tavLst>
                                    </p:anim>
                                    <p:animEffect transition="in" filter="fade">
                                      <p:cBhvr>
                                        <p:cTn id="15" dur="700"/>
                                        <p:tgtEl>
                                          <p:spTgt spid="71"/>
                                        </p:tgtEl>
                                      </p:cBhvr>
                                    </p:animEffect>
                                  </p:childTnLst>
                                </p:cTn>
                              </p:par>
                            </p:childTnLst>
                          </p:cTn>
                        </p:par>
                        <p:par>
                          <p:cTn id="16" fill="hold">
                            <p:stCondLst>
                              <p:cond delay="1200"/>
                            </p:stCondLst>
                            <p:childTnLst>
                              <p:par>
                                <p:cTn id="17" presetID="17" presetClass="entr" presetSubtype="10"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 calcmode="lin" valueType="num">
                                      <p:cBhvr>
                                        <p:cTn id="19" dur="500" fill="hold"/>
                                        <p:tgtEl>
                                          <p:spTgt spid="61"/>
                                        </p:tgtEl>
                                        <p:attrNameLst>
                                          <p:attrName>ppt_w</p:attrName>
                                        </p:attrNameLst>
                                      </p:cBhvr>
                                      <p:tavLst>
                                        <p:tav tm="0">
                                          <p:val>
                                            <p:fltVal val="0"/>
                                          </p:val>
                                        </p:tav>
                                        <p:tav tm="100000">
                                          <p:val>
                                            <p:strVal val="#ppt_w"/>
                                          </p:val>
                                        </p:tav>
                                      </p:tavLst>
                                    </p:anim>
                                    <p:anim calcmode="lin" valueType="num">
                                      <p:cBhvr>
                                        <p:cTn id="20" dur="500" fill="hold"/>
                                        <p:tgtEl>
                                          <p:spTgt spid="61"/>
                                        </p:tgtEl>
                                        <p:attrNameLst>
                                          <p:attrName>ppt_h</p:attrName>
                                        </p:attrNameLst>
                                      </p:cBhvr>
                                      <p:tavLst>
                                        <p:tav tm="0">
                                          <p:val>
                                            <p:strVal val="#ppt_h"/>
                                          </p:val>
                                        </p:tav>
                                        <p:tav tm="100000">
                                          <p:val>
                                            <p:strVal val="#ppt_h"/>
                                          </p:val>
                                        </p:tav>
                                      </p:tavLst>
                                    </p:anim>
                                  </p:childTnLst>
                                </p:cTn>
                              </p:par>
                              <p:par>
                                <p:cTn id="21" presetID="17" presetClass="entr" presetSubtype="10" fill="hold" nodeType="withEffect">
                                  <p:stCondLst>
                                    <p:cond delay="0"/>
                                  </p:stCondLst>
                                  <p:childTnLst>
                                    <p:set>
                                      <p:cBhvr>
                                        <p:cTn id="22" dur="1" fill="hold">
                                          <p:stCondLst>
                                            <p:cond delay="0"/>
                                          </p:stCondLst>
                                        </p:cTn>
                                        <p:tgtEl>
                                          <p:spTgt spid="62"/>
                                        </p:tgtEl>
                                        <p:attrNameLst>
                                          <p:attrName>style.visibility</p:attrName>
                                        </p:attrNameLst>
                                      </p:cBhvr>
                                      <p:to>
                                        <p:strVal val="visible"/>
                                      </p:to>
                                    </p:set>
                                    <p:anim calcmode="lin" valueType="num">
                                      <p:cBhvr>
                                        <p:cTn id="23" dur="500" fill="hold"/>
                                        <p:tgtEl>
                                          <p:spTgt spid="62"/>
                                        </p:tgtEl>
                                        <p:attrNameLst>
                                          <p:attrName>ppt_w</p:attrName>
                                        </p:attrNameLst>
                                      </p:cBhvr>
                                      <p:tavLst>
                                        <p:tav tm="0">
                                          <p:val>
                                            <p:fltVal val="0"/>
                                          </p:val>
                                        </p:tav>
                                        <p:tav tm="100000">
                                          <p:val>
                                            <p:strVal val="#ppt_w"/>
                                          </p:val>
                                        </p:tav>
                                      </p:tavLst>
                                    </p:anim>
                                    <p:anim calcmode="lin" valueType="num">
                                      <p:cBhvr>
                                        <p:cTn id="24" dur="500" fill="hold"/>
                                        <p:tgtEl>
                                          <p:spTgt spid="62"/>
                                        </p:tgtEl>
                                        <p:attrNameLst>
                                          <p:attrName>ppt_h</p:attrName>
                                        </p:attrNameLst>
                                      </p:cBhvr>
                                      <p:tavLst>
                                        <p:tav tm="0">
                                          <p:val>
                                            <p:strVal val="#ppt_h"/>
                                          </p:val>
                                        </p:tav>
                                        <p:tav tm="100000">
                                          <p:val>
                                            <p:strVal val="#ppt_h"/>
                                          </p:val>
                                        </p:tav>
                                      </p:tavLst>
                                    </p:anim>
                                  </p:childTnLst>
                                </p:cTn>
                              </p:par>
                              <p:par>
                                <p:cTn id="25" presetID="17" presetClass="entr" presetSubtype="10" fill="hold" nodeType="withEffect">
                                  <p:stCondLst>
                                    <p:cond delay="0"/>
                                  </p:stCondLst>
                                  <p:childTnLst>
                                    <p:set>
                                      <p:cBhvr>
                                        <p:cTn id="26" dur="1" fill="hold">
                                          <p:stCondLst>
                                            <p:cond delay="0"/>
                                          </p:stCondLst>
                                        </p:cTn>
                                        <p:tgtEl>
                                          <p:spTgt spid="63"/>
                                        </p:tgtEl>
                                        <p:attrNameLst>
                                          <p:attrName>style.visibility</p:attrName>
                                        </p:attrNameLst>
                                      </p:cBhvr>
                                      <p:to>
                                        <p:strVal val="visible"/>
                                      </p:to>
                                    </p:set>
                                    <p:anim calcmode="lin" valueType="num">
                                      <p:cBhvr>
                                        <p:cTn id="27" dur="500" fill="hold"/>
                                        <p:tgtEl>
                                          <p:spTgt spid="63"/>
                                        </p:tgtEl>
                                        <p:attrNameLst>
                                          <p:attrName>ppt_w</p:attrName>
                                        </p:attrNameLst>
                                      </p:cBhvr>
                                      <p:tavLst>
                                        <p:tav tm="0">
                                          <p:val>
                                            <p:fltVal val="0"/>
                                          </p:val>
                                        </p:tav>
                                        <p:tav tm="100000">
                                          <p:val>
                                            <p:strVal val="#ppt_w"/>
                                          </p:val>
                                        </p:tav>
                                      </p:tavLst>
                                    </p:anim>
                                    <p:anim calcmode="lin" valueType="num">
                                      <p:cBhvr>
                                        <p:cTn id="28" dur="500" fill="hold"/>
                                        <p:tgtEl>
                                          <p:spTgt spid="63"/>
                                        </p:tgtEl>
                                        <p:attrNameLst>
                                          <p:attrName>ppt_h</p:attrName>
                                        </p:attrNameLst>
                                      </p:cBhvr>
                                      <p:tavLst>
                                        <p:tav tm="0">
                                          <p:val>
                                            <p:strVal val="#ppt_h"/>
                                          </p:val>
                                        </p:tav>
                                        <p:tav tm="100000">
                                          <p:val>
                                            <p:strVal val="#ppt_h"/>
                                          </p:val>
                                        </p:tav>
                                      </p:tavLst>
                                    </p:anim>
                                  </p:childTnLst>
                                </p:cTn>
                              </p:par>
                              <p:par>
                                <p:cTn id="29" presetID="17" presetClass="entr" presetSubtype="10" fill="hold" nodeType="withEffect">
                                  <p:stCondLst>
                                    <p:cond delay="0"/>
                                  </p:stCondLst>
                                  <p:childTnLst>
                                    <p:set>
                                      <p:cBhvr>
                                        <p:cTn id="30" dur="1" fill="hold">
                                          <p:stCondLst>
                                            <p:cond delay="0"/>
                                          </p:stCondLst>
                                        </p:cTn>
                                        <p:tgtEl>
                                          <p:spTgt spid="64"/>
                                        </p:tgtEl>
                                        <p:attrNameLst>
                                          <p:attrName>style.visibility</p:attrName>
                                        </p:attrNameLst>
                                      </p:cBhvr>
                                      <p:to>
                                        <p:strVal val="visible"/>
                                      </p:to>
                                    </p:set>
                                    <p:anim calcmode="lin" valueType="num">
                                      <p:cBhvr>
                                        <p:cTn id="31" dur="500" fill="hold"/>
                                        <p:tgtEl>
                                          <p:spTgt spid="64"/>
                                        </p:tgtEl>
                                        <p:attrNameLst>
                                          <p:attrName>ppt_w</p:attrName>
                                        </p:attrNameLst>
                                      </p:cBhvr>
                                      <p:tavLst>
                                        <p:tav tm="0">
                                          <p:val>
                                            <p:fltVal val="0"/>
                                          </p:val>
                                        </p:tav>
                                        <p:tav tm="100000">
                                          <p:val>
                                            <p:strVal val="#ppt_w"/>
                                          </p:val>
                                        </p:tav>
                                      </p:tavLst>
                                    </p:anim>
                                    <p:anim calcmode="lin" valueType="num">
                                      <p:cBhvr>
                                        <p:cTn id="32" dur="500" fill="hold"/>
                                        <p:tgtEl>
                                          <p:spTgt spid="6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Arrow Diagram</a:t>
            </a:r>
          </a:p>
        </p:txBody>
      </p:sp>
      <p:grpSp>
        <p:nvGrpSpPr>
          <p:cNvPr id="2" name="그룹 1"/>
          <p:cNvGrpSpPr/>
          <p:nvPr/>
        </p:nvGrpSpPr>
        <p:grpSpPr>
          <a:xfrm>
            <a:off x="756087" y="1930403"/>
            <a:ext cx="5351115" cy="2836863"/>
            <a:chOff x="2696766" y="1367527"/>
            <a:chExt cx="5726509" cy="3399736"/>
          </a:xfrm>
        </p:grpSpPr>
        <p:sp>
          <p:nvSpPr>
            <p:cNvPr id="14" name="Freeform 36"/>
            <p:cNvSpPr>
              <a:spLocks/>
            </p:cNvSpPr>
            <p:nvPr/>
          </p:nvSpPr>
          <p:spPr bwMode="auto">
            <a:xfrm>
              <a:off x="2700338" y="474966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noFill/>
            <a:ln w="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6" name="Freeform 38"/>
            <p:cNvSpPr>
              <a:spLocks/>
            </p:cNvSpPr>
            <p:nvPr/>
          </p:nvSpPr>
          <p:spPr bwMode="auto">
            <a:xfrm>
              <a:off x="2700338" y="4767262"/>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noFill/>
            <a:ln w="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7" name="Freeform 39"/>
            <p:cNvSpPr>
              <a:spLocks/>
            </p:cNvSpPr>
            <p:nvPr/>
          </p:nvSpPr>
          <p:spPr bwMode="auto">
            <a:xfrm>
              <a:off x="2696766" y="3566062"/>
              <a:ext cx="5722937" cy="1201201"/>
            </a:xfrm>
            <a:custGeom>
              <a:avLst/>
              <a:gdLst>
                <a:gd name="T0" fmla="*/ 1965 w 1965"/>
                <a:gd name="T1" fmla="*/ 56 h 412"/>
                <a:gd name="T2" fmla="*/ 1965 w 1965"/>
                <a:gd name="T3" fmla="*/ 74 h 412"/>
                <a:gd name="T4" fmla="*/ 1671 w 1965"/>
                <a:gd name="T5" fmla="*/ 181 h 412"/>
                <a:gd name="T6" fmla="*/ 1671 w 1965"/>
                <a:gd name="T7" fmla="*/ 181 h 412"/>
                <a:gd name="T8" fmla="*/ 1643 w 1965"/>
                <a:gd name="T9" fmla="*/ 152 h 412"/>
                <a:gd name="T10" fmla="*/ 15 w 1965"/>
                <a:gd name="T11" fmla="*/ 404 h 412"/>
                <a:gd name="T12" fmla="*/ 14 w 1965"/>
                <a:gd name="T13" fmla="*/ 404 h 412"/>
                <a:gd name="T14" fmla="*/ 13 w 1965"/>
                <a:gd name="T15" fmla="*/ 404 h 412"/>
                <a:gd name="T16" fmla="*/ 12 w 1965"/>
                <a:gd name="T17" fmla="*/ 405 h 412"/>
                <a:gd name="T18" fmla="*/ 0 w 1965"/>
                <a:gd name="T19" fmla="*/ 412 h 412"/>
                <a:gd name="T20" fmla="*/ 0 w 1965"/>
                <a:gd name="T21" fmla="*/ 412 h 412"/>
                <a:gd name="T22" fmla="*/ 0 w 1965"/>
                <a:gd name="T23" fmla="*/ 412 h 412"/>
                <a:gd name="T24" fmla="*/ 1531 w 1965"/>
                <a:gd name="T25" fmla="*/ 32 h 412"/>
                <a:gd name="T26" fmla="*/ 1546 w 1965"/>
                <a:gd name="T27" fmla="*/ 30 h 412"/>
                <a:gd name="T28" fmla="*/ 1518 w 1965"/>
                <a:gd name="T29" fmla="*/ 0 h 412"/>
                <a:gd name="T30" fmla="*/ 1965 w 1965"/>
                <a:gd name="T31" fmla="*/ 56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65" h="412">
                  <a:moveTo>
                    <a:pt x="1965" y="56"/>
                  </a:moveTo>
                  <a:cubicBezTo>
                    <a:pt x="1965" y="74"/>
                    <a:pt x="1965" y="74"/>
                    <a:pt x="1965" y="74"/>
                  </a:cubicBezTo>
                  <a:cubicBezTo>
                    <a:pt x="1671" y="181"/>
                    <a:pt x="1671" y="181"/>
                    <a:pt x="1671" y="181"/>
                  </a:cubicBezTo>
                  <a:cubicBezTo>
                    <a:pt x="1671" y="181"/>
                    <a:pt x="1671" y="181"/>
                    <a:pt x="1671" y="181"/>
                  </a:cubicBezTo>
                  <a:cubicBezTo>
                    <a:pt x="1643" y="152"/>
                    <a:pt x="1643" y="152"/>
                    <a:pt x="1643" y="152"/>
                  </a:cubicBezTo>
                  <a:cubicBezTo>
                    <a:pt x="447" y="218"/>
                    <a:pt x="87" y="367"/>
                    <a:pt x="15" y="404"/>
                  </a:cubicBezTo>
                  <a:cubicBezTo>
                    <a:pt x="14" y="404"/>
                    <a:pt x="14" y="404"/>
                    <a:pt x="14" y="404"/>
                  </a:cubicBezTo>
                  <a:cubicBezTo>
                    <a:pt x="14" y="404"/>
                    <a:pt x="14" y="404"/>
                    <a:pt x="13" y="404"/>
                  </a:cubicBezTo>
                  <a:cubicBezTo>
                    <a:pt x="13" y="405"/>
                    <a:pt x="12" y="405"/>
                    <a:pt x="12" y="405"/>
                  </a:cubicBezTo>
                  <a:cubicBezTo>
                    <a:pt x="5" y="408"/>
                    <a:pt x="2" y="411"/>
                    <a:pt x="0" y="412"/>
                  </a:cubicBezTo>
                  <a:cubicBezTo>
                    <a:pt x="0" y="412"/>
                    <a:pt x="0" y="412"/>
                    <a:pt x="0" y="412"/>
                  </a:cubicBezTo>
                  <a:cubicBezTo>
                    <a:pt x="0" y="412"/>
                    <a:pt x="0" y="412"/>
                    <a:pt x="0" y="412"/>
                  </a:cubicBezTo>
                  <a:cubicBezTo>
                    <a:pt x="6" y="406"/>
                    <a:pt x="277" y="161"/>
                    <a:pt x="1531" y="32"/>
                  </a:cubicBezTo>
                  <a:cubicBezTo>
                    <a:pt x="1536" y="31"/>
                    <a:pt x="1541" y="31"/>
                    <a:pt x="1546" y="30"/>
                  </a:cubicBezTo>
                  <a:cubicBezTo>
                    <a:pt x="1518" y="0"/>
                    <a:pt x="1518" y="0"/>
                    <a:pt x="1518" y="0"/>
                  </a:cubicBezTo>
                  <a:lnTo>
                    <a:pt x="1965" y="56"/>
                  </a:lnTo>
                  <a:close/>
                </a:path>
              </a:pathLst>
            </a:custGeom>
            <a:solidFill>
              <a:schemeClr val="bg1">
                <a:lumMod val="95000"/>
                <a:alpha val="1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 name="Freeform 40"/>
            <p:cNvSpPr>
              <a:spLocks/>
            </p:cNvSpPr>
            <p:nvPr/>
          </p:nvSpPr>
          <p:spPr bwMode="auto">
            <a:xfrm>
              <a:off x="2741405" y="2468995"/>
              <a:ext cx="4744670" cy="2230802"/>
            </a:xfrm>
            <a:custGeom>
              <a:avLst/>
              <a:gdLst>
                <a:gd name="T0" fmla="*/ 1629 w 1629"/>
                <a:gd name="T1" fmla="*/ 0 h 765"/>
                <a:gd name="T2" fmla="*/ 1629 w 1629"/>
                <a:gd name="T3" fmla="*/ 0 h 765"/>
                <a:gd name="T4" fmla="*/ 0 w 1629"/>
                <a:gd name="T5" fmla="*/ 765 h 765"/>
                <a:gd name="T6" fmla="*/ 1629 w 1629"/>
                <a:gd name="T7" fmla="*/ 51 h 765"/>
              </a:gdLst>
              <a:ahLst/>
              <a:cxnLst>
                <a:cxn ang="0">
                  <a:pos x="T0" y="T1"/>
                </a:cxn>
                <a:cxn ang="0">
                  <a:pos x="T2" y="T3"/>
                </a:cxn>
                <a:cxn ang="0">
                  <a:pos x="T4" y="T5"/>
                </a:cxn>
                <a:cxn ang="0">
                  <a:pos x="T6" y="T7"/>
                </a:cxn>
              </a:cxnLst>
              <a:rect l="0" t="0" r="r" b="b"/>
              <a:pathLst>
                <a:path w="1629" h="765">
                  <a:moveTo>
                    <a:pt x="1629" y="0"/>
                  </a:moveTo>
                  <a:cubicBezTo>
                    <a:pt x="1629" y="0"/>
                    <a:pt x="1629" y="0"/>
                    <a:pt x="1629" y="0"/>
                  </a:cubicBezTo>
                  <a:cubicBezTo>
                    <a:pt x="470" y="160"/>
                    <a:pt x="76" y="653"/>
                    <a:pt x="0" y="765"/>
                  </a:cubicBezTo>
                  <a:cubicBezTo>
                    <a:pt x="71" y="662"/>
                    <a:pt x="431" y="238"/>
                    <a:pt x="1629" y="51"/>
                  </a:cubicBezTo>
                </a:path>
              </a:pathLst>
            </a:custGeom>
            <a:pattFill prst="dkDnDiag">
              <a:fgClr>
                <a:schemeClr val="accent1"/>
              </a:fgClr>
              <a:bgClr>
                <a:schemeClr val="accent1">
                  <a:lumMod val="75000"/>
                </a:schemeClr>
              </a:bgClr>
            </a:pattFill>
            <a:ln w="6350" cap="rnd" cmpd="sng" algn="ctr">
              <a:solidFill>
                <a:schemeClr val="bg2">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9" name="Freeform 41"/>
            <p:cNvSpPr>
              <a:spLocks/>
            </p:cNvSpPr>
            <p:nvPr/>
          </p:nvSpPr>
          <p:spPr bwMode="auto">
            <a:xfrm>
              <a:off x="7566741" y="1825127"/>
              <a:ext cx="856534" cy="1035467"/>
            </a:xfrm>
            <a:custGeom>
              <a:avLst/>
              <a:gdLst>
                <a:gd name="T0" fmla="*/ 584 w 584"/>
                <a:gd name="T1" fmla="*/ 100 h 706"/>
                <a:gd name="T2" fmla="*/ 584 w 584"/>
                <a:gd name="T3" fmla="*/ 0 h 706"/>
                <a:gd name="T4" fmla="*/ 0 w 584"/>
                <a:gd name="T5" fmla="*/ 604 h 706"/>
                <a:gd name="T6" fmla="*/ 0 w 584"/>
                <a:gd name="T7" fmla="*/ 706 h 706"/>
                <a:gd name="T8" fmla="*/ 584 w 584"/>
                <a:gd name="T9" fmla="*/ 100 h 706"/>
              </a:gdLst>
              <a:ahLst/>
              <a:cxnLst>
                <a:cxn ang="0">
                  <a:pos x="T0" y="T1"/>
                </a:cxn>
                <a:cxn ang="0">
                  <a:pos x="T2" y="T3"/>
                </a:cxn>
                <a:cxn ang="0">
                  <a:pos x="T4" y="T5"/>
                </a:cxn>
                <a:cxn ang="0">
                  <a:pos x="T6" y="T7"/>
                </a:cxn>
                <a:cxn ang="0">
                  <a:pos x="T8" y="T9"/>
                </a:cxn>
              </a:cxnLst>
              <a:rect l="0" t="0" r="r" b="b"/>
              <a:pathLst>
                <a:path w="584" h="706">
                  <a:moveTo>
                    <a:pt x="584" y="100"/>
                  </a:moveTo>
                  <a:lnTo>
                    <a:pt x="584" y="0"/>
                  </a:lnTo>
                  <a:lnTo>
                    <a:pt x="0" y="604"/>
                  </a:lnTo>
                  <a:lnTo>
                    <a:pt x="0" y="706"/>
                  </a:lnTo>
                  <a:lnTo>
                    <a:pt x="584" y="100"/>
                  </a:lnTo>
                  <a:close/>
                </a:path>
              </a:pathLst>
            </a:custGeom>
            <a:pattFill prst="dkDnDiag">
              <a:fgClr>
                <a:schemeClr val="accent1"/>
              </a:fgClr>
              <a:bgClr>
                <a:schemeClr val="accent1">
                  <a:lumMod val="75000"/>
                </a:schemeClr>
              </a:bgClr>
            </a:pattFill>
            <a:ln w="6350" cap="rnd" cmpd="sng" algn="ctr">
              <a:solidFill>
                <a:schemeClr val="bg2">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0" name="Freeform 42"/>
            <p:cNvSpPr>
              <a:spLocks/>
            </p:cNvSpPr>
            <p:nvPr/>
          </p:nvSpPr>
          <p:spPr bwMode="auto">
            <a:xfrm>
              <a:off x="7486075" y="2468995"/>
              <a:ext cx="80667" cy="391601"/>
            </a:xfrm>
            <a:custGeom>
              <a:avLst/>
              <a:gdLst>
                <a:gd name="T0" fmla="*/ 55 w 55"/>
                <a:gd name="T1" fmla="*/ 165 h 267"/>
                <a:gd name="T2" fmla="*/ 55 w 55"/>
                <a:gd name="T3" fmla="*/ 267 h 267"/>
                <a:gd name="T4" fmla="*/ 0 w 55"/>
                <a:gd name="T5" fmla="*/ 102 h 267"/>
                <a:gd name="T6" fmla="*/ 0 w 55"/>
                <a:gd name="T7" fmla="*/ 0 h 267"/>
                <a:gd name="T8" fmla="*/ 23 w 55"/>
                <a:gd name="T9" fmla="*/ 70 h 267"/>
                <a:gd name="T10" fmla="*/ 23 w 55"/>
                <a:gd name="T11" fmla="*/ 70 h 267"/>
                <a:gd name="T12" fmla="*/ 55 w 55"/>
                <a:gd name="T13" fmla="*/ 165 h 267"/>
              </a:gdLst>
              <a:ahLst/>
              <a:cxnLst>
                <a:cxn ang="0">
                  <a:pos x="T0" y="T1"/>
                </a:cxn>
                <a:cxn ang="0">
                  <a:pos x="T2" y="T3"/>
                </a:cxn>
                <a:cxn ang="0">
                  <a:pos x="T4" y="T5"/>
                </a:cxn>
                <a:cxn ang="0">
                  <a:pos x="T6" y="T7"/>
                </a:cxn>
                <a:cxn ang="0">
                  <a:pos x="T8" y="T9"/>
                </a:cxn>
                <a:cxn ang="0">
                  <a:pos x="T10" y="T11"/>
                </a:cxn>
                <a:cxn ang="0">
                  <a:pos x="T12" y="T13"/>
                </a:cxn>
              </a:cxnLst>
              <a:rect l="0" t="0" r="r" b="b"/>
              <a:pathLst>
                <a:path w="55" h="267">
                  <a:moveTo>
                    <a:pt x="55" y="165"/>
                  </a:moveTo>
                  <a:lnTo>
                    <a:pt x="55" y="267"/>
                  </a:lnTo>
                  <a:lnTo>
                    <a:pt x="0" y="102"/>
                  </a:lnTo>
                  <a:lnTo>
                    <a:pt x="0" y="0"/>
                  </a:lnTo>
                  <a:lnTo>
                    <a:pt x="23" y="70"/>
                  </a:lnTo>
                  <a:lnTo>
                    <a:pt x="23" y="70"/>
                  </a:lnTo>
                  <a:lnTo>
                    <a:pt x="55" y="165"/>
                  </a:lnTo>
                  <a:close/>
                </a:path>
              </a:pathLst>
            </a:custGeom>
            <a:pattFill prst="dkUpDiag">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1" name="Freeform 43"/>
            <p:cNvSpPr>
              <a:spLocks/>
            </p:cNvSpPr>
            <p:nvPr/>
          </p:nvSpPr>
          <p:spPr bwMode="auto">
            <a:xfrm>
              <a:off x="2700338" y="1367527"/>
              <a:ext cx="5722937" cy="3399735"/>
            </a:xfrm>
            <a:custGeom>
              <a:avLst/>
              <a:gdLst>
                <a:gd name="T0" fmla="*/ 1965 w 1965"/>
                <a:gd name="T1" fmla="*/ 157 h 1166"/>
                <a:gd name="T2" fmla="*/ 1671 w 1965"/>
                <a:gd name="T3" fmla="*/ 461 h 1166"/>
                <a:gd name="T4" fmla="*/ 1655 w 1965"/>
                <a:gd name="T5" fmla="*/ 413 h 1166"/>
                <a:gd name="T6" fmla="*/ 1643 w 1965"/>
                <a:gd name="T7" fmla="*/ 378 h 1166"/>
                <a:gd name="T8" fmla="*/ 1643 w 1965"/>
                <a:gd name="T9" fmla="*/ 378 h 1166"/>
                <a:gd name="T10" fmla="*/ 14 w 1965"/>
                <a:gd name="T11" fmla="*/ 1143 h 1166"/>
                <a:gd name="T12" fmla="*/ 13 w 1965"/>
                <a:gd name="T13" fmla="*/ 1145 h 1166"/>
                <a:gd name="T14" fmla="*/ 12 w 1965"/>
                <a:gd name="T15" fmla="*/ 1147 h 1166"/>
                <a:gd name="T16" fmla="*/ 0 w 1965"/>
                <a:gd name="T17" fmla="*/ 1165 h 1166"/>
                <a:gd name="T18" fmla="*/ 0 w 1965"/>
                <a:gd name="T19" fmla="*/ 1165 h 1166"/>
                <a:gd name="T20" fmla="*/ 0 w 1965"/>
                <a:gd name="T21" fmla="*/ 1166 h 1166"/>
                <a:gd name="T22" fmla="*/ 0 w 1965"/>
                <a:gd name="T23" fmla="*/ 1166 h 1166"/>
                <a:gd name="T24" fmla="*/ 0 w 1965"/>
                <a:gd name="T25" fmla="*/ 1166 h 1166"/>
                <a:gd name="T26" fmla="*/ 1531 w 1965"/>
                <a:gd name="T27" fmla="*/ 89 h 1166"/>
                <a:gd name="T28" fmla="*/ 1546 w 1965"/>
                <a:gd name="T29" fmla="*/ 85 h 1166"/>
                <a:gd name="T30" fmla="*/ 1518 w 1965"/>
                <a:gd name="T31" fmla="*/ 0 h 1166"/>
                <a:gd name="T32" fmla="*/ 1965 w 1965"/>
                <a:gd name="T33" fmla="*/ 157 h 1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5" h="1166">
                  <a:moveTo>
                    <a:pt x="1965" y="157"/>
                  </a:moveTo>
                  <a:cubicBezTo>
                    <a:pt x="1671" y="461"/>
                    <a:pt x="1671" y="461"/>
                    <a:pt x="1671" y="461"/>
                  </a:cubicBezTo>
                  <a:cubicBezTo>
                    <a:pt x="1655" y="413"/>
                    <a:pt x="1655" y="413"/>
                    <a:pt x="1655" y="413"/>
                  </a:cubicBezTo>
                  <a:cubicBezTo>
                    <a:pt x="1643" y="378"/>
                    <a:pt x="1643" y="378"/>
                    <a:pt x="1643" y="378"/>
                  </a:cubicBezTo>
                  <a:cubicBezTo>
                    <a:pt x="1643" y="378"/>
                    <a:pt x="1643" y="378"/>
                    <a:pt x="1643" y="378"/>
                  </a:cubicBezTo>
                  <a:cubicBezTo>
                    <a:pt x="484" y="538"/>
                    <a:pt x="90" y="1031"/>
                    <a:pt x="14" y="1143"/>
                  </a:cubicBezTo>
                  <a:cubicBezTo>
                    <a:pt x="14" y="1144"/>
                    <a:pt x="14" y="1144"/>
                    <a:pt x="13" y="1145"/>
                  </a:cubicBezTo>
                  <a:cubicBezTo>
                    <a:pt x="13" y="1145"/>
                    <a:pt x="12" y="1146"/>
                    <a:pt x="12" y="1147"/>
                  </a:cubicBezTo>
                  <a:cubicBezTo>
                    <a:pt x="5" y="1156"/>
                    <a:pt x="2" y="1162"/>
                    <a:pt x="0" y="1165"/>
                  </a:cubicBezTo>
                  <a:cubicBezTo>
                    <a:pt x="0" y="1165"/>
                    <a:pt x="0" y="1165"/>
                    <a:pt x="0" y="1165"/>
                  </a:cubicBezTo>
                  <a:cubicBezTo>
                    <a:pt x="0" y="1166"/>
                    <a:pt x="0" y="1166"/>
                    <a:pt x="0" y="1166"/>
                  </a:cubicBezTo>
                  <a:cubicBezTo>
                    <a:pt x="0" y="1166"/>
                    <a:pt x="0" y="1166"/>
                    <a:pt x="0" y="1166"/>
                  </a:cubicBezTo>
                  <a:cubicBezTo>
                    <a:pt x="0" y="1166"/>
                    <a:pt x="0" y="1166"/>
                    <a:pt x="0" y="1166"/>
                  </a:cubicBezTo>
                  <a:cubicBezTo>
                    <a:pt x="4" y="1155"/>
                    <a:pt x="272" y="455"/>
                    <a:pt x="1531" y="89"/>
                  </a:cubicBezTo>
                  <a:cubicBezTo>
                    <a:pt x="1536" y="88"/>
                    <a:pt x="1541" y="86"/>
                    <a:pt x="1546" y="85"/>
                  </a:cubicBezTo>
                  <a:cubicBezTo>
                    <a:pt x="1518" y="0"/>
                    <a:pt x="1518" y="0"/>
                    <a:pt x="1518" y="0"/>
                  </a:cubicBezTo>
                  <a:lnTo>
                    <a:pt x="1965" y="157"/>
                  </a:lnTo>
                  <a:close/>
                </a:path>
              </a:pathLst>
            </a:cu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2" name="Freeform 44"/>
            <p:cNvSpPr>
              <a:spLocks/>
            </p:cNvSpPr>
            <p:nvPr/>
          </p:nvSpPr>
          <p:spPr bwMode="auto">
            <a:xfrm>
              <a:off x="7120874" y="1367527"/>
              <a:ext cx="82133" cy="259601"/>
            </a:xfrm>
            <a:custGeom>
              <a:avLst/>
              <a:gdLst>
                <a:gd name="T0" fmla="*/ 28 w 28"/>
                <a:gd name="T1" fmla="*/ 85 h 89"/>
                <a:gd name="T2" fmla="*/ 13 w 28"/>
                <a:gd name="T3" fmla="*/ 89 h 89"/>
                <a:gd name="T4" fmla="*/ 0 w 28"/>
                <a:gd name="T5" fmla="*/ 51 h 89"/>
                <a:gd name="T6" fmla="*/ 0 w 28"/>
                <a:gd name="T7" fmla="*/ 0 h 89"/>
                <a:gd name="T8" fmla="*/ 28 w 28"/>
                <a:gd name="T9" fmla="*/ 85 h 89"/>
              </a:gdLst>
              <a:ahLst/>
              <a:cxnLst>
                <a:cxn ang="0">
                  <a:pos x="T0" y="T1"/>
                </a:cxn>
                <a:cxn ang="0">
                  <a:pos x="T2" y="T3"/>
                </a:cxn>
                <a:cxn ang="0">
                  <a:pos x="T4" y="T5"/>
                </a:cxn>
                <a:cxn ang="0">
                  <a:pos x="T6" y="T7"/>
                </a:cxn>
                <a:cxn ang="0">
                  <a:pos x="T8" y="T9"/>
                </a:cxn>
              </a:cxnLst>
              <a:rect l="0" t="0" r="r" b="b"/>
              <a:pathLst>
                <a:path w="28" h="89">
                  <a:moveTo>
                    <a:pt x="28" y="85"/>
                  </a:moveTo>
                  <a:cubicBezTo>
                    <a:pt x="23" y="86"/>
                    <a:pt x="18" y="88"/>
                    <a:pt x="13" y="89"/>
                  </a:cubicBezTo>
                  <a:cubicBezTo>
                    <a:pt x="0" y="51"/>
                    <a:pt x="0" y="51"/>
                    <a:pt x="0" y="51"/>
                  </a:cubicBezTo>
                  <a:cubicBezTo>
                    <a:pt x="0" y="0"/>
                    <a:pt x="0" y="0"/>
                    <a:pt x="0" y="0"/>
                  </a:cubicBezTo>
                  <a:lnTo>
                    <a:pt x="28" y="85"/>
                  </a:lnTo>
                  <a:close/>
                </a:path>
              </a:pathLst>
            </a:custGeom>
            <a:pattFill prst="dkUpDiag">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45" name="그룹 44"/>
          <p:cNvGrpSpPr/>
          <p:nvPr/>
        </p:nvGrpSpPr>
        <p:grpSpPr>
          <a:xfrm>
            <a:off x="756089" y="1029486"/>
            <a:ext cx="1157815" cy="3148816"/>
            <a:chOff x="2941985" y="1029484"/>
            <a:chExt cx="1157815" cy="3148816"/>
          </a:xfrm>
        </p:grpSpPr>
        <p:sp>
          <p:nvSpPr>
            <p:cNvPr id="120" name="모서리가 둥근 직사각형 119"/>
            <p:cNvSpPr>
              <a:spLocks/>
            </p:cNvSpPr>
            <p:nvPr/>
          </p:nvSpPr>
          <p:spPr>
            <a:xfrm>
              <a:off x="3261896" y="3961588"/>
              <a:ext cx="517994" cy="216712"/>
            </a:xfrm>
            <a:prstGeom prst="roundRect">
              <a:avLst/>
            </a:prstGeom>
            <a:solidFill>
              <a:schemeClr val="accent3"/>
            </a:solidFill>
            <a:ln w="3175" cap="flat" cmpd="sng" algn="ctr">
              <a:solidFill>
                <a:schemeClr val="accent3">
                  <a:lumMod val="85000"/>
                </a:schemeClr>
              </a:solidFill>
              <a:prstDash val="solid"/>
            </a:ln>
            <a:effectLst>
              <a:outerShdw dist="25400" dir="27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200" rIns="0" bIns="0" numCol="1" spcCol="0" rtlCol="0" fromWordArt="0" anchor="ctr" anchorCtr="0" forceAA="0" compatLnSpc="1">
              <a:prstTxWarp prst="textNoShape">
                <a:avLst/>
              </a:prstTxWarp>
              <a:noAutofit/>
            </a:bodyPr>
            <a:lstStyle/>
            <a:p>
              <a:pPr algn="ctr"/>
              <a:r>
                <a:rPr lang="en-US" altLang="ko-KR" sz="1200" b="1" dirty="0">
                  <a:gradFill>
                    <a:gsLst>
                      <a:gs pos="0">
                        <a:schemeClr val="accent1"/>
                      </a:gs>
                      <a:gs pos="100000">
                        <a:schemeClr val="accent1"/>
                      </a:gs>
                    </a:gsLst>
                    <a:lin ang="5400000" scaled="0"/>
                  </a:gradFill>
                  <a:latin typeface="Bebas Neue" pitchFamily="34" charset="0"/>
                  <a:ea typeface="Roboto Condensed Regular"/>
                </a:rPr>
                <a:t>Start</a:t>
              </a:r>
              <a:endParaRPr lang="ko-KR" altLang="en-US" sz="1200" b="1" dirty="0">
                <a:gradFill>
                  <a:gsLst>
                    <a:gs pos="0">
                      <a:schemeClr val="accent1"/>
                    </a:gs>
                    <a:gs pos="100000">
                      <a:schemeClr val="accent1"/>
                    </a:gs>
                  </a:gsLst>
                  <a:lin ang="5400000" scaled="0"/>
                </a:gradFill>
                <a:latin typeface="Bebas Neue" pitchFamily="34" charset="0"/>
                <a:ea typeface="Roboto Condensed Regular"/>
              </a:endParaRPr>
            </a:p>
          </p:txBody>
        </p:sp>
        <p:cxnSp>
          <p:nvCxnSpPr>
            <p:cNvPr id="61" name="직선 연결선 60"/>
            <p:cNvCxnSpPr/>
            <p:nvPr/>
          </p:nvCxnSpPr>
          <p:spPr>
            <a:xfrm>
              <a:off x="3520893" y="1625600"/>
              <a:ext cx="0" cy="2336800"/>
            </a:xfrm>
            <a:prstGeom prst="line">
              <a:avLst/>
            </a:prstGeom>
            <a:ln w="3175">
              <a:solidFill>
                <a:schemeClr val="accent1"/>
              </a:solidFill>
              <a:prstDash val="dash"/>
              <a:headEnd type="none" w="sm" len="sm"/>
              <a:tailEnd type="oval" w="sm" len="sm"/>
            </a:ln>
          </p:spPr>
          <p:style>
            <a:lnRef idx="1">
              <a:schemeClr val="accent1"/>
            </a:lnRef>
            <a:fillRef idx="0">
              <a:schemeClr val="accent1"/>
            </a:fillRef>
            <a:effectRef idx="0">
              <a:schemeClr val="accent1"/>
            </a:effectRef>
            <a:fontRef idx="minor">
              <a:schemeClr val="tx1"/>
            </a:fontRef>
          </p:style>
        </p:cxnSp>
        <p:grpSp>
          <p:nvGrpSpPr>
            <p:cNvPr id="41" name="그룹 40"/>
            <p:cNvGrpSpPr/>
            <p:nvPr/>
          </p:nvGrpSpPr>
          <p:grpSpPr>
            <a:xfrm>
              <a:off x="2941985" y="1029484"/>
              <a:ext cx="1157815" cy="970766"/>
              <a:chOff x="2941985" y="1029484"/>
              <a:chExt cx="1157815" cy="970766"/>
            </a:xfrm>
          </p:grpSpPr>
          <p:grpSp>
            <p:nvGrpSpPr>
              <p:cNvPr id="71" name="그룹 70"/>
              <p:cNvGrpSpPr/>
              <p:nvPr/>
            </p:nvGrpSpPr>
            <p:grpSpPr>
              <a:xfrm>
                <a:off x="2941985" y="1029484"/>
                <a:ext cx="1157815" cy="970766"/>
                <a:chOff x="3064935" y="1200934"/>
                <a:chExt cx="1157815" cy="970766"/>
              </a:xfrm>
            </p:grpSpPr>
            <p:sp>
              <p:nvSpPr>
                <p:cNvPr id="68" name="TextBox 67"/>
                <p:cNvSpPr txBox="1">
                  <a:spLocks/>
                </p:cNvSpPr>
                <p:nvPr/>
              </p:nvSpPr>
              <p:spPr>
                <a:xfrm>
                  <a:off x="3064935" y="1200934"/>
                  <a:ext cx="1157815" cy="193940"/>
                </a:xfrm>
                <a:prstGeom prst="rect">
                  <a:avLst/>
                </a:prstGeom>
                <a:noFill/>
              </p:spPr>
              <p:txBody>
                <a:bodyPr wrap="square" lIns="0" tIns="0" rIns="0" bIns="0" rtlCol="0">
                  <a:noAutofit/>
                </a:bodyPr>
                <a:lstStyle/>
                <a:p>
                  <a:pPr lvl="0" algn="ctr"/>
                  <a:r>
                    <a:rPr lang="en-US" altLang="ko-KR" sz="1000" b="1" dirty="0">
                      <a:gradFill>
                        <a:gsLst>
                          <a:gs pos="0">
                            <a:schemeClr val="accent1"/>
                          </a:gs>
                          <a:gs pos="100000">
                            <a:schemeClr val="accent1"/>
                          </a:gs>
                        </a:gsLst>
                        <a:lin ang="5400000" scaled="0"/>
                      </a:gradFill>
                      <a:latin typeface="Roboto Condensed Regular"/>
                    </a:rPr>
                    <a:t>Lorem Ipsum</a:t>
                  </a:r>
                  <a:endParaRPr lang="ko-KR" altLang="en-US" sz="1000" b="1" dirty="0">
                    <a:gradFill>
                      <a:gsLst>
                        <a:gs pos="0">
                          <a:schemeClr val="accent1"/>
                        </a:gs>
                        <a:gs pos="100000">
                          <a:schemeClr val="accent1"/>
                        </a:gs>
                      </a:gsLst>
                      <a:lin ang="5400000" scaled="0"/>
                    </a:gradFill>
                    <a:latin typeface="Roboto Condensed Regular"/>
                  </a:endParaRPr>
                </a:p>
              </p:txBody>
            </p:sp>
            <p:sp>
              <p:nvSpPr>
                <p:cNvPr id="69" name="TextBox 68"/>
                <p:cNvSpPr txBox="1"/>
                <p:nvPr/>
              </p:nvSpPr>
              <p:spPr>
                <a:xfrm>
                  <a:off x="3064935" y="1389232"/>
                  <a:ext cx="1157815" cy="78246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grpSp>
          <p:cxnSp>
            <p:nvCxnSpPr>
              <p:cNvPr id="95" name="직선 연결선 94"/>
              <p:cNvCxnSpPr>
                <a:cxnSpLocks/>
              </p:cNvCxnSpPr>
              <p:nvPr/>
            </p:nvCxnSpPr>
            <p:spPr>
              <a:xfrm>
                <a:off x="2941985" y="1625600"/>
                <a:ext cx="115781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grpSp>
      </p:grpSp>
      <p:grpSp>
        <p:nvGrpSpPr>
          <p:cNvPr id="48" name="그룹 47"/>
          <p:cNvGrpSpPr/>
          <p:nvPr/>
        </p:nvGrpSpPr>
        <p:grpSpPr>
          <a:xfrm>
            <a:off x="4828790" y="1029489"/>
            <a:ext cx="1157815" cy="1605081"/>
            <a:chOff x="7014686" y="1029484"/>
            <a:chExt cx="1157815" cy="1605081"/>
          </a:xfrm>
        </p:grpSpPr>
        <p:cxnSp>
          <p:nvCxnSpPr>
            <p:cNvPr id="111" name="직선 연결선 110"/>
            <p:cNvCxnSpPr/>
            <p:nvPr/>
          </p:nvCxnSpPr>
          <p:spPr>
            <a:xfrm>
              <a:off x="7593594" y="1625600"/>
              <a:ext cx="0" cy="673100"/>
            </a:xfrm>
            <a:prstGeom prst="line">
              <a:avLst/>
            </a:prstGeom>
            <a:ln w="3175">
              <a:gradFill>
                <a:gsLst>
                  <a:gs pos="0">
                    <a:schemeClr val="tx2">
                      <a:alpha val="50000"/>
                    </a:schemeClr>
                  </a:gs>
                  <a:gs pos="100000">
                    <a:schemeClr val="tx2">
                      <a:alpha val="50000"/>
                    </a:schemeClr>
                  </a:gs>
                </a:gsLst>
                <a:lin ang="5400000" scaled="1"/>
              </a:gra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44" name="그룹 43"/>
            <p:cNvGrpSpPr/>
            <p:nvPr/>
          </p:nvGrpSpPr>
          <p:grpSpPr>
            <a:xfrm>
              <a:off x="7014686" y="1029484"/>
              <a:ext cx="1157815" cy="970766"/>
              <a:chOff x="7014686" y="1029484"/>
              <a:chExt cx="1157815" cy="970766"/>
            </a:xfrm>
          </p:grpSpPr>
          <p:grpSp>
            <p:nvGrpSpPr>
              <p:cNvPr id="110" name="그룹 109"/>
              <p:cNvGrpSpPr/>
              <p:nvPr/>
            </p:nvGrpSpPr>
            <p:grpSpPr>
              <a:xfrm>
                <a:off x="7014686" y="1029484"/>
                <a:ext cx="1157815" cy="970766"/>
                <a:chOff x="3064935" y="1200934"/>
                <a:chExt cx="1157815" cy="970766"/>
              </a:xfrm>
            </p:grpSpPr>
            <p:sp>
              <p:nvSpPr>
                <p:cNvPr id="113" name="TextBox 112"/>
                <p:cNvSpPr txBox="1">
                  <a:spLocks/>
                </p:cNvSpPr>
                <p:nvPr/>
              </p:nvSpPr>
              <p:spPr>
                <a:xfrm>
                  <a:off x="3064935" y="1200934"/>
                  <a:ext cx="1157815" cy="193940"/>
                </a:xfrm>
                <a:prstGeom prst="rect">
                  <a:avLst/>
                </a:prstGeom>
                <a:noFill/>
              </p:spPr>
              <p:txBody>
                <a:bodyPr wrap="square" lIns="0" tIns="0" rIns="0" bIns="0" rtlCol="0">
                  <a:noAutofit/>
                </a:bodyPr>
                <a:lstStyle/>
                <a:p>
                  <a:pPr lvl="0" algn="ctr"/>
                  <a:r>
                    <a:rPr lang="en-US" altLang="ko-KR" sz="10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0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14" name="TextBox 113"/>
                <p:cNvSpPr txBox="1"/>
                <p:nvPr/>
              </p:nvSpPr>
              <p:spPr>
                <a:xfrm>
                  <a:off x="3064935" y="1389232"/>
                  <a:ext cx="1157815" cy="78246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grpSp>
          <p:cxnSp>
            <p:nvCxnSpPr>
              <p:cNvPr id="112" name="직선 연결선 111"/>
              <p:cNvCxnSpPr>
                <a:cxnSpLocks/>
              </p:cNvCxnSpPr>
              <p:nvPr/>
            </p:nvCxnSpPr>
            <p:spPr>
              <a:xfrm>
                <a:off x="7014686" y="1625600"/>
                <a:ext cx="115781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sp>
          <p:nvSpPr>
            <p:cNvPr id="126" name="TextBox 125"/>
            <p:cNvSpPr txBox="1"/>
            <p:nvPr/>
          </p:nvSpPr>
          <p:spPr>
            <a:xfrm>
              <a:off x="7118438" y="2311400"/>
              <a:ext cx="950310" cy="323165"/>
            </a:xfrm>
            <a:prstGeom prst="rect">
              <a:avLst/>
            </a:prstGeom>
            <a:noFill/>
          </p:spPr>
          <p:txBody>
            <a:bodyPr wrap="square" rtlCol="0">
              <a:spAutoFit/>
            </a:bodyPr>
            <a:lstStyle/>
            <a:p>
              <a:pPr lvl="0" algn="ctr"/>
              <a:r>
                <a:rPr lang="en-US" altLang="ko-KR" sz="1500" b="1" dirty="0">
                  <a:gradFill>
                    <a:gsLst>
                      <a:gs pos="0">
                        <a:schemeClr val="bg2"/>
                      </a:gs>
                      <a:gs pos="100000">
                        <a:schemeClr val="bg2"/>
                      </a:gs>
                    </a:gsLst>
                    <a:lin ang="5400000" scaled="0"/>
                  </a:gradFill>
                  <a:latin typeface="Bebas Neue" pitchFamily="34" charset="0"/>
                  <a:ea typeface="Roboto Condensed Regular"/>
                </a:rPr>
                <a:t>Finish</a:t>
              </a:r>
              <a:endParaRPr lang="ko-KR" altLang="en-US" sz="1500" b="1" dirty="0">
                <a:gradFill>
                  <a:gsLst>
                    <a:gs pos="0">
                      <a:schemeClr val="bg2"/>
                    </a:gs>
                    <a:gs pos="100000">
                      <a:schemeClr val="bg2"/>
                    </a:gs>
                  </a:gsLst>
                  <a:lin ang="5400000" scaled="0"/>
                </a:gradFill>
                <a:latin typeface="Bebas Neue" pitchFamily="34" charset="0"/>
                <a:ea typeface="Roboto Condensed Regular"/>
              </a:endParaRPr>
            </a:p>
          </p:txBody>
        </p:sp>
      </p:grpSp>
      <p:grpSp>
        <p:nvGrpSpPr>
          <p:cNvPr id="47" name="그룹 46"/>
          <p:cNvGrpSpPr/>
          <p:nvPr/>
        </p:nvGrpSpPr>
        <p:grpSpPr>
          <a:xfrm>
            <a:off x="3471223" y="1029487"/>
            <a:ext cx="1157815" cy="1870065"/>
            <a:chOff x="5657119" y="1029484"/>
            <a:chExt cx="1157815" cy="1870065"/>
          </a:xfrm>
        </p:grpSpPr>
        <p:cxnSp>
          <p:nvCxnSpPr>
            <p:cNvPr id="105" name="직선 연결선 104"/>
            <p:cNvCxnSpPr/>
            <p:nvPr/>
          </p:nvCxnSpPr>
          <p:spPr>
            <a:xfrm>
              <a:off x="6236027" y="1625600"/>
              <a:ext cx="0" cy="958850"/>
            </a:xfrm>
            <a:prstGeom prst="line">
              <a:avLst/>
            </a:prstGeom>
            <a:ln w="3175">
              <a:gradFill>
                <a:gsLst>
                  <a:gs pos="0">
                    <a:schemeClr val="tx2">
                      <a:alpha val="50000"/>
                    </a:schemeClr>
                  </a:gs>
                  <a:gs pos="100000">
                    <a:schemeClr val="tx2">
                      <a:alpha val="50000"/>
                    </a:schemeClr>
                  </a:gs>
                </a:gsLst>
                <a:lin ang="5400000" scaled="1"/>
              </a:gra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43" name="그룹 42"/>
            <p:cNvGrpSpPr/>
            <p:nvPr/>
          </p:nvGrpSpPr>
          <p:grpSpPr>
            <a:xfrm>
              <a:off x="5657119" y="1029484"/>
              <a:ext cx="1157815" cy="970766"/>
              <a:chOff x="5657119" y="1029484"/>
              <a:chExt cx="1157815" cy="970766"/>
            </a:xfrm>
          </p:grpSpPr>
          <p:grpSp>
            <p:nvGrpSpPr>
              <p:cNvPr id="104" name="그룹 103"/>
              <p:cNvGrpSpPr/>
              <p:nvPr/>
            </p:nvGrpSpPr>
            <p:grpSpPr>
              <a:xfrm>
                <a:off x="5657119" y="1029484"/>
                <a:ext cx="1157815" cy="970766"/>
                <a:chOff x="3064935" y="1200934"/>
                <a:chExt cx="1157815" cy="970766"/>
              </a:xfrm>
            </p:grpSpPr>
            <p:sp>
              <p:nvSpPr>
                <p:cNvPr id="107" name="TextBox 106"/>
                <p:cNvSpPr txBox="1">
                  <a:spLocks/>
                </p:cNvSpPr>
                <p:nvPr/>
              </p:nvSpPr>
              <p:spPr>
                <a:xfrm>
                  <a:off x="3064935" y="1200934"/>
                  <a:ext cx="1157815" cy="193940"/>
                </a:xfrm>
                <a:prstGeom prst="rect">
                  <a:avLst/>
                </a:prstGeom>
                <a:noFill/>
              </p:spPr>
              <p:txBody>
                <a:bodyPr wrap="square" lIns="0" tIns="0" rIns="0" bIns="0" rtlCol="0">
                  <a:noAutofit/>
                </a:bodyPr>
                <a:lstStyle/>
                <a:p>
                  <a:pPr algn="ctr"/>
                  <a:r>
                    <a:rPr lang="en-US" altLang="ko-KR" sz="10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0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08" name="TextBox 107"/>
                <p:cNvSpPr txBox="1"/>
                <p:nvPr/>
              </p:nvSpPr>
              <p:spPr>
                <a:xfrm>
                  <a:off x="3064935" y="1389232"/>
                  <a:ext cx="1157815" cy="78246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grpSp>
          <p:cxnSp>
            <p:nvCxnSpPr>
              <p:cNvPr id="106" name="직선 연결선 105"/>
              <p:cNvCxnSpPr>
                <a:cxnSpLocks/>
              </p:cNvCxnSpPr>
              <p:nvPr/>
            </p:nvCxnSpPr>
            <p:spPr>
              <a:xfrm>
                <a:off x="5657119" y="1625600"/>
                <a:ext cx="115781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sp>
          <p:nvSpPr>
            <p:cNvPr id="128" name="TextBox 127"/>
            <p:cNvSpPr txBox="1"/>
            <p:nvPr/>
          </p:nvSpPr>
          <p:spPr>
            <a:xfrm>
              <a:off x="5759538" y="2622550"/>
              <a:ext cx="950310" cy="276999"/>
            </a:xfrm>
            <a:prstGeom prst="rect">
              <a:avLst/>
            </a:prstGeom>
            <a:noFill/>
          </p:spPr>
          <p:txBody>
            <a:bodyPr wrap="square" rtlCol="0">
              <a:spAutoFit/>
            </a:bodyPr>
            <a:lstStyle/>
            <a:p>
              <a:pPr lvl="0" algn="ctr"/>
              <a:r>
                <a:rPr lang="en-US" altLang="ko-KR" sz="1200" b="1" dirty="0">
                  <a:gradFill>
                    <a:gsLst>
                      <a:gs pos="0">
                        <a:schemeClr val="bg2"/>
                      </a:gs>
                      <a:gs pos="100000">
                        <a:schemeClr val="bg2"/>
                      </a:gs>
                    </a:gsLst>
                    <a:lin ang="5400000" scaled="0"/>
                  </a:gradFill>
                  <a:latin typeface="Bebas Neue" pitchFamily="34" charset="0"/>
                  <a:ea typeface="Roboto Condensed Regular"/>
                </a:rPr>
                <a:t>Service</a:t>
              </a:r>
              <a:endParaRPr lang="ko-KR" altLang="en-US" sz="1200" b="1" dirty="0">
                <a:gradFill>
                  <a:gsLst>
                    <a:gs pos="0">
                      <a:schemeClr val="bg2"/>
                    </a:gs>
                    <a:gs pos="100000">
                      <a:schemeClr val="bg2"/>
                    </a:gs>
                  </a:gsLst>
                  <a:lin ang="5400000" scaled="0"/>
                </a:gradFill>
                <a:latin typeface="Bebas Neue" pitchFamily="34" charset="0"/>
                <a:ea typeface="Roboto Condensed Regular"/>
              </a:endParaRPr>
            </a:p>
          </p:txBody>
        </p:sp>
      </p:grpSp>
      <p:grpSp>
        <p:nvGrpSpPr>
          <p:cNvPr id="46" name="그룹 45"/>
          <p:cNvGrpSpPr/>
          <p:nvPr/>
        </p:nvGrpSpPr>
        <p:grpSpPr>
          <a:xfrm>
            <a:off x="2113656" y="1029487"/>
            <a:ext cx="1157815" cy="2359015"/>
            <a:chOff x="4299552" y="1029484"/>
            <a:chExt cx="1157815" cy="2359015"/>
          </a:xfrm>
        </p:grpSpPr>
        <p:cxnSp>
          <p:nvCxnSpPr>
            <p:cNvPr id="99" name="직선 연결선 98"/>
            <p:cNvCxnSpPr/>
            <p:nvPr/>
          </p:nvCxnSpPr>
          <p:spPr>
            <a:xfrm>
              <a:off x="4878460" y="1625600"/>
              <a:ext cx="0" cy="1447800"/>
            </a:xfrm>
            <a:prstGeom prst="line">
              <a:avLst/>
            </a:prstGeom>
            <a:ln w="3175">
              <a:gradFill>
                <a:gsLst>
                  <a:gs pos="0">
                    <a:schemeClr val="tx2">
                      <a:alpha val="50000"/>
                    </a:schemeClr>
                  </a:gs>
                  <a:gs pos="100000">
                    <a:schemeClr val="tx2">
                      <a:alpha val="50000"/>
                    </a:schemeClr>
                  </a:gs>
                </a:gsLst>
                <a:lin ang="5400000" scaled="1"/>
              </a:gra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42" name="그룹 41"/>
            <p:cNvGrpSpPr/>
            <p:nvPr/>
          </p:nvGrpSpPr>
          <p:grpSpPr>
            <a:xfrm>
              <a:off x="4299552" y="1029484"/>
              <a:ext cx="1157815" cy="970766"/>
              <a:chOff x="4299552" y="1029484"/>
              <a:chExt cx="1157815" cy="970766"/>
            </a:xfrm>
          </p:grpSpPr>
          <p:grpSp>
            <p:nvGrpSpPr>
              <p:cNvPr id="98" name="그룹 97"/>
              <p:cNvGrpSpPr/>
              <p:nvPr/>
            </p:nvGrpSpPr>
            <p:grpSpPr>
              <a:xfrm>
                <a:off x="4299552" y="1029484"/>
                <a:ext cx="1157815" cy="970766"/>
                <a:chOff x="3064935" y="1200934"/>
                <a:chExt cx="1157815" cy="970766"/>
              </a:xfrm>
            </p:grpSpPr>
            <p:sp>
              <p:nvSpPr>
                <p:cNvPr id="101" name="TextBox 100"/>
                <p:cNvSpPr txBox="1">
                  <a:spLocks/>
                </p:cNvSpPr>
                <p:nvPr/>
              </p:nvSpPr>
              <p:spPr>
                <a:xfrm>
                  <a:off x="3064935" y="1200934"/>
                  <a:ext cx="1157815" cy="193940"/>
                </a:xfrm>
                <a:prstGeom prst="rect">
                  <a:avLst/>
                </a:prstGeom>
                <a:noFill/>
              </p:spPr>
              <p:txBody>
                <a:bodyPr wrap="square" lIns="0" tIns="0" rIns="0" bIns="0" rtlCol="0">
                  <a:noAutofit/>
                </a:bodyPr>
                <a:lstStyle/>
                <a:p>
                  <a:pPr algn="ctr"/>
                  <a:r>
                    <a:rPr lang="en-US" altLang="ko-KR" sz="10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0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02" name="TextBox 101"/>
                <p:cNvSpPr txBox="1"/>
                <p:nvPr/>
              </p:nvSpPr>
              <p:spPr>
                <a:xfrm>
                  <a:off x="3064935" y="1389232"/>
                  <a:ext cx="1157815" cy="78246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grpSp>
          <p:cxnSp>
            <p:nvCxnSpPr>
              <p:cNvPr id="100" name="직선 연결선 99"/>
              <p:cNvCxnSpPr>
                <a:cxnSpLocks/>
              </p:cNvCxnSpPr>
              <p:nvPr/>
            </p:nvCxnSpPr>
            <p:spPr>
              <a:xfrm>
                <a:off x="4299552" y="1625600"/>
                <a:ext cx="115781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sp>
          <p:nvSpPr>
            <p:cNvPr id="129" name="TextBox 128"/>
            <p:cNvSpPr txBox="1"/>
            <p:nvPr/>
          </p:nvSpPr>
          <p:spPr>
            <a:xfrm>
              <a:off x="4406988" y="3111500"/>
              <a:ext cx="950310" cy="276999"/>
            </a:xfrm>
            <a:prstGeom prst="rect">
              <a:avLst/>
            </a:prstGeom>
            <a:noFill/>
          </p:spPr>
          <p:txBody>
            <a:bodyPr wrap="square" rtlCol="0">
              <a:spAutoFit/>
            </a:bodyPr>
            <a:lstStyle/>
            <a:p>
              <a:pPr lvl="0" algn="ctr"/>
              <a:r>
                <a:rPr lang="en-US" altLang="ko-KR" sz="1200" b="1" dirty="0">
                  <a:gradFill>
                    <a:gsLst>
                      <a:gs pos="0">
                        <a:schemeClr val="bg2"/>
                      </a:gs>
                      <a:gs pos="100000">
                        <a:schemeClr val="bg2"/>
                      </a:gs>
                    </a:gsLst>
                    <a:lin ang="5400000" scaled="0"/>
                  </a:gradFill>
                  <a:latin typeface="Bebas Neue" pitchFamily="34" charset="0"/>
                  <a:ea typeface="Roboto Condensed Regular"/>
                </a:rPr>
                <a:t>Design</a:t>
              </a:r>
              <a:endParaRPr lang="ko-KR" altLang="en-US" sz="1200" b="1" dirty="0">
                <a:gradFill>
                  <a:gsLst>
                    <a:gs pos="0">
                      <a:schemeClr val="bg2"/>
                    </a:gs>
                    <a:gs pos="100000">
                      <a:schemeClr val="bg2"/>
                    </a:gs>
                  </a:gsLst>
                  <a:lin ang="5400000" scaled="0"/>
                </a:gradFill>
                <a:latin typeface="Bebas Neue" pitchFamily="34" charset="0"/>
                <a:ea typeface="Roboto Condensed Regular"/>
              </a:endParaRPr>
            </a:p>
          </p:txBody>
        </p: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56" presetClass="path" presetSubtype="0" accel="50000" decel="50000" fill="hold" nodeType="withEffect">
                                  <p:stCondLst>
                                    <p:cond delay="0"/>
                                  </p:stCondLst>
                                  <p:childTnLst>
                                    <p:animMotion origin="layout" path="M -0.17708 0.25216 L -1.48148E-6 4.07407E-6 " pathEditMode="relative" rAng="0" ptsTypes="AA">
                                      <p:cBhvr>
                                        <p:cTn id="9" dur="1000" fill="hold"/>
                                        <p:tgtEl>
                                          <p:spTgt spid="2"/>
                                        </p:tgtEl>
                                        <p:attrNameLst>
                                          <p:attrName>ppt_x</p:attrName>
                                          <p:attrName>ppt_y</p:attrName>
                                        </p:attrNameLst>
                                      </p:cBhvr>
                                      <p:rCtr x="8843" y="-12623"/>
                                    </p:animMotion>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anim calcmode="lin" valueType="num">
                                      <p:cBhvr>
                                        <p:cTn id="14" dur="500" fill="hold"/>
                                        <p:tgtEl>
                                          <p:spTgt spid="45"/>
                                        </p:tgtEl>
                                        <p:attrNameLst>
                                          <p:attrName>ppt_x</p:attrName>
                                        </p:attrNameLst>
                                      </p:cBhvr>
                                      <p:tavLst>
                                        <p:tav tm="0">
                                          <p:val>
                                            <p:strVal val="#ppt_x"/>
                                          </p:val>
                                        </p:tav>
                                        <p:tav tm="100000">
                                          <p:val>
                                            <p:strVal val="#ppt_x"/>
                                          </p:val>
                                        </p:tav>
                                      </p:tavLst>
                                    </p:anim>
                                    <p:anim calcmode="lin" valueType="num">
                                      <p:cBhvr>
                                        <p:cTn id="15" dur="500" fill="hold"/>
                                        <p:tgtEl>
                                          <p:spTgt spid="45"/>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7" presetClass="entr" presetSubtype="0" fill="hold"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500"/>
                                        <p:tgtEl>
                                          <p:spTgt spid="46"/>
                                        </p:tgtEl>
                                      </p:cBhvr>
                                    </p:animEffect>
                                    <p:anim calcmode="lin" valueType="num">
                                      <p:cBhvr>
                                        <p:cTn id="20" dur="500" fill="hold"/>
                                        <p:tgtEl>
                                          <p:spTgt spid="46"/>
                                        </p:tgtEl>
                                        <p:attrNameLst>
                                          <p:attrName>ppt_x</p:attrName>
                                        </p:attrNameLst>
                                      </p:cBhvr>
                                      <p:tavLst>
                                        <p:tav tm="0">
                                          <p:val>
                                            <p:strVal val="#ppt_x"/>
                                          </p:val>
                                        </p:tav>
                                        <p:tav tm="100000">
                                          <p:val>
                                            <p:strVal val="#ppt_x"/>
                                          </p:val>
                                        </p:tav>
                                      </p:tavLst>
                                    </p:anim>
                                    <p:anim calcmode="lin" valueType="num">
                                      <p:cBhvr>
                                        <p:cTn id="21" dur="500" fill="hold"/>
                                        <p:tgtEl>
                                          <p:spTgt spid="4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7" presetClass="entr" presetSubtype="0"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500"/>
                                        <p:tgtEl>
                                          <p:spTgt spid="47"/>
                                        </p:tgtEl>
                                      </p:cBhvr>
                                    </p:animEffect>
                                    <p:anim calcmode="lin" valueType="num">
                                      <p:cBhvr>
                                        <p:cTn id="26" dur="500" fill="hold"/>
                                        <p:tgtEl>
                                          <p:spTgt spid="47"/>
                                        </p:tgtEl>
                                        <p:attrNameLst>
                                          <p:attrName>ppt_x</p:attrName>
                                        </p:attrNameLst>
                                      </p:cBhvr>
                                      <p:tavLst>
                                        <p:tav tm="0">
                                          <p:val>
                                            <p:strVal val="#ppt_x"/>
                                          </p:val>
                                        </p:tav>
                                        <p:tav tm="100000">
                                          <p:val>
                                            <p:strVal val="#ppt_x"/>
                                          </p:val>
                                        </p:tav>
                                      </p:tavLst>
                                    </p:anim>
                                    <p:anim calcmode="lin" valueType="num">
                                      <p:cBhvr>
                                        <p:cTn id="27" dur="500" fill="hold"/>
                                        <p:tgtEl>
                                          <p:spTgt spid="47"/>
                                        </p:tgtEl>
                                        <p:attrNameLst>
                                          <p:attrName>ppt_y</p:attrName>
                                        </p:attrNameLst>
                                      </p:cBhvr>
                                      <p:tavLst>
                                        <p:tav tm="0">
                                          <p:val>
                                            <p:strVal val="#ppt_y-.1"/>
                                          </p:val>
                                        </p:tav>
                                        <p:tav tm="100000">
                                          <p:val>
                                            <p:strVal val="#ppt_y"/>
                                          </p:val>
                                        </p:tav>
                                      </p:tavLst>
                                    </p:anim>
                                  </p:childTnLst>
                                </p:cTn>
                              </p:par>
                            </p:childTnLst>
                          </p:cTn>
                        </p:par>
                        <p:par>
                          <p:cTn id="28" fill="hold">
                            <p:stCondLst>
                              <p:cond delay="2500"/>
                            </p:stCondLst>
                            <p:childTnLst>
                              <p:par>
                                <p:cTn id="29" presetID="47" presetClass="entr" presetSubtype="0" fill="hold" nodeType="after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500"/>
                                        <p:tgtEl>
                                          <p:spTgt spid="48"/>
                                        </p:tgtEl>
                                      </p:cBhvr>
                                    </p:animEffect>
                                    <p:anim calcmode="lin" valueType="num">
                                      <p:cBhvr>
                                        <p:cTn id="32" dur="500" fill="hold"/>
                                        <p:tgtEl>
                                          <p:spTgt spid="48"/>
                                        </p:tgtEl>
                                        <p:attrNameLst>
                                          <p:attrName>ppt_x</p:attrName>
                                        </p:attrNameLst>
                                      </p:cBhvr>
                                      <p:tavLst>
                                        <p:tav tm="0">
                                          <p:val>
                                            <p:strVal val="#ppt_x"/>
                                          </p:val>
                                        </p:tav>
                                        <p:tav tm="100000">
                                          <p:val>
                                            <p:strVal val="#ppt_x"/>
                                          </p:val>
                                        </p:tav>
                                      </p:tavLst>
                                    </p:anim>
                                    <p:anim calcmode="lin" valueType="num">
                                      <p:cBhvr>
                                        <p:cTn id="33" dur="5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Diagram</a:t>
            </a:r>
          </a:p>
        </p:txBody>
      </p:sp>
      <p:sp>
        <p:nvSpPr>
          <p:cNvPr id="103" name="타원 102"/>
          <p:cNvSpPr/>
          <p:nvPr/>
        </p:nvSpPr>
        <p:spPr>
          <a:xfrm>
            <a:off x="1709494" y="3290903"/>
            <a:ext cx="1053679" cy="208919"/>
          </a:xfrm>
          <a:prstGeom prst="ellipse">
            <a:avLst/>
          </a:prstGeom>
          <a:solidFill>
            <a:schemeClr val="accent4">
              <a:alpha val="10000"/>
            </a:schemeClr>
          </a:solidFill>
          <a:ln>
            <a:noFill/>
          </a:ln>
        </p:spPr>
        <p:txBody>
          <a:bodyPr vert="horz" wrap="square" lIns="91440" tIns="45720" rIns="91440" bIns="45720" numCol="1" anchor="t" anchorCtr="0" compatLnSpc="1">
            <a:prstTxWarp prst="textNoShape">
              <a:avLst/>
            </a:prstTxWarp>
          </a:bodyPr>
          <a:lstStyle/>
          <a:p>
            <a:endParaRPr lang="ko-KR" altLang="en-US" dirty="0"/>
          </a:p>
        </p:txBody>
      </p:sp>
      <p:sp>
        <p:nvSpPr>
          <p:cNvPr id="104" name="타원 103"/>
          <p:cNvSpPr/>
          <p:nvPr/>
        </p:nvSpPr>
        <p:spPr>
          <a:xfrm>
            <a:off x="4077999" y="3290903"/>
            <a:ext cx="1053679" cy="208919"/>
          </a:xfrm>
          <a:prstGeom prst="ellipse">
            <a:avLst/>
          </a:prstGeom>
          <a:solidFill>
            <a:schemeClr val="accent4">
              <a:alpha val="10000"/>
            </a:schemeClr>
          </a:solidFill>
          <a:ln>
            <a:noFill/>
          </a:ln>
        </p:spPr>
        <p:txBody>
          <a:bodyPr vert="horz" wrap="square" lIns="91440" tIns="45720" rIns="91440" bIns="45720" numCol="1" anchor="t" anchorCtr="0" compatLnSpc="1">
            <a:prstTxWarp prst="textNoShape">
              <a:avLst/>
            </a:prstTxWarp>
          </a:bodyPr>
          <a:lstStyle/>
          <a:p>
            <a:endParaRPr lang="ko-KR" altLang="en-US" dirty="0"/>
          </a:p>
        </p:txBody>
      </p:sp>
      <p:sp>
        <p:nvSpPr>
          <p:cNvPr id="107" name="타원 106"/>
          <p:cNvSpPr/>
          <p:nvPr/>
        </p:nvSpPr>
        <p:spPr>
          <a:xfrm>
            <a:off x="2893747" y="3499822"/>
            <a:ext cx="1053679" cy="208919"/>
          </a:xfrm>
          <a:prstGeom prst="ellipse">
            <a:avLst/>
          </a:prstGeom>
          <a:solidFill>
            <a:schemeClr val="accent4">
              <a:alpha val="10000"/>
            </a:schemeClr>
          </a:solidFill>
          <a:ln>
            <a:noFill/>
          </a:ln>
        </p:spPr>
        <p:txBody>
          <a:bodyPr vert="horz" wrap="square" lIns="91440" tIns="45720" rIns="91440" bIns="45720" numCol="1" anchor="t" anchorCtr="0" compatLnSpc="1">
            <a:prstTxWarp prst="textNoShape">
              <a:avLst/>
            </a:prstTxWarp>
          </a:bodyPr>
          <a:lstStyle/>
          <a:p>
            <a:endParaRPr lang="ko-KR" altLang="en-US" dirty="0"/>
          </a:p>
        </p:txBody>
      </p:sp>
      <p:grpSp>
        <p:nvGrpSpPr>
          <p:cNvPr id="108" name="그룹 107"/>
          <p:cNvGrpSpPr/>
          <p:nvPr/>
        </p:nvGrpSpPr>
        <p:grpSpPr>
          <a:xfrm>
            <a:off x="892492" y="2274707"/>
            <a:ext cx="5056187" cy="2050244"/>
            <a:chOff x="2995614" y="1608136"/>
            <a:chExt cx="4451352" cy="1804985"/>
          </a:xfrm>
        </p:grpSpPr>
        <p:sp>
          <p:nvSpPr>
            <p:cNvPr id="109" name="Freeform 48"/>
            <p:cNvSpPr>
              <a:spLocks noEditPoints="1"/>
            </p:cNvSpPr>
            <p:nvPr/>
          </p:nvSpPr>
          <p:spPr bwMode="auto">
            <a:xfrm>
              <a:off x="3049589" y="2014535"/>
              <a:ext cx="4397377" cy="1398586"/>
            </a:xfrm>
            <a:custGeom>
              <a:avLst/>
              <a:gdLst>
                <a:gd name="T0" fmla="*/ 2240 w 2241"/>
                <a:gd name="T1" fmla="*/ 356 h 713"/>
                <a:gd name="T2" fmla="*/ 2102 w 2241"/>
                <a:gd name="T3" fmla="*/ 171 h 713"/>
                <a:gd name="T4" fmla="*/ 2102 w 2241"/>
                <a:gd name="T5" fmla="*/ 171 h 713"/>
                <a:gd name="T6" fmla="*/ 2102 w 2241"/>
                <a:gd name="T7" fmla="*/ 171 h 713"/>
                <a:gd name="T8" fmla="*/ 2009 w 2241"/>
                <a:gd name="T9" fmla="*/ 128 h 713"/>
                <a:gd name="T10" fmla="*/ 1892 w 2241"/>
                <a:gd name="T11" fmla="*/ 89 h 713"/>
                <a:gd name="T12" fmla="*/ 1120 w 2241"/>
                <a:gd name="T13" fmla="*/ 0 h 713"/>
                <a:gd name="T14" fmla="*/ 1091 w 2241"/>
                <a:gd name="T15" fmla="*/ 0 h 713"/>
                <a:gd name="T16" fmla="*/ 1084 w 2241"/>
                <a:gd name="T17" fmla="*/ 0 h 713"/>
                <a:gd name="T18" fmla="*/ 1061 w 2241"/>
                <a:gd name="T19" fmla="*/ 0 h 713"/>
                <a:gd name="T20" fmla="*/ 1054 w 2241"/>
                <a:gd name="T21" fmla="*/ 0 h 713"/>
                <a:gd name="T22" fmla="*/ 965 w 2241"/>
                <a:gd name="T23" fmla="*/ 3 h 713"/>
                <a:gd name="T24" fmla="*/ 964 w 2241"/>
                <a:gd name="T25" fmla="*/ 3 h 713"/>
                <a:gd name="T26" fmla="*/ 904 w 2241"/>
                <a:gd name="T27" fmla="*/ 6 h 713"/>
                <a:gd name="T28" fmla="*/ 902 w 2241"/>
                <a:gd name="T29" fmla="*/ 6 h 713"/>
                <a:gd name="T30" fmla="*/ 877 w 2241"/>
                <a:gd name="T31" fmla="*/ 7 h 713"/>
                <a:gd name="T32" fmla="*/ 870 w 2241"/>
                <a:gd name="T33" fmla="*/ 8 h 713"/>
                <a:gd name="T34" fmla="*/ 846 w 2241"/>
                <a:gd name="T35" fmla="*/ 9 h 713"/>
                <a:gd name="T36" fmla="*/ 832 w 2241"/>
                <a:gd name="T37" fmla="*/ 10 h 713"/>
                <a:gd name="T38" fmla="*/ 822 w 2241"/>
                <a:gd name="T39" fmla="*/ 11 h 713"/>
                <a:gd name="T40" fmla="*/ 641 w 2241"/>
                <a:gd name="T41" fmla="*/ 31 h 713"/>
                <a:gd name="T42" fmla="*/ 641 w 2241"/>
                <a:gd name="T43" fmla="*/ 31 h 713"/>
                <a:gd name="T44" fmla="*/ 359 w 2241"/>
                <a:gd name="T45" fmla="*/ 86 h 713"/>
                <a:gd name="T46" fmla="*/ 285 w 2241"/>
                <a:gd name="T47" fmla="*/ 55 h 713"/>
                <a:gd name="T48" fmla="*/ 293 w 2241"/>
                <a:gd name="T49" fmla="*/ 106 h 713"/>
                <a:gd name="T50" fmla="*/ 108 w 2241"/>
                <a:gd name="T51" fmla="*/ 190 h 713"/>
                <a:gd name="T52" fmla="*/ 1 w 2241"/>
                <a:gd name="T53" fmla="*/ 356 h 713"/>
                <a:gd name="T54" fmla="*/ 88 w 2241"/>
                <a:gd name="T55" fmla="*/ 510 h 713"/>
                <a:gd name="T56" fmla="*/ 184 w 2241"/>
                <a:gd name="T57" fmla="*/ 565 h 713"/>
                <a:gd name="T58" fmla="*/ 233 w 2241"/>
                <a:gd name="T59" fmla="*/ 638 h 713"/>
                <a:gd name="T60" fmla="*/ 245 w 2241"/>
                <a:gd name="T61" fmla="*/ 590 h 713"/>
                <a:gd name="T62" fmla="*/ 349 w 2241"/>
                <a:gd name="T63" fmla="*/ 624 h 713"/>
                <a:gd name="T64" fmla="*/ 1120 w 2241"/>
                <a:gd name="T65" fmla="*/ 713 h 713"/>
                <a:gd name="T66" fmla="*/ 1892 w 2241"/>
                <a:gd name="T67" fmla="*/ 624 h 713"/>
                <a:gd name="T68" fmla="*/ 2023 w 2241"/>
                <a:gd name="T69" fmla="*/ 579 h 713"/>
                <a:gd name="T70" fmla="*/ 2136 w 2241"/>
                <a:gd name="T71" fmla="*/ 521 h 713"/>
                <a:gd name="T72" fmla="*/ 2139 w 2241"/>
                <a:gd name="T73" fmla="*/ 518 h 713"/>
                <a:gd name="T74" fmla="*/ 2214 w 2241"/>
                <a:gd name="T75" fmla="*/ 514 h 713"/>
                <a:gd name="T76" fmla="*/ 2194 w 2241"/>
                <a:gd name="T77" fmla="*/ 471 h 713"/>
                <a:gd name="T78" fmla="*/ 2240 w 2241"/>
                <a:gd name="T79" fmla="*/ 356 h 713"/>
                <a:gd name="T80" fmla="*/ 2150 w 2241"/>
                <a:gd name="T81" fmla="*/ 378 h 713"/>
                <a:gd name="T82" fmla="*/ 2129 w 2241"/>
                <a:gd name="T83" fmla="*/ 332 h 713"/>
                <a:gd name="T84" fmla="*/ 2090 w 2241"/>
                <a:gd name="T85" fmla="*/ 430 h 713"/>
                <a:gd name="T86" fmla="*/ 2090 w 2241"/>
                <a:gd name="T87" fmla="*/ 430 h 713"/>
                <a:gd name="T88" fmla="*/ 1990 w 2241"/>
                <a:gd name="T89" fmla="*/ 480 h 713"/>
                <a:gd name="T90" fmla="*/ 1875 w 2241"/>
                <a:gd name="T91" fmla="*/ 518 h 713"/>
                <a:gd name="T92" fmla="*/ 1120 w 2241"/>
                <a:gd name="T93" fmla="*/ 606 h 713"/>
                <a:gd name="T94" fmla="*/ 365 w 2241"/>
                <a:gd name="T95" fmla="*/ 518 h 713"/>
                <a:gd name="T96" fmla="*/ 268 w 2241"/>
                <a:gd name="T97" fmla="*/ 487 h 713"/>
                <a:gd name="T98" fmla="*/ 281 w 2241"/>
                <a:gd name="T99" fmla="*/ 432 h 713"/>
                <a:gd name="T100" fmla="*/ 199 w 2241"/>
                <a:gd name="T101" fmla="*/ 457 h 713"/>
                <a:gd name="T102" fmla="*/ 81 w 2241"/>
                <a:gd name="T103" fmla="*/ 356 h 713"/>
                <a:gd name="T104" fmla="*/ 311 w 2241"/>
                <a:gd name="T105" fmla="*/ 211 h 713"/>
                <a:gd name="T106" fmla="*/ 320 w 2241"/>
                <a:gd name="T107" fmla="*/ 265 h 713"/>
                <a:gd name="T108" fmla="*/ 379 w 2241"/>
                <a:gd name="T109" fmla="*/ 192 h 713"/>
                <a:gd name="T110" fmla="*/ 833 w 2241"/>
                <a:gd name="T111" fmla="*/ 118 h 713"/>
                <a:gd name="T112" fmla="*/ 1120 w 2241"/>
                <a:gd name="T113" fmla="*/ 107 h 713"/>
                <a:gd name="T114" fmla="*/ 1875 w 2241"/>
                <a:gd name="T115" fmla="*/ 195 h 713"/>
                <a:gd name="T116" fmla="*/ 2160 w 2241"/>
                <a:gd name="T117" fmla="*/ 356 h 713"/>
                <a:gd name="T118" fmla="*/ 2150 w 2241"/>
                <a:gd name="T119" fmla="*/ 378 h 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41" h="713">
                  <a:moveTo>
                    <a:pt x="2240" y="356"/>
                  </a:moveTo>
                  <a:cubicBezTo>
                    <a:pt x="2241" y="232"/>
                    <a:pt x="2104" y="172"/>
                    <a:pt x="2102" y="171"/>
                  </a:cubicBezTo>
                  <a:cubicBezTo>
                    <a:pt x="2102" y="171"/>
                    <a:pt x="2102" y="171"/>
                    <a:pt x="2102" y="171"/>
                  </a:cubicBezTo>
                  <a:cubicBezTo>
                    <a:pt x="2102" y="171"/>
                    <a:pt x="2102" y="171"/>
                    <a:pt x="2102" y="171"/>
                  </a:cubicBezTo>
                  <a:cubicBezTo>
                    <a:pt x="2075" y="156"/>
                    <a:pt x="2044" y="142"/>
                    <a:pt x="2009" y="128"/>
                  </a:cubicBezTo>
                  <a:cubicBezTo>
                    <a:pt x="1974" y="114"/>
                    <a:pt x="1935" y="102"/>
                    <a:pt x="1892" y="89"/>
                  </a:cubicBezTo>
                  <a:cubicBezTo>
                    <a:pt x="1685" y="31"/>
                    <a:pt x="1411" y="0"/>
                    <a:pt x="1120" y="0"/>
                  </a:cubicBezTo>
                  <a:cubicBezTo>
                    <a:pt x="1110" y="0"/>
                    <a:pt x="1101" y="0"/>
                    <a:pt x="1091" y="0"/>
                  </a:cubicBezTo>
                  <a:cubicBezTo>
                    <a:pt x="1089" y="0"/>
                    <a:pt x="1086" y="0"/>
                    <a:pt x="1084" y="0"/>
                  </a:cubicBezTo>
                  <a:cubicBezTo>
                    <a:pt x="1076" y="0"/>
                    <a:pt x="1068" y="0"/>
                    <a:pt x="1061" y="0"/>
                  </a:cubicBezTo>
                  <a:cubicBezTo>
                    <a:pt x="1059" y="0"/>
                    <a:pt x="1057" y="0"/>
                    <a:pt x="1054" y="0"/>
                  </a:cubicBezTo>
                  <a:cubicBezTo>
                    <a:pt x="1024" y="1"/>
                    <a:pt x="994" y="1"/>
                    <a:pt x="965" y="3"/>
                  </a:cubicBezTo>
                  <a:cubicBezTo>
                    <a:pt x="964" y="3"/>
                    <a:pt x="964" y="3"/>
                    <a:pt x="964" y="3"/>
                  </a:cubicBezTo>
                  <a:cubicBezTo>
                    <a:pt x="943" y="3"/>
                    <a:pt x="923" y="4"/>
                    <a:pt x="904" y="6"/>
                  </a:cubicBezTo>
                  <a:cubicBezTo>
                    <a:pt x="903" y="6"/>
                    <a:pt x="902" y="6"/>
                    <a:pt x="902" y="6"/>
                  </a:cubicBezTo>
                  <a:cubicBezTo>
                    <a:pt x="893" y="6"/>
                    <a:pt x="885" y="7"/>
                    <a:pt x="877" y="7"/>
                  </a:cubicBezTo>
                  <a:cubicBezTo>
                    <a:pt x="874" y="7"/>
                    <a:pt x="872" y="7"/>
                    <a:pt x="870" y="8"/>
                  </a:cubicBezTo>
                  <a:cubicBezTo>
                    <a:pt x="862" y="8"/>
                    <a:pt x="854" y="9"/>
                    <a:pt x="846" y="9"/>
                  </a:cubicBezTo>
                  <a:cubicBezTo>
                    <a:pt x="842" y="10"/>
                    <a:pt x="837" y="10"/>
                    <a:pt x="832" y="10"/>
                  </a:cubicBezTo>
                  <a:cubicBezTo>
                    <a:pt x="829" y="11"/>
                    <a:pt x="825" y="11"/>
                    <a:pt x="822" y="11"/>
                  </a:cubicBezTo>
                  <a:cubicBezTo>
                    <a:pt x="760" y="16"/>
                    <a:pt x="699" y="23"/>
                    <a:pt x="641" y="31"/>
                  </a:cubicBezTo>
                  <a:cubicBezTo>
                    <a:pt x="641" y="31"/>
                    <a:pt x="641" y="31"/>
                    <a:pt x="641" y="31"/>
                  </a:cubicBezTo>
                  <a:cubicBezTo>
                    <a:pt x="511" y="49"/>
                    <a:pt x="416" y="71"/>
                    <a:pt x="359" y="86"/>
                  </a:cubicBezTo>
                  <a:cubicBezTo>
                    <a:pt x="285" y="55"/>
                    <a:pt x="285" y="55"/>
                    <a:pt x="285" y="55"/>
                  </a:cubicBezTo>
                  <a:cubicBezTo>
                    <a:pt x="293" y="106"/>
                    <a:pt x="293" y="106"/>
                    <a:pt x="293" y="106"/>
                  </a:cubicBezTo>
                  <a:cubicBezTo>
                    <a:pt x="216" y="131"/>
                    <a:pt x="154" y="159"/>
                    <a:pt x="108" y="190"/>
                  </a:cubicBezTo>
                  <a:cubicBezTo>
                    <a:pt x="108" y="190"/>
                    <a:pt x="0" y="250"/>
                    <a:pt x="1" y="356"/>
                  </a:cubicBezTo>
                  <a:cubicBezTo>
                    <a:pt x="1" y="416"/>
                    <a:pt x="30" y="466"/>
                    <a:pt x="88" y="510"/>
                  </a:cubicBezTo>
                  <a:cubicBezTo>
                    <a:pt x="114" y="530"/>
                    <a:pt x="146" y="548"/>
                    <a:pt x="184" y="565"/>
                  </a:cubicBezTo>
                  <a:cubicBezTo>
                    <a:pt x="233" y="638"/>
                    <a:pt x="233" y="638"/>
                    <a:pt x="233" y="638"/>
                  </a:cubicBezTo>
                  <a:cubicBezTo>
                    <a:pt x="245" y="590"/>
                    <a:pt x="245" y="590"/>
                    <a:pt x="245" y="590"/>
                  </a:cubicBezTo>
                  <a:cubicBezTo>
                    <a:pt x="276" y="602"/>
                    <a:pt x="311" y="613"/>
                    <a:pt x="349" y="624"/>
                  </a:cubicBezTo>
                  <a:cubicBezTo>
                    <a:pt x="555" y="682"/>
                    <a:pt x="829" y="713"/>
                    <a:pt x="1120" y="713"/>
                  </a:cubicBezTo>
                  <a:cubicBezTo>
                    <a:pt x="1411" y="713"/>
                    <a:pt x="1685" y="682"/>
                    <a:pt x="1892" y="624"/>
                  </a:cubicBezTo>
                  <a:cubicBezTo>
                    <a:pt x="1941" y="610"/>
                    <a:pt x="1984" y="595"/>
                    <a:pt x="2023" y="579"/>
                  </a:cubicBezTo>
                  <a:cubicBezTo>
                    <a:pt x="2068" y="561"/>
                    <a:pt x="2105" y="542"/>
                    <a:pt x="2136" y="521"/>
                  </a:cubicBezTo>
                  <a:cubicBezTo>
                    <a:pt x="2139" y="518"/>
                    <a:pt x="2139" y="518"/>
                    <a:pt x="2139" y="518"/>
                  </a:cubicBezTo>
                  <a:cubicBezTo>
                    <a:pt x="2214" y="514"/>
                    <a:pt x="2214" y="514"/>
                    <a:pt x="2214" y="514"/>
                  </a:cubicBezTo>
                  <a:cubicBezTo>
                    <a:pt x="2194" y="471"/>
                    <a:pt x="2194" y="471"/>
                    <a:pt x="2194" y="471"/>
                  </a:cubicBezTo>
                  <a:cubicBezTo>
                    <a:pt x="2224" y="436"/>
                    <a:pt x="2239" y="398"/>
                    <a:pt x="2240" y="356"/>
                  </a:cubicBezTo>
                  <a:close/>
                  <a:moveTo>
                    <a:pt x="2150" y="378"/>
                  </a:moveTo>
                  <a:cubicBezTo>
                    <a:pt x="2129" y="332"/>
                    <a:pt x="2129" y="332"/>
                    <a:pt x="2129" y="332"/>
                  </a:cubicBezTo>
                  <a:cubicBezTo>
                    <a:pt x="2090" y="430"/>
                    <a:pt x="2090" y="430"/>
                    <a:pt x="2090" y="430"/>
                  </a:cubicBezTo>
                  <a:cubicBezTo>
                    <a:pt x="2090" y="430"/>
                    <a:pt x="2090" y="430"/>
                    <a:pt x="2090" y="430"/>
                  </a:cubicBezTo>
                  <a:cubicBezTo>
                    <a:pt x="2066" y="446"/>
                    <a:pt x="2033" y="463"/>
                    <a:pt x="1990" y="480"/>
                  </a:cubicBezTo>
                  <a:cubicBezTo>
                    <a:pt x="1958" y="493"/>
                    <a:pt x="1920" y="506"/>
                    <a:pt x="1875" y="518"/>
                  </a:cubicBezTo>
                  <a:cubicBezTo>
                    <a:pt x="1674" y="575"/>
                    <a:pt x="1406" y="606"/>
                    <a:pt x="1120" y="606"/>
                  </a:cubicBezTo>
                  <a:cubicBezTo>
                    <a:pt x="834" y="606"/>
                    <a:pt x="566" y="575"/>
                    <a:pt x="365" y="518"/>
                  </a:cubicBezTo>
                  <a:cubicBezTo>
                    <a:pt x="328" y="508"/>
                    <a:pt x="296" y="497"/>
                    <a:pt x="268" y="487"/>
                  </a:cubicBezTo>
                  <a:cubicBezTo>
                    <a:pt x="281" y="432"/>
                    <a:pt x="281" y="432"/>
                    <a:pt x="281" y="432"/>
                  </a:cubicBezTo>
                  <a:cubicBezTo>
                    <a:pt x="199" y="457"/>
                    <a:pt x="199" y="457"/>
                    <a:pt x="199" y="457"/>
                  </a:cubicBezTo>
                  <a:cubicBezTo>
                    <a:pt x="133" y="427"/>
                    <a:pt x="97" y="391"/>
                    <a:pt x="81" y="356"/>
                  </a:cubicBezTo>
                  <a:cubicBezTo>
                    <a:pt x="81" y="336"/>
                    <a:pt x="125" y="272"/>
                    <a:pt x="311" y="211"/>
                  </a:cubicBezTo>
                  <a:cubicBezTo>
                    <a:pt x="320" y="265"/>
                    <a:pt x="320" y="265"/>
                    <a:pt x="320" y="265"/>
                  </a:cubicBezTo>
                  <a:cubicBezTo>
                    <a:pt x="379" y="192"/>
                    <a:pt x="379" y="192"/>
                    <a:pt x="379" y="192"/>
                  </a:cubicBezTo>
                  <a:cubicBezTo>
                    <a:pt x="538" y="150"/>
                    <a:pt x="701" y="129"/>
                    <a:pt x="833" y="118"/>
                  </a:cubicBezTo>
                  <a:cubicBezTo>
                    <a:pt x="925" y="111"/>
                    <a:pt x="1022" y="107"/>
                    <a:pt x="1120" y="107"/>
                  </a:cubicBezTo>
                  <a:cubicBezTo>
                    <a:pt x="1406" y="107"/>
                    <a:pt x="1674" y="138"/>
                    <a:pt x="1875" y="195"/>
                  </a:cubicBezTo>
                  <a:cubicBezTo>
                    <a:pt x="2106" y="260"/>
                    <a:pt x="2159" y="334"/>
                    <a:pt x="2160" y="356"/>
                  </a:cubicBezTo>
                  <a:cubicBezTo>
                    <a:pt x="2157" y="363"/>
                    <a:pt x="2154" y="371"/>
                    <a:pt x="2150" y="378"/>
                  </a:cubicBezTo>
                  <a:close/>
                </a:path>
              </a:pathLst>
            </a:custGeom>
            <a:solidFill>
              <a:schemeClr val="accent4">
                <a:alpha val="10000"/>
              </a:schemeClr>
            </a:solidFill>
            <a:ln>
              <a:noFill/>
            </a:ln>
          </p:spPr>
          <p:txBody>
            <a:bodyPr vert="horz" wrap="square" lIns="91440" tIns="45720" rIns="91440" bIns="45720" numCol="1" anchor="t" anchorCtr="0" compatLnSpc="1">
              <a:prstTxWarp prst="textNoShape">
                <a:avLst/>
              </a:prstTxWarp>
            </a:bodyPr>
            <a:lstStyle/>
            <a:p>
              <a:endParaRPr lang="ko-KR" altLang="en-US" dirty="0"/>
            </a:p>
          </p:txBody>
        </p:sp>
        <p:sp>
          <p:nvSpPr>
            <p:cNvPr id="110" name="Freeform 56"/>
            <p:cNvSpPr>
              <a:spLocks/>
            </p:cNvSpPr>
            <p:nvPr/>
          </p:nvSpPr>
          <p:spPr bwMode="auto">
            <a:xfrm>
              <a:off x="3625851" y="1608136"/>
              <a:ext cx="3743327" cy="700087"/>
            </a:xfrm>
            <a:custGeom>
              <a:avLst/>
              <a:gdLst>
                <a:gd name="T0" fmla="*/ 1867 w 1908"/>
                <a:gd name="T1" fmla="*/ 357 h 357"/>
                <a:gd name="T2" fmla="*/ 1582 w 1908"/>
                <a:gd name="T3" fmla="*/ 196 h 357"/>
                <a:gd name="T4" fmla="*/ 827 w 1908"/>
                <a:gd name="T5" fmla="*/ 108 h 357"/>
                <a:gd name="T6" fmla="*/ 540 w 1908"/>
                <a:gd name="T7" fmla="*/ 119 h 357"/>
                <a:gd name="T8" fmla="*/ 18 w 1908"/>
                <a:gd name="T9" fmla="*/ 212 h 357"/>
                <a:gd name="T10" fmla="*/ 0 w 1908"/>
                <a:gd name="T11" fmla="*/ 107 h 357"/>
                <a:gd name="T12" fmla="*/ 348 w 1908"/>
                <a:gd name="T13" fmla="*/ 32 h 357"/>
                <a:gd name="T14" fmla="*/ 348 w 1908"/>
                <a:gd name="T15" fmla="*/ 31 h 357"/>
                <a:gd name="T16" fmla="*/ 529 w 1908"/>
                <a:gd name="T17" fmla="*/ 12 h 357"/>
                <a:gd name="T18" fmla="*/ 539 w 1908"/>
                <a:gd name="T19" fmla="*/ 11 h 357"/>
                <a:gd name="T20" fmla="*/ 553 w 1908"/>
                <a:gd name="T21" fmla="*/ 10 h 357"/>
                <a:gd name="T22" fmla="*/ 577 w 1908"/>
                <a:gd name="T23" fmla="*/ 9 h 357"/>
                <a:gd name="T24" fmla="*/ 584 w 1908"/>
                <a:gd name="T25" fmla="*/ 8 h 357"/>
                <a:gd name="T26" fmla="*/ 609 w 1908"/>
                <a:gd name="T27" fmla="*/ 7 h 357"/>
                <a:gd name="T28" fmla="*/ 611 w 1908"/>
                <a:gd name="T29" fmla="*/ 7 h 357"/>
                <a:gd name="T30" fmla="*/ 671 w 1908"/>
                <a:gd name="T31" fmla="*/ 4 h 357"/>
                <a:gd name="T32" fmla="*/ 672 w 1908"/>
                <a:gd name="T33" fmla="*/ 4 h 357"/>
                <a:gd name="T34" fmla="*/ 761 w 1908"/>
                <a:gd name="T35" fmla="*/ 1 h 357"/>
                <a:gd name="T36" fmla="*/ 768 w 1908"/>
                <a:gd name="T37" fmla="*/ 1 h 357"/>
                <a:gd name="T38" fmla="*/ 791 w 1908"/>
                <a:gd name="T39" fmla="*/ 1 h 357"/>
                <a:gd name="T40" fmla="*/ 798 w 1908"/>
                <a:gd name="T41" fmla="*/ 1 h 357"/>
                <a:gd name="T42" fmla="*/ 827 w 1908"/>
                <a:gd name="T43" fmla="*/ 0 h 357"/>
                <a:gd name="T44" fmla="*/ 1599 w 1908"/>
                <a:gd name="T45" fmla="*/ 90 h 357"/>
                <a:gd name="T46" fmla="*/ 1809 w 1908"/>
                <a:gd name="T47" fmla="*/ 172 h 357"/>
                <a:gd name="T48" fmla="*/ 1809 w 1908"/>
                <a:gd name="T49" fmla="*/ 172 h 357"/>
                <a:gd name="T50" fmla="*/ 1809 w 1908"/>
                <a:gd name="T51" fmla="*/ 172 h 357"/>
                <a:gd name="T52" fmla="*/ 1809 w 1908"/>
                <a:gd name="T53" fmla="*/ 172 h 357"/>
                <a:gd name="T54" fmla="*/ 1810 w 1908"/>
                <a:gd name="T55" fmla="*/ 173 h 357"/>
                <a:gd name="T56" fmla="*/ 1867 w 1908"/>
                <a:gd name="T57" fmla="*/ 357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908" h="357">
                  <a:moveTo>
                    <a:pt x="1867" y="357"/>
                  </a:moveTo>
                  <a:cubicBezTo>
                    <a:pt x="1866" y="335"/>
                    <a:pt x="1813" y="261"/>
                    <a:pt x="1582" y="196"/>
                  </a:cubicBezTo>
                  <a:cubicBezTo>
                    <a:pt x="1381" y="139"/>
                    <a:pt x="1113" y="108"/>
                    <a:pt x="827" y="108"/>
                  </a:cubicBezTo>
                  <a:cubicBezTo>
                    <a:pt x="729" y="108"/>
                    <a:pt x="632" y="112"/>
                    <a:pt x="540" y="119"/>
                  </a:cubicBezTo>
                  <a:cubicBezTo>
                    <a:pt x="389" y="131"/>
                    <a:pt x="198" y="158"/>
                    <a:pt x="18" y="212"/>
                  </a:cubicBezTo>
                  <a:cubicBezTo>
                    <a:pt x="0" y="107"/>
                    <a:pt x="0" y="107"/>
                    <a:pt x="0" y="107"/>
                  </a:cubicBezTo>
                  <a:cubicBezTo>
                    <a:pt x="0" y="107"/>
                    <a:pt x="120" y="63"/>
                    <a:pt x="348" y="32"/>
                  </a:cubicBezTo>
                  <a:cubicBezTo>
                    <a:pt x="348" y="31"/>
                    <a:pt x="348" y="31"/>
                    <a:pt x="348" y="31"/>
                  </a:cubicBezTo>
                  <a:cubicBezTo>
                    <a:pt x="406" y="24"/>
                    <a:pt x="467" y="17"/>
                    <a:pt x="529" y="12"/>
                  </a:cubicBezTo>
                  <a:cubicBezTo>
                    <a:pt x="532" y="12"/>
                    <a:pt x="536" y="12"/>
                    <a:pt x="539" y="11"/>
                  </a:cubicBezTo>
                  <a:cubicBezTo>
                    <a:pt x="544" y="11"/>
                    <a:pt x="549" y="11"/>
                    <a:pt x="553" y="10"/>
                  </a:cubicBezTo>
                  <a:cubicBezTo>
                    <a:pt x="561" y="10"/>
                    <a:pt x="569" y="9"/>
                    <a:pt x="577" y="9"/>
                  </a:cubicBezTo>
                  <a:cubicBezTo>
                    <a:pt x="579" y="8"/>
                    <a:pt x="581" y="8"/>
                    <a:pt x="584" y="8"/>
                  </a:cubicBezTo>
                  <a:cubicBezTo>
                    <a:pt x="592" y="8"/>
                    <a:pt x="600" y="7"/>
                    <a:pt x="609" y="7"/>
                  </a:cubicBezTo>
                  <a:cubicBezTo>
                    <a:pt x="609" y="7"/>
                    <a:pt x="610" y="7"/>
                    <a:pt x="611" y="7"/>
                  </a:cubicBezTo>
                  <a:cubicBezTo>
                    <a:pt x="630" y="5"/>
                    <a:pt x="650" y="4"/>
                    <a:pt x="671" y="4"/>
                  </a:cubicBezTo>
                  <a:cubicBezTo>
                    <a:pt x="672" y="4"/>
                    <a:pt x="672" y="4"/>
                    <a:pt x="672" y="4"/>
                  </a:cubicBezTo>
                  <a:cubicBezTo>
                    <a:pt x="701" y="2"/>
                    <a:pt x="731" y="2"/>
                    <a:pt x="761" y="1"/>
                  </a:cubicBezTo>
                  <a:cubicBezTo>
                    <a:pt x="764" y="1"/>
                    <a:pt x="766" y="1"/>
                    <a:pt x="768" y="1"/>
                  </a:cubicBezTo>
                  <a:cubicBezTo>
                    <a:pt x="775" y="1"/>
                    <a:pt x="783" y="1"/>
                    <a:pt x="791" y="1"/>
                  </a:cubicBezTo>
                  <a:cubicBezTo>
                    <a:pt x="793" y="1"/>
                    <a:pt x="796" y="1"/>
                    <a:pt x="798" y="1"/>
                  </a:cubicBezTo>
                  <a:cubicBezTo>
                    <a:pt x="808" y="1"/>
                    <a:pt x="817" y="0"/>
                    <a:pt x="827" y="0"/>
                  </a:cubicBezTo>
                  <a:cubicBezTo>
                    <a:pt x="1118" y="0"/>
                    <a:pt x="1392" y="32"/>
                    <a:pt x="1599" y="90"/>
                  </a:cubicBezTo>
                  <a:cubicBezTo>
                    <a:pt x="1685" y="115"/>
                    <a:pt x="1755" y="142"/>
                    <a:pt x="1809" y="172"/>
                  </a:cubicBezTo>
                  <a:cubicBezTo>
                    <a:pt x="1809" y="172"/>
                    <a:pt x="1809" y="172"/>
                    <a:pt x="1809" y="172"/>
                  </a:cubicBezTo>
                  <a:cubicBezTo>
                    <a:pt x="1809" y="172"/>
                    <a:pt x="1809" y="172"/>
                    <a:pt x="1809" y="172"/>
                  </a:cubicBezTo>
                  <a:cubicBezTo>
                    <a:pt x="1809" y="172"/>
                    <a:pt x="1809" y="172"/>
                    <a:pt x="1809" y="172"/>
                  </a:cubicBezTo>
                  <a:cubicBezTo>
                    <a:pt x="1810" y="173"/>
                    <a:pt x="1810" y="173"/>
                    <a:pt x="1810" y="173"/>
                  </a:cubicBezTo>
                  <a:cubicBezTo>
                    <a:pt x="1819" y="179"/>
                    <a:pt x="1908" y="244"/>
                    <a:pt x="1867" y="357"/>
                  </a:cubicBezTo>
                  <a:close/>
                </a:path>
              </a:pathLst>
            </a:custGeom>
            <a:pattFill prst="ltUp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dirty="0"/>
            </a:p>
          </p:txBody>
        </p:sp>
        <p:sp>
          <p:nvSpPr>
            <p:cNvPr id="111" name="Freeform 57"/>
            <p:cNvSpPr>
              <a:spLocks/>
            </p:cNvSpPr>
            <p:nvPr/>
          </p:nvSpPr>
          <p:spPr bwMode="auto">
            <a:xfrm>
              <a:off x="3130551" y="1717673"/>
              <a:ext cx="779463" cy="590549"/>
            </a:xfrm>
            <a:custGeom>
              <a:avLst/>
              <a:gdLst>
                <a:gd name="T0" fmla="*/ 397 w 397"/>
                <a:gd name="T1" fmla="*/ 64 h 301"/>
                <a:gd name="T2" fmla="*/ 279 w 397"/>
                <a:gd name="T3" fmla="*/ 210 h 301"/>
                <a:gd name="T4" fmla="*/ 270 w 397"/>
                <a:gd name="T5" fmla="*/ 156 h 301"/>
                <a:gd name="T6" fmla="*/ 40 w 397"/>
                <a:gd name="T7" fmla="*/ 301 h 301"/>
                <a:gd name="T8" fmla="*/ 67 w 397"/>
                <a:gd name="T9" fmla="*/ 135 h 301"/>
                <a:gd name="T10" fmla="*/ 67 w 397"/>
                <a:gd name="T11" fmla="*/ 135 h 301"/>
                <a:gd name="T12" fmla="*/ 252 w 397"/>
                <a:gd name="T13" fmla="*/ 51 h 301"/>
                <a:gd name="T14" fmla="*/ 244 w 397"/>
                <a:gd name="T15" fmla="*/ 0 h 301"/>
                <a:gd name="T16" fmla="*/ 397 w 397"/>
                <a:gd name="T17" fmla="*/ 64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7" h="301">
                  <a:moveTo>
                    <a:pt x="397" y="64"/>
                  </a:moveTo>
                  <a:cubicBezTo>
                    <a:pt x="279" y="210"/>
                    <a:pt x="279" y="210"/>
                    <a:pt x="279" y="210"/>
                  </a:cubicBezTo>
                  <a:cubicBezTo>
                    <a:pt x="270" y="156"/>
                    <a:pt x="270" y="156"/>
                    <a:pt x="270" y="156"/>
                  </a:cubicBezTo>
                  <a:cubicBezTo>
                    <a:pt x="84" y="217"/>
                    <a:pt x="40" y="282"/>
                    <a:pt x="40" y="301"/>
                  </a:cubicBezTo>
                  <a:cubicBezTo>
                    <a:pt x="0" y="219"/>
                    <a:pt x="63" y="139"/>
                    <a:pt x="67" y="135"/>
                  </a:cubicBezTo>
                  <a:cubicBezTo>
                    <a:pt x="67" y="135"/>
                    <a:pt x="67" y="135"/>
                    <a:pt x="67" y="135"/>
                  </a:cubicBezTo>
                  <a:cubicBezTo>
                    <a:pt x="113" y="104"/>
                    <a:pt x="175" y="76"/>
                    <a:pt x="252" y="51"/>
                  </a:cubicBezTo>
                  <a:cubicBezTo>
                    <a:pt x="244" y="0"/>
                    <a:pt x="244" y="0"/>
                    <a:pt x="244" y="0"/>
                  </a:cubicBezTo>
                  <a:lnTo>
                    <a:pt x="397" y="64"/>
                  </a:lnTo>
                  <a:close/>
                </a:path>
              </a:pathLst>
            </a:custGeom>
            <a:pattFill prst="ltUp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dirty="0"/>
            </a:p>
          </p:txBody>
        </p:sp>
        <p:sp>
          <p:nvSpPr>
            <p:cNvPr id="112" name="Freeform 58"/>
            <p:cNvSpPr>
              <a:spLocks/>
            </p:cNvSpPr>
            <p:nvPr/>
          </p:nvSpPr>
          <p:spPr bwMode="auto">
            <a:xfrm>
              <a:off x="3295651" y="2454273"/>
              <a:ext cx="3951290" cy="554037"/>
            </a:xfrm>
            <a:custGeom>
              <a:avLst/>
              <a:gdLst>
                <a:gd name="T0" fmla="*/ 2014 w 2014"/>
                <a:gd name="T1" fmla="*/ 88 h 283"/>
                <a:gd name="T2" fmla="*/ 2011 w 2014"/>
                <a:gd name="T3" fmla="*/ 90 h 283"/>
                <a:gd name="T4" fmla="*/ 1898 w 2014"/>
                <a:gd name="T5" fmla="*/ 149 h 283"/>
                <a:gd name="T6" fmla="*/ 1767 w 2014"/>
                <a:gd name="T7" fmla="*/ 193 h 283"/>
                <a:gd name="T8" fmla="*/ 995 w 2014"/>
                <a:gd name="T9" fmla="*/ 283 h 283"/>
                <a:gd name="T10" fmla="*/ 224 w 2014"/>
                <a:gd name="T11" fmla="*/ 193 h 283"/>
                <a:gd name="T12" fmla="*/ 120 w 2014"/>
                <a:gd name="T13" fmla="*/ 160 h 283"/>
                <a:gd name="T14" fmla="*/ 108 w 2014"/>
                <a:gd name="T15" fmla="*/ 208 h 283"/>
                <a:gd name="T16" fmla="*/ 0 w 2014"/>
                <a:gd name="T17" fmla="*/ 50 h 283"/>
                <a:gd name="T18" fmla="*/ 156 w 2014"/>
                <a:gd name="T19" fmla="*/ 2 h 283"/>
                <a:gd name="T20" fmla="*/ 143 w 2014"/>
                <a:gd name="T21" fmla="*/ 57 h 283"/>
                <a:gd name="T22" fmla="*/ 240 w 2014"/>
                <a:gd name="T23" fmla="*/ 88 h 283"/>
                <a:gd name="T24" fmla="*/ 995 w 2014"/>
                <a:gd name="T25" fmla="*/ 176 h 283"/>
                <a:gd name="T26" fmla="*/ 1750 w 2014"/>
                <a:gd name="T27" fmla="*/ 88 h 283"/>
                <a:gd name="T28" fmla="*/ 1865 w 2014"/>
                <a:gd name="T29" fmla="*/ 50 h 283"/>
                <a:gd name="T30" fmla="*/ 1965 w 2014"/>
                <a:gd name="T31" fmla="*/ 0 h 283"/>
                <a:gd name="T32" fmla="*/ 1929 w 2014"/>
                <a:gd name="T33" fmla="*/ 93 h 283"/>
                <a:gd name="T34" fmla="*/ 2014 w 2014"/>
                <a:gd name="T35" fmla="*/ 88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14" h="283">
                  <a:moveTo>
                    <a:pt x="2014" y="88"/>
                  </a:moveTo>
                  <a:cubicBezTo>
                    <a:pt x="2011" y="90"/>
                    <a:pt x="2011" y="90"/>
                    <a:pt x="2011" y="90"/>
                  </a:cubicBezTo>
                  <a:cubicBezTo>
                    <a:pt x="1980" y="111"/>
                    <a:pt x="1943" y="131"/>
                    <a:pt x="1898" y="149"/>
                  </a:cubicBezTo>
                  <a:cubicBezTo>
                    <a:pt x="1859" y="165"/>
                    <a:pt x="1816" y="180"/>
                    <a:pt x="1767" y="193"/>
                  </a:cubicBezTo>
                  <a:cubicBezTo>
                    <a:pt x="1560" y="251"/>
                    <a:pt x="1286" y="283"/>
                    <a:pt x="995" y="283"/>
                  </a:cubicBezTo>
                  <a:cubicBezTo>
                    <a:pt x="704" y="283"/>
                    <a:pt x="430" y="251"/>
                    <a:pt x="224" y="193"/>
                  </a:cubicBezTo>
                  <a:cubicBezTo>
                    <a:pt x="186" y="183"/>
                    <a:pt x="151" y="172"/>
                    <a:pt x="120" y="160"/>
                  </a:cubicBezTo>
                  <a:cubicBezTo>
                    <a:pt x="108" y="208"/>
                    <a:pt x="108" y="208"/>
                    <a:pt x="108" y="208"/>
                  </a:cubicBezTo>
                  <a:cubicBezTo>
                    <a:pt x="0" y="50"/>
                    <a:pt x="0" y="50"/>
                    <a:pt x="0" y="50"/>
                  </a:cubicBezTo>
                  <a:cubicBezTo>
                    <a:pt x="156" y="2"/>
                    <a:pt x="156" y="2"/>
                    <a:pt x="156" y="2"/>
                  </a:cubicBezTo>
                  <a:cubicBezTo>
                    <a:pt x="143" y="57"/>
                    <a:pt x="143" y="57"/>
                    <a:pt x="143" y="57"/>
                  </a:cubicBezTo>
                  <a:cubicBezTo>
                    <a:pt x="171" y="67"/>
                    <a:pt x="203" y="78"/>
                    <a:pt x="240" y="88"/>
                  </a:cubicBezTo>
                  <a:cubicBezTo>
                    <a:pt x="441" y="145"/>
                    <a:pt x="709" y="176"/>
                    <a:pt x="995" y="176"/>
                  </a:cubicBezTo>
                  <a:cubicBezTo>
                    <a:pt x="1281" y="176"/>
                    <a:pt x="1549" y="145"/>
                    <a:pt x="1750" y="88"/>
                  </a:cubicBezTo>
                  <a:cubicBezTo>
                    <a:pt x="1795" y="76"/>
                    <a:pt x="1833" y="63"/>
                    <a:pt x="1865" y="50"/>
                  </a:cubicBezTo>
                  <a:cubicBezTo>
                    <a:pt x="1908" y="33"/>
                    <a:pt x="1941" y="16"/>
                    <a:pt x="1965" y="0"/>
                  </a:cubicBezTo>
                  <a:cubicBezTo>
                    <a:pt x="1929" y="93"/>
                    <a:pt x="1929" y="93"/>
                    <a:pt x="1929" y="93"/>
                  </a:cubicBezTo>
                  <a:lnTo>
                    <a:pt x="2014" y="88"/>
                  </a:lnTo>
                  <a:close/>
                </a:path>
              </a:pathLst>
            </a:cu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13" name="Freeform 59"/>
            <p:cNvSpPr>
              <a:spLocks/>
            </p:cNvSpPr>
            <p:nvPr/>
          </p:nvSpPr>
          <p:spPr bwMode="auto">
            <a:xfrm>
              <a:off x="2995614" y="1982785"/>
              <a:ext cx="444500" cy="736599"/>
            </a:xfrm>
            <a:custGeom>
              <a:avLst/>
              <a:gdLst>
                <a:gd name="T0" fmla="*/ 153 w 227"/>
                <a:gd name="T1" fmla="*/ 290 h 375"/>
                <a:gd name="T2" fmla="*/ 227 w 227"/>
                <a:gd name="T3" fmla="*/ 267 h 375"/>
                <a:gd name="T4" fmla="*/ 136 w 227"/>
                <a:gd name="T5" fmla="*/ 0 h 375"/>
                <a:gd name="T6" fmla="*/ 29 w 227"/>
                <a:gd name="T7" fmla="*/ 166 h 375"/>
                <a:gd name="T8" fmla="*/ 116 w 227"/>
                <a:gd name="T9" fmla="*/ 320 h 375"/>
                <a:gd name="T10" fmla="*/ 212 w 227"/>
                <a:gd name="T11" fmla="*/ 375 h 375"/>
                <a:gd name="T12" fmla="*/ 153 w 227"/>
                <a:gd name="T13" fmla="*/ 290 h 375"/>
              </a:gdLst>
              <a:ahLst/>
              <a:cxnLst>
                <a:cxn ang="0">
                  <a:pos x="T0" y="T1"/>
                </a:cxn>
                <a:cxn ang="0">
                  <a:pos x="T2" y="T3"/>
                </a:cxn>
                <a:cxn ang="0">
                  <a:pos x="T4" y="T5"/>
                </a:cxn>
                <a:cxn ang="0">
                  <a:pos x="T6" y="T7"/>
                </a:cxn>
                <a:cxn ang="0">
                  <a:pos x="T8" y="T9"/>
                </a:cxn>
                <a:cxn ang="0">
                  <a:pos x="T10" y="T11"/>
                </a:cxn>
                <a:cxn ang="0">
                  <a:pos x="T12" y="T13"/>
                </a:cxn>
              </a:cxnLst>
              <a:rect l="0" t="0" r="r" b="b"/>
              <a:pathLst>
                <a:path w="227" h="375">
                  <a:moveTo>
                    <a:pt x="153" y="290"/>
                  </a:moveTo>
                  <a:cubicBezTo>
                    <a:pt x="227" y="267"/>
                    <a:pt x="227" y="267"/>
                    <a:pt x="227" y="267"/>
                  </a:cubicBezTo>
                  <a:cubicBezTo>
                    <a:pt x="0" y="162"/>
                    <a:pt x="136" y="0"/>
                    <a:pt x="136" y="0"/>
                  </a:cubicBezTo>
                  <a:cubicBezTo>
                    <a:pt x="136" y="0"/>
                    <a:pt x="28" y="60"/>
                    <a:pt x="29" y="166"/>
                  </a:cubicBezTo>
                  <a:cubicBezTo>
                    <a:pt x="29" y="225"/>
                    <a:pt x="58" y="276"/>
                    <a:pt x="116" y="320"/>
                  </a:cubicBezTo>
                  <a:cubicBezTo>
                    <a:pt x="142" y="340"/>
                    <a:pt x="174" y="358"/>
                    <a:pt x="212" y="375"/>
                  </a:cubicBezTo>
                  <a:lnTo>
                    <a:pt x="153" y="290"/>
                  </a:lnTo>
                  <a:close/>
                </a:path>
              </a:pathLst>
            </a:custGeom>
            <a:gradFill flip="none" rotWithShape="1">
              <a:gsLst>
                <a:gs pos="100000">
                  <a:schemeClr val="accent3">
                    <a:lumMod val="75000"/>
                  </a:schemeClr>
                </a:gs>
                <a:gs pos="50000">
                  <a:schemeClr val="accent3">
                    <a:lumMod val="95000"/>
                  </a:schemeClr>
                </a:gs>
              </a:gsLst>
              <a:lin ang="4200000" scaled="0"/>
              <a:tileRect/>
            </a:gra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114" name="Freeform 60"/>
            <p:cNvSpPr>
              <a:spLocks/>
            </p:cNvSpPr>
            <p:nvPr/>
          </p:nvSpPr>
          <p:spPr bwMode="auto">
            <a:xfrm>
              <a:off x="7080253" y="1946273"/>
              <a:ext cx="366713" cy="690562"/>
            </a:xfrm>
            <a:custGeom>
              <a:avLst/>
              <a:gdLst>
                <a:gd name="T0" fmla="*/ 140 w 187"/>
                <a:gd name="T1" fmla="*/ 300 h 352"/>
                <a:gd name="T2" fmla="*/ 186 w 187"/>
                <a:gd name="T3" fmla="*/ 185 h 352"/>
                <a:gd name="T4" fmla="*/ 48 w 187"/>
                <a:gd name="T5" fmla="*/ 0 h 352"/>
                <a:gd name="T6" fmla="*/ 96 w 187"/>
                <a:gd name="T7" fmla="*/ 207 h 352"/>
                <a:gd name="T8" fmla="*/ 75 w 187"/>
                <a:gd name="T9" fmla="*/ 161 h 352"/>
                <a:gd name="T10" fmla="*/ 0 w 187"/>
                <a:gd name="T11" fmla="*/ 352 h 352"/>
                <a:gd name="T12" fmla="*/ 160 w 187"/>
                <a:gd name="T13" fmla="*/ 343 h 352"/>
                <a:gd name="T14" fmla="*/ 140 w 187"/>
                <a:gd name="T15" fmla="*/ 300 h 3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7" h="352">
                  <a:moveTo>
                    <a:pt x="140" y="300"/>
                  </a:moveTo>
                  <a:cubicBezTo>
                    <a:pt x="170" y="265"/>
                    <a:pt x="186" y="227"/>
                    <a:pt x="186" y="185"/>
                  </a:cubicBezTo>
                  <a:cubicBezTo>
                    <a:pt x="187" y="60"/>
                    <a:pt x="48" y="0"/>
                    <a:pt x="48" y="0"/>
                  </a:cubicBezTo>
                  <a:cubicBezTo>
                    <a:pt x="48" y="0"/>
                    <a:pt x="161" y="74"/>
                    <a:pt x="96" y="207"/>
                  </a:cubicBezTo>
                  <a:cubicBezTo>
                    <a:pt x="75" y="161"/>
                    <a:pt x="75" y="161"/>
                    <a:pt x="75" y="161"/>
                  </a:cubicBezTo>
                  <a:cubicBezTo>
                    <a:pt x="0" y="352"/>
                    <a:pt x="0" y="352"/>
                    <a:pt x="0" y="352"/>
                  </a:cubicBezTo>
                  <a:cubicBezTo>
                    <a:pt x="160" y="343"/>
                    <a:pt x="160" y="343"/>
                    <a:pt x="160" y="343"/>
                  </a:cubicBezTo>
                  <a:lnTo>
                    <a:pt x="140" y="300"/>
                  </a:lnTo>
                  <a:close/>
                </a:path>
              </a:pathLst>
            </a:custGeom>
            <a:gradFill flip="none" rotWithShape="1">
              <a:gsLst>
                <a:gs pos="0">
                  <a:schemeClr val="accent3">
                    <a:lumMod val="75000"/>
                  </a:schemeClr>
                </a:gs>
                <a:gs pos="50000">
                  <a:schemeClr val="accent3">
                    <a:lumMod val="95000"/>
                  </a:schemeClr>
                </a:gs>
              </a:gsLst>
              <a:lin ang="4200000" scaled="0"/>
              <a:tileRect/>
            </a:gra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115" name="Freeform 61"/>
            <p:cNvSpPr>
              <a:spLocks/>
            </p:cNvSpPr>
            <p:nvPr/>
          </p:nvSpPr>
          <p:spPr bwMode="auto">
            <a:xfrm>
              <a:off x="7031040" y="2454273"/>
              <a:ext cx="215900" cy="209550"/>
            </a:xfrm>
            <a:custGeom>
              <a:avLst/>
              <a:gdLst>
                <a:gd name="T0" fmla="*/ 110 w 110"/>
                <a:gd name="T1" fmla="*/ 88 h 107"/>
                <a:gd name="T2" fmla="*/ 107 w 110"/>
                <a:gd name="T3" fmla="*/ 90 h 107"/>
                <a:gd name="T4" fmla="*/ 88 w 110"/>
                <a:gd name="T5" fmla="*/ 103 h 107"/>
                <a:gd name="T6" fmla="*/ 88 w 110"/>
                <a:gd name="T7" fmla="*/ 103 h 107"/>
                <a:gd name="T8" fmla="*/ 0 w 110"/>
                <a:gd name="T9" fmla="*/ 107 h 107"/>
                <a:gd name="T10" fmla="*/ 36 w 110"/>
                <a:gd name="T11" fmla="*/ 15 h 107"/>
                <a:gd name="T12" fmla="*/ 36 w 110"/>
                <a:gd name="T13" fmla="*/ 15 h 107"/>
                <a:gd name="T14" fmla="*/ 61 w 110"/>
                <a:gd name="T15" fmla="*/ 0 h 107"/>
                <a:gd name="T16" fmla="*/ 25 w 110"/>
                <a:gd name="T17" fmla="*/ 93 h 107"/>
                <a:gd name="T18" fmla="*/ 110 w 110"/>
                <a:gd name="T19" fmla="*/ 8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07">
                  <a:moveTo>
                    <a:pt x="110" y="88"/>
                  </a:moveTo>
                  <a:cubicBezTo>
                    <a:pt x="107" y="90"/>
                    <a:pt x="107" y="90"/>
                    <a:pt x="107" y="90"/>
                  </a:cubicBezTo>
                  <a:cubicBezTo>
                    <a:pt x="101" y="95"/>
                    <a:pt x="95" y="99"/>
                    <a:pt x="88" y="103"/>
                  </a:cubicBezTo>
                  <a:cubicBezTo>
                    <a:pt x="88" y="103"/>
                    <a:pt x="88" y="103"/>
                    <a:pt x="88" y="103"/>
                  </a:cubicBezTo>
                  <a:cubicBezTo>
                    <a:pt x="0" y="107"/>
                    <a:pt x="0" y="107"/>
                    <a:pt x="0" y="107"/>
                  </a:cubicBezTo>
                  <a:cubicBezTo>
                    <a:pt x="36" y="15"/>
                    <a:pt x="36" y="15"/>
                    <a:pt x="36" y="15"/>
                  </a:cubicBezTo>
                  <a:cubicBezTo>
                    <a:pt x="36" y="15"/>
                    <a:pt x="36" y="15"/>
                    <a:pt x="36" y="15"/>
                  </a:cubicBezTo>
                  <a:cubicBezTo>
                    <a:pt x="45" y="10"/>
                    <a:pt x="54" y="5"/>
                    <a:pt x="61" y="0"/>
                  </a:cubicBezTo>
                  <a:cubicBezTo>
                    <a:pt x="25" y="93"/>
                    <a:pt x="25" y="93"/>
                    <a:pt x="25" y="93"/>
                  </a:cubicBezTo>
                  <a:lnTo>
                    <a:pt x="110" y="88"/>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ko-KR" altLang="en-US" dirty="0"/>
            </a:p>
          </p:txBody>
        </p:sp>
        <p:sp>
          <p:nvSpPr>
            <p:cNvPr id="118" name="Freeform 62"/>
            <p:cNvSpPr>
              <a:spLocks/>
            </p:cNvSpPr>
            <p:nvPr/>
          </p:nvSpPr>
          <p:spPr bwMode="auto">
            <a:xfrm>
              <a:off x="3754438" y="1763711"/>
              <a:ext cx="206375" cy="223838"/>
            </a:xfrm>
            <a:custGeom>
              <a:avLst/>
              <a:gdLst>
                <a:gd name="T0" fmla="*/ 105 w 105"/>
                <a:gd name="T1" fmla="*/ 31 h 114"/>
                <a:gd name="T2" fmla="*/ 43 w 105"/>
                <a:gd name="T3" fmla="*/ 108 h 114"/>
                <a:gd name="T4" fmla="*/ 20 w 105"/>
                <a:gd name="T5" fmla="*/ 114 h 114"/>
                <a:gd name="T6" fmla="*/ 79 w 105"/>
                <a:gd name="T7" fmla="*/ 41 h 114"/>
                <a:gd name="T8" fmla="*/ 0 w 105"/>
                <a:gd name="T9" fmla="*/ 8 h 114"/>
                <a:gd name="T10" fmla="*/ 31 w 105"/>
                <a:gd name="T11" fmla="*/ 0 h 114"/>
                <a:gd name="T12" fmla="*/ 105 w 105"/>
                <a:gd name="T13" fmla="*/ 31 h 114"/>
              </a:gdLst>
              <a:ahLst/>
              <a:cxnLst>
                <a:cxn ang="0">
                  <a:pos x="T0" y="T1"/>
                </a:cxn>
                <a:cxn ang="0">
                  <a:pos x="T2" y="T3"/>
                </a:cxn>
                <a:cxn ang="0">
                  <a:pos x="T4" y="T5"/>
                </a:cxn>
                <a:cxn ang="0">
                  <a:pos x="T6" y="T7"/>
                </a:cxn>
                <a:cxn ang="0">
                  <a:pos x="T8" y="T9"/>
                </a:cxn>
                <a:cxn ang="0">
                  <a:pos x="T10" y="T11"/>
                </a:cxn>
                <a:cxn ang="0">
                  <a:pos x="T12" y="T13"/>
                </a:cxn>
              </a:cxnLst>
              <a:rect l="0" t="0" r="r" b="b"/>
              <a:pathLst>
                <a:path w="105" h="114">
                  <a:moveTo>
                    <a:pt x="105" y="31"/>
                  </a:moveTo>
                  <a:cubicBezTo>
                    <a:pt x="43" y="108"/>
                    <a:pt x="43" y="108"/>
                    <a:pt x="43" y="108"/>
                  </a:cubicBezTo>
                  <a:cubicBezTo>
                    <a:pt x="35" y="110"/>
                    <a:pt x="28" y="112"/>
                    <a:pt x="20" y="114"/>
                  </a:cubicBezTo>
                  <a:cubicBezTo>
                    <a:pt x="79" y="41"/>
                    <a:pt x="79" y="41"/>
                    <a:pt x="79" y="41"/>
                  </a:cubicBezTo>
                  <a:cubicBezTo>
                    <a:pt x="0" y="8"/>
                    <a:pt x="0" y="8"/>
                    <a:pt x="0" y="8"/>
                  </a:cubicBezTo>
                  <a:cubicBezTo>
                    <a:pt x="9" y="6"/>
                    <a:pt x="20" y="3"/>
                    <a:pt x="31" y="0"/>
                  </a:cubicBezTo>
                  <a:lnTo>
                    <a:pt x="105" y="31"/>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ko-KR" altLang="en-US" dirty="0"/>
            </a:p>
          </p:txBody>
        </p:sp>
        <p:sp>
          <p:nvSpPr>
            <p:cNvPr id="120" name="Freeform 63"/>
            <p:cNvSpPr>
              <a:spLocks/>
            </p:cNvSpPr>
            <p:nvPr/>
          </p:nvSpPr>
          <p:spPr bwMode="auto">
            <a:xfrm>
              <a:off x="3246438" y="2486025"/>
              <a:ext cx="193675" cy="233363"/>
            </a:xfrm>
            <a:custGeom>
              <a:avLst/>
              <a:gdLst>
                <a:gd name="T0" fmla="*/ 25 w 99"/>
                <a:gd name="T1" fmla="*/ 34 h 119"/>
                <a:gd name="T2" fmla="*/ 84 w 99"/>
                <a:gd name="T3" fmla="*/ 119 h 119"/>
                <a:gd name="T4" fmla="*/ 57 w 99"/>
                <a:gd name="T5" fmla="*/ 107 h 119"/>
                <a:gd name="T6" fmla="*/ 0 w 99"/>
                <a:gd name="T7" fmla="*/ 23 h 119"/>
                <a:gd name="T8" fmla="*/ 75 w 99"/>
                <a:gd name="T9" fmla="*/ 0 h 119"/>
                <a:gd name="T10" fmla="*/ 99 w 99"/>
                <a:gd name="T11" fmla="*/ 11 h 119"/>
                <a:gd name="T12" fmla="*/ 25 w 99"/>
                <a:gd name="T13" fmla="*/ 34 h 119"/>
              </a:gdLst>
              <a:ahLst/>
              <a:cxnLst>
                <a:cxn ang="0">
                  <a:pos x="T0" y="T1"/>
                </a:cxn>
                <a:cxn ang="0">
                  <a:pos x="T2" y="T3"/>
                </a:cxn>
                <a:cxn ang="0">
                  <a:pos x="T4" y="T5"/>
                </a:cxn>
                <a:cxn ang="0">
                  <a:pos x="T6" y="T7"/>
                </a:cxn>
                <a:cxn ang="0">
                  <a:pos x="T8" y="T9"/>
                </a:cxn>
                <a:cxn ang="0">
                  <a:pos x="T10" y="T11"/>
                </a:cxn>
                <a:cxn ang="0">
                  <a:pos x="T12" y="T13"/>
                </a:cxn>
              </a:cxnLst>
              <a:rect l="0" t="0" r="r" b="b"/>
              <a:pathLst>
                <a:path w="99" h="119">
                  <a:moveTo>
                    <a:pt x="25" y="34"/>
                  </a:moveTo>
                  <a:cubicBezTo>
                    <a:pt x="84" y="119"/>
                    <a:pt x="84" y="119"/>
                    <a:pt x="84" y="119"/>
                  </a:cubicBezTo>
                  <a:cubicBezTo>
                    <a:pt x="74" y="115"/>
                    <a:pt x="66" y="111"/>
                    <a:pt x="57" y="107"/>
                  </a:cubicBezTo>
                  <a:cubicBezTo>
                    <a:pt x="0" y="23"/>
                    <a:pt x="0" y="23"/>
                    <a:pt x="0" y="23"/>
                  </a:cubicBezTo>
                  <a:cubicBezTo>
                    <a:pt x="75" y="0"/>
                    <a:pt x="75" y="0"/>
                    <a:pt x="75" y="0"/>
                  </a:cubicBezTo>
                  <a:cubicBezTo>
                    <a:pt x="83" y="4"/>
                    <a:pt x="91" y="7"/>
                    <a:pt x="99" y="11"/>
                  </a:cubicBezTo>
                  <a:lnTo>
                    <a:pt x="25" y="34"/>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ko-KR" altLang="en-US" dirty="0"/>
            </a:p>
          </p:txBody>
        </p:sp>
      </p:grpSp>
      <p:grpSp>
        <p:nvGrpSpPr>
          <p:cNvPr id="121" name="그룹 120"/>
          <p:cNvGrpSpPr/>
          <p:nvPr/>
        </p:nvGrpSpPr>
        <p:grpSpPr>
          <a:xfrm>
            <a:off x="1572952" y="1137253"/>
            <a:ext cx="1326762" cy="2017603"/>
            <a:chOff x="3676072" y="1143784"/>
            <a:chExt cx="1326762" cy="2017603"/>
          </a:xfrm>
        </p:grpSpPr>
        <p:grpSp>
          <p:nvGrpSpPr>
            <p:cNvPr id="122" name="그룹 43"/>
            <p:cNvGrpSpPr/>
            <p:nvPr/>
          </p:nvGrpSpPr>
          <p:grpSpPr>
            <a:xfrm>
              <a:off x="3676072" y="1143784"/>
              <a:ext cx="1326762" cy="2017603"/>
              <a:chOff x="3676072" y="1143784"/>
              <a:chExt cx="1326762" cy="2017603"/>
            </a:xfrm>
          </p:grpSpPr>
          <p:grpSp>
            <p:nvGrpSpPr>
              <p:cNvPr id="124" name="그룹 40"/>
              <p:cNvGrpSpPr/>
              <p:nvPr/>
            </p:nvGrpSpPr>
            <p:grpSpPr>
              <a:xfrm>
                <a:off x="3676072" y="1834630"/>
                <a:ext cx="1326762" cy="1326757"/>
                <a:chOff x="3676072" y="1834630"/>
                <a:chExt cx="1326762" cy="1326757"/>
              </a:xfrm>
            </p:grpSpPr>
            <p:grpSp>
              <p:nvGrpSpPr>
                <p:cNvPr id="130" name="그룹 80"/>
                <p:cNvGrpSpPr/>
                <p:nvPr/>
              </p:nvGrpSpPr>
              <p:grpSpPr>
                <a:xfrm>
                  <a:off x="3676072" y="1834630"/>
                  <a:ext cx="1326762" cy="1326757"/>
                  <a:chOff x="5388526" y="1348545"/>
                  <a:chExt cx="805348" cy="805347"/>
                </a:xfrm>
              </p:grpSpPr>
              <p:sp>
                <p:nvSpPr>
                  <p:cNvPr id="139" name="타원 138"/>
                  <p:cNvSpPr/>
                  <p:nvPr/>
                </p:nvSpPr>
                <p:spPr>
                  <a:xfrm>
                    <a:off x="5388526" y="1348545"/>
                    <a:ext cx="805348" cy="80534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500"/>
                      </a:lnSpc>
                    </a:pPr>
                    <a:endParaRPr lang="ko-KR" altLang="en-US" sz="80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40"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38" name="TextBox 137"/>
                <p:cNvSpPr txBox="1"/>
                <p:nvPr/>
              </p:nvSpPr>
              <p:spPr>
                <a:xfrm>
                  <a:off x="3696077" y="2675998"/>
                  <a:ext cx="1286751" cy="319504"/>
                </a:xfrm>
                <a:prstGeom prst="rect">
                  <a:avLst/>
                </a:prstGeom>
                <a:noFill/>
              </p:spPr>
              <p:txBody>
                <a:bodyPr wrap="square" lIns="0" tIns="0" rIns="0" bIns="0" rtlCol="0">
                  <a:noAutofit/>
                </a:bodyPr>
                <a:lstStyle/>
                <a:p>
                  <a:pPr lvl="0"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grpSp>
            <p:nvGrpSpPr>
              <p:cNvPr id="125" name="그룹 130"/>
              <p:cNvGrpSpPr/>
              <p:nvPr/>
            </p:nvGrpSpPr>
            <p:grpSpPr>
              <a:xfrm>
                <a:off x="3760546" y="1143784"/>
                <a:ext cx="1157815" cy="634216"/>
                <a:chOff x="3773835" y="1289834"/>
                <a:chExt cx="1157815" cy="634216"/>
              </a:xfrm>
            </p:grpSpPr>
            <p:sp>
              <p:nvSpPr>
                <p:cNvPr id="126" name="TextBox 125"/>
                <p:cNvSpPr txBox="1">
                  <a:spLocks/>
                </p:cNvSpPr>
                <p:nvPr/>
              </p:nvSpPr>
              <p:spPr>
                <a:xfrm>
                  <a:off x="3773835" y="1289834"/>
                  <a:ext cx="1157815" cy="193940"/>
                </a:xfrm>
                <a:prstGeom prst="rect">
                  <a:avLst/>
                </a:prstGeom>
                <a:noFill/>
              </p:spPr>
              <p:txBody>
                <a:bodyPr wrap="square" lIns="0" tIns="0" rIns="0" bIns="0" rtlCol="0">
                  <a:noAutofit/>
                </a:bodyPr>
                <a:lstStyle/>
                <a:p>
                  <a:pPr lvl="0" algn="ctr"/>
                  <a:r>
                    <a:rPr lang="en-US" altLang="ko-KR" sz="10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0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27" name="TextBox 126"/>
                <p:cNvSpPr txBox="1"/>
                <p:nvPr/>
              </p:nvSpPr>
              <p:spPr>
                <a:xfrm>
                  <a:off x="3773835" y="1478132"/>
                  <a:ext cx="1157815" cy="44591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grpSp>
        </p:grpSp>
        <p:sp>
          <p:nvSpPr>
            <p:cNvPr id="123" name="Freeform 48"/>
            <p:cNvSpPr>
              <a:spLocks noEditPoints="1"/>
            </p:cNvSpPr>
            <p:nvPr/>
          </p:nvSpPr>
          <p:spPr bwMode="auto">
            <a:xfrm>
              <a:off x="4156096" y="2049816"/>
              <a:ext cx="366713" cy="536575"/>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41" name="그룹 140"/>
          <p:cNvGrpSpPr/>
          <p:nvPr/>
        </p:nvGrpSpPr>
        <p:grpSpPr>
          <a:xfrm>
            <a:off x="3941458" y="1137253"/>
            <a:ext cx="1326762" cy="2017603"/>
            <a:chOff x="6044578" y="1143784"/>
            <a:chExt cx="1326762" cy="2017603"/>
          </a:xfrm>
        </p:grpSpPr>
        <p:grpSp>
          <p:nvGrpSpPr>
            <p:cNvPr id="142" name="그룹 45"/>
            <p:cNvGrpSpPr/>
            <p:nvPr/>
          </p:nvGrpSpPr>
          <p:grpSpPr>
            <a:xfrm>
              <a:off x="6044578" y="1143784"/>
              <a:ext cx="1326762" cy="2017603"/>
              <a:chOff x="6044578" y="1143784"/>
              <a:chExt cx="1326762" cy="2017603"/>
            </a:xfrm>
          </p:grpSpPr>
          <p:grpSp>
            <p:nvGrpSpPr>
              <p:cNvPr id="144" name="그룹 42"/>
              <p:cNvGrpSpPr/>
              <p:nvPr/>
            </p:nvGrpSpPr>
            <p:grpSpPr>
              <a:xfrm>
                <a:off x="6044578" y="1834630"/>
                <a:ext cx="1326762" cy="1326757"/>
                <a:chOff x="6044578" y="1834630"/>
                <a:chExt cx="1326762" cy="1326757"/>
              </a:xfrm>
            </p:grpSpPr>
            <p:grpSp>
              <p:nvGrpSpPr>
                <p:cNvPr id="148" name="그룹 89"/>
                <p:cNvGrpSpPr/>
                <p:nvPr/>
              </p:nvGrpSpPr>
              <p:grpSpPr>
                <a:xfrm>
                  <a:off x="6044578" y="1834630"/>
                  <a:ext cx="1326762" cy="1326757"/>
                  <a:chOff x="5388526" y="1348545"/>
                  <a:chExt cx="805348" cy="805347"/>
                </a:xfrm>
              </p:grpSpPr>
              <p:sp>
                <p:nvSpPr>
                  <p:cNvPr id="150" name="타원 149"/>
                  <p:cNvSpPr/>
                  <p:nvPr/>
                </p:nvSpPr>
                <p:spPr>
                  <a:xfrm>
                    <a:off x="5388526" y="1348545"/>
                    <a:ext cx="805348" cy="80534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500"/>
                      </a:lnSpc>
                    </a:pPr>
                    <a:endParaRPr lang="ko-KR" altLang="en-US" sz="80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51"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49" name="TextBox 148"/>
                <p:cNvSpPr txBox="1"/>
                <p:nvPr/>
              </p:nvSpPr>
              <p:spPr>
                <a:xfrm>
                  <a:off x="6064583" y="2675998"/>
                  <a:ext cx="1286751" cy="319504"/>
                </a:xfrm>
                <a:prstGeom prst="rect">
                  <a:avLst/>
                </a:prstGeom>
                <a:noFill/>
              </p:spPr>
              <p:txBody>
                <a:bodyPr wrap="square" lIns="0" tIns="0" rIns="0" bIns="0" rtlCol="0">
                  <a:noAutofit/>
                </a:bodyPr>
                <a:lstStyle/>
                <a:p>
                  <a:pPr lvl="0"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grpSp>
            <p:nvGrpSpPr>
              <p:cNvPr id="145" name="그룹 134"/>
              <p:cNvGrpSpPr/>
              <p:nvPr/>
            </p:nvGrpSpPr>
            <p:grpSpPr>
              <a:xfrm>
                <a:off x="6129051" y="1143784"/>
                <a:ext cx="1157815" cy="634216"/>
                <a:chOff x="3773835" y="1289834"/>
                <a:chExt cx="1157815" cy="634216"/>
              </a:xfrm>
            </p:grpSpPr>
            <p:sp>
              <p:nvSpPr>
                <p:cNvPr id="146" name="TextBox 145"/>
                <p:cNvSpPr txBox="1">
                  <a:spLocks/>
                </p:cNvSpPr>
                <p:nvPr/>
              </p:nvSpPr>
              <p:spPr>
                <a:xfrm>
                  <a:off x="3773835" y="1289834"/>
                  <a:ext cx="1157815" cy="193940"/>
                </a:xfrm>
                <a:prstGeom prst="rect">
                  <a:avLst/>
                </a:prstGeom>
                <a:noFill/>
              </p:spPr>
              <p:txBody>
                <a:bodyPr wrap="square" lIns="0" tIns="0" rIns="0" bIns="0" rtlCol="0">
                  <a:noAutofit/>
                </a:bodyPr>
                <a:lstStyle/>
                <a:p>
                  <a:pPr lvl="0" algn="ctr"/>
                  <a:r>
                    <a:rPr lang="en-US" altLang="ko-KR" sz="10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0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47" name="TextBox 146"/>
                <p:cNvSpPr txBox="1"/>
                <p:nvPr/>
              </p:nvSpPr>
              <p:spPr>
                <a:xfrm>
                  <a:off x="3773835" y="1478132"/>
                  <a:ext cx="1157815" cy="44591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grpSp>
        </p:grpSp>
        <p:sp>
          <p:nvSpPr>
            <p:cNvPr id="143" name="Freeform 57"/>
            <p:cNvSpPr>
              <a:spLocks noEditPoints="1"/>
            </p:cNvSpPr>
            <p:nvPr/>
          </p:nvSpPr>
          <p:spPr bwMode="auto">
            <a:xfrm>
              <a:off x="6462690" y="2085118"/>
              <a:ext cx="490538" cy="508000"/>
            </a:xfrm>
            <a:custGeom>
              <a:avLst/>
              <a:gdLst/>
              <a:ahLst/>
              <a:cxnLst>
                <a:cxn ang="0">
                  <a:pos x="142" y="175"/>
                </a:cxn>
                <a:cxn ang="0">
                  <a:pos x="147" y="179"/>
                </a:cxn>
                <a:cxn ang="0">
                  <a:pos x="203" y="210"/>
                </a:cxn>
                <a:cxn ang="0">
                  <a:pos x="202" y="146"/>
                </a:cxn>
                <a:cxn ang="0">
                  <a:pos x="200" y="140"/>
                </a:cxn>
                <a:cxn ang="0">
                  <a:pos x="194" y="130"/>
                </a:cxn>
                <a:cxn ang="0">
                  <a:pos x="136" y="165"/>
                </a:cxn>
                <a:cxn ang="0">
                  <a:pos x="142" y="175"/>
                </a:cxn>
                <a:cxn ang="0">
                  <a:pos x="175" y="130"/>
                </a:cxn>
                <a:cxn ang="0">
                  <a:pos x="189" y="122"/>
                </a:cxn>
                <a:cxn ang="0">
                  <a:pos x="129" y="23"/>
                </a:cxn>
                <a:cxn ang="0">
                  <a:pos x="115" y="32"/>
                </a:cxn>
                <a:cxn ang="0">
                  <a:pos x="175" y="130"/>
                </a:cxn>
                <a:cxn ang="0">
                  <a:pos x="169" y="134"/>
                </a:cxn>
                <a:cxn ang="0">
                  <a:pos x="109" y="36"/>
                </a:cxn>
                <a:cxn ang="0">
                  <a:pos x="92" y="46"/>
                </a:cxn>
                <a:cxn ang="0">
                  <a:pos x="151" y="145"/>
                </a:cxn>
                <a:cxn ang="0">
                  <a:pos x="169" y="134"/>
                </a:cxn>
                <a:cxn ang="0">
                  <a:pos x="72" y="58"/>
                </a:cxn>
                <a:cxn ang="0">
                  <a:pos x="131" y="157"/>
                </a:cxn>
                <a:cxn ang="0">
                  <a:pos x="145" y="148"/>
                </a:cxn>
                <a:cxn ang="0">
                  <a:pos x="86" y="50"/>
                </a:cxn>
                <a:cxn ang="0">
                  <a:pos x="72" y="58"/>
                </a:cxn>
                <a:cxn ang="0">
                  <a:pos x="67" y="50"/>
                </a:cxn>
                <a:cxn ang="0">
                  <a:pos x="124" y="15"/>
                </a:cxn>
                <a:cxn ang="0">
                  <a:pos x="120" y="8"/>
                </a:cxn>
                <a:cxn ang="0">
                  <a:pos x="102" y="4"/>
                </a:cxn>
                <a:cxn ang="0">
                  <a:pos x="67" y="25"/>
                </a:cxn>
                <a:cxn ang="0">
                  <a:pos x="62" y="43"/>
                </a:cxn>
                <a:cxn ang="0">
                  <a:pos x="67" y="50"/>
                </a:cxn>
                <a:cxn ang="0">
                  <a:pos x="0" y="210"/>
                </a:cxn>
                <a:cxn ang="0">
                  <a:pos x="155" y="210"/>
                </a:cxn>
                <a:cxn ang="0">
                  <a:pos x="155" y="198"/>
                </a:cxn>
                <a:cxn ang="0">
                  <a:pos x="0" y="198"/>
                </a:cxn>
                <a:cxn ang="0">
                  <a:pos x="0" y="210"/>
                </a:cxn>
              </a:cxnLst>
              <a:rect l="0" t="0" r="r" b="b"/>
              <a:pathLst>
                <a:path w="203" h="210">
                  <a:moveTo>
                    <a:pt x="142" y="175"/>
                  </a:moveTo>
                  <a:cubicBezTo>
                    <a:pt x="143" y="177"/>
                    <a:pt x="145" y="178"/>
                    <a:pt x="147" y="179"/>
                  </a:cubicBezTo>
                  <a:cubicBezTo>
                    <a:pt x="203" y="210"/>
                    <a:pt x="203" y="210"/>
                    <a:pt x="203" y="210"/>
                  </a:cubicBezTo>
                  <a:cubicBezTo>
                    <a:pt x="202" y="146"/>
                    <a:pt x="202" y="146"/>
                    <a:pt x="202" y="146"/>
                  </a:cubicBezTo>
                  <a:cubicBezTo>
                    <a:pt x="202" y="144"/>
                    <a:pt x="201" y="142"/>
                    <a:pt x="200" y="140"/>
                  </a:cubicBezTo>
                  <a:cubicBezTo>
                    <a:pt x="194" y="130"/>
                    <a:pt x="194" y="130"/>
                    <a:pt x="194" y="130"/>
                  </a:cubicBezTo>
                  <a:cubicBezTo>
                    <a:pt x="136" y="165"/>
                    <a:pt x="136" y="165"/>
                    <a:pt x="136" y="165"/>
                  </a:cubicBezTo>
                  <a:lnTo>
                    <a:pt x="142" y="175"/>
                  </a:lnTo>
                  <a:close/>
                  <a:moveTo>
                    <a:pt x="175" y="130"/>
                  </a:moveTo>
                  <a:cubicBezTo>
                    <a:pt x="189" y="122"/>
                    <a:pt x="189" y="122"/>
                    <a:pt x="189" y="122"/>
                  </a:cubicBezTo>
                  <a:cubicBezTo>
                    <a:pt x="129" y="23"/>
                    <a:pt x="129" y="23"/>
                    <a:pt x="129" y="23"/>
                  </a:cubicBezTo>
                  <a:cubicBezTo>
                    <a:pt x="115" y="32"/>
                    <a:pt x="115" y="32"/>
                    <a:pt x="115" y="32"/>
                  </a:cubicBezTo>
                  <a:lnTo>
                    <a:pt x="175" y="130"/>
                  </a:lnTo>
                  <a:close/>
                  <a:moveTo>
                    <a:pt x="169" y="134"/>
                  </a:moveTo>
                  <a:cubicBezTo>
                    <a:pt x="109" y="36"/>
                    <a:pt x="109" y="36"/>
                    <a:pt x="109" y="36"/>
                  </a:cubicBezTo>
                  <a:cubicBezTo>
                    <a:pt x="92" y="46"/>
                    <a:pt x="92" y="46"/>
                    <a:pt x="92" y="46"/>
                  </a:cubicBezTo>
                  <a:cubicBezTo>
                    <a:pt x="151" y="145"/>
                    <a:pt x="151" y="145"/>
                    <a:pt x="151" y="145"/>
                  </a:cubicBezTo>
                  <a:lnTo>
                    <a:pt x="169" y="134"/>
                  </a:lnTo>
                  <a:close/>
                  <a:moveTo>
                    <a:pt x="72" y="58"/>
                  </a:moveTo>
                  <a:cubicBezTo>
                    <a:pt x="131" y="157"/>
                    <a:pt x="131" y="157"/>
                    <a:pt x="131" y="157"/>
                  </a:cubicBezTo>
                  <a:cubicBezTo>
                    <a:pt x="145" y="148"/>
                    <a:pt x="145" y="148"/>
                    <a:pt x="145" y="148"/>
                  </a:cubicBezTo>
                  <a:cubicBezTo>
                    <a:pt x="86" y="50"/>
                    <a:pt x="86" y="50"/>
                    <a:pt x="86" y="50"/>
                  </a:cubicBezTo>
                  <a:lnTo>
                    <a:pt x="72" y="58"/>
                  </a:lnTo>
                  <a:close/>
                  <a:moveTo>
                    <a:pt x="67" y="50"/>
                  </a:moveTo>
                  <a:cubicBezTo>
                    <a:pt x="124" y="15"/>
                    <a:pt x="124" y="15"/>
                    <a:pt x="124" y="15"/>
                  </a:cubicBezTo>
                  <a:cubicBezTo>
                    <a:pt x="120" y="8"/>
                    <a:pt x="120" y="8"/>
                    <a:pt x="120" y="8"/>
                  </a:cubicBezTo>
                  <a:cubicBezTo>
                    <a:pt x="116" y="2"/>
                    <a:pt x="108" y="0"/>
                    <a:pt x="102" y="4"/>
                  </a:cubicBezTo>
                  <a:cubicBezTo>
                    <a:pt x="67" y="25"/>
                    <a:pt x="67" y="25"/>
                    <a:pt x="67" y="25"/>
                  </a:cubicBezTo>
                  <a:cubicBezTo>
                    <a:pt x="61" y="29"/>
                    <a:pt x="59" y="37"/>
                    <a:pt x="62" y="43"/>
                  </a:cubicBezTo>
                  <a:lnTo>
                    <a:pt x="67" y="50"/>
                  </a:lnTo>
                  <a:close/>
                  <a:moveTo>
                    <a:pt x="0" y="210"/>
                  </a:moveTo>
                  <a:cubicBezTo>
                    <a:pt x="155" y="210"/>
                    <a:pt x="155" y="210"/>
                    <a:pt x="155" y="210"/>
                  </a:cubicBezTo>
                  <a:cubicBezTo>
                    <a:pt x="155" y="198"/>
                    <a:pt x="155" y="198"/>
                    <a:pt x="155" y="198"/>
                  </a:cubicBezTo>
                  <a:cubicBezTo>
                    <a:pt x="0" y="198"/>
                    <a:pt x="0" y="198"/>
                    <a:pt x="0" y="198"/>
                  </a:cubicBezTo>
                  <a:lnTo>
                    <a:pt x="0" y="210"/>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52" name="그룹 151"/>
          <p:cNvGrpSpPr/>
          <p:nvPr/>
        </p:nvGrpSpPr>
        <p:grpSpPr>
          <a:xfrm>
            <a:off x="2757205" y="1416653"/>
            <a:ext cx="1326762" cy="1965289"/>
            <a:chOff x="4860325" y="1423184"/>
            <a:chExt cx="1326762" cy="1965289"/>
          </a:xfrm>
        </p:grpSpPr>
        <p:grpSp>
          <p:nvGrpSpPr>
            <p:cNvPr id="153" name="그룹 44"/>
            <p:cNvGrpSpPr/>
            <p:nvPr/>
          </p:nvGrpSpPr>
          <p:grpSpPr>
            <a:xfrm>
              <a:off x="4860325" y="1423184"/>
              <a:ext cx="1326762" cy="1965289"/>
              <a:chOff x="4860325" y="1423184"/>
              <a:chExt cx="1326762" cy="1965289"/>
            </a:xfrm>
          </p:grpSpPr>
          <p:grpSp>
            <p:nvGrpSpPr>
              <p:cNvPr id="155" name="그룹 41"/>
              <p:cNvGrpSpPr/>
              <p:nvPr/>
            </p:nvGrpSpPr>
            <p:grpSpPr>
              <a:xfrm>
                <a:off x="4860325" y="2061716"/>
                <a:ext cx="1326762" cy="1326757"/>
                <a:chOff x="4860325" y="2061716"/>
                <a:chExt cx="1326762" cy="1326757"/>
              </a:xfrm>
            </p:grpSpPr>
            <p:grpSp>
              <p:nvGrpSpPr>
                <p:cNvPr id="159" name="그룹 98"/>
                <p:cNvGrpSpPr/>
                <p:nvPr/>
              </p:nvGrpSpPr>
              <p:grpSpPr>
                <a:xfrm>
                  <a:off x="4860325" y="2061716"/>
                  <a:ext cx="1326762" cy="1326757"/>
                  <a:chOff x="5388526" y="1348545"/>
                  <a:chExt cx="805348" cy="805347"/>
                </a:xfrm>
              </p:grpSpPr>
              <p:sp>
                <p:nvSpPr>
                  <p:cNvPr id="161" name="타원 160"/>
                  <p:cNvSpPr/>
                  <p:nvPr/>
                </p:nvSpPr>
                <p:spPr>
                  <a:xfrm>
                    <a:off x="5388526" y="1348545"/>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500"/>
                      </a:lnSpc>
                    </a:pPr>
                    <a:endParaRPr lang="ko-KR" altLang="en-US" sz="80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62"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60" name="TextBox 159"/>
                <p:cNvSpPr txBox="1"/>
                <p:nvPr/>
              </p:nvSpPr>
              <p:spPr>
                <a:xfrm>
                  <a:off x="4880330" y="2903084"/>
                  <a:ext cx="1286751" cy="319504"/>
                </a:xfrm>
                <a:prstGeom prst="rect">
                  <a:avLst/>
                </a:prstGeom>
                <a:noFill/>
              </p:spPr>
              <p:txBody>
                <a:bodyPr wrap="square" lIns="0" tIns="0" rIns="0" bIns="0" rtlCol="0">
                  <a:noAutofit/>
                </a:bodyPr>
                <a:lstStyle/>
                <a:p>
                  <a:pPr lvl="0"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grpSp>
            <p:nvGrpSpPr>
              <p:cNvPr id="156" name="그룹 131"/>
              <p:cNvGrpSpPr/>
              <p:nvPr/>
            </p:nvGrpSpPr>
            <p:grpSpPr>
              <a:xfrm>
                <a:off x="4944799" y="1423184"/>
                <a:ext cx="1157815" cy="634216"/>
                <a:chOff x="3773835" y="1289834"/>
                <a:chExt cx="1157815" cy="634216"/>
              </a:xfrm>
            </p:grpSpPr>
            <p:sp>
              <p:nvSpPr>
                <p:cNvPr id="157" name="TextBox 156"/>
                <p:cNvSpPr txBox="1">
                  <a:spLocks/>
                </p:cNvSpPr>
                <p:nvPr/>
              </p:nvSpPr>
              <p:spPr>
                <a:xfrm>
                  <a:off x="3773835" y="1289834"/>
                  <a:ext cx="1157815" cy="193940"/>
                </a:xfrm>
                <a:prstGeom prst="rect">
                  <a:avLst/>
                </a:prstGeom>
                <a:noFill/>
              </p:spPr>
              <p:txBody>
                <a:bodyPr wrap="square" lIns="0" tIns="0" rIns="0" bIns="0" rtlCol="0">
                  <a:noAutofit/>
                </a:bodyPr>
                <a:lstStyle/>
                <a:p>
                  <a:pPr lvl="0" algn="ctr"/>
                  <a:r>
                    <a:rPr lang="en-US" altLang="ko-KR" sz="1000" b="1" dirty="0">
                      <a:gradFill>
                        <a:gsLst>
                          <a:gs pos="0">
                            <a:schemeClr val="accent1"/>
                          </a:gs>
                          <a:gs pos="100000">
                            <a:schemeClr val="accent1"/>
                          </a:gs>
                        </a:gsLst>
                        <a:lin ang="5400000" scaled="0"/>
                      </a:gradFill>
                      <a:latin typeface="Roboto Condensed Regular"/>
                    </a:rPr>
                    <a:t>Lorem Ipsum</a:t>
                  </a:r>
                  <a:endParaRPr lang="ko-KR" altLang="en-US" sz="1000" b="1" dirty="0">
                    <a:gradFill>
                      <a:gsLst>
                        <a:gs pos="0">
                          <a:schemeClr val="accent1"/>
                        </a:gs>
                        <a:gs pos="100000">
                          <a:schemeClr val="accent1"/>
                        </a:gs>
                      </a:gsLst>
                      <a:lin ang="5400000" scaled="0"/>
                    </a:gradFill>
                    <a:latin typeface="Roboto Condensed Regular"/>
                  </a:endParaRPr>
                </a:p>
              </p:txBody>
            </p:sp>
            <p:sp>
              <p:nvSpPr>
                <p:cNvPr id="158" name="TextBox 157"/>
                <p:cNvSpPr txBox="1"/>
                <p:nvPr/>
              </p:nvSpPr>
              <p:spPr>
                <a:xfrm>
                  <a:off x="3773835" y="1478132"/>
                  <a:ext cx="1157815" cy="44591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grpSp>
        </p:grpSp>
        <p:sp>
          <p:nvSpPr>
            <p:cNvPr id="154" name="Freeform 52"/>
            <p:cNvSpPr>
              <a:spLocks noEditPoints="1"/>
            </p:cNvSpPr>
            <p:nvPr/>
          </p:nvSpPr>
          <p:spPr bwMode="auto">
            <a:xfrm>
              <a:off x="5299424" y="2320868"/>
              <a:ext cx="448563" cy="499063"/>
            </a:xfrm>
            <a:custGeom>
              <a:avLst/>
              <a:gdLst/>
              <a:ahLst/>
              <a:cxnLst>
                <a:cxn ang="0">
                  <a:pos x="191" y="7"/>
                </a:cxn>
                <a:cxn ang="0">
                  <a:pos x="168" y="7"/>
                </a:cxn>
                <a:cxn ang="0">
                  <a:pos x="161" y="0"/>
                </a:cxn>
                <a:cxn ang="0">
                  <a:pos x="44" y="0"/>
                </a:cxn>
                <a:cxn ang="0">
                  <a:pos x="37" y="7"/>
                </a:cxn>
                <a:cxn ang="0">
                  <a:pos x="8" y="7"/>
                </a:cxn>
                <a:cxn ang="0">
                  <a:pos x="0" y="14"/>
                </a:cxn>
                <a:cxn ang="0">
                  <a:pos x="0" y="41"/>
                </a:cxn>
                <a:cxn ang="0">
                  <a:pos x="88" y="124"/>
                </a:cxn>
                <a:cxn ang="0">
                  <a:pos x="88" y="169"/>
                </a:cxn>
                <a:cxn ang="0">
                  <a:pos x="54" y="178"/>
                </a:cxn>
                <a:cxn ang="0">
                  <a:pos x="50" y="184"/>
                </a:cxn>
                <a:cxn ang="0">
                  <a:pos x="50" y="189"/>
                </a:cxn>
                <a:cxn ang="0">
                  <a:pos x="44" y="195"/>
                </a:cxn>
                <a:cxn ang="0">
                  <a:pos x="37" y="201"/>
                </a:cxn>
                <a:cxn ang="0">
                  <a:pos x="37" y="214"/>
                </a:cxn>
                <a:cxn ang="0">
                  <a:pos x="44" y="220"/>
                </a:cxn>
                <a:cxn ang="0">
                  <a:pos x="155" y="220"/>
                </a:cxn>
                <a:cxn ang="0">
                  <a:pos x="161" y="214"/>
                </a:cxn>
                <a:cxn ang="0">
                  <a:pos x="161" y="201"/>
                </a:cxn>
                <a:cxn ang="0">
                  <a:pos x="155" y="195"/>
                </a:cxn>
                <a:cxn ang="0">
                  <a:pos x="149" y="189"/>
                </a:cxn>
                <a:cxn ang="0">
                  <a:pos x="149" y="184"/>
                </a:cxn>
                <a:cxn ang="0">
                  <a:pos x="145" y="178"/>
                </a:cxn>
                <a:cxn ang="0">
                  <a:pos x="110" y="169"/>
                </a:cxn>
                <a:cxn ang="0">
                  <a:pos x="110" y="124"/>
                </a:cxn>
                <a:cxn ang="0">
                  <a:pos x="198" y="41"/>
                </a:cxn>
                <a:cxn ang="0">
                  <a:pos x="198" y="14"/>
                </a:cxn>
                <a:cxn ang="0">
                  <a:pos x="191" y="7"/>
                </a:cxn>
                <a:cxn ang="0">
                  <a:pos x="14" y="38"/>
                </a:cxn>
                <a:cxn ang="0">
                  <a:pos x="14" y="29"/>
                </a:cxn>
                <a:cxn ang="0">
                  <a:pos x="21" y="22"/>
                </a:cxn>
                <a:cxn ang="0">
                  <a:pos x="38" y="22"/>
                </a:cxn>
                <a:cxn ang="0">
                  <a:pos x="50" y="82"/>
                </a:cxn>
                <a:cxn ang="0">
                  <a:pos x="14" y="38"/>
                </a:cxn>
                <a:cxn ang="0">
                  <a:pos x="185" y="38"/>
                </a:cxn>
                <a:cxn ang="0">
                  <a:pos x="149" y="82"/>
                </a:cxn>
                <a:cxn ang="0">
                  <a:pos x="160" y="22"/>
                </a:cxn>
                <a:cxn ang="0">
                  <a:pos x="177" y="22"/>
                </a:cxn>
                <a:cxn ang="0">
                  <a:pos x="185" y="29"/>
                </a:cxn>
                <a:cxn ang="0">
                  <a:pos x="185" y="38"/>
                </a:cxn>
              </a:cxnLst>
              <a:rect l="0" t="0" r="r" b="b"/>
              <a:pathLst>
                <a:path w="198" h="220">
                  <a:moveTo>
                    <a:pt x="191" y="7"/>
                  </a:moveTo>
                  <a:cubicBezTo>
                    <a:pt x="168" y="7"/>
                    <a:pt x="168" y="7"/>
                    <a:pt x="168" y="7"/>
                  </a:cubicBezTo>
                  <a:cubicBezTo>
                    <a:pt x="164" y="7"/>
                    <a:pt x="161" y="4"/>
                    <a:pt x="161" y="0"/>
                  </a:cubicBezTo>
                  <a:cubicBezTo>
                    <a:pt x="44" y="0"/>
                    <a:pt x="44" y="0"/>
                    <a:pt x="44" y="0"/>
                  </a:cubicBezTo>
                  <a:cubicBezTo>
                    <a:pt x="40" y="0"/>
                    <a:pt x="37" y="3"/>
                    <a:pt x="37" y="7"/>
                  </a:cubicBezTo>
                  <a:cubicBezTo>
                    <a:pt x="8" y="7"/>
                    <a:pt x="8" y="7"/>
                    <a:pt x="8" y="7"/>
                  </a:cubicBezTo>
                  <a:cubicBezTo>
                    <a:pt x="4" y="7"/>
                    <a:pt x="0" y="10"/>
                    <a:pt x="0" y="14"/>
                  </a:cubicBezTo>
                  <a:cubicBezTo>
                    <a:pt x="0" y="41"/>
                    <a:pt x="0" y="41"/>
                    <a:pt x="0" y="41"/>
                  </a:cubicBezTo>
                  <a:cubicBezTo>
                    <a:pt x="0" y="80"/>
                    <a:pt x="63" y="113"/>
                    <a:pt x="88" y="124"/>
                  </a:cubicBezTo>
                  <a:cubicBezTo>
                    <a:pt x="88" y="169"/>
                    <a:pt x="88" y="169"/>
                    <a:pt x="88" y="169"/>
                  </a:cubicBezTo>
                  <a:cubicBezTo>
                    <a:pt x="88" y="169"/>
                    <a:pt x="69" y="171"/>
                    <a:pt x="54" y="178"/>
                  </a:cubicBezTo>
                  <a:cubicBezTo>
                    <a:pt x="51" y="179"/>
                    <a:pt x="50" y="182"/>
                    <a:pt x="50" y="184"/>
                  </a:cubicBezTo>
                  <a:cubicBezTo>
                    <a:pt x="50" y="189"/>
                    <a:pt x="50" y="189"/>
                    <a:pt x="50" y="189"/>
                  </a:cubicBezTo>
                  <a:cubicBezTo>
                    <a:pt x="50" y="192"/>
                    <a:pt x="47" y="195"/>
                    <a:pt x="44" y="195"/>
                  </a:cubicBezTo>
                  <a:cubicBezTo>
                    <a:pt x="40" y="195"/>
                    <a:pt x="37" y="198"/>
                    <a:pt x="37" y="201"/>
                  </a:cubicBezTo>
                  <a:cubicBezTo>
                    <a:pt x="37" y="214"/>
                    <a:pt x="37" y="214"/>
                    <a:pt x="37" y="214"/>
                  </a:cubicBezTo>
                  <a:cubicBezTo>
                    <a:pt x="37" y="217"/>
                    <a:pt x="40" y="220"/>
                    <a:pt x="44" y="220"/>
                  </a:cubicBezTo>
                  <a:cubicBezTo>
                    <a:pt x="155" y="220"/>
                    <a:pt x="155" y="220"/>
                    <a:pt x="155" y="220"/>
                  </a:cubicBezTo>
                  <a:cubicBezTo>
                    <a:pt x="158" y="220"/>
                    <a:pt x="161" y="217"/>
                    <a:pt x="161" y="214"/>
                  </a:cubicBezTo>
                  <a:cubicBezTo>
                    <a:pt x="161" y="201"/>
                    <a:pt x="161" y="201"/>
                    <a:pt x="161" y="201"/>
                  </a:cubicBezTo>
                  <a:cubicBezTo>
                    <a:pt x="161" y="198"/>
                    <a:pt x="158" y="195"/>
                    <a:pt x="155" y="195"/>
                  </a:cubicBezTo>
                  <a:cubicBezTo>
                    <a:pt x="151" y="195"/>
                    <a:pt x="149" y="192"/>
                    <a:pt x="149" y="189"/>
                  </a:cubicBezTo>
                  <a:cubicBezTo>
                    <a:pt x="149" y="184"/>
                    <a:pt x="149" y="184"/>
                    <a:pt x="149" y="184"/>
                  </a:cubicBezTo>
                  <a:cubicBezTo>
                    <a:pt x="149" y="182"/>
                    <a:pt x="147" y="179"/>
                    <a:pt x="145" y="178"/>
                  </a:cubicBezTo>
                  <a:cubicBezTo>
                    <a:pt x="130" y="171"/>
                    <a:pt x="110" y="169"/>
                    <a:pt x="110" y="169"/>
                  </a:cubicBezTo>
                  <a:cubicBezTo>
                    <a:pt x="110" y="124"/>
                    <a:pt x="110" y="124"/>
                    <a:pt x="110" y="124"/>
                  </a:cubicBezTo>
                  <a:cubicBezTo>
                    <a:pt x="135" y="113"/>
                    <a:pt x="198" y="80"/>
                    <a:pt x="198" y="41"/>
                  </a:cubicBezTo>
                  <a:cubicBezTo>
                    <a:pt x="198" y="14"/>
                    <a:pt x="198" y="14"/>
                    <a:pt x="198" y="14"/>
                  </a:cubicBezTo>
                  <a:cubicBezTo>
                    <a:pt x="198" y="10"/>
                    <a:pt x="195" y="7"/>
                    <a:pt x="191" y="7"/>
                  </a:cubicBezTo>
                  <a:close/>
                  <a:moveTo>
                    <a:pt x="14" y="38"/>
                  </a:moveTo>
                  <a:cubicBezTo>
                    <a:pt x="14" y="29"/>
                    <a:pt x="14" y="29"/>
                    <a:pt x="14" y="29"/>
                  </a:cubicBezTo>
                  <a:cubicBezTo>
                    <a:pt x="14" y="25"/>
                    <a:pt x="17" y="22"/>
                    <a:pt x="21" y="22"/>
                  </a:cubicBezTo>
                  <a:cubicBezTo>
                    <a:pt x="38" y="22"/>
                    <a:pt x="38" y="22"/>
                    <a:pt x="38" y="22"/>
                  </a:cubicBezTo>
                  <a:cubicBezTo>
                    <a:pt x="38" y="22"/>
                    <a:pt x="38" y="63"/>
                    <a:pt x="50" y="82"/>
                  </a:cubicBezTo>
                  <a:cubicBezTo>
                    <a:pt x="50" y="82"/>
                    <a:pt x="14" y="66"/>
                    <a:pt x="14" y="38"/>
                  </a:cubicBezTo>
                  <a:close/>
                  <a:moveTo>
                    <a:pt x="185" y="38"/>
                  </a:moveTo>
                  <a:cubicBezTo>
                    <a:pt x="185" y="66"/>
                    <a:pt x="149" y="82"/>
                    <a:pt x="149" y="82"/>
                  </a:cubicBezTo>
                  <a:cubicBezTo>
                    <a:pt x="160" y="63"/>
                    <a:pt x="160" y="22"/>
                    <a:pt x="160" y="22"/>
                  </a:cubicBezTo>
                  <a:cubicBezTo>
                    <a:pt x="177" y="22"/>
                    <a:pt x="177" y="22"/>
                    <a:pt x="177" y="22"/>
                  </a:cubicBezTo>
                  <a:cubicBezTo>
                    <a:pt x="181" y="22"/>
                    <a:pt x="185" y="25"/>
                    <a:pt x="185" y="29"/>
                  </a:cubicBezTo>
                  <a:lnTo>
                    <a:pt x="185" y="38"/>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500"/>
                                        <p:tgtEl>
                                          <p:spTgt spid="152"/>
                                        </p:tgtEl>
                                      </p:cBhvr>
                                    </p:animEffect>
                                    <p:anim calcmode="lin" valueType="num">
                                      <p:cBhvr>
                                        <p:cTn id="8" dur="500" fill="hold"/>
                                        <p:tgtEl>
                                          <p:spTgt spid="152"/>
                                        </p:tgtEl>
                                        <p:attrNameLst>
                                          <p:attrName>ppt_x</p:attrName>
                                        </p:attrNameLst>
                                      </p:cBhvr>
                                      <p:tavLst>
                                        <p:tav tm="0">
                                          <p:val>
                                            <p:strVal val="#ppt_x"/>
                                          </p:val>
                                        </p:tav>
                                        <p:tav tm="100000">
                                          <p:val>
                                            <p:strVal val="#ppt_x"/>
                                          </p:val>
                                        </p:tav>
                                      </p:tavLst>
                                    </p:anim>
                                    <p:anim calcmode="lin" valueType="num">
                                      <p:cBhvr>
                                        <p:cTn id="9" dur="500" fill="hold"/>
                                        <p:tgtEl>
                                          <p:spTgt spid="152"/>
                                        </p:tgtEl>
                                        <p:attrNameLst>
                                          <p:attrName>ppt_y</p:attrName>
                                        </p:attrNameLst>
                                      </p:cBhvr>
                                      <p:tavLst>
                                        <p:tav tm="0">
                                          <p:val>
                                            <p:strVal val="#ppt_y-.1"/>
                                          </p:val>
                                        </p:tav>
                                        <p:tav tm="100000">
                                          <p:val>
                                            <p:strVal val="#ppt_y"/>
                                          </p:val>
                                        </p:tav>
                                      </p:tavLst>
                                    </p:anim>
                                  </p:childTnLst>
                                </p:cTn>
                              </p:par>
                              <p:par>
                                <p:cTn id="10" presetID="17" presetClass="entr" presetSubtype="10" fill="hold" grpId="0" nodeType="withEffect">
                                  <p:stCondLst>
                                    <p:cond delay="0"/>
                                  </p:stCondLst>
                                  <p:childTnLst>
                                    <p:set>
                                      <p:cBhvr>
                                        <p:cTn id="11" dur="1" fill="hold">
                                          <p:stCondLst>
                                            <p:cond delay="0"/>
                                          </p:stCondLst>
                                        </p:cTn>
                                        <p:tgtEl>
                                          <p:spTgt spid="107"/>
                                        </p:tgtEl>
                                        <p:attrNameLst>
                                          <p:attrName>style.visibility</p:attrName>
                                        </p:attrNameLst>
                                      </p:cBhvr>
                                      <p:to>
                                        <p:strVal val="visible"/>
                                      </p:to>
                                    </p:set>
                                    <p:anim calcmode="lin" valueType="num">
                                      <p:cBhvr>
                                        <p:cTn id="12" dur="500" fill="hold"/>
                                        <p:tgtEl>
                                          <p:spTgt spid="107"/>
                                        </p:tgtEl>
                                        <p:attrNameLst>
                                          <p:attrName>ppt_w</p:attrName>
                                        </p:attrNameLst>
                                      </p:cBhvr>
                                      <p:tavLst>
                                        <p:tav tm="0">
                                          <p:val>
                                            <p:fltVal val="0"/>
                                          </p:val>
                                        </p:tav>
                                        <p:tav tm="100000">
                                          <p:val>
                                            <p:strVal val="#ppt_w"/>
                                          </p:val>
                                        </p:tav>
                                      </p:tavLst>
                                    </p:anim>
                                    <p:anim calcmode="lin" valueType="num">
                                      <p:cBhvr>
                                        <p:cTn id="13" dur="500" fill="hold"/>
                                        <p:tgtEl>
                                          <p:spTgt spid="107"/>
                                        </p:tgtEl>
                                        <p:attrNameLst>
                                          <p:attrName>ppt_h</p:attrName>
                                        </p:attrNameLst>
                                      </p:cBhvr>
                                      <p:tavLst>
                                        <p:tav tm="0">
                                          <p:val>
                                            <p:strVal val="#ppt_h"/>
                                          </p:val>
                                        </p:tav>
                                        <p:tav tm="100000">
                                          <p:val>
                                            <p:strVal val="#ppt_h"/>
                                          </p:val>
                                        </p:tav>
                                      </p:tavLst>
                                    </p:anim>
                                  </p:childTnLst>
                                </p:cTn>
                              </p:par>
                            </p:childTnLst>
                          </p:cTn>
                        </p:par>
                        <p:par>
                          <p:cTn id="14" fill="hold">
                            <p:stCondLst>
                              <p:cond delay="500"/>
                            </p:stCondLst>
                            <p:childTnLst>
                              <p:par>
                                <p:cTn id="15" presetID="47" presetClass="entr" presetSubtype="0" fill="hold" nodeType="afterEffect">
                                  <p:stCondLst>
                                    <p:cond delay="0"/>
                                  </p:stCondLst>
                                  <p:childTnLst>
                                    <p:set>
                                      <p:cBhvr>
                                        <p:cTn id="16" dur="1" fill="hold">
                                          <p:stCondLst>
                                            <p:cond delay="0"/>
                                          </p:stCondLst>
                                        </p:cTn>
                                        <p:tgtEl>
                                          <p:spTgt spid="121"/>
                                        </p:tgtEl>
                                        <p:attrNameLst>
                                          <p:attrName>style.visibility</p:attrName>
                                        </p:attrNameLst>
                                      </p:cBhvr>
                                      <p:to>
                                        <p:strVal val="visible"/>
                                      </p:to>
                                    </p:set>
                                    <p:animEffect transition="in" filter="fade">
                                      <p:cBhvr>
                                        <p:cTn id="17" dur="500"/>
                                        <p:tgtEl>
                                          <p:spTgt spid="121"/>
                                        </p:tgtEl>
                                      </p:cBhvr>
                                    </p:animEffect>
                                    <p:anim calcmode="lin" valueType="num">
                                      <p:cBhvr>
                                        <p:cTn id="18" dur="500" fill="hold"/>
                                        <p:tgtEl>
                                          <p:spTgt spid="121"/>
                                        </p:tgtEl>
                                        <p:attrNameLst>
                                          <p:attrName>ppt_x</p:attrName>
                                        </p:attrNameLst>
                                      </p:cBhvr>
                                      <p:tavLst>
                                        <p:tav tm="0">
                                          <p:val>
                                            <p:strVal val="#ppt_x"/>
                                          </p:val>
                                        </p:tav>
                                        <p:tav tm="100000">
                                          <p:val>
                                            <p:strVal val="#ppt_x"/>
                                          </p:val>
                                        </p:tav>
                                      </p:tavLst>
                                    </p:anim>
                                    <p:anim calcmode="lin" valueType="num">
                                      <p:cBhvr>
                                        <p:cTn id="19" dur="500" fill="hold"/>
                                        <p:tgtEl>
                                          <p:spTgt spid="121"/>
                                        </p:tgtEl>
                                        <p:attrNameLst>
                                          <p:attrName>ppt_y</p:attrName>
                                        </p:attrNameLst>
                                      </p:cBhvr>
                                      <p:tavLst>
                                        <p:tav tm="0">
                                          <p:val>
                                            <p:strVal val="#ppt_y-.1"/>
                                          </p:val>
                                        </p:tav>
                                        <p:tav tm="100000">
                                          <p:val>
                                            <p:strVal val="#ppt_y"/>
                                          </p:val>
                                        </p:tav>
                                      </p:tavLst>
                                    </p:anim>
                                  </p:childTnLst>
                                </p:cTn>
                              </p:par>
                              <p:par>
                                <p:cTn id="20" presetID="17" presetClass="entr" presetSubtype="10" fill="hold" grpId="0" nodeType="with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500" fill="hold"/>
                                        <p:tgtEl>
                                          <p:spTgt spid="103"/>
                                        </p:tgtEl>
                                        <p:attrNameLst>
                                          <p:attrName>ppt_w</p:attrName>
                                        </p:attrNameLst>
                                      </p:cBhvr>
                                      <p:tavLst>
                                        <p:tav tm="0">
                                          <p:val>
                                            <p:fltVal val="0"/>
                                          </p:val>
                                        </p:tav>
                                        <p:tav tm="100000">
                                          <p:val>
                                            <p:strVal val="#ppt_w"/>
                                          </p:val>
                                        </p:tav>
                                      </p:tavLst>
                                    </p:anim>
                                    <p:anim calcmode="lin" valueType="num">
                                      <p:cBhvr>
                                        <p:cTn id="23" dur="500" fill="hold"/>
                                        <p:tgtEl>
                                          <p:spTgt spid="103"/>
                                        </p:tgtEl>
                                        <p:attrNameLst>
                                          <p:attrName>ppt_h</p:attrName>
                                        </p:attrNameLst>
                                      </p:cBhvr>
                                      <p:tavLst>
                                        <p:tav tm="0">
                                          <p:val>
                                            <p:strVal val="#ppt_h"/>
                                          </p:val>
                                        </p:tav>
                                        <p:tav tm="100000">
                                          <p:val>
                                            <p:strVal val="#ppt_h"/>
                                          </p:val>
                                        </p:tav>
                                      </p:tavLst>
                                    </p:anim>
                                  </p:childTnLst>
                                </p:cTn>
                              </p:par>
                            </p:childTnLst>
                          </p:cTn>
                        </p:par>
                        <p:par>
                          <p:cTn id="24" fill="hold">
                            <p:stCondLst>
                              <p:cond delay="1000"/>
                            </p:stCondLst>
                            <p:childTnLst>
                              <p:par>
                                <p:cTn id="25" presetID="47" presetClass="entr" presetSubtype="0" fill="hold" nodeType="afterEffect">
                                  <p:stCondLst>
                                    <p:cond delay="0"/>
                                  </p:stCondLst>
                                  <p:childTnLst>
                                    <p:set>
                                      <p:cBhvr>
                                        <p:cTn id="26" dur="1" fill="hold">
                                          <p:stCondLst>
                                            <p:cond delay="0"/>
                                          </p:stCondLst>
                                        </p:cTn>
                                        <p:tgtEl>
                                          <p:spTgt spid="141"/>
                                        </p:tgtEl>
                                        <p:attrNameLst>
                                          <p:attrName>style.visibility</p:attrName>
                                        </p:attrNameLst>
                                      </p:cBhvr>
                                      <p:to>
                                        <p:strVal val="visible"/>
                                      </p:to>
                                    </p:set>
                                    <p:animEffect transition="in" filter="fade">
                                      <p:cBhvr>
                                        <p:cTn id="27" dur="500"/>
                                        <p:tgtEl>
                                          <p:spTgt spid="141"/>
                                        </p:tgtEl>
                                      </p:cBhvr>
                                    </p:animEffect>
                                    <p:anim calcmode="lin" valueType="num">
                                      <p:cBhvr>
                                        <p:cTn id="28" dur="500" fill="hold"/>
                                        <p:tgtEl>
                                          <p:spTgt spid="141"/>
                                        </p:tgtEl>
                                        <p:attrNameLst>
                                          <p:attrName>ppt_x</p:attrName>
                                        </p:attrNameLst>
                                      </p:cBhvr>
                                      <p:tavLst>
                                        <p:tav tm="0">
                                          <p:val>
                                            <p:strVal val="#ppt_x"/>
                                          </p:val>
                                        </p:tav>
                                        <p:tav tm="100000">
                                          <p:val>
                                            <p:strVal val="#ppt_x"/>
                                          </p:val>
                                        </p:tav>
                                      </p:tavLst>
                                    </p:anim>
                                    <p:anim calcmode="lin" valueType="num">
                                      <p:cBhvr>
                                        <p:cTn id="29" dur="500" fill="hold"/>
                                        <p:tgtEl>
                                          <p:spTgt spid="141"/>
                                        </p:tgtEl>
                                        <p:attrNameLst>
                                          <p:attrName>ppt_y</p:attrName>
                                        </p:attrNameLst>
                                      </p:cBhvr>
                                      <p:tavLst>
                                        <p:tav tm="0">
                                          <p:val>
                                            <p:strVal val="#ppt_y-.1"/>
                                          </p:val>
                                        </p:tav>
                                        <p:tav tm="100000">
                                          <p:val>
                                            <p:strVal val="#ppt_y"/>
                                          </p:val>
                                        </p:tav>
                                      </p:tavLst>
                                    </p:anim>
                                  </p:childTnLst>
                                </p:cTn>
                              </p:par>
                              <p:par>
                                <p:cTn id="30" presetID="17" presetClass="entr" presetSubtype="10" fill="hold" nodeType="withEffect">
                                  <p:stCondLst>
                                    <p:cond delay="0"/>
                                  </p:stCondLst>
                                  <p:childTnLst>
                                    <p:set>
                                      <p:cBhvr>
                                        <p:cTn id="31" dur="1" fill="hold">
                                          <p:stCondLst>
                                            <p:cond delay="0"/>
                                          </p:stCondLst>
                                        </p:cTn>
                                        <p:tgtEl>
                                          <p:spTgt spid="104"/>
                                        </p:tgtEl>
                                        <p:attrNameLst>
                                          <p:attrName>style.visibility</p:attrName>
                                        </p:attrNameLst>
                                      </p:cBhvr>
                                      <p:to>
                                        <p:strVal val="visible"/>
                                      </p:to>
                                    </p:set>
                                    <p:anim calcmode="lin" valueType="num">
                                      <p:cBhvr>
                                        <p:cTn id="32" dur="500" fill="hold"/>
                                        <p:tgtEl>
                                          <p:spTgt spid="104"/>
                                        </p:tgtEl>
                                        <p:attrNameLst>
                                          <p:attrName>ppt_w</p:attrName>
                                        </p:attrNameLst>
                                      </p:cBhvr>
                                      <p:tavLst>
                                        <p:tav tm="0">
                                          <p:val>
                                            <p:fltVal val="0"/>
                                          </p:val>
                                        </p:tav>
                                        <p:tav tm="100000">
                                          <p:val>
                                            <p:strVal val="#ppt_w"/>
                                          </p:val>
                                        </p:tav>
                                      </p:tavLst>
                                    </p:anim>
                                    <p:anim calcmode="lin" valueType="num">
                                      <p:cBhvr>
                                        <p:cTn id="33" dur="500" fill="hold"/>
                                        <p:tgtEl>
                                          <p:spTgt spid="104"/>
                                        </p:tgtEl>
                                        <p:attrNameLst>
                                          <p:attrName>ppt_h</p:attrName>
                                        </p:attrNameLst>
                                      </p:cBhvr>
                                      <p:tavLst>
                                        <p:tav tm="0">
                                          <p:val>
                                            <p:strVal val="#ppt_h"/>
                                          </p:val>
                                        </p:tav>
                                        <p:tav tm="100000">
                                          <p:val>
                                            <p:strVal val="#ppt_h"/>
                                          </p:val>
                                        </p:tav>
                                      </p:tavLst>
                                    </p:anim>
                                  </p:childTnLst>
                                </p:cTn>
                              </p:par>
                              <p:par>
                                <p:cTn id="34" presetID="42" presetClass="entr" presetSubtype="0" fill="hold" nodeType="withEffect">
                                  <p:stCondLst>
                                    <p:cond delay="0"/>
                                  </p:stCondLst>
                                  <p:childTnLst>
                                    <p:set>
                                      <p:cBhvr>
                                        <p:cTn id="35" dur="1" fill="hold">
                                          <p:stCondLst>
                                            <p:cond delay="0"/>
                                          </p:stCondLst>
                                        </p:cTn>
                                        <p:tgtEl>
                                          <p:spTgt spid="108"/>
                                        </p:tgtEl>
                                        <p:attrNameLst>
                                          <p:attrName>style.visibility</p:attrName>
                                        </p:attrNameLst>
                                      </p:cBhvr>
                                      <p:to>
                                        <p:strVal val="visible"/>
                                      </p:to>
                                    </p:set>
                                    <p:animEffect transition="in" filter="fade">
                                      <p:cBhvr>
                                        <p:cTn id="36" dur="500"/>
                                        <p:tgtEl>
                                          <p:spTgt spid="108"/>
                                        </p:tgtEl>
                                      </p:cBhvr>
                                    </p:animEffect>
                                    <p:anim calcmode="lin" valueType="num">
                                      <p:cBhvr>
                                        <p:cTn id="37" dur="500" fill="hold"/>
                                        <p:tgtEl>
                                          <p:spTgt spid="108"/>
                                        </p:tgtEl>
                                        <p:attrNameLst>
                                          <p:attrName>ppt_x</p:attrName>
                                        </p:attrNameLst>
                                      </p:cBhvr>
                                      <p:tavLst>
                                        <p:tav tm="0">
                                          <p:val>
                                            <p:strVal val="#ppt_x"/>
                                          </p:val>
                                        </p:tav>
                                        <p:tav tm="100000">
                                          <p:val>
                                            <p:strVal val="#ppt_x"/>
                                          </p:val>
                                        </p:tav>
                                      </p:tavLst>
                                    </p:anim>
                                    <p:anim calcmode="lin" valueType="num">
                                      <p:cBhvr>
                                        <p:cTn id="38" dur="500" fill="hold"/>
                                        <p:tgtEl>
                                          <p:spTgt spid="10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0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 name="그룹 94"/>
          <p:cNvGrpSpPr/>
          <p:nvPr/>
        </p:nvGrpSpPr>
        <p:grpSpPr>
          <a:xfrm>
            <a:off x="836395" y="3869593"/>
            <a:ext cx="2054660" cy="706142"/>
            <a:chOff x="3141326" y="3869593"/>
            <a:chExt cx="2054660" cy="706142"/>
          </a:xfrm>
        </p:grpSpPr>
        <p:grpSp>
          <p:nvGrpSpPr>
            <p:cNvPr id="99" name="그룹 98"/>
            <p:cNvGrpSpPr/>
            <p:nvPr/>
          </p:nvGrpSpPr>
          <p:grpSpPr>
            <a:xfrm>
              <a:off x="3141326" y="3869593"/>
              <a:ext cx="2054660" cy="706142"/>
              <a:chOff x="3135313" y="3418019"/>
              <a:chExt cx="2578215" cy="706142"/>
            </a:xfrm>
          </p:grpSpPr>
          <p:sp>
            <p:nvSpPr>
              <p:cNvPr id="110" name="Freeform 111"/>
              <p:cNvSpPr>
                <a:spLocks/>
              </p:cNvSpPr>
              <p:nvPr/>
            </p:nvSpPr>
            <p:spPr bwMode="auto">
              <a:xfrm>
                <a:off x="3135313" y="3418019"/>
                <a:ext cx="2578215" cy="618373"/>
              </a:xfrm>
              <a:custGeom>
                <a:avLst/>
                <a:gdLst>
                  <a:gd name="T0" fmla="*/ 618 w 2585"/>
                  <a:gd name="T1" fmla="*/ 620 h 620"/>
                  <a:gd name="T2" fmla="*/ 2585 w 2585"/>
                  <a:gd name="T3" fmla="*/ 620 h 620"/>
                  <a:gd name="T4" fmla="*/ 1967 w 2585"/>
                  <a:gd name="T5" fmla="*/ 0 h 620"/>
                  <a:gd name="T6" fmla="*/ 0 w 2585"/>
                  <a:gd name="T7" fmla="*/ 0 h 620"/>
                  <a:gd name="T8" fmla="*/ 618 w 2585"/>
                  <a:gd name="T9" fmla="*/ 620 h 620"/>
                </a:gdLst>
                <a:ahLst/>
                <a:cxnLst>
                  <a:cxn ang="0">
                    <a:pos x="T0" y="T1"/>
                  </a:cxn>
                  <a:cxn ang="0">
                    <a:pos x="T2" y="T3"/>
                  </a:cxn>
                  <a:cxn ang="0">
                    <a:pos x="T4" y="T5"/>
                  </a:cxn>
                  <a:cxn ang="0">
                    <a:pos x="T6" y="T7"/>
                  </a:cxn>
                  <a:cxn ang="0">
                    <a:pos x="T8" y="T9"/>
                  </a:cxn>
                </a:cxnLst>
                <a:rect l="0" t="0" r="r" b="b"/>
                <a:pathLst>
                  <a:path w="2585" h="620">
                    <a:moveTo>
                      <a:pt x="618" y="620"/>
                    </a:moveTo>
                    <a:lnTo>
                      <a:pt x="2585" y="620"/>
                    </a:lnTo>
                    <a:lnTo>
                      <a:pt x="1967" y="0"/>
                    </a:lnTo>
                    <a:lnTo>
                      <a:pt x="0" y="0"/>
                    </a:lnTo>
                    <a:lnTo>
                      <a:pt x="618" y="620"/>
                    </a:lnTo>
                    <a:close/>
                  </a:path>
                </a:pathLst>
              </a:custGeom>
              <a:solidFill>
                <a:schemeClr val="accent3">
                  <a:lumMod val="85000"/>
                </a:schemeClr>
              </a:soli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111" name="Freeform 112"/>
              <p:cNvSpPr>
                <a:spLocks/>
              </p:cNvSpPr>
              <p:nvPr/>
            </p:nvSpPr>
            <p:spPr bwMode="auto">
              <a:xfrm>
                <a:off x="3135313" y="3418019"/>
                <a:ext cx="616378" cy="706142"/>
              </a:xfrm>
              <a:custGeom>
                <a:avLst/>
                <a:gdLst>
                  <a:gd name="T0" fmla="*/ 0 w 618"/>
                  <a:gd name="T1" fmla="*/ 0 h 708"/>
                  <a:gd name="T2" fmla="*/ 0 w 618"/>
                  <a:gd name="T3" fmla="*/ 87 h 708"/>
                  <a:gd name="T4" fmla="*/ 618 w 618"/>
                  <a:gd name="T5" fmla="*/ 708 h 708"/>
                  <a:gd name="T6" fmla="*/ 618 w 618"/>
                  <a:gd name="T7" fmla="*/ 620 h 708"/>
                  <a:gd name="T8" fmla="*/ 0 w 618"/>
                  <a:gd name="T9" fmla="*/ 0 h 708"/>
                </a:gdLst>
                <a:ahLst/>
                <a:cxnLst>
                  <a:cxn ang="0">
                    <a:pos x="T0" y="T1"/>
                  </a:cxn>
                  <a:cxn ang="0">
                    <a:pos x="T2" y="T3"/>
                  </a:cxn>
                  <a:cxn ang="0">
                    <a:pos x="T4" y="T5"/>
                  </a:cxn>
                  <a:cxn ang="0">
                    <a:pos x="T6" y="T7"/>
                  </a:cxn>
                  <a:cxn ang="0">
                    <a:pos x="T8" y="T9"/>
                  </a:cxn>
                </a:cxnLst>
                <a:rect l="0" t="0" r="r" b="b"/>
                <a:pathLst>
                  <a:path w="618" h="708">
                    <a:moveTo>
                      <a:pt x="0" y="0"/>
                    </a:moveTo>
                    <a:lnTo>
                      <a:pt x="0" y="87"/>
                    </a:lnTo>
                    <a:lnTo>
                      <a:pt x="618" y="708"/>
                    </a:lnTo>
                    <a:lnTo>
                      <a:pt x="618" y="620"/>
                    </a:lnTo>
                    <a:lnTo>
                      <a:pt x="0" y="0"/>
                    </a:lnTo>
                    <a:close/>
                  </a:path>
                </a:pathLst>
              </a:custGeom>
              <a:pattFill prst="dkUpDiag">
                <a:fgClr>
                  <a:schemeClr val="accent3">
                    <a:lumMod val="50000"/>
                  </a:schemeClr>
                </a:fgClr>
                <a:bgClr>
                  <a:schemeClr val="accent3">
                    <a:lumMod val="6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2" name="Rectangle 113"/>
              <p:cNvSpPr>
                <a:spLocks noChangeArrowheads="1"/>
              </p:cNvSpPr>
              <p:nvPr/>
            </p:nvSpPr>
            <p:spPr bwMode="auto">
              <a:xfrm>
                <a:off x="3751691" y="4036392"/>
                <a:ext cx="1961837" cy="87769"/>
              </a:xfrm>
              <a:prstGeom prst="rect">
                <a:avLst/>
              </a:prstGeom>
              <a:pattFill prst="ltUp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3" name="Freeform 129"/>
              <p:cNvSpPr>
                <a:spLocks/>
              </p:cNvSpPr>
              <p:nvPr/>
            </p:nvSpPr>
            <p:spPr bwMode="auto">
              <a:xfrm>
                <a:off x="4372058" y="3418019"/>
                <a:ext cx="1039265" cy="316168"/>
              </a:xfrm>
              <a:custGeom>
                <a:avLst/>
                <a:gdLst>
                  <a:gd name="T0" fmla="*/ 0 w 1042"/>
                  <a:gd name="T1" fmla="*/ 0 h 317"/>
                  <a:gd name="T2" fmla="*/ 325 w 1042"/>
                  <a:gd name="T3" fmla="*/ 317 h 317"/>
                  <a:gd name="T4" fmla="*/ 1042 w 1042"/>
                  <a:gd name="T5" fmla="*/ 317 h 317"/>
                  <a:gd name="T6" fmla="*/ 962 w 1042"/>
                  <a:gd name="T7" fmla="*/ 234 h 317"/>
                  <a:gd name="T8" fmla="*/ 325 w 1042"/>
                  <a:gd name="T9" fmla="*/ 234 h 317"/>
                  <a:gd name="T10" fmla="*/ 90 w 1042"/>
                  <a:gd name="T11" fmla="*/ 0 h 317"/>
                  <a:gd name="T12" fmla="*/ 0 w 1042"/>
                  <a:gd name="T13" fmla="*/ 0 h 317"/>
                </a:gdLst>
                <a:ahLst/>
                <a:cxnLst>
                  <a:cxn ang="0">
                    <a:pos x="T0" y="T1"/>
                  </a:cxn>
                  <a:cxn ang="0">
                    <a:pos x="T2" y="T3"/>
                  </a:cxn>
                  <a:cxn ang="0">
                    <a:pos x="T4" y="T5"/>
                  </a:cxn>
                  <a:cxn ang="0">
                    <a:pos x="T6" y="T7"/>
                  </a:cxn>
                  <a:cxn ang="0">
                    <a:pos x="T8" y="T9"/>
                  </a:cxn>
                  <a:cxn ang="0">
                    <a:pos x="T10" y="T11"/>
                  </a:cxn>
                  <a:cxn ang="0">
                    <a:pos x="T12" y="T13"/>
                  </a:cxn>
                </a:cxnLst>
                <a:rect l="0" t="0" r="r" b="b"/>
                <a:pathLst>
                  <a:path w="1042" h="317">
                    <a:moveTo>
                      <a:pt x="0" y="0"/>
                    </a:moveTo>
                    <a:lnTo>
                      <a:pt x="325" y="317"/>
                    </a:lnTo>
                    <a:lnTo>
                      <a:pt x="1042" y="317"/>
                    </a:lnTo>
                    <a:lnTo>
                      <a:pt x="962" y="234"/>
                    </a:lnTo>
                    <a:lnTo>
                      <a:pt x="325" y="234"/>
                    </a:lnTo>
                    <a:lnTo>
                      <a:pt x="90" y="0"/>
                    </a:lnTo>
                    <a:lnTo>
                      <a:pt x="0"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sp>
          <p:nvSpPr>
            <p:cNvPr id="151" name="TextBox 150"/>
            <p:cNvSpPr txBox="1"/>
            <p:nvPr/>
          </p:nvSpPr>
          <p:spPr>
            <a:xfrm>
              <a:off x="3365500" y="4227468"/>
              <a:ext cx="1714499" cy="193940"/>
            </a:xfrm>
            <a:prstGeom prst="rect">
              <a:avLst/>
            </a:prstGeom>
            <a:noFill/>
          </p:spPr>
          <p:txBody>
            <a:bodyPr wrap="square" lIns="72000" tIns="0" rIns="72000" bIns="0" rtlCol="0" anchor="ctr">
              <a:noAutofit/>
            </a:bodyPr>
            <a:lstStyle/>
            <a:p>
              <a:pPr lvl="0" algn="ctr"/>
              <a:r>
                <a:rPr lang="en-US" altLang="ko-KR" sz="1000" dirty="0">
                  <a:gradFill>
                    <a:gsLst>
                      <a:gs pos="0">
                        <a:schemeClr val="accent4">
                          <a:lumMod val="65000"/>
                          <a:lumOff val="35000"/>
                        </a:schemeClr>
                      </a:gs>
                      <a:gs pos="100000">
                        <a:schemeClr val="accent4">
                          <a:lumMod val="65000"/>
                          <a:lumOff val="35000"/>
                        </a:schemeClr>
                      </a:gs>
                    </a:gsLst>
                    <a:lin ang="5400000" scaled="0"/>
                  </a:gradFill>
                  <a:latin typeface="Roboto Condensed Regular"/>
                </a:rPr>
                <a:t>Insert Title</a:t>
              </a:r>
              <a:endParaRPr lang="ko-KR" altLang="en-US" sz="1000" dirty="0">
                <a:gradFill>
                  <a:gsLst>
                    <a:gs pos="0">
                      <a:schemeClr val="accent4">
                        <a:lumMod val="65000"/>
                        <a:lumOff val="35000"/>
                      </a:schemeClr>
                    </a:gs>
                    <a:gs pos="100000">
                      <a:schemeClr val="accent4">
                        <a:lumMod val="65000"/>
                        <a:lumOff val="35000"/>
                      </a:schemeClr>
                    </a:gs>
                  </a:gsLst>
                  <a:lin ang="5400000" scaled="0"/>
                </a:gradFill>
                <a:latin typeface="Roboto Condensed Regular"/>
              </a:endParaRPr>
            </a:p>
          </p:txBody>
        </p:sp>
      </p:grpSp>
      <p:grpSp>
        <p:nvGrpSpPr>
          <p:cNvPr id="94" name="그룹 93"/>
          <p:cNvGrpSpPr/>
          <p:nvPr/>
        </p:nvGrpSpPr>
        <p:grpSpPr>
          <a:xfrm>
            <a:off x="1589107" y="3398832"/>
            <a:ext cx="2054660" cy="704148"/>
            <a:chOff x="3894040" y="3398832"/>
            <a:chExt cx="2054660" cy="704148"/>
          </a:xfrm>
        </p:grpSpPr>
        <p:grpSp>
          <p:nvGrpSpPr>
            <p:cNvPr id="100" name="그룹 99"/>
            <p:cNvGrpSpPr/>
            <p:nvPr/>
          </p:nvGrpSpPr>
          <p:grpSpPr>
            <a:xfrm>
              <a:off x="3894040" y="3398832"/>
              <a:ext cx="2054660" cy="704148"/>
              <a:chOff x="4079828" y="2947258"/>
              <a:chExt cx="2578215" cy="704148"/>
            </a:xfrm>
          </p:grpSpPr>
          <p:sp>
            <p:nvSpPr>
              <p:cNvPr id="106" name="Freeform 114"/>
              <p:cNvSpPr>
                <a:spLocks/>
              </p:cNvSpPr>
              <p:nvPr/>
            </p:nvSpPr>
            <p:spPr bwMode="auto">
              <a:xfrm>
                <a:off x="4079828" y="2947258"/>
                <a:ext cx="2578215" cy="617376"/>
              </a:xfrm>
              <a:custGeom>
                <a:avLst/>
                <a:gdLst>
                  <a:gd name="T0" fmla="*/ 618 w 2585"/>
                  <a:gd name="T1" fmla="*/ 619 h 619"/>
                  <a:gd name="T2" fmla="*/ 2585 w 2585"/>
                  <a:gd name="T3" fmla="*/ 619 h 619"/>
                  <a:gd name="T4" fmla="*/ 1967 w 2585"/>
                  <a:gd name="T5" fmla="*/ 0 h 619"/>
                  <a:gd name="T6" fmla="*/ 0 w 2585"/>
                  <a:gd name="T7" fmla="*/ 0 h 619"/>
                  <a:gd name="T8" fmla="*/ 618 w 2585"/>
                  <a:gd name="T9" fmla="*/ 619 h 619"/>
                </a:gdLst>
                <a:ahLst/>
                <a:cxnLst>
                  <a:cxn ang="0">
                    <a:pos x="T0" y="T1"/>
                  </a:cxn>
                  <a:cxn ang="0">
                    <a:pos x="T2" y="T3"/>
                  </a:cxn>
                  <a:cxn ang="0">
                    <a:pos x="T4" y="T5"/>
                  </a:cxn>
                  <a:cxn ang="0">
                    <a:pos x="T6" y="T7"/>
                  </a:cxn>
                  <a:cxn ang="0">
                    <a:pos x="T8" y="T9"/>
                  </a:cxn>
                </a:cxnLst>
                <a:rect l="0" t="0" r="r" b="b"/>
                <a:pathLst>
                  <a:path w="2585" h="619">
                    <a:moveTo>
                      <a:pt x="618" y="619"/>
                    </a:moveTo>
                    <a:lnTo>
                      <a:pt x="2585" y="619"/>
                    </a:lnTo>
                    <a:lnTo>
                      <a:pt x="1967" y="0"/>
                    </a:lnTo>
                    <a:lnTo>
                      <a:pt x="0" y="0"/>
                    </a:lnTo>
                    <a:lnTo>
                      <a:pt x="618" y="619"/>
                    </a:lnTo>
                    <a:close/>
                  </a:path>
                </a:pathLst>
              </a:custGeom>
              <a:solidFill>
                <a:schemeClr val="accent3">
                  <a:lumMod val="85000"/>
                </a:schemeClr>
              </a:soli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107" name="Freeform 115"/>
              <p:cNvSpPr>
                <a:spLocks/>
              </p:cNvSpPr>
              <p:nvPr/>
            </p:nvSpPr>
            <p:spPr bwMode="auto">
              <a:xfrm>
                <a:off x="4079828" y="2947258"/>
                <a:ext cx="616378" cy="704147"/>
              </a:xfrm>
              <a:custGeom>
                <a:avLst/>
                <a:gdLst>
                  <a:gd name="T0" fmla="*/ 0 w 618"/>
                  <a:gd name="T1" fmla="*/ 0 h 706"/>
                  <a:gd name="T2" fmla="*/ 0 w 618"/>
                  <a:gd name="T3" fmla="*/ 88 h 706"/>
                  <a:gd name="T4" fmla="*/ 618 w 618"/>
                  <a:gd name="T5" fmla="*/ 706 h 706"/>
                  <a:gd name="T6" fmla="*/ 618 w 618"/>
                  <a:gd name="T7" fmla="*/ 619 h 706"/>
                  <a:gd name="T8" fmla="*/ 0 w 618"/>
                  <a:gd name="T9" fmla="*/ 0 h 706"/>
                </a:gdLst>
                <a:ahLst/>
                <a:cxnLst>
                  <a:cxn ang="0">
                    <a:pos x="T0" y="T1"/>
                  </a:cxn>
                  <a:cxn ang="0">
                    <a:pos x="T2" y="T3"/>
                  </a:cxn>
                  <a:cxn ang="0">
                    <a:pos x="T4" y="T5"/>
                  </a:cxn>
                  <a:cxn ang="0">
                    <a:pos x="T6" y="T7"/>
                  </a:cxn>
                  <a:cxn ang="0">
                    <a:pos x="T8" y="T9"/>
                  </a:cxn>
                </a:cxnLst>
                <a:rect l="0" t="0" r="r" b="b"/>
                <a:pathLst>
                  <a:path w="618" h="706">
                    <a:moveTo>
                      <a:pt x="0" y="0"/>
                    </a:moveTo>
                    <a:lnTo>
                      <a:pt x="0" y="88"/>
                    </a:lnTo>
                    <a:lnTo>
                      <a:pt x="618" y="706"/>
                    </a:lnTo>
                    <a:lnTo>
                      <a:pt x="618" y="619"/>
                    </a:lnTo>
                    <a:lnTo>
                      <a:pt x="0" y="0"/>
                    </a:lnTo>
                    <a:close/>
                  </a:path>
                </a:pathLst>
              </a:custGeom>
              <a:pattFill prst="dkUpDiag">
                <a:fgClr>
                  <a:schemeClr val="accent3">
                    <a:lumMod val="50000"/>
                  </a:schemeClr>
                </a:fgClr>
                <a:bgClr>
                  <a:schemeClr val="accent3">
                    <a:lumMod val="6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08" name="Rectangle 116"/>
              <p:cNvSpPr>
                <a:spLocks noChangeArrowheads="1"/>
              </p:cNvSpPr>
              <p:nvPr/>
            </p:nvSpPr>
            <p:spPr bwMode="auto">
              <a:xfrm>
                <a:off x="4696206" y="3564634"/>
                <a:ext cx="1961837" cy="86772"/>
              </a:xfrm>
              <a:prstGeom prst="rect">
                <a:avLst/>
              </a:prstGeom>
              <a:pattFill prst="ltUp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09" name="Freeform 127"/>
              <p:cNvSpPr>
                <a:spLocks/>
              </p:cNvSpPr>
              <p:nvPr/>
            </p:nvSpPr>
            <p:spPr bwMode="auto">
              <a:xfrm>
                <a:off x="4226442" y="3181642"/>
                <a:ext cx="1487087" cy="162572"/>
              </a:xfrm>
              <a:custGeom>
                <a:avLst/>
                <a:gdLst>
                  <a:gd name="T0" fmla="*/ 1415 w 1491"/>
                  <a:gd name="T1" fmla="*/ 0 h 163"/>
                  <a:gd name="T2" fmla="*/ 0 w 1491"/>
                  <a:gd name="T3" fmla="*/ 0 h 163"/>
                  <a:gd name="T4" fmla="*/ 163 w 1491"/>
                  <a:gd name="T5" fmla="*/ 163 h 163"/>
                  <a:gd name="T6" fmla="*/ 163 w 1491"/>
                  <a:gd name="T7" fmla="*/ 76 h 163"/>
                  <a:gd name="T8" fmla="*/ 1491 w 1491"/>
                  <a:gd name="T9" fmla="*/ 76 h 163"/>
                  <a:gd name="T10" fmla="*/ 1415 w 1491"/>
                  <a:gd name="T11" fmla="*/ 0 h 163"/>
                </a:gdLst>
                <a:ahLst/>
                <a:cxnLst>
                  <a:cxn ang="0">
                    <a:pos x="T0" y="T1"/>
                  </a:cxn>
                  <a:cxn ang="0">
                    <a:pos x="T2" y="T3"/>
                  </a:cxn>
                  <a:cxn ang="0">
                    <a:pos x="T4" y="T5"/>
                  </a:cxn>
                  <a:cxn ang="0">
                    <a:pos x="T6" y="T7"/>
                  </a:cxn>
                  <a:cxn ang="0">
                    <a:pos x="T8" y="T9"/>
                  </a:cxn>
                  <a:cxn ang="0">
                    <a:pos x="T10" y="T11"/>
                  </a:cxn>
                </a:cxnLst>
                <a:rect l="0" t="0" r="r" b="b"/>
                <a:pathLst>
                  <a:path w="1491" h="163">
                    <a:moveTo>
                      <a:pt x="1415" y="0"/>
                    </a:moveTo>
                    <a:lnTo>
                      <a:pt x="0" y="0"/>
                    </a:lnTo>
                    <a:lnTo>
                      <a:pt x="163" y="163"/>
                    </a:lnTo>
                    <a:lnTo>
                      <a:pt x="163" y="76"/>
                    </a:lnTo>
                    <a:lnTo>
                      <a:pt x="1491" y="76"/>
                    </a:lnTo>
                    <a:lnTo>
                      <a:pt x="1415"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sp>
          <p:nvSpPr>
            <p:cNvPr id="138" name="TextBox 137"/>
            <p:cNvSpPr txBox="1"/>
            <p:nvPr/>
          </p:nvSpPr>
          <p:spPr>
            <a:xfrm>
              <a:off x="4346733" y="3747892"/>
              <a:ext cx="1501617" cy="193940"/>
            </a:xfrm>
            <a:prstGeom prst="rect">
              <a:avLst/>
            </a:prstGeom>
            <a:noFill/>
          </p:spPr>
          <p:txBody>
            <a:bodyPr wrap="square" lIns="72000" tIns="0" rIns="72000" bIns="0" rtlCol="0" anchor="ctr">
              <a:noAutofit/>
            </a:bodyPr>
            <a:lstStyle/>
            <a:p>
              <a:pPr lvl="0" algn="ctr"/>
              <a:r>
                <a:rPr lang="en-US" altLang="ko-KR" sz="1000" dirty="0">
                  <a:gradFill>
                    <a:gsLst>
                      <a:gs pos="0">
                        <a:schemeClr val="accent4">
                          <a:lumMod val="65000"/>
                          <a:lumOff val="35000"/>
                        </a:schemeClr>
                      </a:gs>
                      <a:gs pos="100000">
                        <a:schemeClr val="accent4">
                          <a:lumMod val="65000"/>
                          <a:lumOff val="35000"/>
                        </a:schemeClr>
                      </a:gs>
                    </a:gsLst>
                    <a:lin ang="5400000" scaled="0"/>
                  </a:gradFill>
                  <a:latin typeface="Roboto Condensed Regular"/>
                </a:rPr>
                <a:t>Insert Title</a:t>
              </a:r>
              <a:endParaRPr lang="ko-KR" altLang="en-US" sz="1000" dirty="0">
                <a:gradFill>
                  <a:gsLst>
                    <a:gs pos="0">
                      <a:schemeClr val="accent4">
                        <a:lumMod val="65000"/>
                        <a:lumOff val="35000"/>
                      </a:schemeClr>
                    </a:gs>
                    <a:gs pos="100000">
                      <a:schemeClr val="accent4">
                        <a:lumMod val="65000"/>
                        <a:lumOff val="35000"/>
                      </a:schemeClr>
                    </a:gs>
                  </a:gsLst>
                  <a:lin ang="5400000" scaled="0"/>
                </a:gradFill>
                <a:latin typeface="Roboto Condensed Regular"/>
              </a:endParaRPr>
            </a:p>
          </p:txBody>
        </p:sp>
      </p:grpSp>
      <p:grpSp>
        <p:nvGrpSpPr>
          <p:cNvPr id="93" name="그룹 92"/>
          <p:cNvGrpSpPr/>
          <p:nvPr/>
        </p:nvGrpSpPr>
        <p:grpSpPr>
          <a:xfrm>
            <a:off x="836395" y="2929069"/>
            <a:ext cx="2054660" cy="706142"/>
            <a:chOff x="3141326" y="2929069"/>
            <a:chExt cx="2054660" cy="706142"/>
          </a:xfrm>
        </p:grpSpPr>
        <p:grpSp>
          <p:nvGrpSpPr>
            <p:cNvPr id="114" name="그룹 113"/>
            <p:cNvGrpSpPr/>
            <p:nvPr/>
          </p:nvGrpSpPr>
          <p:grpSpPr>
            <a:xfrm>
              <a:off x="3141326" y="2929069"/>
              <a:ext cx="2054660" cy="706142"/>
              <a:chOff x="3135313" y="3418019"/>
              <a:chExt cx="2578215" cy="706142"/>
            </a:xfrm>
          </p:grpSpPr>
          <p:sp>
            <p:nvSpPr>
              <p:cNvPr id="53" name="Freeform 111"/>
              <p:cNvSpPr>
                <a:spLocks/>
              </p:cNvSpPr>
              <p:nvPr/>
            </p:nvSpPr>
            <p:spPr bwMode="auto">
              <a:xfrm>
                <a:off x="3135313" y="3418019"/>
                <a:ext cx="2578215" cy="618373"/>
              </a:xfrm>
              <a:custGeom>
                <a:avLst/>
                <a:gdLst>
                  <a:gd name="T0" fmla="*/ 618 w 2585"/>
                  <a:gd name="T1" fmla="*/ 620 h 620"/>
                  <a:gd name="T2" fmla="*/ 2585 w 2585"/>
                  <a:gd name="T3" fmla="*/ 620 h 620"/>
                  <a:gd name="T4" fmla="*/ 1967 w 2585"/>
                  <a:gd name="T5" fmla="*/ 0 h 620"/>
                  <a:gd name="T6" fmla="*/ 0 w 2585"/>
                  <a:gd name="T7" fmla="*/ 0 h 620"/>
                  <a:gd name="T8" fmla="*/ 618 w 2585"/>
                  <a:gd name="T9" fmla="*/ 620 h 620"/>
                </a:gdLst>
                <a:ahLst/>
                <a:cxnLst>
                  <a:cxn ang="0">
                    <a:pos x="T0" y="T1"/>
                  </a:cxn>
                  <a:cxn ang="0">
                    <a:pos x="T2" y="T3"/>
                  </a:cxn>
                  <a:cxn ang="0">
                    <a:pos x="T4" y="T5"/>
                  </a:cxn>
                  <a:cxn ang="0">
                    <a:pos x="T6" y="T7"/>
                  </a:cxn>
                  <a:cxn ang="0">
                    <a:pos x="T8" y="T9"/>
                  </a:cxn>
                </a:cxnLst>
                <a:rect l="0" t="0" r="r" b="b"/>
                <a:pathLst>
                  <a:path w="2585" h="620">
                    <a:moveTo>
                      <a:pt x="618" y="620"/>
                    </a:moveTo>
                    <a:lnTo>
                      <a:pt x="2585" y="620"/>
                    </a:lnTo>
                    <a:lnTo>
                      <a:pt x="1967" y="0"/>
                    </a:lnTo>
                    <a:lnTo>
                      <a:pt x="0" y="0"/>
                    </a:lnTo>
                    <a:lnTo>
                      <a:pt x="618" y="620"/>
                    </a:lnTo>
                    <a:close/>
                  </a:path>
                </a:pathLst>
              </a:custGeom>
              <a:solidFill>
                <a:schemeClr val="bg1">
                  <a:lumMod val="95000"/>
                </a:schemeClr>
              </a:solidFill>
              <a:ln w="3175">
                <a:solidFill>
                  <a:schemeClr val="bg1">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54" name="Freeform 112"/>
              <p:cNvSpPr>
                <a:spLocks/>
              </p:cNvSpPr>
              <p:nvPr/>
            </p:nvSpPr>
            <p:spPr bwMode="auto">
              <a:xfrm>
                <a:off x="3135313" y="3418019"/>
                <a:ext cx="616378" cy="706142"/>
              </a:xfrm>
              <a:custGeom>
                <a:avLst/>
                <a:gdLst>
                  <a:gd name="T0" fmla="*/ 0 w 618"/>
                  <a:gd name="T1" fmla="*/ 0 h 708"/>
                  <a:gd name="T2" fmla="*/ 0 w 618"/>
                  <a:gd name="T3" fmla="*/ 87 h 708"/>
                  <a:gd name="T4" fmla="*/ 618 w 618"/>
                  <a:gd name="T5" fmla="*/ 708 h 708"/>
                  <a:gd name="T6" fmla="*/ 618 w 618"/>
                  <a:gd name="T7" fmla="*/ 620 h 708"/>
                  <a:gd name="T8" fmla="*/ 0 w 618"/>
                  <a:gd name="T9" fmla="*/ 0 h 708"/>
                </a:gdLst>
                <a:ahLst/>
                <a:cxnLst>
                  <a:cxn ang="0">
                    <a:pos x="T0" y="T1"/>
                  </a:cxn>
                  <a:cxn ang="0">
                    <a:pos x="T2" y="T3"/>
                  </a:cxn>
                  <a:cxn ang="0">
                    <a:pos x="T4" y="T5"/>
                  </a:cxn>
                  <a:cxn ang="0">
                    <a:pos x="T6" y="T7"/>
                  </a:cxn>
                  <a:cxn ang="0">
                    <a:pos x="T8" y="T9"/>
                  </a:cxn>
                </a:cxnLst>
                <a:rect l="0" t="0" r="r" b="b"/>
                <a:pathLst>
                  <a:path w="618" h="708">
                    <a:moveTo>
                      <a:pt x="0" y="0"/>
                    </a:moveTo>
                    <a:lnTo>
                      <a:pt x="0" y="87"/>
                    </a:lnTo>
                    <a:lnTo>
                      <a:pt x="618" y="708"/>
                    </a:lnTo>
                    <a:lnTo>
                      <a:pt x="618" y="620"/>
                    </a:lnTo>
                    <a:lnTo>
                      <a:pt x="0" y="0"/>
                    </a:lnTo>
                    <a:close/>
                  </a:path>
                </a:pathLst>
              </a:custGeom>
              <a:pattFill prst="dkDnDiag">
                <a:fgClr>
                  <a:schemeClr val="bg1">
                    <a:lumMod val="65000"/>
                  </a:schemeClr>
                </a:fgClr>
                <a:bgClr>
                  <a:schemeClr val="bg1">
                    <a:lumMod val="75000"/>
                  </a:schemeClr>
                </a:bgClr>
              </a:pattFill>
              <a:ln w="3175">
                <a:solidFill>
                  <a:schemeClr val="bg1">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5" name="Rectangle 113"/>
              <p:cNvSpPr>
                <a:spLocks noChangeArrowheads="1"/>
              </p:cNvSpPr>
              <p:nvPr/>
            </p:nvSpPr>
            <p:spPr bwMode="auto">
              <a:xfrm>
                <a:off x="3751691" y="4036392"/>
                <a:ext cx="1961837" cy="87769"/>
              </a:xfrm>
              <a:prstGeom prst="rect">
                <a:avLst/>
              </a:prstGeom>
              <a:pattFill prst="ltUpDiag">
                <a:fgClr>
                  <a:schemeClr val="bg1">
                    <a:lumMod val="65000"/>
                  </a:schemeClr>
                </a:fgClr>
                <a:bgClr>
                  <a:schemeClr val="bg1">
                    <a:lumMod val="85000"/>
                  </a:schemeClr>
                </a:bgClr>
              </a:pattFill>
              <a:ln w="3175">
                <a:solidFill>
                  <a:schemeClr val="bg1">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71" name="Freeform 129"/>
              <p:cNvSpPr>
                <a:spLocks/>
              </p:cNvSpPr>
              <p:nvPr/>
            </p:nvSpPr>
            <p:spPr bwMode="auto">
              <a:xfrm>
                <a:off x="4372058" y="3418019"/>
                <a:ext cx="1039265" cy="316168"/>
              </a:xfrm>
              <a:custGeom>
                <a:avLst/>
                <a:gdLst>
                  <a:gd name="T0" fmla="*/ 0 w 1042"/>
                  <a:gd name="T1" fmla="*/ 0 h 317"/>
                  <a:gd name="T2" fmla="*/ 325 w 1042"/>
                  <a:gd name="T3" fmla="*/ 317 h 317"/>
                  <a:gd name="T4" fmla="*/ 1042 w 1042"/>
                  <a:gd name="T5" fmla="*/ 317 h 317"/>
                  <a:gd name="T6" fmla="*/ 962 w 1042"/>
                  <a:gd name="T7" fmla="*/ 234 h 317"/>
                  <a:gd name="T8" fmla="*/ 325 w 1042"/>
                  <a:gd name="T9" fmla="*/ 234 h 317"/>
                  <a:gd name="T10" fmla="*/ 90 w 1042"/>
                  <a:gd name="T11" fmla="*/ 0 h 317"/>
                  <a:gd name="T12" fmla="*/ 0 w 1042"/>
                  <a:gd name="T13" fmla="*/ 0 h 317"/>
                </a:gdLst>
                <a:ahLst/>
                <a:cxnLst>
                  <a:cxn ang="0">
                    <a:pos x="T0" y="T1"/>
                  </a:cxn>
                  <a:cxn ang="0">
                    <a:pos x="T2" y="T3"/>
                  </a:cxn>
                  <a:cxn ang="0">
                    <a:pos x="T4" y="T5"/>
                  </a:cxn>
                  <a:cxn ang="0">
                    <a:pos x="T6" y="T7"/>
                  </a:cxn>
                  <a:cxn ang="0">
                    <a:pos x="T8" y="T9"/>
                  </a:cxn>
                  <a:cxn ang="0">
                    <a:pos x="T10" y="T11"/>
                  </a:cxn>
                  <a:cxn ang="0">
                    <a:pos x="T12" y="T13"/>
                  </a:cxn>
                </a:cxnLst>
                <a:rect l="0" t="0" r="r" b="b"/>
                <a:pathLst>
                  <a:path w="1042" h="317">
                    <a:moveTo>
                      <a:pt x="0" y="0"/>
                    </a:moveTo>
                    <a:lnTo>
                      <a:pt x="325" y="317"/>
                    </a:lnTo>
                    <a:lnTo>
                      <a:pt x="1042" y="317"/>
                    </a:lnTo>
                    <a:lnTo>
                      <a:pt x="962" y="234"/>
                    </a:lnTo>
                    <a:lnTo>
                      <a:pt x="325" y="234"/>
                    </a:lnTo>
                    <a:lnTo>
                      <a:pt x="90" y="0"/>
                    </a:lnTo>
                    <a:lnTo>
                      <a:pt x="0"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nvGrpSpPr>
              <p:cNvPr id="101" name="그룹 100"/>
              <p:cNvGrpSpPr/>
              <p:nvPr/>
            </p:nvGrpSpPr>
            <p:grpSpPr>
              <a:xfrm>
                <a:off x="3135313" y="3418019"/>
                <a:ext cx="2578215" cy="704147"/>
                <a:chOff x="3135313" y="2477495"/>
                <a:chExt cx="2578215" cy="704147"/>
              </a:xfrm>
            </p:grpSpPr>
            <p:sp>
              <p:nvSpPr>
                <p:cNvPr id="102" name="Freeform 117"/>
                <p:cNvSpPr>
                  <a:spLocks/>
                </p:cNvSpPr>
                <p:nvPr/>
              </p:nvSpPr>
              <p:spPr bwMode="auto">
                <a:xfrm>
                  <a:off x="3135313" y="2477495"/>
                  <a:ext cx="2578215" cy="616378"/>
                </a:xfrm>
                <a:custGeom>
                  <a:avLst/>
                  <a:gdLst>
                    <a:gd name="T0" fmla="*/ 618 w 2585"/>
                    <a:gd name="T1" fmla="*/ 618 h 618"/>
                    <a:gd name="T2" fmla="*/ 2585 w 2585"/>
                    <a:gd name="T3" fmla="*/ 618 h 618"/>
                    <a:gd name="T4" fmla="*/ 1967 w 2585"/>
                    <a:gd name="T5" fmla="*/ 0 h 618"/>
                    <a:gd name="T6" fmla="*/ 0 w 2585"/>
                    <a:gd name="T7" fmla="*/ 0 h 618"/>
                    <a:gd name="T8" fmla="*/ 618 w 2585"/>
                    <a:gd name="T9" fmla="*/ 618 h 618"/>
                  </a:gdLst>
                  <a:ahLst/>
                  <a:cxnLst>
                    <a:cxn ang="0">
                      <a:pos x="T0" y="T1"/>
                    </a:cxn>
                    <a:cxn ang="0">
                      <a:pos x="T2" y="T3"/>
                    </a:cxn>
                    <a:cxn ang="0">
                      <a:pos x="T4" y="T5"/>
                    </a:cxn>
                    <a:cxn ang="0">
                      <a:pos x="T6" y="T7"/>
                    </a:cxn>
                    <a:cxn ang="0">
                      <a:pos x="T8" y="T9"/>
                    </a:cxn>
                  </a:cxnLst>
                  <a:rect l="0" t="0" r="r" b="b"/>
                  <a:pathLst>
                    <a:path w="2585" h="618">
                      <a:moveTo>
                        <a:pt x="618" y="618"/>
                      </a:moveTo>
                      <a:lnTo>
                        <a:pt x="2585" y="618"/>
                      </a:lnTo>
                      <a:lnTo>
                        <a:pt x="1967" y="0"/>
                      </a:lnTo>
                      <a:lnTo>
                        <a:pt x="0" y="0"/>
                      </a:lnTo>
                      <a:lnTo>
                        <a:pt x="618" y="618"/>
                      </a:lnTo>
                      <a:close/>
                    </a:path>
                  </a:pathLst>
                </a:custGeom>
                <a:solidFill>
                  <a:schemeClr val="accent3">
                    <a:lumMod val="85000"/>
                  </a:schemeClr>
                </a:soli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103" name="Freeform 118"/>
                <p:cNvSpPr>
                  <a:spLocks/>
                </p:cNvSpPr>
                <p:nvPr/>
              </p:nvSpPr>
              <p:spPr bwMode="auto">
                <a:xfrm>
                  <a:off x="3135313" y="2477495"/>
                  <a:ext cx="616378" cy="704147"/>
                </a:xfrm>
                <a:custGeom>
                  <a:avLst/>
                  <a:gdLst>
                    <a:gd name="T0" fmla="*/ 0 w 618"/>
                    <a:gd name="T1" fmla="*/ 0 h 706"/>
                    <a:gd name="T2" fmla="*/ 0 w 618"/>
                    <a:gd name="T3" fmla="*/ 87 h 706"/>
                    <a:gd name="T4" fmla="*/ 618 w 618"/>
                    <a:gd name="T5" fmla="*/ 706 h 706"/>
                    <a:gd name="T6" fmla="*/ 618 w 618"/>
                    <a:gd name="T7" fmla="*/ 618 h 706"/>
                    <a:gd name="T8" fmla="*/ 0 w 618"/>
                    <a:gd name="T9" fmla="*/ 0 h 706"/>
                  </a:gdLst>
                  <a:ahLst/>
                  <a:cxnLst>
                    <a:cxn ang="0">
                      <a:pos x="T0" y="T1"/>
                    </a:cxn>
                    <a:cxn ang="0">
                      <a:pos x="T2" y="T3"/>
                    </a:cxn>
                    <a:cxn ang="0">
                      <a:pos x="T4" y="T5"/>
                    </a:cxn>
                    <a:cxn ang="0">
                      <a:pos x="T6" y="T7"/>
                    </a:cxn>
                    <a:cxn ang="0">
                      <a:pos x="T8" y="T9"/>
                    </a:cxn>
                  </a:cxnLst>
                  <a:rect l="0" t="0" r="r" b="b"/>
                  <a:pathLst>
                    <a:path w="618" h="706">
                      <a:moveTo>
                        <a:pt x="0" y="0"/>
                      </a:moveTo>
                      <a:lnTo>
                        <a:pt x="0" y="87"/>
                      </a:lnTo>
                      <a:lnTo>
                        <a:pt x="618" y="706"/>
                      </a:lnTo>
                      <a:lnTo>
                        <a:pt x="618" y="618"/>
                      </a:lnTo>
                      <a:lnTo>
                        <a:pt x="0" y="0"/>
                      </a:lnTo>
                      <a:close/>
                    </a:path>
                  </a:pathLst>
                </a:custGeom>
                <a:pattFill prst="dkUpDiag">
                  <a:fgClr>
                    <a:schemeClr val="accent3">
                      <a:lumMod val="50000"/>
                    </a:schemeClr>
                  </a:fgClr>
                  <a:bgClr>
                    <a:schemeClr val="accent3">
                      <a:lumMod val="6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04" name="Rectangle 119"/>
                <p:cNvSpPr>
                  <a:spLocks noChangeArrowheads="1"/>
                </p:cNvSpPr>
                <p:nvPr/>
              </p:nvSpPr>
              <p:spPr bwMode="auto">
                <a:xfrm>
                  <a:off x="3751691" y="3093873"/>
                  <a:ext cx="1961837" cy="87769"/>
                </a:xfrm>
                <a:prstGeom prst="rect">
                  <a:avLst/>
                </a:prstGeom>
                <a:pattFill prst="ltUp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05" name="Freeform 128"/>
                <p:cNvSpPr>
                  <a:spLocks/>
                </p:cNvSpPr>
                <p:nvPr/>
              </p:nvSpPr>
              <p:spPr bwMode="auto">
                <a:xfrm>
                  <a:off x="4372058" y="2477495"/>
                  <a:ext cx="1039265" cy="314173"/>
                </a:xfrm>
                <a:custGeom>
                  <a:avLst/>
                  <a:gdLst>
                    <a:gd name="T0" fmla="*/ 0 w 1042"/>
                    <a:gd name="T1" fmla="*/ 0 h 315"/>
                    <a:gd name="T2" fmla="*/ 325 w 1042"/>
                    <a:gd name="T3" fmla="*/ 315 h 315"/>
                    <a:gd name="T4" fmla="*/ 1042 w 1042"/>
                    <a:gd name="T5" fmla="*/ 315 h 315"/>
                    <a:gd name="T6" fmla="*/ 962 w 1042"/>
                    <a:gd name="T7" fmla="*/ 234 h 315"/>
                    <a:gd name="T8" fmla="*/ 325 w 1042"/>
                    <a:gd name="T9" fmla="*/ 234 h 315"/>
                    <a:gd name="T10" fmla="*/ 90 w 1042"/>
                    <a:gd name="T11" fmla="*/ 0 h 315"/>
                    <a:gd name="T12" fmla="*/ 0 w 1042"/>
                    <a:gd name="T13" fmla="*/ 0 h 315"/>
                  </a:gdLst>
                  <a:ahLst/>
                  <a:cxnLst>
                    <a:cxn ang="0">
                      <a:pos x="T0" y="T1"/>
                    </a:cxn>
                    <a:cxn ang="0">
                      <a:pos x="T2" y="T3"/>
                    </a:cxn>
                    <a:cxn ang="0">
                      <a:pos x="T4" y="T5"/>
                    </a:cxn>
                    <a:cxn ang="0">
                      <a:pos x="T6" y="T7"/>
                    </a:cxn>
                    <a:cxn ang="0">
                      <a:pos x="T8" y="T9"/>
                    </a:cxn>
                    <a:cxn ang="0">
                      <a:pos x="T10" y="T11"/>
                    </a:cxn>
                    <a:cxn ang="0">
                      <a:pos x="T12" y="T13"/>
                    </a:cxn>
                  </a:cxnLst>
                  <a:rect l="0" t="0" r="r" b="b"/>
                  <a:pathLst>
                    <a:path w="1042" h="315">
                      <a:moveTo>
                        <a:pt x="0" y="0"/>
                      </a:moveTo>
                      <a:lnTo>
                        <a:pt x="325" y="315"/>
                      </a:lnTo>
                      <a:lnTo>
                        <a:pt x="1042" y="315"/>
                      </a:lnTo>
                      <a:lnTo>
                        <a:pt x="962" y="234"/>
                      </a:lnTo>
                      <a:lnTo>
                        <a:pt x="325" y="234"/>
                      </a:lnTo>
                      <a:lnTo>
                        <a:pt x="90" y="0"/>
                      </a:lnTo>
                      <a:lnTo>
                        <a:pt x="0"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grpSp>
        <p:sp>
          <p:nvSpPr>
            <p:cNvPr id="145" name="TextBox 144"/>
            <p:cNvSpPr txBox="1"/>
            <p:nvPr/>
          </p:nvSpPr>
          <p:spPr>
            <a:xfrm>
              <a:off x="3365500" y="3287365"/>
              <a:ext cx="1695449" cy="193940"/>
            </a:xfrm>
            <a:prstGeom prst="rect">
              <a:avLst/>
            </a:prstGeom>
            <a:noFill/>
          </p:spPr>
          <p:txBody>
            <a:bodyPr wrap="square" lIns="72000" tIns="0" rIns="72000" bIns="0" rtlCol="0" anchor="ctr">
              <a:noAutofit/>
            </a:bodyPr>
            <a:lstStyle/>
            <a:p>
              <a:pPr lvl="0" algn="ctr"/>
              <a:r>
                <a:rPr lang="en-US" altLang="ko-KR" sz="1000" dirty="0">
                  <a:gradFill>
                    <a:gsLst>
                      <a:gs pos="0">
                        <a:schemeClr val="accent4">
                          <a:lumMod val="65000"/>
                          <a:lumOff val="35000"/>
                        </a:schemeClr>
                      </a:gs>
                      <a:gs pos="100000">
                        <a:schemeClr val="accent4">
                          <a:lumMod val="65000"/>
                          <a:lumOff val="35000"/>
                        </a:schemeClr>
                      </a:gs>
                    </a:gsLst>
                    <a:lin ang="5400000" scaled="0"/>
                  </a:gradFill>
                  <a:latin typeface="Roboto Condensed Regular"/>
                </a:rPr>
                <a:t>Insert Title</a:t>
              </a:r>
              <a:endParaRPr lang="ko-KR" altLang="en-US" sz="1000" dirty="0">
                <a:gradFill>
                  <a:gsLst>
                    <a:gs pos="0">
                      <a:schemeClr val="accent4">
                        <a:lumMod val="65000"/>
                        <a:lumOff val="35000"/>
                      </a:schemeClr>
                    </a:gs>
                    <a:gs pos="100000">
                      <a:schemeClr val="accent4">
                        <a:lumMod val="65000"/>
                        <a:lumOff val="35000"/>
                      </a:schemeClr>
                    </a:gs>
                  </a:gsLst>
                  <a:lin ang="5400000" scaled="0"/>
                </a:gradFill>
                <a:latin typeface="Roboto Condensed Regular"/>
              </a:endParaRPr>
            </a:p>
          </p:txBody>
        </p:sp>
      </p:grpSp>
      <p:grpSp>
        <p:nvGrpSpPr>
          <p:cNvPr id="92" name="그룹 91"/>
          <p:cNvGrpSpPr/>
          <p:nvPr/>
        </p:nvGrpSpPr>
        <p:grpSpPr>
          <a:xfrm>
            <a:off x="1589107" y="2458308"/>
            <a:ext cx="2054660" cy="704148"/>
            <a:chOff x="3894040" y="2458308"/>
            <a:chExt cx="2054660" cy="704148"/>
          </a:xfrm>
        </p:grpSpPr>
        <p:grpSp>
          <p:nvGrpSpPr>
            <p:cNvPr id="75" name="그룹 74"/>
            <p:cNvGrpSpPr/>
            <p:nvPr/>
          </p:nvGrpSpPr>
          <p:grpSpPr>
            <a:xfrm>
              <a:off x="3894040" y="2458308"/>
              <a:ext cx="2054660" cy="704148"/>
              <a:chOff x="4079828" y="2947258"/>
              <a:chExt cx="2578215" cy="704148"/>
            </a:xfrm>
          </p:grpSpPr>
          <p:sp>
            <p:nvSpPr>
              <p:cNvPr id="56" name="Freeform 114"/>
              <p:cNvSpPr>
                <a:spLocks/>
              </p:cNvSpPr>
              <p:nvPr/>
            </p:nvSpPr>
            <p:spPr bwMode="auto">
              <a:xfrm>
                <a:off x="4079828" y="2947258"/>
                <a:ext cx="2578215" cy="617376"/>
              </a:xfrm>
              <a:custGeom>
                <a:avLst/>
                <a:gdLst>
                  <a:gd name="T0" fmla="*/ 618 w 2585"/>
                  <a:gd name="T1" fmla="*/ 619 h 619"/>
                  <a:gd name="T2" fmla="*/ 2585 w 2585"/>
                  <a:gd name="T3" fmla="*/ 619 h 619"/>
                  <a:gd name="T4" fmla="*/ 1967 w 2585"/>
                  <a:gd name="T5" fmla="*/ 0 h 619"/>
                  <a:gd name="T6" fmla="*/ 0 w 2585"/>
                  <a:gd name="T7" fmla="*/ 0 h 619"/>
                  <a:gd name="T8" fmla="*/ 618 w 2585"/>
                  <a:gd name="T9" fmla="*/ 619 h 619"/>
                </a:gdLst>
                <a:ahLst/>
                <a:cxnLst>
                  <a:cxn ang="0">
                    <a:pos x="T0" y="T1"/>
                  </a:cxn>
                  <a:cxn ang="0">
                    <a:pos x="T2" y="T3"/>
                  </a:cxn>
                  <a:cxn ang="0">
                    <a:pos x="T4" y="T5"/>
                  </a:cxn>
                  <a:cxn ang="0">
                    <a:pos x="T6" y="T7"/>
                  </a:cxn>
                  <a:cxn ang="0">
                    <a:pos x="T8" y="T9"/>
                  </a:cxn>
                </a:cxnLst>
                <a:rect l="0" t="0" r="r" b="b"/>
                <a:pathLst>
                  <a:path w="2585" h="619">
                    <a:moveTo>
                      <a:pt x="618" y="619"/>
                    </a:moveTo>
                    <a:lnTo>
                      <a:pt x="2585" y="619"/>
                    </a:lnTo>
                    <a:lnTo>
                      <a:pt x="1967" y="0"/>
                    </a:lnTo>
                    <a:lnTo>
                      <a:pt x="0" y="0"/>
                    </a:lnTo>
                    <a:lnTo>
                      <a:pt x="618" y="619"/>
                    </a:lnTo>
                    <a:close/>
                  </a:path>
                </a:pathLst>
              </a:custGeom>
              <a:solidFill>
                <a:schemeClr val="accent3">
                  <a:lumMod val="85000"/>
                </a:schemeClr>
              </a:soli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57" name="Freeform 115"/>
              <p:cNvSpPr>
                <a:spLocks/>
              </p:cNvSpPr>
              <p:nvPr/>
            </p:nvSpPr>
            <p:spPr bwMode="auto">
              <a:xfrm>
                <a:off x="4079828" y="2947258"/>
                <a:ext cx="616378" cy="704147"/>
              </a:xfrm>
              <a:custGeom>
                <a:avLst/>
                <a:gdLst>
                  <a:gd name="T0" fmla="*/ 0 w 618"/>
                  <a:gd name="T1" fmla="*/ 0 h 706"/>
                  <a:gd name="T2" fmla="*/ 0 w 618"/>
                  <a:gd name="T3" fmla="*/ 88 h 706"/>
                  <a:gd name="T4" fmla="*/ 618 w 618"/>
                  <a:gd name="T5" fmla="*/ 706 h 706"/>
                  <a:gd name="T6" fmla="*/ 618 w 618"/>
                  <a:gd name="T7" fmla="*/ 619 h 706"/>
                  <a:gd name="T8" fmla="*/ 0 w 618"/>
                  <a:gd name="T9" fmla="*/ 0 h 706"/>
                </a:gdLst>
                <a:ahLst/>
                <a:cxnLst>
                  <a:cxn ang="0">
                    <a:pos x="T0" y="T1"/>
                  </a:cxn>
                  <a:cxn ang="0">
                    <a:pos x="T2" y="T3"/>
                  </a:cxn>
                  <a:cxn ang="0">
                    <a:pos x="T4" y="T5"/>
                  </a:cxn>
                  <a:cxn ang="0">
                    <a:pos x="T6" y="T7"/>
                  </a:cxn>
                  <a:cxn ang="0">
                    <a:pos x="T8" y="T9"/>
                  </a:cxn>
                </a:cxnLst>
                <a:rect l="0" t="0" r="r" b="b"/>
                <a:pathLst>
                  <a:path w="618" h="706">
                    <a:moveTo>
                      <a:pt x="0" y="0"/>
                    </a:moveTo>
                    <a:lnTo>
                      <a:pt x="0" y="88"/>
                    </a:lnTo>
                    <a:lnTo>
                      <a:pt x="618" y="706"/>
                    </a:lnTo>
                    <a:lnTo>
                      <a:pt x="618" y="619"/>
                    </a:lnTo>
                    <a:lnTo>
                      <a:pt x="0" y="0"/>
                    </a:lnTo>
                    <a:close/>
                  </a:path>
                </a:pathLst>
              </a:custGeom>
              <a:pattFill prst="dkUpDiag">
                <a:fgClr>
                  <a:schemeClr val="accent3">
                    <a:lumMod val="50000"/>
                  </a:schemeClr>
                </a:fgClr>
                <a:bgClr>
                  <a:schemeClr val="accent3">
                    <a:lumMod val="6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8" name="Rectangle 116"/>
              <p:cNvSpPr>
                <a:spLocks noChangeArrowheads="1"/>
              </p:cNvSpPr>
              <p:nvPr/>
            </p:nvSpPr>
            <p:spPr bwMode="auto">
              <a:xfrm>
                <a:off x="4696206" y="3564634"/>
                <a:ext cx="1961837" cy="86772"/>
              </a:xfrm>
              <a:prstGeom prst="rect">
                <a:avLst/>
              </a:prstGeom>
              <a:pattFill prst="ltUp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69" name="Freeform 127"/>
              <p:cNvSpPr>
                <a:spLocks/>
              </p:cNvSpPr>
              <p:nvPr/>
            </p:nvSpPr>
            <p:spPr bwMode="auto">
              <a:xfrm>
                <a:off x="4226442" y="3181642"/>
                <a:ext cx="1487087" cy="162572"/>
              </a:xfrm>
              <a:custGeom>
                <a:avLst/>
                <a:gdLst>
                  <a:gd name="T0" fmla="*/ 1415 w 1491"/>
                  <a:gd name="T1" fmla="*/ 0 h 163"/>
                  <a:gd name="T2" fmla="*/ 0 w 1491"/>
                  <a:gd name="T3" fmla="*/ 0 h 163"/>
                  <a:gd name="T4" fmla="*/ 163 w 1491"/>
                  <a:gd name="T5" fmla="*/ 163 h 163"/>
                  <a:gd name="T6" fmla="*/ 163 w 1491"/>
                  <a:gd name="T7" fmla="*/ 76 h 163"/>
                  <a:gd name="T8" fmla="*/ 1491 w 1491"/>
                  <a:gd name="T9" fmla="*/ 76 h 163"/>
                  <a:gd name="T10" fmla="*/ 1415 w 1491"/>
                  <a:gd name="T11" fmla="*/ 0 h 163"/>
                </a:gdLst>
                <a:ahLst/>
                <a:cxnLst>
                  <a:cxn ang="0">
                    <a:pos x="T0" y="T1"/>
                  </a:cxn>
                  <a:cxn ang="0">
                    <a:pos x="T2" y="T3"/>
                  </a:cxn>
                  <a:cxn ang="0">
                    <a:pos x="T4" y="T5"/>
                  </a:cxn>
                  <a:cxn ang="0">
                    <a:pos x="T6" y="T7"/>
                  </a:cxn>
                  <a:cxn ang="0">
                    <a:pos x="T8" y="T9"/>
                  </a:cxn>
                  <a:cxn ang="0">
                    <a:pos x="T10" y="T11"/>
                  </a:cxn>
                </a:cxnLst>
                <a:rect l="0" t="0" r="r" b="b"/>
                <a:pathLst>
                  <a:path w="1491" h="163">
                    <a:moveTo>
                      <a:pt x="1415" y="0"/>
                    </a:moveTo>
                    <a:lnTo>
                      <a:pt x="0" y="0"/>
                    </a:lnTo>
                    <a:lnTo>
                      <a:pt x="163" y="163"/>
                    </a:lnTo>
                    <a:lnTo>
                      <a:pt x="163" y="76"/>
                    </a:lnTo>
                    <a:lnTo>
                      <a:pt x="1491" y="76"/>
                    </a:lnTo>
                    <a:lnTo>
                      <a:pt x="1415"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sp>
          <p:nvSpPr>
            <p:cNvPr id="126" name="TextBox 125"/>
            <p:cNvSpPr txBox="1"/>
            <p:nvPr/>
          </p:nvSpPr>
          <p:spPr>
            <a:xfrm>
              <a:off x="4346733" y="2807788"/>
              <a:ext cx="1501617" cy="193940"/>
            </a:xfrm>
            <a:prstGeom prst="rect">
              <a:avLst/>
            </a:prstGeom>
            <a:noFill/>
          </p:spPr>
          <p:txBody>
            <a:bodyPr wrap="square" lIns="72000" tIns="0" rIns="72000" bIns="0" rtlCol="0" anchor="ctr">
              <a:noAutofit/>
            </a:bodyPr>
            <a:lstStyle/>
            <a:p>
              <a:pPr lvl="0" algn="ctr"/>
              <a:r>
                <a:rPr lang="en-US" altLang="ko-KR" sz="1000" dirty="0">
                  <a:gradFill>
                    <a:gsLst>
                      <a:gs pos="0">
                        <a:schemeClr val="accent4">
                          <a:lumMod val="65000"/>
                          <a:lumOff val="35000"/>
                        </a:schemeClr>
                      </a:gs>
                      <a:gs pos="100000">
                        <a:schemeClr val="accent4">
                          <a:lumMod val="65000"/>
                          <a:lumOff val="35000"/>
                        </a:schemeClr>
                      </a:gs>
                    </a:gsLst>
                    <a:lin ang="5400000" scaled="0"/>
                  </a:gradFill>
                  <a:latin typeface="Roboto Condensed Regular"/>
                </a:rPr>
                <a:t>Insert Title</a:t>
              </a:r>
              <a:endParaRPr lang="ko-KR" altLang="en-US" sz="1000" dirty="0">
                <a:gradFill>
                  <a:gsLst>
                    <a:gs pos="0">
                      <a:schemeClr val="accent4">
                        <a:lumMod val="65000"/>
                        <a:lumOff val="35000"/>
                      </a:schemeClr>
                    </a:gs>
                    <a:gs pos="100000">
                      <a:schemeClr val="accent4">
                        <a:lumMod val="65000"/>
                        <a:lumOff val="35000"/>
                      </a:schemeClr>
                    </a:gs>
                  </a:gsLst>
                  <a:lin ang="5400000" scaled="0"/>
                </a:gradFill>
                <a:latin typeface="Roboto Condensed Regular"/>
              </a:endParaRPr>
            </a:p>
          </p:txBody>
        </p:sp>
      </p:grpSp>
      <p:grpSp>
        <p:nvGrpSpPr>
          <p:cNvPr id="91" name="그룹 90"/>
          <p:cNvGrpSpPr/>
          <p:nvPr/>
        </p:nvGrpSpPr>
        <p:grpSpPr>
          <a:xfrm>
            <a:off x="836395" y="1988550"/>
            <a:ext cx="2054660" cy="704147"/>
            <a:chOff x="3141326" y="1988545"/>
            <a:chExt cx="2054660" cy="704147"/>
          </a:xfrm>
        </p:grpSpPr>
        <p:grpSp>
          <p:nvGrpSpPr>
            <p:cNvPr id="74" name="그룹 73"/>
            <p:cNvGrpSpPr/>
            <p:nvPr/>
          </p:nvGrpSpPr>
          <p:grpSpPr>
            <a:xfrm>
              <a:off x="3141326" y="1988545"/>
              <a:ext cx="2054660" cy="704147"/>
              <a:chOff x="3135313" y="2477495"/>
              <a:chExt cx="2578215" cy="704147"/>
            </a:xfrm>
          </p:grpSpPr>
          <p:sp>
            <p:nvSpPr>
              <p:cNvPr id="59" name="Freeform 117"/>
              <p:cNvSpPr>
                <a:spLocks/>
              </p:cNvSpPr>
              <p:nvPr/>
            </p:nvSpPr>
            <p:spPr bwMode="auto">
              <a:xfrm>
                <a:off x="3135313" y="2477495"/>
                <a:ext cx="2578215" cy="616378"/>
              </a:xfrm>
              <a:custGeom>
                <a:avLst/>
                <a:gdLst>
                  <a:gd name="T0" fmla="*/ 618 w 2585"/>
                  <a:gd name="T1" fmla="*/ 618 h 618"/>
                  <a:gd name="T2" fmla="*/ 2585 w 2585"/>
                  <a:gd name="T3" fmla="*/ 618 h 618"/>
                  <a:gd name="T4" fmla="*/ 1967 w 2585"/>
                  <a:gd name="T5" fmla="*/ 0 h 618"/>
                  <a:gd name="T6" fmla="*/ 0 w 2585"/>
                  <a:gd name="T7" fmla="*/ 0 h 618"/>
                  <a:gd name="T8" fmla="*/ 618 w 2585"/>
                  <a:gd name="T9" fmla="*/ 618 h 618"/>
                </a:gdLst>
                <a:ahLst/>
                <a:cxnLst>
                  <a:cxn ang="0">
                    <a:pos x="T0" y="T1"/>
                  </a:cxn>
                  <a:cxn ang="0">
                    <a:pos x="T2" y="T3"/>
                  </a:cxn>
                  <a:cxn ang="0">
                    <a:pos x="T4" y="T5"/>
                  </a:cxn>
                  <a:cxn ang="0">
                    <a:pos x="T6" y="T7"/>
                  </a:cxn>
                  <a:cxn ang="0">
                    <a:pos x="T8" y="T9"/>
                  </a:cxn>
                </a:cxnLst>
                <a:rect l="0" t="0" r="r" b="b"/>
                <a:pathLst>
                  <a:path w="2585" h="618">
                    <a:moveTo>
                      <a:pt x="618" y="618"/>
                    </a:moveTo>
                    <a:lnTo>
                      <a:pt x="2585" y="618"/>
                    </a:lnTo>
                    <a:lnTo>
                      <a:pt x="1967" y="0"/>
                    </a:lnTo>
                    <a:lnTo>
                      <a:pt x="0" y="0"/>
                    </a:lnTo>
                    <a:lnTo>
                      <a:pt x="618" y="618"/>
                    </a:lnTo>
                    <a:close/>
                  </a:path>
                </a:pathLst>
              </a:custGeom>
              <a:solidFill>
                <a:schemeClr val="accent3">
                  <a:lumMod val="85000"/>
                </a:schemeClr>
              </a:soli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60" name="Freeform 118"/>
              <p:cNvSpPr>
                <a:spLocks/>
              </p:cNvSpPr>
              <p:nvPr/>
            </p:nvSpPr>
            <p:spPr bwMode="auto">
              <a:xfrm>
                <a:off x="3135313" y="2477495"/>
                <a:ext cx="616378" cy="704147"/>
              </a:xfrm>
              <a:custGeom>
                <a:avLst/>
                <a:gdLst>
                  <a:gd name="T0" fmla="*/ 0 w 618"/>
                  <a:gd name="T1" fmla="*/ 0 h 706"/>
                  <a:gd name="T2" fmla="*/ 0 w 618"/>
                  <a:gd name="T3" fmla="*/ 87 h 706"/>
                  <a:gd name="T4" fmla="*/ 618 w 618"/>
                  <a:gd name="T5" fmla="*/ 706 h 706"/>
                  <a:gd name="T6" fmla="*/ 618 w 618"/>
                  <a:gd name="T7" fmla="*/ 618 h 706"/>
                  <a:gd name="T8" fmla="*/ 0 w 618"/>
                  <a:gd name="T9" fmla="*/ 0 h 706"/>
                </a:gdLst>
                <a:ahLst/>
                <a:cxnLst>
                  <a:cxn ang="0">
                    <a:pos x="T0" y="T1"/>
                  </a:cxn>
                  <a:cxn ang="0">
                    <a:pos x="T2" y="T3"/>
                  </a:cxn>
                  <a:cxn ang="0">
                    <a:pos x="T4" y="T5"/>
                  </a:cxn>
                  <a:cxn ang="0">
                    <a:pos x="T6" y="T7"/>
                  </a:cxn>
                  <a:cxn ang="0">
                    <a:pos x="T8" y="T9"/>
                  </a:cxn>
                </a:cxnLst>
                <a:rect l="0" t="0" r="r" b="b"/>
                <a:pathLst>
                  <a:path w="618" h="706">
                    <a:moveTo>
                      <a:pt x="0" y="0"/>
                    </a:moveTo>
                    <a:lnTo>
                      <a:pt x="0" y="87"/>
                    </a:lnTo>
                    <a:lnTo>
                      <a:pt x="618" y="706"/>
                    </a:lnTo>
                    <a:lnTo>
                      <a:pt x="618" y="618"/>
                    </a:lnTo>
                    <a:lnTo>
                      <a:pt x="0" y="0"/>
                    </a:lnTo>
                    <a:close/>
                  </a:path>
                </a:pathLst>
              </a:custGeom>
              <a:pattFill prst="dkUpDiag">
                <a:fgClr>
                  <a:schemeClr val="accent3">
                    <a:lumMod val="50000"/>
                  </a:schemeClr>
                </a:fgClr>
                <a:bgClr>
                  <a:schemeClr val="accent3">
                    <a:lumMod val="6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61" name="Rectangle 119"/>
              <p:cNvSpPr>
                <a:spLocks noChangeArrowheads="1"/>
              </p:cNvSpPr>
              <p:nvPr/>
            </p:nvSpPr>
            <p:spPr bwMode="auto">
              <a:xfrm>
                <a:off x="3751691" y="3093873"/>
                <a:ext cx="1961837" cy="87769"/>
              </a:xfrm>
              <a:prstGeom prst="rect">
                <a:avLst/>
              </a:prstGeom>
              <a:pattFill prst="ltUp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70" name="Freeform 128"/>
              <p:cNvSpPr>
                <a:spLocks/>
              </p:cNvSpPr>
              <p:nvPr/>
            </p:nvSpPr>
            <p:spPr bwMode="auto">
              <a:xfrm>
                <a:off x="4372058" y="2477495"/>
                <a:ext cx="1039265" cy="314173"/>
              </a:xfrm>
              <a:custGeom>
                <a:avLst/>
                <a:gdLst>
                  <a:gd name="T0" fmla="*/ 0 w 1042"/>
                  <a:gd name="T1" fmla="*/ 0 h 315"/>
                  <a:gd name="T2" fmla="*/ 325 w 1042"/>
                  <a:gd name="T3" fmla="*/ 315 h 315"/>
                  <a:gd name="T4" fmla="*/ 1042 w 1042"/>
                  <a:gd name="T5" fmla="*/ 315 h 315"/>
                  <a:gd name="T6" fmla="*/ 962 w 1042"/>
                  <a:gd name="T7" fmla="*/ 234 h 315"/>
                  <a:gd name="T8" fmla="*/ 325 w 1042"/>
                  <a:gd name="T9" fmla="*/ 234 h 315"/>
                  <a:gd name="T10" fmla="*/ 90 w 1042"/>
                  <a:gd name="T11" fmla="*/ 0 h 315"/>
                  <a:gd name="T12" fmla="*/ 0 w 1042"/>
                  <a:gd name="T13" fmla="*/ 0 h 315"/>
                </a:gdLst>
                <a:ahLst/>
                <a:cxnLst>
                  <a:cxn ang="0">
                    <a:pos x="T0" y="T1"/>
                  </a:cxn>
                  <a:cxn ang="0">
                    <a:pos x="T2" y="T3"/>
                  </a:cxn>
                  <a:cxn ang="0">
                    <a:pos x="T4" y="T5"/>
                  </a:cxn>
                  <a:cxn ang="0">
                    <a:pos x="T6" y="T7"/>
                  </a:cxn>
                  <a:cxn ang="0">
                    <a:pos x="T8" y="T9"/>
                  </a:cxn>
                  <a:cxn ang="0">
                    <a:pos x="T10" y="T11"/>
                  </a:cxn>
                  <a:cxn ang="0">
                    <a:pos x="T12" y="T13"/>
                  </a:cxn>
                </a:cxnLst>
                <a:rect l="0" t="0" r="r" b="b"/>
                <a:pathLst>
                  <a:path w="1042" h="315">
                    <a:moveTo>
                      <a:pt x="0" y="0"/>
                    </a:moveTo>
                    <a:lnTo>
                      <a:pt x="325" y="315"/>
                    </a:lnTo>
                    <a:lnTo>
                      <a:pt x="1042" y="315"/>
                    </a:lnTo>
                    <a:lnTo>
                      <a:pt x="962" y="234"/>
                    </a:lnTo>
                    <a:lnTo>
                      <a:pt x="325" y="234"/>
                    </a:lnTo>
                    <a:lnTo>
                      <a:pt x="90" y="0"/>
                    </a:lnTo>
                    <a:lnTo>
                      <a:pt x="0"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sp>
          <p:nvSpPr>
            <p:cNvPr id="133" name="TextBox 132"/>
            <p:cNvSpPr txBox="1"/>
            <p:nvPr/>
          </p:nvSpPr>
          <p:spPr>
            <a:xfrm>
              <a:off x="3365500" y="2347261"/>
              <a:ext cx="1714499" cy="193940"/>
            </a:xfrm>
            <a:prstGeom prst="rect">
              <a:avLst/>
            </a:prstGeom>
            <a:noFill/>
          </p:spPr>
          <p:txBody>
            <a:bodyPr wrap="square" lIns="72000" tIns="0" rIns="72000" bIns="0" rtlCol="0" anchor="ctr">
              <a:noAutofit/>
            </a:bodyPr>
            <a:lstStyle/>
            <a:p>
              <a:pPr lvl="0" algn="ctr"/>
              <a:r>
                <a:rPr lang="en-US" altLang="ko-KR" sz="1000" dirty="0">
                  <a:gradFill>
                    <a:gsLst>
                      <a:gs pos="0">
                        <a:schemeClr val="accent4">
                          <a:lumMod val="65000"/>
                          <a:lumOff val="35000"/>
                        </a:schemeClr>
                      </a:gs>
                      <a:gs pos="100000">
                        <a:schemeClr val="accent4">
                          <a:lumMod val="65000"/>
                          <a:lumOff val="35000"/>
                        </a:schemeClr>
                      </a:gs>
                    </a:gsLst>
                    <a:lin ang="5400000" scaled="0"/>
                  </a:gradFill>
                  <a:latin typeface="Roboto Condensed Regular"/>
                </a:rPr>
                <a:t>Insert Title</a:t>
              </a:r>
              <a:endParaRPr lang="ko-KR" altLang="en-US" sz="1000" dirty="0">
                <a:gradFill>
                  <a:gsLst>
                    <a:gs pos="0">
                      <a:schemeClr val="accent4">
                        <a:lumMod val="65000"/>
                        <a:lumOff val="35000"/>
                      </a:schemeClr>
                    </a:gs>
                    <a:gs pos="100000">
                      <a:schemeClr val="accent4">
                        <a:lumMod val="65000"/>
                        <a:lumOff val="35000"/>
                      </a:schemeClr>
                    </a:gs>
                  </a:gsLst>
                  <a:lin ang="5400000" scaled="0"/>
                </a:gradFill>
                <a:latin typeface="Roboto Condensed Regular"/>
              </a:endParaRPr>
            </a:p>
          </p:txBody>
        </p:sp>
      </p:grpSp>
      <p:sp>
        <p:nvSpPr>
          <p:cNvPr id="11" name="Title 10"/>
          <p:cNvSpPr>
            <a:spLocks noGrp="1"/>
          </p:cNvSpPr>
          <p:nvPr>
            <p:ph type="title"/>
          </p:nvPr>
        </p:nvSpPr>
        <p:spPr/>
        <p:txBody>
          <a:bodyPr/>
          <a:lstStyle/>
          <a:p>
            <a:r>
              <a:rPr lang="en-US" altLang="ko-KR" dirty="0"/>
              <a:t>Structured diagram</a:t>
            </a:r>
            <a:r>
              <a:rPr lang="en-US" altLang="ko-KR" dirty="0">
                <a:gradFill>
                  <a:gsLst>
                    <a:gs pos="0">
                      <a:schemeClr val="bg2"/>
                    </a:gs>
                    <a:gs pos="100000">
                      <a:schemeClr val="bg2"/>
                    </a:gs>
                  </a:gsLst>
                  <a:lin ang="0" scaled="1"/>
                </a:gradFill>
              </a:rPr>
              <a:t> </a:t>
            </a:r>
            <a:r>
              <a:rPr lang="en-US" altLang="ko-KR" sz="3600" baseline="10000" dirty="0">
                <a:gradFill>
                  <a:gsLst>
                    <a:gs pos="0">
                      <a:schemeClr val="bg2"/>
                    </a:gs>
                    <a:gs pos="100000">
                      <a:schemeClr val="bg2"/>
                    </a:gs>
                  </a:gsLst>
                  <a:lin ang="0" scaled="1"/>
                </a:gradFill>
              </a:rPr>
              <a:t>:</a:t>
            </a:r>
            <a:r>
              <a:rPr lang="en-US" altLang="ko-KR" dirty="0">
                <a:gradFill>
                  <a:gsLst>
                    <a:gs pos="0">
                      <a:schemeClr val="bg2"/>
                    </a:gs>
                    <a:gs pos="100000">
                      <a:schemeClr val="bg2"/>
                    </a:gs>
                  </a:gsLst>
                  <a:lin ang="0" scaled="1"/>
                </a:gradFill>
              </a:rPr>
              <a:t> Layer</a:t>
            </a:r>
            <a:endParaRPr lang="en-US" dirty="0"/>
          </a:p>
        </p:txBody>
      </p:sp>
      <p:grpSp>
        <p:nvGrpSpPr>
          <p:cNvPr id="90" name="그룹 89"/>
          <p:cNvGrpSpPr/>
          <p:nvPr/>
        </p:nvGrpSpPr>
        <p:grpSpPr>
          <a:xfrm>
            <a:off x="1589107" y="1517789"/>
            <a:ext cx="2054660" cy="704147"/>
            <a:chOff x="3894040" y="1517784"/>
            <a:chExt cx="2054660" cy="704147"/>
          </a:xfrm>
        </p:grpSpPr>
        <p:grpSp>
          <p:nvGrpSpPr>
            <p:cNvPr id="73" name="그룹 72"/>
            <p:cNvGrpSpPr/>
            <p:nvPr/>
          </p:nvGrpSpPr>
          <p:grpSpPr>
            <a:xfrm>
              <a:off x="3894040" y="1517784"/>
              <a:ext cx="2054660" cy="704147"/>
              <a:chOff x="4079828" y="2006734"/>
              <a:chExt cx="2578215" cy="704147"/>
            </a:xfrm>
          </p:grpSpPr>
          <p:sp>
            <p:nvSpPr>
              <p:cNvPr id="62" name="Freeform 120"/>
              <p:cNvSpPr>
                <a:spLocks/>
              </p:cNvSpPr>
              <p:nvPr/>
            </p:nvSpPr>
            <p:spPr bwMode="auto">
              <a:xfrm>
                <a:off x="4079828" y="2006734"/>
                <a:ext cx="2578215" cy="617376"/>
              </a:xfrm>
              <a:custGeom>
                <a:avLst/>
                <a:gdLst>
                  <a:gd name="T0" fmla="*/ 618 w 2585"/>
                  <a:gd name="T1" fmla="*/ 619 h 619"/>
                  <a:gd name="T2" fmla="*/ 2585 w 2585"/>
                  <a:gd name="T3" fmla="*/ 619 h 619"/>
                  <a:gd name="T4" fmla="*/ 1967 w 2585"/>
                  <a:gd name="T5" fmla="*/ 0 h 619"/>
                  <a:gd name="T6" fmla="*/ 0 w 2585"/>
                  <a:gd name="T7" fmla="*/ 0 h 619"/>
                  <a:gd name="T8" fmla="*/ 618 w 2585"/>
                  <a:gd name="T9" fmla="*/ 619 h 619"/>
                </a:gdLst>
                <a:ahLst/>
                <a:cxnLst>
                  <a:cxn ang="0">
                    <a:pos x="T0" y="T1"/>
                  </a:cxn>
                  <a:cxn ang="0">
                    <a:pos x="T2" y="T3"/>
                  </a:cxn>
                  <a:cxn ang="0">
                    <a:pos x="T4" y="T5"/>
                  </a:cxn>
                  <a:cxn ang="0">
                    <a:pos x="T6" y="T7"/>
                  </a:cxn>
                  <a:cxn ang="0">
                    <a:pos x="T8" y="T9"/>
                  </a:cxn>
                </a:cxnLst>
                <a:rect l="0" t="0" r="r" b="b"/>
                <a:pathLst>
                  <a:path w="2585" h="619">
                    <a:moveTo>
                      <a:pt x="618" y="619"/>
                    </a:moveTo>
                    <a:lnTo>
                      <a:pt x="2585" y="619"/>
                    </a:lnTo>
                    <a:lnTo>
                      <a:pt x="1967" y="0"/>
                    </a:lnTo>
                    <a:lnTo>
                      <a:pt x="0" y="0"/>
                    </a:lnTo>
                    <a:lnTo>
                      <a:pt x="618" y="619"/>
                    </a:lnTo>
                    <a:close/>
                  </a:path>
                </a:pathLst>
              </a:custGeom>
              <a:solidFill>
                <a:schemeClr val="accent3">
                  <a:lumMod val="85000"/>
                </a:schemeClr>
              </a:solidFill>
              <a:ln w="3175">
                <a:solidFill>
                  <a:schemeClr val="accent3">
                    <a:lumMod val="65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63" name="Freeform 121"/>
              <p:cNvSpPr>
                <a:spLocks/>
              </p:cNvSpPr>
              <p:nvPr/>
            </p:nvSpPr>
            <p:spPr bwMode="auto">
              <a:xfrm>
                <a:off x="4079828" y="2006734"/>
                <a:ext cx="616378" cy="704147"/>
              </a:xfrm>
              <a:custGeom>
                <a:avLst/>
                <a:gdLst>
                  <a:gd name="T0" fmla="*/ 0 w 618"/>
                  <a:gd name="T1" fmla="*/ 0 h 706"/>
                  <a:gd name="T2" fmla="*/ 0 w 618"/>
                  <a:gd name="T3" fmla="*/ 88 h 706"/>
                  <a:gd name="T4" fmla="*/ 618 w 618"/>
                  <a:gd name="T5" fmla="*/ 706 h 706"/>
                  <a:gd name="T6" fmla="*/ 618 w 618"/>
                  <a:gd name="T7" fmla="*/ 619 h 706"/>
                  <a:gd name="T8" fmla="*/ 0 w 618"/>
                  <a:gd name="T9" fmla="*/ 0 h 706"/>
                </a:gdLst>
                <a:ahLst/>
                <a:cxnLst>
                  <a:cxn ang="0">
                    <a:pos x="T0" y="T1"/>
                  </a:cxn>
                  <a:cxn ang="0">
                    <a:pos x="T2" y="T3"/>
                  </a:cxn>
                  <a:cxn ang="0">
                    <a:pos x="T4" y="T5"/>
                  </a:cxn>
                  <a:cxn ang="0">
                    <a:pos x="T6" y="T7"/>
                  </a:cxn>
                  <a:cxn ang="0">
                    <a:pos x="T8" y="T9"/>
                  </a:cxn>
                </a:cxnLst>
                <a:rect l="0" t="0" r="r" b="b"/>
                <a:pathLst>
                  <a:path w="618" h="706">
                    <a:moveTo>
                      <a:pt x="0" y="0"/>
                    </a:moveTo>
                    <a:lnTo>
                      <a:pt x="0" y="88"/>
                    </a:lnTo>
                    <a:lnTo>
                      <a:pt x="618" y="706"/>
                    </a:lnTo>
                    <a:lnTo>
                      <a:pt x="618" y="619"/>
                    </a:lnTo>
                    <a:lnTo>
                      <a:pt x="0" y="0"/>
                    </a:lnTo>
                    <a:close/>
                  </a:path>
                </a:pathLst>
              </a:custGeom>
              <a:pattFill prst="dkUpDiag">
                <a:fgClr>
                  <a:schemeClr val="accent3">
                    <a:lumMod val="50000"/>
                  </a:schemeClr>
                </a:fgClr>
                <a:bgClr>
                  <a:schemeClr val="accent3">
                    <a:lumMod val="6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64" name="Rectangle 122"/>
              <p:cNvSpPr>
                <a:spLocks noChangeArrowheads="1"/>
              </p:cNvSpPr>
              <p:nvPr/>
            </p:nvSpPr>
            <p:spPr bwMode="auto">
              <a:xfrm>
                <a:off x="4696206" y="2624109"/>
                <a:ext cx="1961837" cy="86772"/>
              </a:xfrm>
              <a:prstGeom prst="rect">
                <a:avLst/>
              </a:prstGeom>
              <a:pattFill prst="ltUpDiag">
                <a:fgClr>
                  <a:schemeClr val="accent3">
                    <a:lumMod val="65000"/>
                  </a:schemeClr>
                </a:fgClr>
                <a:bgClr>
                  <a:schemeClr val="accent3">
                    <a:lumMod val="75000"/>
                  </a:schemeClr>
                </a:bgClr>
              </a:pattFill>
              <a:ln w="3175">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68" name="Freeform 126"/>
              <p:cNvSpPr>
                <a:spLocks/>
              </p:cNvSpPr>
              <p:nvPr/>
            </p:nvSpPr>
            <p:spPr bwMode="auto">
              <a:xfrm>
                <a:off x="4226442" y="2241117"/>
                <a:ext cx="1487087" cy="160578"/>
              </a:xfrm>
              <a:custGeom>
                <a:avLst/>
                <a:gdLst>
                  <a:gd name="T0" fmla="*/ 1415 w 1491"/>
                  <a:gd name="T1" fmla="*/ 0 h 161"/>
                  <a:gd name="T2" fmla="*/ 0 w 1491"/>
                  <a:gd name="T3" fmla="*/ 0 h 161"/>
                  <a:gd name="T4" fmla="*/ 163 w 1491"/>
                  <a:gd name="T5" fmla="*/ 161 h 161"/>
                  <a:gd name="T6" fmla="*/ 163 w 1491"/>
                  <a:gd name="T7" fmla="*/ 73 h 161"/>
                  <a:gd name="T8" fmla="*/ 1491 w 1491"/>
                  <a:gd name="T9" fmla="*/ 73 h 161"/>
                  <a:gd name="T10" fmla="*/ 1415 w 1491"/>
                  <a:gd name="T11" fmla="*/ 0 h 161"/>
                </a:gdLst>
                <a:ahLst/>
                <a:cxnLst>
                  <a:cxn ang="0">
                    <a:pos x="T0" y="T1"/>
                  </a:cxn>
                  <a:cxn ang="0">
                    <a:pos x="T2" y="T3"/>
                  </a:cxn>
                  <a:cxn ang="0">
                    <a:pos x="T4" y="T5"/>
                  </a:cxn>
                  <a:cxn ang="0">
                    <a:pos x="T6" y="T7"/>
                  </a:cxn>
                  <a:cxn ang="0">
                    <a:pos x="T8" y="T9"/>
                  </a:cxn>
                  <a:cxn ang="0">
                    <a:pos x="T10" y="T11"/>
                  </a:cxn>
                </a:cxnLst>
                <a:rect l="0" t="0" r="r" b="b"/>
                <a:pathLst>
                  <a:path w="1491" h="161">
                    <a:moveTo>
                      <a:pt x="1415" y="0"/>
                    </a:moveTo>
                    <a:lnTo>
                      <a:pt x="0" y="0"/>
                    </a:lnTo>
                    <a:lnTo>
                      <a:pt x="163" y="161"/>
                    </a:lnTo>
                    <a:lnTo>
                      <a:pt x="163" y="73"/>
                    </a:lnTo>
                    <a:lnTo>
                      <a:pt x="1491" y="73"/>
                    </a:lnTo>
                    <a:lnTo>
                      <a:pt x="1415"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tx1">
                          <a:lumMod val="10000"/>
                          <a:lumOff val="90000"/>
                        </a:schemeClr>
                      </a:gs>
                      <a:gs pos="100000">
                        <a:schemeClr val="tx1">
                          <a:lumMod val="10000"/>
                          <a:lumOff val="90000"/>
                        </a:schemeClr>
                      </a:gs>
                    </a:gsLst>
                    <a:lin ang="5400000" scaled="0"/>
                  </a:gradFill>
                </a:endParaRPr>
              </a:p>
            </p:txBody>
          </p:sp>
        </p:grpSp>
        <p:sp>
          <p:nvSpPr>
            <p:cNvPr id="82" name="TextBox 81"/>
            <p:cNvSpPr txBox="1"/>
            <p:nvPr/>
          </p:nvSpPr>
          <p:spPr>
            <a:xfrm>
              <a:off x="4346733" y="1867684"/>
              <a:ext cx="1501617" cy="193940"/>
            </a:xfrm>
            <a:prstGeom prst="rect">
              <a:avLst/>
            </a:prstGeom>
            <a:noFill/>
          </p:spPr>
          <p:txBody>
            <a:bodyPr wrap="square" lIns="72000" tIns="0" rIns="72000" bIns="0" rtlCol="0" anchor="ctr">
              <a:noAutofit/>
            </a:bodyPr>
            <a:lstStyle/>
            <a:p>
              <a:pPr lvl="0" algn="ctr"/>
              <a:r>
                <a:rPr lang="en-US" altLang="ko-KR" sz="1000" dirty="0">
                  <a:gradFill>
                    <a:gsLst>
                      <a:gs pos="0">
                        <a:schemeClr val="accent4">
                          <a:lumMod val="65000"/>
                          <a:lumOff val="35000"/>
                        </a:schemeClr>
                      </a:gs>
                      <a:gs pos="100000">
                        <a:schemeClr val="accent4">
                          <a:lumMod val="65000"/>
                          <a:lumOff val="35000"/>
                        </a:schemeClr>
                      </a:gs>
                    </a:gsLst>
                    <a:lin ang="5400000" scaled="0"/>
                  </a:gradFill>
                  <a:latin typeface="Roboto Condensed Regular"/>
                </a:rPr>
                <a:t>Insert Title</a:t>
              </a:r>
              <a:endParaRPr lang="ko-KR" altLang="en-US" sz="1000" dirty="0">
                <a:gradFill>
                  <a:gsLst>
                    <a:gs pos="0">
                      <a:schemeClr val="accent4">
                        <a:lumMod val="65000"/>
                        <a:lumOff val="35000"/>
                      </a:schemeClr>
                    </a:gs>
                    <a:gs pos="100000">
                      <a:schemeClr val="accent4">
                        <a:lumMod val="65000"/>
                        <a:lumOff val="35000"/>
                      </a:schemeClr>
                    </a:gs>
                  </a:gsLst>
                  <a:lin ang="5400000" scaled="0"/>
                </a:gradFill>
                <a:latin typeface="Roboto Condensed Regular"/>
              </a:endParaRPr>
            </a:p>
          </p:txBody>
        </p:sp>
      </p:grpSp>
      <p:grpSp>
        <p:nvGrpSpPr>
          <p:cNvPr id="89" name="그룹 88"/>
          <p:cNvGrpSpPr/>
          <p:nvPr/>
        </p:nvGrpSpPr>
        <p:grpSpPr>
          <a:xfrm>
            <a:off x="836395" y="1046026"/>
            <a:ext cx="2054660" cy="706142"/>
            <a:chOff x="3141326" y="1046025"/>
            <a:chExt cx="2054660" cy="706142"/>
          </a:xfrm>
        </p:grpSpPr>
        <p:grpSp>
          <p:nvGrpSpPr>
            <p:cNvPr id="72" name="그룹 71"/>
            <p:cNvGrpSpPr/>
            <p:nvPr/>
          </p:nvGrpSpPr>
          <p:grpSpPr>
            <a:xfrm>
              <a:off x="3141326" y="1046025"/>
              <a:ext cx="2054660" cy="706142"/>
              <a:chOff x="3135313" y="1534975"/>
              <a:chExt cx="2578215" cy="706142"/>
            </a:xfrm>
          </p:grpSpPr>
          <p:sp>
            <p:nvSpPr>
              <p:cNvPr id="65" name="Freeform 123"/>
              <p:cNvSpPr>
                <a:spLocks/>
              </p:cNvSpPr>
              <p:nvPr/>
            </p:nvSpPr>
            <p:spPr bwMode="auto">
              <a:xfrm>
                <a:off x="3135313" y="1534975"/>
                <a:ext cx="2578215" cy="618373"/>
              </a:xfrm>
              <a:custGeom>
                <a:avLst/>
                <a:gdLst>
                  <a:gd name="T0" fmla="*/ 618 w 2585"/>
                  <a:gd name="T1" fmla="*/ 620 h 620"/>
                  <a:gd name="T2" fmla="*/ 2585 w 2585"/>
                  <a:gd name="T3" fmla="*/ 620 h 620"/>
                  <a:gd name="T4" fmla="*/ 1967 w 2585"/>
                  <a:gd name="T5" fmla="*/ 0 h 620"/>
                  <a:gd name="T6" fmla="*/ 0 w 2585"/>
                  <a:gd name="T7" fmla="*/ 0 h 620"/>
                  <a:gd name="T8" fmla="*/ 618 w 2585"/>
                  <a:gd name="T9" fmla="*/ 620 h 620"/>
                </a:gdLst>
                <a:ahLst/>
                <a:cxnLst>
                  <a:cxn ang="0">
                    <a:pos x="T0" y="T1"/>
                  </a:cxn>
                  <a:cxn ang="0">
                    <a:pos x="T2" y="T3"/>
                  </a:cxn>
                  <a:cxn ang="0">
                    <a:pos x="T4" y="T5"/>
                  </a:cxn>
                  <a:cxn ang="0">
                    <a:pos x="T6" y="T7"/>
                  </a:cxn>
                  <a:cxn ang="0">
                    <a:pos x="T8" y="T9"/>
                  </a:cxn>
                </a:cxnLst>
                <a:rect l="0" t="0" r="r" b="b"/>
                <a:pathLst>
                  <a:path w="2585" h="620">
                    <a:moveTo>
                      <a:pt x="618" y="620"/>
                    </a:moveTo>
                    <a:lnTo>
                      <a:pt x="2585" y="620"/>
                    </a:lnTo>
                    <a:lnTo>
                      <a:pt x="1967" y="0"/>
                    </a:lnTo>
                    <a:lnTo>
                      <a:pt x="0" y="0"/>
                    </a:lnTo>
                    <a:lnTo>
                      <a:pt x="618" y="620"/>
                    </a:lnTo>
                    <a:close/>
                  </a:path>
                </a:pathLst>
              </a:cu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6" name="Freeform 124"/>
              <p:cNvSpPr>
                <a:spLocks/>
              </p:cNvSpPr>
              <p:nvPr/>
            </p:nvSpPr>
            <p:spPr bwMode="auto">
              <a:xfrm>
                <a:off x="3135313" y="1534975"/>
                <a:ext cx="616378" cy="706142"/>
              </a:xfrm>
              <a:custGeom>
                <a:avLst/>
                <a:gdLst>
                  <a:gd name="T0" fmla="*/ 0 w 618"/>
                  <a:gd name="T1" fmla="*/ 0 h 708"/>
                  <a:gd name="T2" fmla="*/ 0 w 618"/>
                  <a:gd name="T3" fmla="*/ 87 h 708"/>
                  <a:gd name="T4" fmla="*/ 618 w 618"/>
                  <a:gd name="T5" fmla="*/ 708 h 708"/>
                  <a:gd name="T6" fmla="*/ 618 w 618"/>
                  <a:gd name="T7" fmla="*/ 620 h 708"/>
                  <a:gd name="T8" fmla="*/ 0 w 618"/>
                  <a:gd name="T9" fmla="*/ 0 h 708"/>
                </a:gdLst>
                <a:ahLst/>
                <a:cxnLst>
                  <a:cxn ang="0">
                    <a:pos x="T0" y="T1"/>
                  </a:cxn>
                  <a:cxn ang="0">
                    <a:pos x="T2" y="T3"/>
                  </a:cxn>
                  <a:cxn ang="0">
                    <a:pos x="T4" y="T5"/>
                  </a:cxn>
                  <a:cxn ang="0">
                    <a:pos x="T6" y="T7"/>
                  </a:cxn>
                  <a:cxn ang="0">
                    <a:pos x="T8" y="T9"/>
                  </a:cxn>
                </a:cxnLst>
                <a:rect l="0" t="0" r="r" b="b"/>
                <a:pathLst>
                  <a:path w="618" h="708">
                    <a:moveTo>
                      <a:pt x="0" y="0"/>
                    </a:moveTo>
                    <a:lnTo>
                      <a:pt x="0" y="87"/>
                    </a:lnTo>
                    <a:lnTo>
                      <a:pt x="618" y="708"/>
                    </a:lnTo>
                    <a:lnTo>
                      <a:pt x="618" y="620"/>
                    </a:lnTo>
                    <a:lnTo>
                      <a:pt x="0" y="0"/>
                    </a:lnTo>
                    <a:close/>
                  </a:path>
                </a:pathLst>
              </a:custGeom>
              <a:pattFill prst="dkUpDiag">
                <a:fgClr>
                  <a:schemeClr val="accent1">
                    <a:lumMod val="75000"/>
                  </a:schemeClr>
                </a:fgClr>
                <a:bgClr>
                  <a:schemeClr val="accent1">
                    <a:lumMod val="50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67" name="Rectangle 125"/>
              <p:cNvSpPr>
                <a:spLocks noChangeArrowheads="1"/>
              </p:cNvSpPr>
              <p:nvPr/>
            </p:nvSpPr>
            <p:spPr bwMode="auto">
              <a:xfrm>
                <a:off x="3751691" y="2153348"/>
                <a:ext cx="1961837" cy="87769"/>
              </a:xfrm>
              <a:prstGeom prst="rect">
                <a:avLst/>
              </a:prstGeom>
              <a:pattFill prst="dkDn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22" name="TextBox 121"/>
            <p:cNvSpPr txBox="1"/>
            <p:nvPr/>
          </p:nvSpPr>
          <p:spPr>
            <a:xfrm>
              <a:off x="3365500" y="1270784"/>
              <a:ext cx="1676400" cy="193940"/>
            </a:xfrm>
            <a:prstGeom prst="rect">
              <a:avLst/>
            </a:prstGeom>
            <a:noFill/>
          </p:spPr>
          <p:txBody>
            <a:bodyPr wrap="square" lIns="72000" tIns="0" rIns="72000" bIns="0" rtlCol="0">
              <a:noAutofit/>
            </a:bodyPr>
            <a:lstStyle/>
            <a:p>
              <a:pPr lvl="0" algn="ctr"/>
              <a:r>
                <a:rPr lang="en-US" altLang="ko-KR" sz="1200" b="1" dirty="0">
                  <a:gradFill>
                    <a:gsLst>
                      <a:gs pos="0">
                        <a:schemeClr val="accent3"/>
                      </a:gs>
                      <a:gs pos="100000">
                        <a:schemeClr val="accent3"/>
                      </a:gs>
                    </a:gsLst>
                    <a:lin ang="5400000" scaled="0"/>
                  </a:gradFill>
                  <a:latin typeface="Roboto Condensed Regular"/>
                </a:rPr>
                <a:t>Insert Title</a:t>
              </a:r>
              <a:endParaRPr lang="ko-KR" altLang="en-US" sz="1200" b="1" dirty="0">
                <a:gradFill>
                  <a:gsLst>
                    <a:gs pos="0">
                      <a:schemeClr val="accent3"/>
                    </a:gs>
                    <a:gs pos="100000">
                      <a:schemeClr val="accent3"/>
                    </a:gs>
                  </a:gsLst>
                  <a:lin ang="5400000" scaled="0"/>
                </a:gradFill>
                <a:latin typeface="Roboto Condensed Regular"/>
              </a:endParaRPr>
            </a:p>
          </p:txBody>
        </p:sp>
      </p:grpSp>
      <p:grpSp>
        <p:nvGrpSpPr>
          <p:cNvPr id="98" name="그룹 97"/>
          <p:cNvGrpSpPr/>
          <p:nvPr/>
        </p:nvGrpSpPr>
        <p:grpSpPr>
          <a:xfrm>
            <a:off x="4182654" y="1867689"/>
            <a:ext cx="1872190" cy="603295"/>
            <a:chOff x="6487585" y="1867684"/>
            <a:chExt cx="1872190" cy="603295"/>
          </a:xfrm>
        </p:grpSpPr>
        <p:sp>
          <p:nvSpPr>
            <p:cNvPr id="86" name="TextBox 85"/>
            <p:cNvSpPr txBox="1"/>
            <p:nvPr/>
          </p:nvSpPr>
          <p:spPr>
            <a:xfrm>
              <a:off x="6487585" y="1867684"/>
              <a:ext cx="952765" cy="193940"/>
            </a:xfrm>
            <a:prstGeom prst="rect">
              <a:avLst/>
            </a:prstGeom>
            <a:noFill/>
          </p:spPr>
          <p:txBody>
            <a:bodyPr wrap="square" lIns="72000" tIns="0" rIns="72000" bIns="0" rtlCol="0">
              <a:noAutofit/>
            </a:bodyPr>
            <a:lstStyle/>
            <a:p>
              <a:pPr lvl="0"/>
              <a:r>
                <a:rPr lang="en-US" altLang="ko-KR" sz="10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0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87" name="TextBox 86"/>
            <p:cNvSpPr txBox="1"/>
            <p:nvPr/>
          </p:nvSpPr>
          <p:spPr>
            <a:xfrm>
              <a:off x="6487585" y="2081382"/>
              <a:ext cx="1872190"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cxnSp>
        <p:nvCxnSpPr>
          <p:cNvPr id="88" name="직선 연결선 87"/>
          <p:cNvCxnSpPr/>
          <p:nvPr/>
        </p:nvCxnSpPr>
        <p:spPr>
          <a:xfrm flipH="1">
            <a:off x="3422767" y="1949608"/>
            <a:ext cx="736602" cy="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96" name="그룹 95"/>
          <p:cNvGrpSpPr/>
          <p:nvPr/>
        </p:nvGrpSpPr>
        <p:grpSpPr>
          <a:xfrm>
            <a:off x="4182654" y="1270789"/>
            <a:ext cx="1872190" cy="584245"/>
            <a:chOff x="6487585" y="1270784"/>
            <a:chExt cx="1872190" cy="584245"/>
          </a:xfrm>
        </p:grpSpPr>
        <p:sp>
          <p:nvSpPr>
            <p:cNvPr id="78" name="TextBox 77"/>
            <p:cNvSpPr txBox="1"/>
            <p:nvPr/>
          </p:nvSpPr>
          <p:spPr>
            <a:xfrm>
              <a:off x="6487585" y="1270784"/>
              <a:ext cx="952765" cy="193940"/>
            </a:xfrm>
            <a:prstGeom prst="rect">
              <a:avLst/>
            </a:prstGeom>
            <a:noFill/>
          </p:spPr>
          <p:txBody>
            <a:bodyPr wrap="square" lIns="72000" tIns="0" rIns="72000" bIns="0" rtlCol="0">
              <a:noAutofit/>
            </a:bodyPr>
            <a:lstStyle/>
            <a:p>
              <a:pPr lvl="0"/>
              <a:r>
                <a:rPr lang="en-US" altLang="ko-KR" sz="1000" b="1" dirty="0">
                  <a:gradFill>
                    <a:gsLst>
                      <a:gs pos="0">
                        <a:schemeClr val="accent1"/>
                      </a:gs>
                      <a:gs pos="100000">
                        <a:schemeClr val="accent1"/>
                      </a:gs>
                    </a:gsLst>
                    <a:lin ang="5400000" scaled="0"/>
                  </a:gradFill>
                  <a:latin typeface="Roboto Condensed Regular"/>
                </a:rPr>
                <a:t>Lorem Ipsum</a:t>
              </a:r>
              <a:endParaRPr lang="ko-KR" altLang="en-US" sz="1000" b="1" dirty="0">
                <a:gradFill>
                  <a:gsLst>
                    <a:gs pos="0">
                      <a:schemeClr val="accent1"/>
                    </a:gs>
                    <a:gs pos="100000">
                      <a:schemeClr val="accent1"/>
                    </a:gs>
                  </a:gsLst>
                  <a:lin ang="5400000" scaled="0"/>
                </a:gradFill>
                <a:latin typeface="Roboto Condensed Regular"/>
              </a:endParaRPr>
            </a:p>
          </p:txBody>
        </p:sp>
        <p:sp>
          <p:nvSpPr>
            <p:cNvPr id="79" name="TextBox 78"/>
            <p:cNvSpPr txBox="1"/>
            <p:nvPr/>
          </p:nvSpPr>
          <p:spPr>
            <a:xfrm>
              <a:off x="6487585" y="1465432"/>
              <a:ext cx="1872190"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cxnSp>
        <p:nvCxnSpPr>
          <p:cNvPr id="80" name="직선 연결선 79"/>
          <p:cNvCxnSpPr/>
          <p:nvPr/>
        </p:nvCxnSpPr>
        <p:spPr>
          <a:xfrm flipH="1">
            <a:off x="2533772" y="1352708"/>
            <a:ext cx="1625603" cy="0"/>
          </a:xfrm>
          <a:prstGeom prst="line">
            <a:avLst/>
          </a:prstGeom>
          <a:ln w="3175">
            <a:solidFill>
              <a:schemeClr val="accent1">
                <a:lumMod val="75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17" name="그룹 116"/>
          <p:cNvGrpSpPr/>
          <p:nvPr/>
        </p:nvGrpSpPr>
        <p:grpSpPr>
          <a:xfrm>
            <a:off x="4182654" y="2807793"/>
            <a:ext cx="1872190" cy="603295"/>
            <a:chOff x="6487585" y="2807788"/>
            <a:chExt cx="1872190" cy="603295"/>
          </a:xfrm>
        </p:grpSpPr>
        <p:sp>
          <p:nvSpPr>
            <p:cNvPr id="128" name="TextBox 127"/>
            <p:cNvSpPr txBox="1"/>
            <p:nvPr/>
          </p:nvSpPr>
          <p:spPr>
            <a:xfrm>
              <a:off x="6487585" y="2807788"/>
              <a:ext cx="952765" cy="193940"/>
            </a:xfrm>
            <a:prstGeom prst="rect">
              <a:avLst/>
            </a:prstGeom>
            <a:noFill/>
          </p:spPr>
          <p:txBody>
            <a:bodyPr wrap="square" lIns="72000" tIns="0" rIns="72000" bIns="0" rtlCol="0">
              <a:noAutofit/>
            </a:bodyPr>
            <a:lstStyle/>
            <a:p>
              <a:pPr lvl="0"/>
              <a:r>
                <a:rPr lang="en-US" altLang="ko-KR" sz="10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0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29" name="TextBox 128"/>
            <p:cNvSpPr txBox="1"/>
            <p:nvPr/>
          </p:nvSpPr>
          <p:spPr>
            <a:xfrm>
              <a:off x="6487585" y="3021486"/>
              <a:ext cx="1872190"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cxnSp>
        <p:nvCxnSpPr>
          <p:cNvPr id="130" name="직선 연결선 129"/>
          <p:cNvCxnSpPr/>
          <p:nvPr/>
        </p:nvCxnSpPr>
        <p:spPr>
          <a:xfrm flipH="1">
            <a:off x="3422767" y="2889712"/>
            <a:ext cx="736602" cy="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16" name="그룹 115"/>
          <p:cNvGrpSpPr/>
          <p:nvPr/>
        </p:nvGrpSpPr>
        <p:grpSpPr>
          <a:xfrm>
            <a:off x="4182654" y="2347266"/>
            <a:ext cx="1872190" cy="584245"/>
            <a:chOff x="6487585" y="2347261"/>
            <a:chExt cx="1872190" cy="584245"/>
          </a:xfrm>
        </p:grpSpPr>
        <p:sp>
          <p:nvSpPr>
            <p:cNvPr id="134" name="TextBox 133"/>
            <p:cNvSpPr txBox="1"/>
            <p:nvPr/>
          </p:nvSpPr>
          <p:spPr>
            <a:xfrm>
              <a:off x="6487585" y="2347261"/>
              <a:ext cx="952765" cy="193940"/>
            </a:xfrm>
            <a:prstGeom prst="rect">
              <a:avLst/>
            </a:prstGeom>
            <a:noFill/>
          </p:spPr>
          <p:txBody>
            <a:bodyPr wrap="square" lIns="72000" tIns="0" rIns="72000" bIns="0" rtlCol="0">
              <a:noAutofit/>
            </a:bodyPr>
            <a:lstStyle/>
            <a:p>
              <a:pPr lvl="0"/>
              <a:r>
                <a:rPr lang="en-US" altLang="ko-KR" sz="10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0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35" name="TextBox 134"/>
            <p:cNvSpPr txBox="1"/>
            <p:nvPr/>
          </p:nvSpPr>
          <p:spPr>
            <a:xfrm>
              <a:off x="6487585" y="2541909"/>
              <a:ext cx="1872190"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cxnSp>
        <p:nvCxnSpPr>
          <p:cNvPr id="136" name="직선 연결선 135"/>
          <p:cNvCxnSpPr/>
          <p:nvPr/>
        </p:nvCxnSpPr>
        <p:spPr>
          <a:xfrm flipH="1">
            <a:off x="2533772" y="2429185"/>
            <a:ext cx="1625603" cy="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19" name="그룹 118"/>
          <p:cNvGrpSpPr/>
          <p:nvPr/>
        </p:nvGrpSpPr>
        <p:grpSpPr>
          <a:xfrm>
            <a:off x="4182654" y="3747897"/>
            <a:ext cx="1872190" cy="603295"/>
            <a:chOff x="6487585" y="3747892"/>
            <a:chExt cx="1872190" cy="603295"/>
          </a:xfrm>
        </p:grpSpPr>
        <p:sp>
          <p:nvSpPr>
            <p:cNvPr id="140" name="TextBox 139"/>
            <p:cNvSpPr txBox="1"/>
            <p:nvPr/>
          </p:nvSpPr>
          <p:spPr>
            <a:xfrm>
              <a:off x="6487585" y="3747892"/>
              <a:ext cx="952765" cy="193940"/>
            </a:xfrm>
            <a:prstGeom prst="rect">
              <a:avLst/>
            </a:prstGeom>
            <a:noFill/>
          </p:spPr>
          <p:txBody>
            <a:bodyPr wrap="square" lIns="72000" tIns="0" rIns="72000" bIns="0" rtlCol="0">
              <a:noAutofit/>
            </a:bodyPr>
            <a:lstStyle/>
            <a:p>
              <a:pPr lvl="0"/>
              <a:r>
                <a:rPr lang="en-US" altLang="ko-KR" sz="10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0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41" name="TextBox 140"/>
            <p:cNvSpPr txBox="1"/>
            <p:nvPr/>
          </p:nvSpPr>
          <p:spPr>
            <a:xfrm>
              <a:off x="6487585" y="3961590"/>
              <a:ext cx="1872190"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cxnSp>
        <p:nvCxnSpPr>
          <p:cNvPr id="142" name="직선 연결선 141"/>
          <p:cNvCxnSpPr/>
          <p:nvPr/>
        </p:nvCxnSpPr>
        <p:spPr>
          <a:xfrm flipH="1">
            <a:off x="3422767" y="3829816"/>
            <a:ext cx="736602" cy="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18" name="그룹 117"/>
          <p:cNvGrpSpPr/>
          <p:nvPr/>
        </p:nvGrpSpPr>
        <p:grpSpPr>
          <a:xfrm>
            <a:off x="4182654" y="3287370"/>
            <a:ext cx="1872190" cy="584245"/>
            <a:chOff x="6487585" y="3287365"/>
            <a:chExt cx="1872190" cy="584245"/>
          </a:xfrm>
        </p:grpSpPr>
        <p:sp>
          <p:nvSpPr>
            <p:cNvPr id="146" name="TextBox 145"/>
            <p:cNvSpPr txBox="1"/>
            <p:nvPr/>
          </p:nvSpPr>
          <p:spPr>
            <a:xfrm>
              <a:off x="6487585" y="3287365"/>
              <a:ext cx="952765" cy="193940"/>
            </a:xfrm>
            <a:prstGeom prst="rect">
              <a:avLst/>
            </a:prstGeom>
            <a:noFill/>
          </p:spPr>
          <p:txBody>
            <a:bodyPr wrap="square" lIns="72000" tIns="0" rIns="72000" bIns="0" rtlCol="0">
              <a:noAutofit/>
            </a:bodyPr>
            <a:lstStyle/>
            <a:p>
              <a:pPr lvl="0"/>
              <a:r>
                <a:rPr lang="en-US" altLang="ko-KR" sz="10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0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47" name="TextBox 146"/>
            <p:cNvSpPr txBox="1"/>
            <p:nvPr/>
          </p:nvSpPr>
          <p:spPr>
            <a:xfrm>
              <a:off x="6487585" y="3482013"/>
              <a:ext cx="1872190"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cxnSp>
        <p:nvCxnSpPr>
          <p:cNvPr id="148" name="직선 연결선 147"/>
          <p:cNvCxnSpPr/>
          <p:nvPr/>
        </p:nvCxnSpPr>
        <p:spPr>
          <a:xfrm flipH="1">
            <a:off x="2533772" y="3369289"/>
            <a:ext cx="1625603" cy="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20" name="그룹 119"/>
          <p:cNvGrpSpPr/>
          <p:nvPr/>
        </p:nvGrpSpPr>
        <p:grpSpPr>
          <a:xfrm>
            <a:off x="4182654" y="4227473"/>
            <a:ext cx="1872190" cy="584245"/>
            <a:chOff x="6487585" y="4227468"/>
            <a:chExt cx="1872190" cy="584245"/>
          </a:xfrm>
        </p:grpSpPr>
        <p:sp>
          <p:nvSpPr>
            <p:cNvPr id="152" name="TextBox 151"/>
            <p:cNvSpPr txBox="1"/>
            <p:nvPr/>
          </p:nvSpPr>
          <p:spPr>
            <a:xfrm>
              <a:off x="6487585" y="4227468"/>
              <a:ext cx="952765" cy="193940"/>
            </a:xfrm>
            <a:prstGeom prst="rect">
              <a:avLst/>
            </a:prstGeom>
            <a:noFill/>
          </p:spPr>
          <p:txBody>
            <a:bodyPr wrap="square" lIns="72000" tIns="0" rIns="72000" bIns="0" rtlCol="0">
              <a:noAutofit/>
            </a:bodyPr>
            <a:lstStyle/>
            <a:p>
              <a:pPr lvl="0"/>
              <a:r>
                <a:rPr lang="en-US" altLang="ko-KR" sz="10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0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153" name="TextBox 152"/>
            <p:cNvSpPr txBox="1"/>
            <p:nvPr/>
          </p:nvSpPr>
          <p:spPr>
            <a:xfrm>
              <a:off x="6487585" y="4422116"/>
              <a:ext cx="1872190" cy="389597"/>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grpSp>
      <p:cxnSp>
        <p:nvCxnSpPr>
          <p:cNvPr id="154" name="직선 연결선 153"/>
          <p:cNvCxnSpPr/>
          <p:nvPr/>
        </p:nvCxnSpPr>
        <p:spPr>
          <a:xfrm flipH="1">
            <a:off x="2533772" y="4309392"/>
            <a:ext cx="1625603" cy="0"/>
          </a:xfrm>
          <a:prstGeom prst="line">
            <a:avLst/>
          </a:prstGeom>
          <a:ln w="3175">
            <a:solidFill>
              <a:schemeClr val="accent3">
                <a:lumMod val="50000"/>
              </a:schemeClr>
            </a:solidFill>
            <a:prstDash val="dash"/>
            <a:headEnd type="oval" w="sm" len="sm"/>
            <a:tailEnd type="oval"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500"/>
                                        <p:tgtEl>
                                          <p:spTgt spid="89"/>
                                        </p:tgtEl>
                                      </p:cBhvr>
                                    </p:animEffect>
                                    <p:anim calcmode="lin" valueType="num">
                                      <p:cBhvr>
                                        <p:cTn id="8" dur="500" fill="hold"/>
                                        <p:tgtEl>
                                          <p:spTgt spid="89"/>
                                        </p:tgtEl>
                                        <p:attrNameLst>
                                          <p:attrName>ppt_x</p:attrName>
                                        </p:attrNameLst>
                                      </p:cBhvr>
                                      <p:tavLst>
                                        <p:tav tm="0">
                                          <p:val>
                                            <p:strVal val="#ppt_x"/>
                                          </p:val>
                                        </p:tav>
                                        <p:tav tm="100000">
                                          <p:val>
                                            <p:strVal val="#ppt_x"/>
                                          </p:val>
                                        </p:tav>
                                      </p:tavLst>
                                    </p:anim>
                                    <p:anim calcmode="lin" valueType="num">
                                      <p:cBhvr>
                                        <p:cTn id="9" dur="500" fill="hold"/>
                                        <p:tgtEl>
                                          <p:spTgt spid="89"/>
                                        </p:tgtEl>
                                        <p:attrNameLst>
                                          <p:attrName>ppt_y</p:attrName>
                                        </p:attrNameLst>
                                      </p:cBhvr>
                                      <p:tavLst>
                                        <p:tav tm="0">
                                          <p:val>
                                            <p:strVal val="#ppt_y+.1"/>
                                          </p:val>
                                        </p:tav>
                                        <p:tav tm="100000">
                                          <p:val>
                                            <p:strVal val="#ppt_y"/>
                                          </p:val>
                                        </p:tav>
                                      </p:tavLst>
                                    </p:anim>
                                  </p:childTnLst>
                                </p:cTn>
                              </p:par>
                              <p:par>
                                <p:cTn id="10" presetID="17" presetClass="entr" presetSubtype="10" fill="hold" nodeType="withEffect">
                                  <p:stCondLst>
                                    <p:cond delay="0"/>
                                  </p:stCondLst>
                                  <p:childTnLst>
                                    <p:set>
                                      <p:cBhvr>
                                        <p:cTn id="11" dur="1" fill="hold">
                                          <p:stCondLst>
                                            <p:cond delay="0"/>
                                          </p:stCondLst>
                                        </p:cTn>
                                        <p:tgtEl>
                                          <p:spTgt spid="80"/>
                                        </p:tgtEl>
                                        <p:attrNameLst>
                                          <p:attrName>style.visibility</p:attrName>
                                        </p:attrNameLst>
                                      </p:cBhvr>
                                      <p:to>
                                        <p:strVal val="visible"/>
                                      </p:to>
                                    </p:set>
                                    <p:anim calcmode="lin" valueType="num">
                                      <p:cBhvr>
                                        <p:cTn id="12" dur="500" fill="hold"/>
                                        <p:tgtEl>
                                          <p:spTgt spid="80"/>
                                        </p:tgtEl>
                                        <p:attrNameLst>
                                          <p:attrName>ppt_w</p:attrName>
                                        </p:attrNameLst>
                                      </p:cBhvr>
                                      <p:tavLst>
                                        <p:tav tm="0">
                                          <p:val>
                                            <p:fltVal val="0"/>
                                          </p:val>
                                        </p:tav>
                                        <p:tav tm="100000">
                                          <p:val>
                                            <p:strVal val="#ppt_w"/>
                                          </p:val>
                                        </p:tav>
                                      </p:tavLst>
                                    </p:anim>
                                    <p:anim calcmode="lin" valueType="num">
                                      <p:cBhvr>
                                        <p:cTn id="13" dur="500" fill="hold"/>
                                        <p:tgtEl>
                                          <p:spTgt spid="80"/>
                                        </p:tgtEl>
                                        <p:attrNameLst>
                                          <p:attrName>ppt_h</p:attrName>
                                        </p:attrNameLst>
                                      </p:cBhvr>
                                      <p:tavLst>
                                        <p:tav tm="0">
                                          <p:val>
                                            <p:strVal val="#ppt_h"/>
                                          </p:val>
                                        </p:tav>
                                        <p:tav tm="100000">
                                          <p:val>
                                            <p:strVal val="#ppt_h"/>
                                          </p:val>
                                        </p:tav>
                                      </p:tavLst>
                                    </p:anim>
                                  </p:childTnLst>
                                </p:cTn>
                              </p:par>
                              <p:par>
                                <p:cTn id="14" presetID="47" presetClass="entr" presetSubtype="0" fill="hold" nodeType="withEffect">
                                  <p:stCondLst>
                                    <p:cond delay="0"/>
                                  </p:stCondLst>
                                  <p:childTnLst>
                                    <p:set>
                                      <p:cBhvr>
                                        <p:cTn id="15" dur="1" fill="hold">
                                          <p:stCondLst>
                                            <p:cond delay="0"/>
                                          </p:stCondLst>
                                        </p:cTn>
                                        <p:tgtEl>
                                          <p:spTgt spid="96"/>
                                        </p:tgtEl>
                                        <p:attrNameLst>
                                          <p:attrName>style.visibility</p:attrName>
                                        </p:attrNameLst>
                                      </p:cBhvr>
                                      <p:to>
                                        <p:strVal val="visible"/>
                                      </p:to>
                                    </p:set>
                                    <p:animEffect transition="in" filter="fade">
                                      <p:cBhvr>
                                        <p:cTn id="16" dur="500"/>
                                        <p:tgtEl>
                                          <p:spTgt spid="96"/>
                                        </p:tgtEl>
                                      </p:cBhvr>
                                    </p:animEffect>
                                    <p:anim calcmode="lin" valueType="num">
                                      <p:cBhvr>
                                        <p:cTn id="17" dur="500" fill="hold"/>
                                        <p:tgtEl>
                                          <p:spTgt spid="96"/>
                                        </p:tgtEl>
                                        <p:attrNameLst>
                                          <p:attrName>ppt_x</p:attrName>
                                        </p:attrNameLst>
                                      </p:cBhvr>
                                      <p:tavLst>
                                        <p:tav tm="0">
                                          <p:val>
                                            <p:strVal val="#ppt_x"/>
                                          </p:val>
                                        </p:tav>
                                        <p:tav tm="100000">
                                          <p:val>
                                            <p:strVal val="#ppt_x"/>
                                          </p:val>
                                        </p:tav>
                                      </p:tavLst>
                                    </p:anim>
                                    <p:anim calcmode="lin" valueType="num">
                                      <p:cBhvr>
                                        <p:cTn id="18" dur="500" fill="hold"/>
                                        <p:tgtEl>
                                          <p:spTgt spid="96"/>
                                        </p:tgtEl>
                                        <p:attrNameLst>
                                          <p:attrName>ppt_y</p:attrName>
                                        </p:attrNameLst>
                                      </p:cBhvr>
                                      <p:tavLst>
                                        <p:tav tm="0">
                                          <p:val>
                                            <p:strVal val="#ppt_y-.1"/>
                                          </p:val>
                                        </p:tav>
                                        <p:tav tm="100000">
                                          <p:val>
                                            <p:strVal val="#ppt_y"/>
                                          </p:val>
                                        </p:tav>
                                      </p:tavLst>
                                    </p:anim>
                                  </p:childTnLst>
                                </p:cTn>
                              </p:par>
                            </p:childTnLst>
                          </p:cTn>
                        </p:par>
                        <p:par>
                          <p:cTn id="19" fill="hold">
                            <p:stCondLst>
                              <p:cond delay="500"/>
                            </p:stCondLst>
                            <p:childTnLst>
                              <p:par>
                                <p:cTn id="20" presetID="42" presetClass="entr" presetSubtype="0" fill="hold" nodeType="afterEffect">
                                  <p:stCondLst>
                                    <p:cond delay="0"/>
                                  </p:stCondLst>
                                  <p:childTnLst>
                                    <p:set>
                                      <p:cBhvr>
                                        <p:cTn id="21" dur="1" fill="hold">
                                          <p:stCondLst>
                                            <p:cond delay="0"/>
                                          </p:stCondLst>
                                        </p:cTn>
                                        <p:tgtEl>
                                          <p:spTgt spid="90"/>
                                        </p:tgtEl>
                                        <p:attrNameLst>
                                          <p:attrName>style.visibility</p:attrName>
                                        </p:attrNameLst>
                                      </p:cBhvr>
                                      <p:to>
                                        <p:strVal val="visible"/>
                                      </p:to>
                                    </p:set>
                                    <p:animEffect transition="in" filter="fade">
                                      <p:cBhvr>
                                        <p:cTn id="22" dur="500"/>
                                        <p:tgtEl>
                                          <p:spTgt spid="90"/>
                                        </p:tgtEl>
                                      </p:cBhvr>
                                    </p:animEffect>
                                    <p:anim calcmode="lin" valueType="num">
                                      <p:cBhvr>
                                        <p:cTn id="23" dur="500" fill="hold"/>
                                        <p:tgtEl>
                                          <p:spTgt spid="90"/>
                                        </p:tgtEl>
                                        <p:attrNameLst>
                                          <p:attrName>ppt_x</p:attrName>
                                        </p:attrNameLst>
                                      </p:cBhvr>
                                      <p:tavLst>
                                        <p:tav tm="0">
                                          <p:val>
                                            <p:strVal val="#ppt_x"/>
                                          </p:val>
                                        </p:tav>
                                        <p:tav tm="100000">
                                          <p:val>
                                            <p:strVal val="#ppt_x"/>
                                          </p:val>
                                        </p:tav>
                                      </p:tavLst>
                                    </p:anim>
                                    <p:anim calcmode="lin" valueType="num">
                                      <p:cBhvr>
                                        <p:cTn id="24" dur="500" fill="hold"/>
                                        <p:tgtEl>
                                          <p:spTgt spid="90"/>
                                        </p:tgtEl>
                                        <p:attrNameLst>
                                          <p:attrName>ppt_y</p:attrName>
                                        </p:attrNameLst>
                                      </p:cBhvr>
                                      <p:tavLst>
                                        <p:tav tm="0">
                                          <p:val>
                                            <p:strVal val="#ppt_y+.1"/>
                                          </p:val>
                                        </p:tav>
                                        <p:tav tm="100000">
                                          <p:val>
                                            <p:strVal val="#ppt_y"/>
                                          </p:val>
                                        </p:tav>
                                      </p:tavLst>
                                    </p:anim>
                                  </p:childTnLst>
                                </p:cTn>
                              </p:par>
                              <p:par>
                                <p:cTn id="25" presetID="17" presetClass="entr" presetSubtype="10" fill="hold" nodeType="withEffect">
                                  <p:stCondLst>
                                    <p:cond delay="0"/>
                                  </p:stCondLst>
                                  <p:childTnLst>
                                    <p:set>
                                      <p:cBhvr>
                                        <p:cTn id="26" dur="1" fill="hold">
                                          <p:stCondLst>
                                            <p:cond delay="0"/>
                                          </p:stCondLst>
                                        </p:cTn>
                                        <p:tgtEl>
                                          <p:spTgt spid="88"/>
                                        </p:tgtEl>
                                        <p:attrNameLst>
                                          <p:attrName>style.visibility</p:attrName>
                                        </p:attrNameLst>
                                      </p:cBhvr>
                                      <p:to>
                                        <p:strVal val="visible"/>
                                      </p:to>
                                    </p:set>
                                    <p:anim calcmode="lin" valueType="num">
                                      <p:cBhvr>
                                        <p:cTn id="27" dur="500" fill="hold"/>
                                        <p:tgtEl>
                                          <p:spTgt spid="88"/>
                                        </p:tgtEl>
                                        <p:attrNameLst>
                                          <p:attrName>ppt_w</p:attrName>
                                        </p:attrNameLst>
                                      </p:cBhvr>
                                      <p:tavLst>
                                        <p:tav tm="0">
                                          <p:val>
                                            <p:fltVal val="0"/>
                                          </p:val>
                                        </p:tav>
                                        <p:tav tm="100000">
                                          <p:val>
                                            <p:strVal val="#ppt_w"/>
                                          </p:val>
                                        </p:tav>
                                      </p:tavLst>
                                    </p:anim>
                                    <p:anim calcmode="lin" valueType="num">
                                      <p:cBhvr>
                                        <p:cTn id="28" dur="500" fill="hold"/>
                                        <p:tgtEl>
                                          <p:spTgt spid="88"/>
                                        </p:tgtEl>
                                        <p:attrNameLst>
                                          <p:attrName>ppt_h</p:attrName>
                                        </p:attrNameLst>
                                      </p:cBhvr>
                                      <p:tavLst>
                                        <p:tav tm="0">
                                          <p:val>
                                            <p:strVal val="#ppt_h"/>
                                          </p:val>
                                        </p:tav>
                                        <p:tav tm="100000">
                                          <p:val>
                                            <p:strVal val="#ppt_h"/>
                                          </p:val>
                                        </p:tav>
                                      </p:tavLst>
                                    </p:anim>
                                  </p:childTnLst>
                                </p:cTn>
                              </p:par>
                              <p:par>
                                <p:cTn id="29" presetID="47" presetClass="entr" presetSubtype="0" fill="hold" nodeType="withEffect">
                                  <p:stCondLst>
                                    <p:cond delay="0"/>
                                  </p:stCondLst>
                                  <p:childTnLst>
                                    <p:set>
                                      <p:cBhvr>
                                        <p:cTn id="30" dur="1" fill="hold">
                                          <p:stCondLst>
                                            <p:cond delay="0"/>
                                          </p:stCondLst>
                                        </p:cTn>
                                        <p:tgtEl>
                                          <p:spTgt spid="98"/>
                                        </p:tgtEl>
                                        <p:attrNameLst>
                                          <p:attrName>style.visibility</p:attrName>
                                        </p:attrNameLst>
                                      </p:cBhvr>
                                      <p:to>
                                        <p:strVal val="visible"/>
                                      </p:to>
                                    </p:set>
                                    <p:animEffect transition="in" filter="fade">
                                      <p:cBhvr>
                                        <p:cTn id="31" dur="500"/>
                                        <p:tgtEl>
                                          <p:spTgt spid="98"/>
                                        </p:tgtEl>
                                      </p:cBhvr>
                                    </p:animEffect>
                                    <p:anim calcmode="lin" valueType="num">
                                      <p:cBhvr>
                                        <p:cTn id="32" dur="500" fill="hold"/>
                                        <p:tgtEl>
                                          <p:spTgt spid="98"/>
                                        </p:tgtEl>
                                        <p:attrNameLst>
                                          <p:attrName>ppt_x</p:attrName>
                                        </p:attrNameLst>
                                      </p:cBhvr>
                                      <p:tavLst>
                                        <p:tav tm="0">
                                          <p:val>
                                            <p:strVal val="#ppt_x"/>
                                          </p:val>
                                        </p:tav>
                                        <p:tav tm="100000">
                                          <p:val>
                                            <p:strVal val="#ppt_x"/>
                                          </p:val>
                                        </p:tav>
                                      </p:tavLst>
                                    </p:anim>
                                    <p:anim calcmode="lin" valueType="num">
                                      <p:cBhvr>
                                        <p:cTn id="33" dur="500" fill="hold"/>
                                        <p:tgtEl>
                                          <p:spTgt spid="98"/>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42" presetClass="entr" presetSubtype="0" fill="hold" nodeType="afterEffect">
                                  <p:stCondLst>
                                    <p:cond delay="0"/>
                                  </p:stCondLst>
                                  <p:childTnLst>
                                    <p:set>
                                      <p:cBhvr>
                                        <p:cTn id="36" dur="1" fill="hold">
                                          <p:stCondLst>
                                            <p:cond delay="0"/>
                                          </p:stCondLst>
                                        </p:cTn>
                                        <p:tgtEl>
                                          <p:spTgt spid="91"/>
                                        </p:tgtEl>
                                        <p:attrNameLst>
                                          <p:attrName>style.visibility</p:attrName>
                                        </p:attrNameLst>
                                      </p:cBhvr>
                                      <p:to>
                                        <p:strVal val="visible"/>
                                      </p:to>
                                    </p:set>
                                    <p:animEffect transition="in" filter="fade">
                                      <p:cBhvr>
                                        <p:cTn id="37" dur="500"/>
                                        <p:tgtEl>
                                          <p:spTgt spid="91"/>
                                        </p:tgtEl>
                                      </p:cBhvr>
                                    </p:animEffect>
                                    <p:anim calcmode="lin" valueType="num">
                                      <p:cBhvr>
                                        <p:cTn id="38" dur="500" fill="hold"/>
                                        <p:tgtEl>
                                          <p:spTgt spid="91"/>
                                        </p:tgtEl>
                                        <p:attrNameLst>
                                          <p:attrName>ppt_x</p:attrName>
                                        </p:attrNameLst>
                                      </p:cBhvr>
                                      <p:tavLst>
                                        <p:tav tm="0">
                                          <p:val>
                                            <p:strVal val="#ppt_x"/>
                                          </p:val>
                                        </p:tav>
                                        <p:tav tm="100000">
                                          <p:val>
                                            <p:strVal val="#ppt_x"/>
                                          </p:val>
                                        </p:tav>
                                      </p:tavLst>
                                    </p:anim>
                                    <p:anim calcmode="lin" valueType="num">
                                      <p:cBhvr>
                                        <p:cTn id="39" dur="500" fill="hold"/>
                                        <p:tgtEl>
                                          <p:spTgt spid="91"/>
                                        </p:tgtEl>
                                        <p:attrNameLst>
                                          <p:attrName>ppt_y</p:attrName>
                                        </p:attrNameLst>
                                      </p:cBhvr>
                                      <p:tavLst>
                                        <p:tav tm="0">
                                          <p:val>
                                            <p:strVal val="#ppt_y+.1"/>
                                          </p:val>
                                        </p:tav>
                                        <p:tav tm="100000">
                                          <p:val>
                                            <p:strVal val="#ppt_y"/>
                                          </p:val>
                                        </p:tav>
                                      </p:tavLst>
                                    </p:anim>
                                  </p:childTnLst>
                                </p:cTn>
                              </p:par>
                              <p:par>
                                <p:cTn id="40" presetID="17" presetClass="entr" presetSubtype="10" fill="hold" nodeType="withEffect">
                                  <p:stCondLst>
                                    <p:cond delay="0"/>
                                  </p:stCondLst>
                                  <p:childTnLst>
                                    <p:set>
                                      <p:cBhvr>
                                        <p:cTn id="41" dur="1" fill="hold">
                                          <p:stCondLst>
                                            <p:cond delay="0"/>
                                          </p:stCondLst>
                                        </p:cTn>
                                        <p:tgtEl>
                                          <p:spTgt spid="136"/>
                                        </p:tgtEl>
                                        <p:attrNameLst>
                                          <p:attrName>style.visibility</p:attrName>
                                        </p:attrNameLst>
                                      </p:cBhvr>
                                      <p:to>
                                        <p:strVal val="visible"/>
                                      </p:to>
                                    </p:set>
                                    <p:anim calcmode="lin" valueType="num">
                                      <p:cBhvr>
                                        <p:cTn id="42" dur="500" fill="hold"/>
                                        <p:tgtEl>
                                          <p:spTgt spid="136"/>
                                        </p:tgtEl>
                                        <p:attrNameLst>
                                          <p:attrName>ppt_w</p:attrName>
                                        </p:attrNameLst>
                                      </p:cBhvr>
                                      <p:tavLst>
                                        <p:tav tm="0">
                                          <p:val>
                                            <p:fltVal val="0"/>
                                          </p:val>
                                        </p:tav>
                                        <p:tav tm="100000">
                                          <p:val>
                                            <p:strVal val="#ppt_w"/>
                                          </p:val>
                                        </p:tav>
                                      </p:tavLst>
                                    </p:anim>
                                    <p:anim calcmode="lin" valueType="num">
                                      <p:cBhvr>
                                        <p:cTn id="43" dur="500" fill="hold"/>
                                        <p:tgtEl>
                                          <p:spTgt spid="136"/>
                                        </p:tgtEl>
                                        <p:attrNameLst>
                                          <p:attrName>ppt_h</p:attrName>
                                        </p:attrNameLst>
                                      </p:cBhvr>
                                      <p:tavLst>
                                        <p:tav tm="0">
                                          <p:val>
                                            <p:strVal val="#ppt_h"/>
                                          </p:val>
                                        </p:tav>
                                        <p:tav tm="100000">
                                          <p:val>
                                            <p:strVal val="#ppt_h"/>
                                          </p:val>
                                        </p:tav>
                                      </p:tavLst>
                                    </p:anim>
                                  </p:childTnLst>
                                </p:cTn>
                              </p:par>
                              <p:par>
                                <p:cTn id="44" presetID="47" presetClass="entr" presetSubtype="0" fill="hold" nodeType="withEffect">
                                  <p:stCondLst>
                                    <p:cond delay="0"/>
                                  </p:stCondLst>
                                  <p:childTnLst>
                                    <p:set>
                                      <p:cBhvr>
                                        <p:cTn id="45" dur="1" fill="hold">
                                          <p:stCondLst>
                                            <p:cond delay="0"/>
                                          </p:stCondLst>
                                        </p:cTn>
                                        <p:tgtEl>
                                          <p:spTgt spid="116"/>
                                        </p:tgtEl>
                                        <p:attrNameLst>
                                          <p:attrName>style.visibility</p:attrName>
                                        </p:attrNameLst>
                                      </p:cBhvr>
                                      <p:to>
                                        <p:strVal val="visible"/>
                                      </p:to>
                                    </p:set>
                                    <p:animEffect transition="in" filter="fade">
                                      <p:cBhvr>
                                        <p:cTn id="46" dur="500"/>
                                        <p:tgtEl>
                                          <p:spTgt spid="116"/>
                                        </p:tgtEl>
                                      </p:cBhvr>
                                    </p:animEffect>
                                    <p:anim calcmode="lin" valueType="num">
                                      <p:cBhvr>
                                        <p:cTn id="47" dur="500" fill="hold"/>
                                        <p:tgtEl>
                                          <p:spTgt spid="116"/>
                                        </p:tgtEl>
                                        <p:attrNameLst>
                                          <p:attrName>ppt_x</p:attrName>
                                        </p:attrNameLst>
                                      </p:cBhvr>
                                      <p:tavLst>
                                        <p:tav tm="0">
                                          <p:val>
                                            <p:strVal val="#ppt_x"/>
                                          </p:val>
                                        </p:tav>
                                        <p:tav tm="100000">
                                          <p:val>
                                            <p:strVal val="#ppt_x"/>
                                          </p:val>
                                        </p:tav>
                                      </p:tavLst>
                                    </p:anim>
                                    <p:anim calcmode="lin" valueType="num">
                                      <p:cBhvr>
                                        <p:cTn id="48" dur="500" fill="hold"/>
                                        <p:tgtEl>
                                          <p:spTgt spid="116"/>
                                        </p:tgtEl>
                                        <p:attrNameLst>
                                          <p:attrName>ppt_y</p:attrName>
                                        </p:attrNameLst>
                                      </p:cBhvr>
                                      <p:tavLst>
                                        <p:tav tm="0">
                                          <p:val>
                                            <p:strVal val="#ppt_y-.1"/>
                                          </p:val>
                                        </p:tav>
                                        <p:tav tm="100000">
                                          <p:val>
                                            <p:strVal val="#ppt_y"/>
                                          </p:val>
                                        </p:tav>
                                      </p:tavLst>
                                    </p:anim>
                                  </p:childTnLst>
                                </p:cTn>
                              </p:par>
                            </p:childTnLst>
                          </p:cTn>
                        </p:par>
                        <p:par>
                          <p:cTn id="49" fill="hold">
                            <p:stCondLst>
                              <p:cond delay="1500"/>
                            </p:stCondLst>
                            <p:childTnLst>
                              <p:par>
                                <p:cTn id="50" presetID="42" presetClass="entr" presetSubtype="0" fill="hold" nodeType="afterEffect">
                                  <p:stCondLst>
                                    <p:cond delay="0"/>
                                  </p:stCondLst>
                                  <p:childTnLst>
                                    <p:set>
                                      <p:cBhvr>
                                        <p:cTn id="51" dur="1" fill="hold">
                                          <p:stCondLst>
                                            <p:cond delay="0"/>
                                          </p:stCondLst>
                                        </p:cTn>
                                        <p:tgtEl>
                                          <p:spTgt spid="92"/>
                                        </p:tgtEl>
                                        <p:attrNameLst>
                                          <p:attrName>style.visibility</p:attrName>
                                        </p:attrNameLst>
                                      </p:cBhvr>
                                      <p:to>
                                        <p:strVal val="visible"/>
                                      </p:to>
                                    </p:set>
                                    <p:animEffect transition="in" filter="fade">
                                      <p:cBhvr>
                                        <p:cTn id="52" dur="500"/>
                                        <p:tgtEl>
                                          <p:spTgt spid="92"/>
                                        </p:tgtEl>
                                      </p:cBhvr>
                                    </p:animEffect>
                                    <p:anim calcmode="lin" valueType="num">
                                      <p:cBhvr>
                                        <p:cTn id="53" dur="500" fill="hold"/>
                                        <p:tgtEl>
                                          <p:spTgt spid="92"/>
                                        </p:tgtEl>
                                        <p:attrNameLst>
                                          <p:attrName>ppt_x</p:attrName>
                                        </p:attrNameLst>
                                      </p:cBhvr>
                                      <p:tavLst>
                                        <p:tav tm="0">
                                          <p:val>
                                            <p:strVal val="#ppt_x"/>
                                          </p:val>
                                        </p:tav>
                                        <p:tav tm="100000">
                                          <p:val>
                                            <p:strVal val="#ppt_x"/>
                                          </p:val>
                                        </p:tav>
                                      </p:tavLst>
                                    </p:anim>
                                    <p:anim calcmode="lin" valueType="num">
                                      <p:cBhvr>
                                        <p:cTn id="54" dur="500" fill="hold"/>
                                        <p:tgtEl>
                                          <p:spTgt spid="92"/>
                                        </p:tgtEl>
                                        <p:attrNameLst>
                                          <p:attrName>ppt_y</p:attrName>
                                        </p:attrNameLst>
                                      </p:cBhvr>
                                      <p:tavLst>
                                        <p:tav tm="0">
                                          <p:val>
                                            <p:strVal val="#ppt_y+.1"/>
                                          </p:val>
                                        </p:tav>
                                        <p:tav tm="100000">
                                          <p:val>
                                            <p:strVal val="#ppt_y"/>
                                          </p:val>
                                        </p:tav>
                                      </p:tavLst>
                                    </p:anim>
                                  </p:childTnLst>
                                </p:cTn>
                              </p:par>
                              <p:par>
                                <p:cTn id="55" presetID="17" presetClass="entr" presetSubtype="10" fill="hold" nodeType="withEffect">
                                  <p:stCondLst>
                                    <p:cond delay="0"/>
                                  </p:stCondLst>
                                  <p:childTnLst>
                                    <p:set>
                                      <p:cBhvr>
                                        <p:cTn id="56" dur="1" fill="hold">
                                          <p:stCondLst>
                                            <p:cond delay="0"/>
                                          </p:stCondLst>
                                        </p:cTn>
                                        <p:tgtEl>
                                          <p:spTgt spid="130"/>
                                        </p:tgtEl>
                                        <p:attrNameLst>
                                          <p:attrName>style.visibility</p:attrName>
                                        </p:attrNameLst>
                                      </p:cBhvr>
                                      <p:to>
                                        <p:strVal val="visible"/>
                                      </p:to>
                                    </p:set>
                                    <p:anim calcmode="lin" valueType="num">
                                      <p:cBhvr>
                                        <p:cTn id="57" dur="500" fill="hold"/>
                                        <p:tgtEl>
                                          <p:spTgt spid="130"/>
                                        </p:tgtEl>
                                        <p:attrNameLst>
                                          <p:attrName>ppt_w</p:attrName>
                                        </p:attrNameLst>
                                      </p:cBhvr>
                                      <p:tavLst>
                                        <p:tav tm="0">
                                          <p:val>
                                            <p:fltVal val="0"/>
                                          </p:val>
                                        </p:tav>
                                        <p:tav tm="100000">
                                          <p:val>
                                            <p:strVal val="#ppt_w"/>
                                          </p:val>
                                        </p:tav>
                                      </p:tavLst>
                                    </p:anim>
                                    <p:anim calcmode="lin" valueType="num">
                                      <p:cBhvr>
                                        <p:cTn id="58" dur="500" fill="hold"/>
                                        <p:tgtEl>
                                          <p:spTgt spid="130"/>
                                        </p:tgtEl>
                                        <p:attrNameLst>
                                          <p:attrName>ppt_h</p:attrName>
                                        </p:attrNameLst>
                                      </p:cBhvr>
                                      <p:tavLst>
                                        <p:tav tm="0">
                                          <p:val>
                                            <p:strVal val="#ppt_h"/>
                                          </p:val>
                                        </p:tav>
                                        <p:tav tm="100000">
                                          <p:val>
                                            <p:strVal val="#ppt_h"/>
                                          </p:val>
                                        </p:tav>
                                      </p:tavLst>
                                    </p:anim>
                                  </p:childTnLst>
                                </p:cTn>
                              </p:par>
                              <p:par>
                                <p:cTn id="59" presetID="47" presetClass="entr" presetSubtype="0" fill="hold" nodeType="withEffect">
                                  <p:stCondLst>
                                    <p:cond delay="0"/>
                                  </p:stCondLst>
                                  <p:childTnLst>
                                    <p:set>
                                      <p:cBhvr>
                                        <p:cTn id="60" dur="1" fill="hold">
                                          <p:stCondLst>
                                            <p:cond delay="0"/>
                                          </p:stCondLst>
                                        </p:cTn>
                                        <p:tgtEl>
                                          <p:spTgt spid="117"/>
                                        </p:tgtEl>
                                        <p:attrNameLst>
                                          <p:attrName>style.visibility</p:attrName>
                                        </p:attrNameLst>
                                      </p:cBhvr>
                                      <p:to>
                                        <p:strVal val="visible"/>
                                      </p:to>
                                    </p:set>
                                    <p:animEffect transition="in" filter="fade">
                                      <p:cBhvr>
                                        <p:cTn id="61" dur="500"/>
                                        <p:tgtEl>
                                          <p:spTgt spid="117"/>
                                        </p:tgtEl>
                                      </p:cBhvr>
                                    </p:animEffect>
                                    <p:anim calcmode="lin" valueType="num">
                                      <p:cBhvr>
                                        <p:cTn id="62" dur="500" fill="hold"/>
                                        <p:tgtEl>
                                          <p:spTgt spid="117"/>
                                        </p:tgtEl>
                                        <p:attrNameLst>
                                          <p:attrName>ppt_x</p:attrName>
                                        </p:attrNameLst>
                                      </p:cBhvr>
                                      <p:tavLst>
                                        <p:tav tm="0">
                                          <p:val>
                                            <p:strVal val="#ppt_x"/>
                                          </p:val>
                                        </p:tav>
                                        <p:tav tm="100000">
                                          <p:val>
                                            <p:strVal val="#ppt_x"/>
                                          </p:val>
                                        </p:tav>
                                      </p:tavLst>
                                    </p:anim>
                                    <p:anim calcmode="lin" valueType="num">
                                      <p:cBhvr>
                                        <p:cTn id="63" dur="500" fill="hold"/>
                                        <p:tgtEl>
                                          <p:spTgt spid="117"/>
                                        </p:tgtEl>
                                        <p:attrNameLst>
                                          <p:attrName>ppt_y</p:attrName>
                                        </p:attrNameLst>
                                      </p:cBhvr>
                                      <p:tavLst>
                                        <p:tav tm="0">
                                          <p:val>
                                            <p:strVal val="#ppt_y-.1"/>
                                          </p:val>
                                        </p:tav>
                                        <p:tav tm="100000">
                                          <p:val>
                                            <p:strVal val="#ppt_y"/>
                                          </p:val>
                                        </p:tav>
                                      </p:tavLst>
                                    </p:anim>
                                  </p:childTnLst>
                                </p:cTn>
                              </p:par>
                            </p:childTnLst>
                          </p:cTn>
                        </p:par>
                        <p:par>
                          <p:cTn id="64" fill="hold">
                            <p:stCondLst>
                              <p:cond delay="2000"/>
                            </p:stCondLst>
                            <p:childTnLst>
                              <p:par>
                                <p:cTn id="65" presetID="42" presetClass="entr" presetSubtype="0" fill="hold" nodeType="afterEffect">
                                  <p:stCondLst>
                                    <p:cond delay="0"/>
                                  </p:stCondLst>
                                  <p:childTnLst>
                                    <p:set>
                                      <p:cBhvr>
                                        <p:cTn id="66" dur="1" fill="hold">
                                          <p:stCondLst>
                                            <p:cond delay="0"/>
                                          </p:stCondLst>
                                        </p:cTn>
                                        <p:tgtEl>
                                          <p:spTgt spid="93"/>
                                        </p:tgtEl>
                                        <p:attrNameLst>
                                          <p:attrName>style.visibility</p:attrName>
                                        </p:attrNameLst>
                                      </p:cBhvr>
                                      <p:to>
                                        <p:strVal val="visible"/>
                                      </p:to>
                                    </p:set>
                                    <p:animEffect transition="in" filter="fade">
                                      <p:cBhvr>
                                        <p:cTn id="67" dur="500"/>
                                        <p:tgtEl>
                                          <p:spTgt spid="93"/>
                                        </p:tgtEl>
                                      </p:cBhvr>
                                    </p:animEffect>
                                    <p:anim calcmode="lin" valueType="num">
                                      <p:cBhvr>
                                        <p:cTn id="68" dur="500" fill="hold"/>
                                        <p:tgtEl>
                                          <p:spTgt spid="93"/>
                                        </p:tgtEl>
                                        <p:attrNameLst>
                                          <p:attrName>ppt_x</p:attrName>
                                        </p:attrNameLst>
                                      </p:cBhvr>
                                      <p:tavLst>
                                        <p:tav tm="0">
                                          <p:val>
                                            <p:strVal val="#ppt_x"/>
                                          </p:val>
                                        </p:tav>
                                        <p:tav tm="100000">
                                          <p:val>
                                            <p:strVal val="#ppt_x"/>
                                          </p:val>
                                        </p:tav>
                                      </p:tavLst>
                                    </p:anim>
                                    <p:anim calcmode="lin" valueType="num">
                                      <p:cBhvr>
                                        <p:cTn id="69" dur="500" fill="hold"/>
                                        <p:tgtEl>
                                          <p:spTgt spid="93"/>
                                        </p:tgtEl>
                                        <p:attrNameLst>
                                          <p:attrName>ppt_y</p:attrName>
                                        </p:attrNameLst>
                                      </p:cBhvr>
                                      <p:tavLst>
                                        <p:tav tm="0">
                                          <p:val>
                                            <p:strVal val="#ppt_y+.1"/>
                                          </p:val>
                                        </p:tav>
                                        <p:tav tm="100000">
                                          <p:val>
                                            <p:strVal val="#ppt_y"/>
                                          </p:val>
                                        </p:tav>
                                      </p:tavLst>
                                    </p:anim>
                                  </p:childTnLst>
                                </p:cTn>
                              </p:par>
                              <p:par>
                                <p:cTn id="70" presetID="17" presetClass="entr" presetSubtype="10" fill="hold" nodeType="withEffect">
                                  <p:stCondLst>
                                    <p:cond delay="0"/>
                                  </p:stCondLst>
                                  <p:childTnLst>
                                    <p:set>
                                      <p:cBhvr>
                                        <p:cTn id="71" dur="1" fill="hold">
                                          <p:stCondLst>
                                            <p:cond delay="0"/>
                                          </p:stCondLst>
                                        </p:cTn>
                                        <p:tgtEl>
                                          <p:spTgt spid="148"/>
                                        </p:tgtEl>
                                        <p:attrNameLst>
                                          <p:attrName>style.visibility</p:attrName>
                                        </p:attrNameLst>
                                      </p:cBhvr>
                                      <p:to>
                                        <p:strVal val="visible"/>
                                      </p:to>
                                    </p:set>
                                    <p:anim calcmode="lin" valueType="num">
                                      <p:cBhvr>
                                        <p:cTn id="72" dur="500" fill="hold"/>
                                        <p:tgtEl>
                                          <p:spTgt spid="148"/>
                                        </p:tgtEl>
                                        <p:attrNameLst>
                                          <p:attrName>ppt_w</p:attrName>
                                        </p:attrNameLst>
                                      </p:cBhvr>
                                      <p:tavLst>
                                        <p:tav tm="0">
                                          <p:val>
                                            <p:fltVal val="0"/>
                                          </p:val>
                                        </p:tav>
                                        <p:tav tm="100000">
                                          <p:val>
                                            <p:strVal val="#ppt_w"/>
                                          </p:val>
                                        </p:tav>
                                      </p:tavLst>
                                    </p:anim>
                                    <p:anim calcmode="lin" valueType="num">
                                      <p:cBhvr>
                                        <p:cTn id="73" dur="500" fill="hold"/>
                                        <p:tgtEl>
                                          <p:spTgt spid="148"/>
                                        </p:tgtEl>
                                        <p:attrNameLst>
                                          <p:attrName>ppt_h</p:attrName>
                                        </p:attrNameLst>
                                      </p:cBhvr>
                                      <p:tavLst>
                                        <p:tav tm="0">
                                          <p:val>
                                            <p:strVal val="#ppt_h"/>
                                          </p:val>
                                        </p:tav>
                                        <p:tav tm="100000">
                                          <p:val>
                                            <p:strVal val="#ppt_h"/>
                                          </p:val>
                                        </p:tav>
                                      </p:tavLst>
                                    </p:anim>
                                  </p:childTnLst>
                                </p:cTn>
                              </p:par>
                              <p:par>
                                <p:cTn id="74" presetID="47" presetClass="entr" presetSubtype="0" fill="hold" nodeType="withEffect">
                                  <p:stCondLst>
                                    <p:cond delay="0"/>
                                  </p:stCondLst>
                                  <p:childTnLst>
                                    <p:set>
                                      <p:cBhvr>
                                        <p:cTn id="75" dur="1" fill="hold">
                                          <p:stCondLst>
                                            <p:cond delay="0"/>
                                          </p:stCondLst>
                                        </p:cTn>
                                        <p:tgtEl>
                                          <p:spTgt spid="118"/>
                                        </p:tgtEl>
                                        <p:attrNameLst>
                                          <p:attrName>style.visibility</p:attrName>
                                        </p:attrNameLst>
                                      </p:cBhvr>
                                      <p:to>
                                        <p:strVal val="visible"/>
                                      </p:to>
                                    </p:set>
                                    <p:animEffect transition="in" filter="fade">
                                      <p:cBhvr>
                                        <p:cTn id="76" dur="500"/>
                                        <p:tgtEl>
                                          <p:spTgt spid="118"/>
                                        </p:tgtEl>
                                      </p:cBhvr>
                                    </p:animEffect>
                                    <p:anim calcmode="lin" valueType="num">
                                      <p:cBhvr>
                                        <p:cTn id="77" dur="500" fill="hold"/>
                                        <p:tgtEl>
                                          <p:spTgt spid="118"/>
                                        </p:tgtEl>
                                        <p:attrNameLst>
                                          <p:attrName>ppt_x</p:attrName>
                                        </p:attrNameLst>
                                      </p:cBhvr>
                                      <p:tavLst>
                                        <p:tav tm="0">
                                          <p:val>
                                            <p:strVal val="#ppt_x"/>
                                          </p:val>
                                        </p:tav>
                                        <p:tav tm="100000">
                                          <p:val>
                                            <p:strVal val="#ppt_x"/>
                                          </p:val>
                                        </p:tav>
                                      </p:tavLst>
                                    </p:anim>
                                    <p:anim calcmode="lin" valueType="num">
                                      <p:cBhvr>
                                        <p:cTn id="78" dur="500" fill="hold"/>
                                        <p:tgtEl>
                                          <p:spTgt spid="118"/>
                                        </p:tgtEl>
                                        <p:attrNameLst>
                                          <p:attrName>ppt_y</p:attrName>
                                        </p:attrNameLst>
                                      </p:cBhvr>
                                      <p:tavLst>
                                        <p:tav tm="0">
                                          <p:val>
                                            <p:strVal val="#ppt_y-.1"/>
                                          </p:val>
                                        </p:tav>
                                        <p:tav tm="100000">
                                          <p:val>
                                            <p:strVal val="#ppt_y"/>
                                          </p:val>
                                        </p:tav>
                                      </p:tavLst>
                                    </p:anim>
                                  </p:childTnLst>
                                </p:cTn>
                              </p:par>
                            </p:childTnLst>
                          </p:cTn>
                        </p:par>
                        <p:par>
                          <p:cTn id="79" fill="hold">
                            <p:stCondLst>
                              <p:cond delay="2500"/>
                            </p:stCondLst>
                            <p:childTnLst>
                              <p:par>
                                <p:cTn id="80" presetID="42" presetClass="entr" presetSubtype="0" fill="hold" nodeType="afterEffect">
                                  <p:stCondLst>
                                    <p:cond delay="0"/>
                                  </p:stCondLst>
                                  <p:childTnLst>
                                    <p:set>
                                      <p:cBhvr>
                                        <p:cTn id="81" dur="1" fill="hold">
                                          <p:stCondLst>
                                            <p:cond delay="0"/>
                                          </p:stCondLst>
                                        </p:cTn>
                                        <p:tgtEl>
                                          <p:spTgt spid="94"/>
                                        </p:tgtEl>
                                        <p:attrNameLst>
                                          <p:attrName>style.visibility</p:attrName>
                                        </p:attrNameLst>
                                      </p:cBhvr>
                                      <p:to>
                                        <p:strVal val="visible"/>
                                      </p:to>
                                    </p:set>
                                    <p:animEffect transition="in" filter="fade">
                                      <p:cBhvr>
                                        <p:cTn id="82" dur="500"/>
                                        <p:tgtEl>
                                          <p:spTgt spid="94"/>
                                        </p:tgtEl>
                                      </p:cBhvr>
                                    </p:animEffect>
                                    <p:anim calcmode="lin" valueType="num">
                                      <p:cBhvr>
                                        <p:cTn id="83" dur="500" fill="hold"/>
                                        <p:tgtEl>
                                          <p:spTgt spid="94"/>
                                        </p:tgtEl>
                                        <p:attrNameLst>
                                          <p:attrName>ppt_x</p:attrName>
                                        </p:attrNameLst>
                                      </p:cBhvr>
                                      <p:tavLst>
                                        <p:tav tm="0">
                                          <p:val>
                                            <p:strVal val="#ppt_x"/>
                                          </p:val>
                                        </p:tav>
                                        <p:tav tm="100000">
                                          <p:val>
                                            <p:strVal val="#ppt_x"/>
                                          </p:val>
                                        </p:tav>
                                      </p:tavLst>
                                    </p:anim>
                                    <p:anim calcmode="lin" valueType="num">
                                      <p:cBhvr>
                                        <p:cTn id="84" dur="500" fill="hold"/>
                                        <p:tgtEl>
                                          <p:spTgt spid="94"/>
                                        </p:tgtEl>
                                        <p:attrNameLst>
                                          <p:attrName>ppt_y</p:attrName>
                                        </p:attrNameLst>
                                      </p:cBhvr>
                                      <p:tavLst>
                                        <p:tav tm="0">
                                          <p:val>
                                            <p:strVal val="#ppt_y+.1"/>
                                          </p:val>
                                        </p:tav>
                                        <p:tav tm="100000">
                                          <p:val>
                                            <p:strVal val="#ppt_y"/>
                                          </p:val>
                                        </p:tav>
                                      </p:tavLst>
                                    </p:anim>
                                  </p:childTnLst>
                                </p:cTn>
                              </p:par>
                              <p:par>
                                <p:cTn id="85" presetID="17" presetClass="entr" presetSubtype="10" fill="hold" nodeType="withEffect">
                                  <p:stCondLst>
                                    <p:cond delay="0"/>
                                  </p:stCondLst>
                                  <p:childTnLst>
                                    <p:set>
                                      <p:cBhvr>
                                        <p:cTn id="86" dur="1" fill="hold">
                                          <p:stCondLst>
                                            <p:cond delay="0"/>
                                          </p:stCondLst>
                                        </p:cTn>
                                        <p:tgtEl>
                                          <p:spTgt spid="142"/>
                                        </p:tgtEl>
                                        <p:attrNameLst>
                                          <p:attrName>style.visibility</p:attrName>
                                        </p:attrNameLst>
                                      </p:cBhvr>
                                      <p:to>
                                        <p:strVal val="visible"/>
                                      </p:to>
                                    </p:set>
                                    <p:anim calcmode="lin" valueType="num">
                                      <p:cBhvr>
                                        <p:cTn id="87" dur="500" fill="hold"/>
                                        <p:tgtEl>
                                          <p:spTgt spid="142"/>
                                        </p:tgtEl>
                                        <p:attrNameLst>
                                          <p:attrName>ppt_w</p:attrName>
                                        </p:attrNameLst>
                                      </p:cBhvr>
                                      <p:tavLst>
                                        <p:tav tm="0">
                                          <p:val>
                                            <p:fltVal val="0"/>
                                          </p:val>
                                        </p:tav>
                                        <p:tav tm="100000">
                                          <p:val>
                                            <p:strVal val="#ppt_w"/>
                                          </p:val>
                                        </p:tav>
                                      </p:tavLst>
                                    </p:anim>
                                    <p:anim calcmode="lin" valueType="num">
                                      <p:cBhvr>
                                        <p:cTn id="88" dur="500" fill="hold"/>
                                        <p:tgtEl>
                                          <p:spTgt spid="142"/>
                                        </p:tgtEl>
                                        <p:attrNameLst>
                                          <p:attrName>ppt_h</p:attrName>
                                        </p:attrNameLst>
                                      </p:cBhvr>
                                      <p:tavLst>
                                        <p:tav tm="0">
                                          <p:val>
                                            <p:strVal val="#ppt_h"/>
                                          </p:val>
                                        </p:tav>
                                        <p:tav tm="100000">
                                          <p:val>
                                            <p:strVal val="#ppt_h"/>
                                          </p:val>
                                        </p:tav>
                                      </p:tavLst>
                                    </p:anim>
                                  </p:childTnLst>
                                </p:cTn>
                              </p:par>
                              <p:par>
                                <p:cTn id="89" presetID="47" presetClass="entr" presetSubtype="0" fill="hold" nodeType="withEffect">
                                  <p:stCondLst>
                                    <p:cond delay="0"/>
                                  </p:stCondLst>
                                  <p:childTnLst>
                                    <p:set>
                                      <p:cBhvr>
                                        <p:cTn id="90" dur="1" fill="hold">
                                          <p:stCondLst>
                                            <p:cond delay="0"/>
                                          </p:stCondLst>
                                        </p:cTn>
                                        <p:tgtEl>
                                          <p:spTgt spid="119"/>
                                        </p:tgtEl>
                                        <p:attrNameLst>
                                          <p:attrName>style.visibility</p:attrName>
                                        </p:attrNameLst>
                                      </p:cBhvr>
                                      <p:to>
                                        <p:strVal val="visible"/>
                                      </p:to>
                                    </p:set>
                                    <p:animEffect transition="in" filter="fade">
                                      <p:cBhvr>
                                        <p:cTn id="91" dur="500"/>
                                        <p:tgtEl>
                                          <p:spTgt spid="119"/>
                                        </p:tgtEl>
                                      </p:cBhvr>
                                    </p:animEffect>
                                    <p:anim calcmode="lin" valueType="num">
                                      <p:cBhvr>
                                        <p:cTn id="92" dur="500" fill="hold"/>
                                        <p:tgtEl>
                                          <p:spTgt spid="119"/>
                                        </p:tgtEl>
                                        <p:attrNameLst>
                                          <p:attrName>ppt_x</p:attrName>
                                        </p:attrNameLst>
                                      </p:cBhvr>
                                      <p:tavLst>
                                        <p:tav tm="0">
                                          <p:val>
                                            <p:strVal val="#ppt_x"/>
                                          </p:val>
                                        </p:tav>
                                        <p:tav tm="100000">
                                          <p:val>
                                            <p:strVal val="#ppt_x"/>
                                          </p:val>
                                        </p:tav>
                                      </p:tavLst>
                                    </p:anim>
                                    <p:anim calcmode="lin" valueType="num">
                                      <p:cBhvr>
                                        <p:cTn id="93" dur="500" fill="hold"/>
                                        <p:tgtEl>
                                          <p:spTgt spid="119"/>
                                        </p:tgtEl>
                                        <p:attrNameLst>
                                          <p:attrName>ppt_y</p:attrName>
                                        </p:attrNameLst>
                                      </p:cBhvr>
                                      <p:tavLst>
                                        <p:tav tm="0">
                                          <p:val>
                                            <p:strVal val="#ppt_y-.1"/>
                                          </p:val>
                                        </p:tav>
                                        <p:tav tm="100000">
                                          <p:val>
                                            <p:strVal val="#ppt_y"/>
                                          </p:val>
                                        </p:tav>
                                      </p:tavLst>
                                    </p:anim>
                                  </p:childTnLst>
                                </p:cTn>
                              </p:par>
                            </p:childTnLst>
                          </p:cTn>
                        </p:par>
                        <p:par>
                          <p:cTn id="94" fill="hold">
                            <p:stCondLst>
                              <p:cond delay="3000"/>
                            </p:stCondLst>
                            <p:childTnLst>
                              <p:par>
                                <p:cTn id="95" presetID="42" presetClass="entr" presetSubtype="0" fill="hold" nodeType="afterEffect">
                                  <p:stCondLst>
                                    <p:cond delay="0"/>
                                  </p:stCondLst>
                                  <p:childTnLst>
                                    <p:set>
                                      <p:cBhvr>
                                        <p:cTn id="96" dur="1" fill="hold">
                                          <p:stCondLst>
                                            <p:cond delay="0"/>
                                          </p:stCondLst>
                                        </p:cTn>
                                        <p:tgtEl>
                                          <p:spTgt spid="95"/>
                                        </p:tgtEl>
                                        <p:attrNameLst>
                                          <p:attrName>style.visibility</p:attrName>
                                        </p:attrNameLst>
                                      </p:cBhvr>
                                      <p:to>
                                        <p:strVal val="visible"/>
                                      </p:to>
                                    </p:set>
                                    <p:animEffect transition="in" filter="fade">
                                      <p:cBhvr>
                                        <p:cTn id="97" dur="500"/>
                                        <p:tgtEl>
                                          <p:spTgt spid="95"/>
                                        </p:tgtEl>
                                      </p:cBhvr>
                                    </p:animEffect>
                                    <p:anim calcmode="lin" valueType="num">
                                      <p:cBhvr>
                                        <p:cTn id="98" dur="500" fill="hold"/>
                                        <p:tgtEl>
                                          <p:spTgt spid="95"/>
                                        </p:tgtEl>
                                        <p:attrNameLst>
                                          <p:attrName>ppt_x</p:attrName>
                                        </p:attrNameLst>
                                      </p:cBhvr>
                                      <p:tavLst>
                                        <p:tav tm="0">
                                          <p:val>
                                            <p:strVal val="#ppt_x"/>
                                          </p:val>
                                        </p:tav>
                                        <p:tav tm="100000">
                                          <p:val>
                                            <p:strVal val="#ppt_x"/>
                                          </p:val>
                                        </p:tav>
                                      </p:tavLst>
                                    </p:anim>
                                    <p:anim calcmode="lin" valueType="num">
                                      <p:cBhvr>
                                        <p:cTn id="99" dur="500" fill="hold"/>
                                        <p:tgtEl>
                                          <p:spTgt spid="95"/>
                                        </p:tgtEl>
                                        <p:attrNameLst>
                                          <p:attrName>ppt_y</p:attrName>
                                        </p:attrNameLst>
                                      </p:cBhvr>
                                      <p:tavLst>
                                        <p:tav tm="0">
                                          <p:val>
                                            <p:strVal val="#ppt_y+.1"/>
                                          </p:val>
                                        </p:tav>
                                        <p:tav tm="100000">
                                          <p:val>
                                            <p:strVal val="#ppt_y"/>
                                          </p:val>
                                        </p:tav>
                                      </p:tavLst>
                                    </p:anim>
                                  </p:childTnLst>
                                </p:cTn>
                              </p:par>
                              <p:par>
                                <p:cTn id="100" presetID="17" presetClass="entr" presetSubtype="10" fill="hold" nodeType="withEffect">
                                  <p:stCondLst>
                                    <p:cond delay="0"/>
                                  </p:stCondLst>
                                  <p:childTnLst>
                                    <p:set>
                                      <p:cBhvr>
                                        <p:cTn id="101" dur="1" fill="hold">
                                          <p:stCondLst>
                                            <p:cond delay="0"/>
                                          </p:stCondLst>
                                        </p:cTn>
                                        <p:tgtEl>
                                          <p:spTgt spid="154"/>
                                        </p:tgtEl>
                                        <p:attrNameLst>
                                          <p:attrName>style.visibility</p:attrName>
                                        </p:attrNameLst>
                                      </p:cBhvr>
                                      <p:to>
                                        <p:strVal val="visible"/>
                                      </p:to>
                                    </p:set>
                                    <p:anim calcmode="lin" valueType="num">
                                      <p:cBhvr>
                                        <p:cTn id="102" dur="500" fill="hold"/>
                                        <p:tgtEl>
                                          <p:spTgt spid="154"/>
                                        </p:tgtEl>
                                        <p:attrNameLst>
                                          <p:attrName>ppt_w</p:attrName>
                                        </p:attrNameLst>
                                      </p:cBhvr>
                                      <p:tavLst>
                                        <p:tav tm="0">
                                          <p:val>
                                            <p:fltVal val="0"/>
                                          </p:val>
                                        </p:tav>
                                        <p:tav tm="100000">
                                          <p:val>
                                            <p:strVal val="#ppt_w"/>
                                          </p:val>
                                        </p:tav>
                                      </p:tavLst>
                                    </p:anim>
                                    <p:anim calcmode="lin" valueType="num">
                                      <p:cBhvr>
                                        <p:cTn id="103" dur="500" fill="hold"/>
                                        <p:tgtEl>
                                          <p:spTgt spid="154"/>
                                        </p:tgtEl>
                                        <p:attrNameLst>
                                          <p:attrName>ppt_h</p:attrName>
                                        </p:attrNameLst>
                                      </p:cBhvr>
                                      <p:tavLst>
                                        <p:tav tm="0">
                                          <p:val>
                                            <p:strVal val="#ppt_h"/>
                                          </p:val>
                                        </p:tav>
                                        <p:tav tm="100000">
                                          <p:val>
                                            <p:strVal val="#ppt_h"/>
                                          </p:val>
                                        </p:tav>
                                      </p:tavLst>
                                    </p:anim>
                                  </p:childTnLst>
                                </p:cTn>
                              </p:par>
                              <p:par>
                                <p:cTn id="104" presetID="47" presetClass="entr" presetSubtype="0" fill="hold" nodeType="withEffect">
                                  <p:stCondLst>
                                    <p:cond delay="0"/>
                                  </p:stCondLst>
                                  <p:childTnLst>
                                    <p:set>
                                      <p:cBhvr>
                                        <p:cTn id="105" dur="1" fill="hold">
                                          <p:stCondLst>
                                            <p:cond delay="0"/>
                                          </p:stCondLst>
                                        </p:cTn>
                                        <p:tgtEl>
                                          <p:spTgt spid="120"/>
                                        </p:tgtEl>
                                        <p:attrNameLst>
                                          <p:attrName>style.visibility</p:attrName>
                                        </p:attrNameLst>
                                      </p:cBhvr>
                                      <p:to>
                                        <p:strVal val="visible"/>
                                      </p:to>
                                    </p:set>
                                    <p:animEffect transition="in" filter="fade">
                                      <p:cBhvr>
                                        <p:cTn id="106" dur="500"/>
                                        <p:tgtEl>
                                          <p:spTgt spid="120"/>
                                        </p:tgtEl>
                                      </p:cBhvr>
                                    </p:animEffect>
                                    <p:anim calcmode="lin" valueType="num">
                                      <p:cBhvr>
                                        <p:cTn id="107" dur="500" fill="hold"/>
                                        <p:tgtEl>
                                          <p:spTgt spid="120"/>
                                        </p:tgtEl>
                                        <p:attrNameLst>
                                          <p:attrName>ppt_x</p:attrName>
                                        </p:attrNameLst>
                                      </p:cBhvr>
                                      <p:tavLst>
                                        <p:tav tm="0">
                                          <p:val>
                                            <p:strVal val="#ppt_x"/>
                                          </p:val>
                                        </p:tav>
                                        <p:tav tm="100000">
                                          <p:val>
                                            <p:strVal val="#ppt_x"/>
                                          </p:val>
                                        </p:tav>
                                      </p:tavLst>
                                    </p:anim>
                                    <p:anim calcmode="lin" valueType="num">
                                      <p:cBhvr>
                                        <p:cTn id="108" dur="500" fill="hold"/>
                                        <p:tgtEl>
                                          <p:spTgt spid="1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Diagram</a:t>
            </a:r>
          </a:p>
        </p:txBody>
      </p:sp>
      <p:sp>
        <p:nvSpPr>
          <p:cNvPr id="3" name="텍스트 개체 틀 2"/>
          <p:cNvSpPr>
            <a:spLocks noGrp="1"/>
          </p:cNvSpPr>
          <p:nvPr>
            <p:ph type="body" sz="quarter" idx="10"/>
          </p:nvPr>
        </p:nvSpPr>
        <p:spPr/>
        <p:txBody>
          <a:bodyPr/>
          <a:lstStyle/>
          <a:p>
            <a:pPr lvl="0" defTabSz="914400"/>
            <a:r>
              <a:rPr lang="en-US" altLang="ko-KR" sz="800" b="1" dirty="0">
                <a:latin typeface="Roboto Condensed Regular"/>
              </a:rPr>
              <a:t>First Section :</a:t>
            </a:r>
            <a:r>
              <a:rPr lang="en-US" altLang="ko-KR" sz="800" dirty="0"/>
              <a:t> dolor sit amen, </a:t>
            </a:r>
            <a:r>
              <a:rPr lang="en-US" altLang="ko-KR" sz="800" dirty="0" err="1"/>
              <a:t>consectetur</a:t>
            </a:r>
            <a:r>
              <a:rPr lang="en-US" altLang="ko-KR" sz="800" dirty="0"/>
              <a:t> </a:t>
            </a:r>
            <a:r>
              <a:rPr lang="en-US" altLang="ko-KR" sz="800" dirty="0" err="1"/>
              <a:t>adipiscing</a:t>
            </a:r>
            <a:r>
              <a:rPr lang="en-US" altLang="ko-KR" sz="800" dirty="0"/>
              <a:t> </a:t>
            </a:r>
            <a:r>
              <a:rPr lang="en-US" altLang="ko-KR" sz="800" dirty="0" err="1"/>
              <a:t>elit</a:t>
            </a:r>
            <a:r>
              <a:rPr lang="en-US" altLang="ko-KR" sz="800" dirty="0"/>
              <a:t>. Integer </a:t>
            </a:r>
            <a:r>
              <a:rPr lang="en-US" altLang="ko-KR" sz="800" dirty="0" err="1"/>
              <a:t>nec</a:t>
            </a:r>
            <a:r>
              <a:rPr lang="en-US" altLang="ko-KR" sz="800" dirty="0"/>
              <a:t> </a:t>
            </a:r>
            <a:r>
              <a:rPr lang="en-US" altLang="ko-KR" sz="800" dirty="0" err="1"/>
              <a:t>odio</a:t>
            </a:r>
            <a:r>
              <a:rPr lang="en-US" altLang="ko-KR" sz="800" dirty="0"/>
              <a:t>. </a:t>
            </a:r>
            <a:r>
              <a:rPr lang="en-US" altLang="ko-KR" sz="800" dirty="0" err="1"/>
              <a:t>Praesent</a:t>
            </a:r>
            <a:r>
              <a:rPr lang="en-US" altLang="ko-KR" sz="800" dirty="0"/>
              <a:t> lib </a:t>
            </a:r>
            <a:r>
              <a:rPr lang="en-US" altLang="ko-KR" sz="800" dirty="0" err="1"/>
              <a:t>ero</a:t>
            </a:r>
            <a:r>
              <a:rPr lang="en-US" altLang="ko-KR" sz="800" dirty="0"/>
              <a:t>. </a:t>
            </a:r>
            <a:r>
              <a:rPr lang="en-US" altLang="ko-KR" sz="800" dirty="0" err="1"/>
              <a:t>Sed</a:t>
            </a:r>
            <a:r>
              <a:rPr lang="en-US" altLang="ko-KR" sz="800" dirty="0"/>
              <a:t> </a:t>
            </a:r>
            <a:r>
              <a:rPr lang="en-US" altLang="ko-KR" sz="800" dirty="0" err="1"/>
              <a:t>cursus</a:t>
            </a:r>
            <a:r>
              <a:rPr lang="en-US" altLang="ko-KR" sz="800" dirty="0"/>
              <a:t> ante </a:t>
            </a:r>
            <a:r>
              <a:rPr lang="en-US" altLang="ko-KR" sz="800" dirty="0" err="1"/>
              <a:t>dapibus</a:t>
            </a:r>
            <a:r>
              <a:rPr lang="en-US" altLang="ko-KR" sz="800" dirty="0"/>
              <a:t> diam. </a:t>
            </a:r>
            <a:r>
              <a:rPr lang="en-US" altLang="ko-KR" sz="800" dirty="0" err="1"/>
              <a:t>Sed</a:t>
            </a:r>
            <a:r>
              <a:rPr lang="en-US" altLang="ko-KR" sz="800" dirty="0"/>
              <a:t> nisi. </a:t>
            </a:r>
            <a:r>
              <a:rPr lang="en-US" altLang="ko-KR" sz="800" dirty="0" err="1"/>
              <a:t>Nulla</a:t>
            </a:r>
            <a:r>
              <a:rPr lang="en-US" altLang="ko-KR" sz="800" dirty="0"/>
              <a:t> </a:t>
            </a:r>
            <a:r>
              <a:rPr lang="en-US" altLang="ko-KR" sz="800" dirty="0" err="1"/>
              <a:t>quis</a:t>
            </a:r>
            <a:r>
              <a:rPr lang="en-US" altLang="ko-KR" sz="800" dirty="0"/>
              <a:t> </a:t>
            </a:r>
            <a:r>
              <a:rPr lang="en-US" altLang="ko-KR" sz="800" dirty="0" err="1"/>
              <a:t>sem</a:t>
            </a:r>
            <a:r>
              <a:rPr lang="en-US" altLang="ko-KR" sz="800" dirty="0"/>
              <a:t> at </a:t>
            </a:r>
            <a:r>
              <a:rPr lang="en-US" altLang="ko-KR" sz="800" dirty="0" err="1"/>
              <a:t>nibh</a:t>
            </a:r>
            <a:r>
              <a:rPr lang="en-US" altLang="ko-KR" sz="800" dirty="0"/>
              <a:t> </a:t>
            </a:r>
            <a:r>
              <a:rPr lang="en-US" altLang="ko-KR" sz="800" dirty="0" err="1"/>
              <a:t>elementum</a:t>
            </a:r>
            <a:r>
              <a:rPr lang="en-US" altLang="ko-KR" sz="800" dirty="0"/>
              <a:t> </a:t>
            </a:r>
            <a:r>
              <a:rPr lang="en-US" altLang="ko-KR" sz="800" dirty="0" err="1"/>
              <a:t>imperdiet</a:t>
            </a:r>
            <a:r>
              <a:rPr lang="en-US" altLang="ko-KR" sz="800" dirty="0"/>
              <a:t>. </a:t>
            </a:r>
            <a:r>
              <a:rPr lang="en-US" altLang="ko-KR" sz="800" dirty="0" err="1"/>
              <a:t>Duis</a:t>
            </a:r>
            <a:r>
              <a:rPr lang="en-US" altLang="ko-KR" sz="800" dirty="0"/>
              <a:t> </a:t>
            </a:r>
            <a:r>
              <a:rPr lang="en-US" altLang="ko-KR" sz="800" dirty="0" err="1"/>
              <a:t>sagittis</a:t>
            </a:r>
            <a:r>
              <a:rPr lang="en-US" altLang="ko-KR" sz="800" dirty="0"/>
              <a:t> </a:t>
            </a:r>
            <a:r>
              <a:rPr lang="en-US" altLang="ko-KR" sz="800" dirty="0" err="1"/>
              <a:t>ipsum</a:t>
            </a:r>
            <a:r>
              <a:rPr lang="en-US" altLang="ko-KR" sz="800" dirty="0"/>
              <a:t>. </a:t>
            </a:r>
            <a:r>
              <a:rPr lang="en-US" altLang="ko-KR" sz="800" dirty="0" err="1"/>
              <a:t>Praesent</a:t>
            </a:r>
            <a:r>
              <a:rPr lang="en-US" altLang="ko-KR" sz="800" dirty="0"/>
              <a:t> </a:t>
            </a:r>
            <a:r>
              <a:rPr lang="en-US" altLang="ko-KR" sz="800" dirty="0" err="1"/>
              <a:t>mauris</a:t>
            </a:r>
            <a:r>
              <a:rPr lang="en-US" altLang="ko-KR" sz="800" dirty="0"/>
              <a:t>. </a:t>
            </a:r>
            <a:r>
              <a:rPr lang="en-US" altLang="ko-KR" sz="800" dirty="0" err="1"/>
              <a:t>Fusce</a:t>
            </a:r>
            <a:r>
              <a:rPr lang="en-US" altLang="ko-KR" sz="800" dirty="0"/>
              <a:t> </a:t>
            </a:r>
            <a:r>
              <a:rPr lang="en-US" altLang="ko-KR" sz="800" dirty="0" err="1"/>
              <a:t>nec</a:t>
            </a:r>
            <a:r>
              <a:rPr lang="en-US" altLang="ko-KR" sz="800" dirty="0"/>
              <a:t> </a:t>
            </a:r>
            <a:r>
              <a:rPr lang="en-US" altLang="ko-KR" sz="800" dirty="0" err="1"/>
              <a:t>tellus</a:t>
            </a:r>
            <a:r>
              <a:rPr lang="en-US" altLang="ko-KR" sz="800" dirty="0"/>
              <a:t> </a:t>
            </a:r>
            <a:r>
              <a:rPr lang="en-US" altLang="ko-KR" sz="800" dirty="0" err="1"/>
              <a:t>sed</a:t>
            </a:r>
            <a:r>
              <a:rPr lang="en-US" altLang="ko-KR" sz="800" dirty="0"/>
              <a:t> </a:t>
            </a:r>
            <a:r>
              <a:rPr lang="en-US" altLang="ko-KR" sz="800" dirty="0" err="1"/>
              <a:t>augue</a:t>
            </a:r>
            <a:r>
              <a:rPr lang="en-US" altLang="ko-KR" sz="800" dirty="0"/>
              <a:t> semper </a:t>
            </a:r>
            <a:r>
              <a:rPr lang="en-US" altLang="ko-KR" sz="800" dirty="0" err="1"/>
              <a:t>porta</a:t>
            </a:r>
            <a:r>
              <a:rPr lang="en-US" altLang="ko-KR" sz="800" dirty="0"/>
              <a:t>. </a:t>
            </a:r>
            <a:r>
              <a:rPr lang="en-US" altLang="ko-KR" sz="800" dirty="0" err="1"/>
              <a:t>Mauris</a:t>
            </a:r>
            <a:r>
              <a:rPr lang="en-US" altLang="ko-KR" sz="800" dirty="0"/>
              <a:t> </a:t>
            </a:r>
            <a:r>
              <a:rPr lang="en-US" altLang="ko-KR" sz="800" dirty="0" err="1"/>
              <a:t>massa</a:t>
            </a:r>
            <a:r>
              <a:rPr lang="en-US" altLang="ko-KR" sz="800" dirty="0"/>
              <a:t>. </a:t>
            </a:r>
            <a:r>
              <a:rPr lang="en-US" altLang="ko-KR" sz="800" dirty="0" err="1"/>
              <a:t>Vestibulum</a:t>
            </a:r>
            <a:r>
              <a:rPr lang="en-US" altLang="ko-KR" sz="800" dirty="0"/>
              <a:t> </a:t>
            </a:r>
            <a:r>
              <a:rPr lang="en-US" altLang="ko-KR" sz="800" dirty="0" err="1"/>
              <a:t>lacinia</a:t>
            </a:r>
            <a:r>
              <a:rPr lang="en-US" altLang="ko-KR" sz="800" dirty="0"/>
              <a:t> </a:t>
            </a:r>
            <a:r>
              <a:rPr lang="en-US" altLang="ko-KR" sz="800" dirty="0" err="1"/>
              <a:t>arcu</a:t>
            </a:r>
            <a:r>
              <a:rPr lang="en-US" altLang="ko-KR" sz="800" dirty="0"/>
              <a:t>.</a:t>
            </a:r>
          </a:p>
          <a:p>
            <a:pPr lvl="0" defTabSz="914400"/>
            <a:r>
              <a:rPr lang="en-US" altLang="ko-KR" sz="800" b="1" dirty="0">
                <a:latin typeface="Roboto Condensed Regular"/>
              </a:rPr>
              <a:t>Second Section :</a:t>
            </a:r>
            <a:r>
              <a:rPr lang="en-US" altLang="ko-KR" sz="800" dirty="0"/>
              <a:t> </a:t>
            </a:r>
            <a:r>
              <a:rPr lang="en-US" altLang="ko-KR" sz="800" dirty="0" err="1"/>
              <a:t>Nulla</a:t>
            </a:r>
            <a:r>
              <a:rPr lang="en-US" altLang="ko-KR" sz="800" dirty="0"/>
              <a:t> </a:t>
            </a:r>
            <a:r>
              <a:rPr lang="en-US" altLang="ko-KR" sz="800" dirty="0" err="1"/>
              <a:t>quis</a:t>
            </a:r>
            <a:r>
              <a:rPr lang="en-US" altLang="ko-KR" sz="800" dirty="0"/>
              <a:t> </a:t>
            </a:r>
            <a:r>
              <a:rPr lang="en-US" altLang="ko-KR" sz="800" dirty="0" err="1"/>
              <a:t>sem</a:t>
            </a:r>
            <a:r>
              <a:rPr lang="en-US" altLang="ko-KR" sz="800" dirty="0"/>
              <a:t> at </a:t>
            </a:r>
            <a:r>
              <a:rPr lang="en-US" altLang="ko-KR" sz="800" dirty="0" err="1"/>
              <a:t>nibh</a:t>
            </a:r>
            <a:r>
              <a:rPr lang="en-US" altLang="ko-KR" sz="800" dirty="0"/>
              <a:t> </a:t>
            </a:r>
            <a:r>
              <a:rPr lang="en-US" altLang="ko-KR" sz="800" dirty="0" err="1"/>
              <a:t>elem</a:t>
            </a:r>
            <a:r>
              <a:rPr lang="en-US" altLang="ko-KR" sz="800" dirty="0"/>
              <a:t> </a:t>
            </a:r>
            <a:r>
              <a:rPr lang="en-US" altLang="ko-KR" sz="800" dirty="0" err="1"/>
              <a:t>entum</a:t>
            </a:r>
            <a:r>
              <a:rPr lang="en-US" altLang="ko-KR" sz="800" dirty="0"/>
              <a:t> </a:t>
            </a:r>
            <a:r>
              <a:rPr lang="en-US" altLang="ko-KR" sz="800" dirty="0" err="1"/>
              <a:t>imperdiet</a:t>
            </a:r>
            <a:r>
              <a:rPr lang="en-US" altLang="ko-KR" sz="800" dirty="0"/>
              <a:t>. </a:t>
            </a:r>
            <a:r>
              <a:rPr lang="en-US" altLang="ko-KR" sz="800" dirty="0" err="1"/>
              <a:t>Duis</a:t>
            </a:r>
            <a:r>
              <a:rPr lang="en-US" altLang="ko-KR" sz="800" dirty="0"/>
              <a:t> </a:t>
            </a:r>
            <a:r>
              <a:rPr lang="en-US" altLang="ko-KR" sz="800" dirty="0" err="1"/>
              <a:t>sagittis</a:t>
            </a:r>
            <a:r>
              <a:rPr lang="en-US" altLang="ko-KR" sz="800" dirty="0"/>
              <a:t> </a:t>
            </a:r>
            <a:r>
              <a:rPr lang="en-US" altLang="ko-KR" sz="800" dirty="0" err="1"/>
              <a:t>ipsum</a:t>
            </a:r>
            <a:r>
              <a:rPr lang="en-US" altLang="ko-KR" sz="800" dirty="0"/>
              <a:t>. </a:t>
            </a:r>
            <a:r>
              <a:rPr lang="en-US" altLang="ko-KR" sz="800" dirty="0" err="1"/>
              <a:t>Praes</a:t>
            </a:r>
            <a:r>
              <a:rPr lang="en-US" altLang="ko-KR" sz="800" dirty="0"/>
              <a:t> </a:t>
            </a:r>
            <a:r>
              <a:rPr lang="en-US" altLang="ko-KR" sz="800" dirty="0" err="1"/>
              <a:t>ent</a:t>
            </a:r>
            <a:r>
              <a:rPr lang="en-US" altLang="ko-KR" sz="800" dirty="0"/>
              <a:t> </a:t>
            </a:r>
            <a:r>
              <a:rPr lang="en-US" altLang="ko-KR" sz="800" dirty="0" err="1"/>
              <a:t>mauris</a:t>
            </a:r>
            <a:r>
              <a:rPr lang="en-US" altLang="ko-KR" sz="800" dirty="0"/>
              <a:t>. </a:t>
            </a:r>
            <a:r>
              <a:rPr lang="en-US" altLang="ko-KR" sz="800" dirty="0" err="1"/>
              <a:t>Fusce</a:t>
            </a:r>
            <a:r>
              <a:rPr lang="en-US" altLang="ko-KR" sz="800" dirty="0"/>
              <a:t> </a:t>
            </a:r>
            <a:r>
              <a:rPr lang="en-US" altLang="ko-KR" sz="800" dirty="0" err="1"/>
              <a:t>nec</a:t>
            </a:r>
            <a:r>
              <a:rPr lang="en-US" altLang="ko-KR" sz="800" dirty="0"/>
              <a:t> </a:t>
            </a:r>
            <a:r>
              <a:rPr lang="en-US" altLang="ko-KR" sz="800" dirty="0" err="1"/>
              <a:t>tellus</a:t>
            </a:r>
            <a:r>
              <a:rPr lang="en-US" altLang="ko-KR" sz="800" dirty="0"/>
              <a:t> </a:t>
            </a:r>
            <a:r>
              <a:rPr lang="en-US" altLang="ko-KR" sz="800" dirty="0" err="1"/>
              <a:t>sed</a:t>
            </a:r>
            <a:r>
              <a:rPr lang="en-US" altLang="ko-KR" sz="800" dirty="0"/>
              <a:t> </a:t>
            </a:r>
            <a:r>
              <a:rPr lang="en-US" altLang="ko-KR" sz="800" dirty="0" err="1"/>
              <a:t>augue</a:t>
            </a:r>
            <a:r>
              <a:rPr lang="en-US" altLang="ko-KR" sz="800" dirty="0"/>
              <a:t> </a:t>
            </a:r>
            <a:r>
              <a:rPr lang="en-US" altLang="ko-KR" sz="800" dirty="0" err="1"/>
              <a:t>sem</a:t>
            </a:r>
            <a:r>
              <a:rPr lang="en-US" altLang="ko-KR" sz="800" dirty="0"/>
              <a:t> per </a:t>
            </a:r>
            <a:r>
              <a:rPr lang="en-US" altLang="ko-KR" sz="800" dirty="0" err="1"/>
              <a:t>porta</a:t>
            </a:r>
            <a:r>
              <a:rPr lang="en-US" altLang="ko-KR" sz="800" dirty="0"/>
              <a:t>. </a:t>
            </a:r>
            <a:r>
              <a:rPr lang="en-US" altLang="ko-KR" sz="800" dirty="0" err="1"/>
              <a:t>Mauris</a:t>
            </a:r>
            <a:r>
              <a:rPr lang="en-US" altLang="ko-KR" sz="800" dirty="0"/>
              <a:t> </a:t>
            </a:r>
            <a:r>
              <a:rPr lang="en-US" altLang="ko-KR" sz="800" dirty="0" err="1"/>
              <a:t>massa</a:t>
            </a:r>
            <a:r>
              <a:rPr lang="en-US" altLang="ko-KR" sz="800" dirty="0"/>
              <a:t>. </a:t>
            </a:r>
            <a:r>
              <a:rPr lang="en-US" altLang="ko-KR" sz="800" dirty="0" err="1"/>
              <a:t>Vestibulum</a:t>
            </a:r>
            <a:r>
              <a:rPr lang="en-US" altLang="ko-KR" sz="800" dirty="0"/>
              <a:t> </a:t>
            </a:r>
            <a:r>
              <a:rPr lang="en-US" altLang="ko-KR" sz="800" dirty="0" err="1"/>
              <a:t>lacinia</a:t>
            </a:r>
            <a:r>
              <a:rPr lang="en-US" altLang="ko-KR" sz="800" dirty="0"/>
              <a:t> </a:t>
            </a:r>
            <a:r>
              <a:rPr lang="en-US" altLang="ko-KR" sz="800" dirty="0" err="1"/>
              <a:t>arcu</a:t>
            </a:r>
            <a:r>
              <a:rPr lang="en-US" altLang="ko-KR" sz="800" dirty="0"/>
              <a:t> </a:t>
            </a:r>
            <a:r>
              <a:rPr lang="en-US" altLang="ko-KR" sz="800" dirty="0" err="1"/>
              <a:t>eget</a:t>
            </a:r>
            <a:r>
              <a:rPr lang="en-US" altLang="ko-KR" sz="800" dirty="0"/>
              <a:t> </a:t>
            </a:r>
            <a:r>
              <a:rPr lang="en-US" altLang="ko-KR" sz="800" dirty="0" err="1"/>
              <a:t>nulla</a:t>
            </a:r>
            <a:r>
              <a:rPr lang="en-US" altLang="ko-KR" sz="800" dirty="0"/>
              <a:t>. </a:t>
            </a:r>
          </a:p>
          <a:p>
            <a:endParaRPr lang="ko-KR" altLang="en-US" dirty="0"/>
          </a:p>
        </p:txBody>
      </p:sp>
      <p:grpSp>
        <p:nvGrpSpPr>
          <p:cNvPr id="100" name="그룹 99"/>
          <p:cNvGrpSpPr/>
          <p:nvPr/>
        </p:nvGrpSpPr>
        <p:grpSpPr>
          <a:xfrm>
            <a:off x="4688720" y="2171565"/>
            <a:ext cx="1378214" cy="1658937"/>
            <a:chOff x="6811434" y="1890713"/>
            <a:chExt cx="1378214" cy="1658937"/>
          </a:xfrm>
        </p:grpSpPr>
        <p:grpSp>
          <p:nvGrpSpPr>
            <p:cNvPr id="102" name="그룹 38"/>
            <p:cNvGrpSpPr/>
            <p:nvPr/>
          </p:nvGrpSpPr>
          <p:grpSpPr>
            <a:xfrm>
              <a:off x="6811434" y="1890713"/>
              <a:ext cx="1378214" cy="1658937"/>
              <a:chOff x="6811434" y="1890713"/>
              <a:chExt cx="1378214" cy="1658937"/>
            </a:xfrm>
          </p:grpSpPr>
          <p:grpSp>
            <p:nvGrpSpPr>
              <p:cNvPr id="109" name="그룹 97"/>
              <p:cNvGrpSpPr/>
              <p:nvPr/>
            </p:nvGrpSpPr>
            <p:grpSpPr>
              <a:xfrm>
                <a:off x="6827573" y="1890713"/>
                <a:ext cx="1362075" cy="1120775"/>
                <a:chOff x="3890963" y="2011363"/>
                <a:chExt cx="1362075" cy="1120775"/>
              </a:xfrm>
            </p:grpSpPr>
            <p:sp>
              <p:nvSpPr>
                <p:cNvPr id="115" name="Freeform 5"/>
                <p:cNvSpPr>
                  <a:spLocks/>
                </p:cNvSpPr>
                <p:nvPr/>
              </p:nvSpPr>
              <p:spPr bwMode="auto">
                <a:xfrm>
                  <a:off x="3890963" y="2011363"/>
                  <a:ext cx="1362075" cy="1038225"/>
                </a:xfrm>
                <a:custGeom>
                  <a:avLst/>
                  <a:gdLst>
                    <a:gd name="T0" fmla="*/ 355 w 360"/>
                    <a:gd name="T1" fmla="*/ 124 h 274"/>
                    <a:gd name="T2" fmla="*/ 355 w 360"/>
                    <a:gd name="T3" fmla="*/ 150 h 274"/>
                    <a:gd name="T4" fmla="*/ 275 w 360"/>
                    <a:gd name="T5" fmla="*/ 264 h 274"/>
                    <a:gd name="T6" fmla="*/ 256 w 360"/>
                    <a:gd name="T7" fmla="*/ 274 h 274"/>
                    <a:gd name="T8" fmla="*/ 0 w 360"/>
                    <a:gd name="T9" fmla="*/ 274 h 274"/>
                    <a:gd name="T10" fmla="*/ 87 w 360"/>
                    <a:gd name="T11" fmla="*/ 150 h 274"/>
                    <a:gd name="T12" fmla="*/ 87 w 360"/>
                    <a:gd name="T13" fmla="*/ 124 h 274"/>
                    <a:gd name="T14" fmla="*/ 0 w 360"/>
                    <a:gd name="T15" fmla="*/ 0 h 274"/>
                    <a:gd name="T16" fmla="*/ 256 w 360"/>
                    <a:gd name="T17" fmla="*/ 0 h 274"/>
                    <a:gd name="T18" fmla="*/ 275 w 360"/>
                    <a:gd name="T19" fmla="*/ 10 h 274"/>
                    <a:gd name="T20" fmla="*/ 355 w 360"/>
                    <a:gd name="T21" fmla="*/ 12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0" h="274">
                      <a:moveTo>
                        <a:pt x="355" y="124"/>
                      </a:moveTo>
                      <a:cubicBezTo>
                        <a:pt x="360" y="132"/>
                        <a:pt x="360" y="142"/>
                        <a:pt x="355" y="150"/>
                      </a:cubicBezTo>
                      <a:cubicBezTo>
                        <a:pt x="275" y="264"/>
                        <a:pt x="275" y="264"/>
                        <a:pt x="275" y="264"/>
                      </a:cubicBezTo>
                      <a:cubicBezTo>
                        <a:pt x="271" y="270"/>
                        <a:pt x="264" y="274"/>
                        <a:pt x="256" y="274"/>
                      </a:cubicBezTo>
                      <a:cubicBezTo>
                        <a:pt x="0" y="274"/>
                        <a:pt x="0" y="274"/>
                        <a:pt x="0" y="274"/>
                      </a:cubicBezTo>
                      <a:cubicBezTo>
                        <a:pt x="87" y="150"/>
                        <a:pt x="87" y="150"/>
                        <a:pt x="87" y="150"/>
                      </a:cubicBezTo>
                      <a:cubicBezTo>
                        <a:pt x="92" y="142"/>
                        <a:pt x="92" y="132"/>
                        <a:pt x="87" y="124"/>
                      </a:cubicBezTo>
                      <a:cubicBezTo>
                        <a:pt x="0" y="0"/>
                        <a:pt x="0" y="0"/>
                        <a:pt x="0" y="0"/>
                      </a:cubicBezTo>
                      <a:cubicBezTo>
                        <a:pt x="256" y="0"/>
                        <a:pt x="256" y="0"/>
                        <a:pt x="256" y="0"/>
                      </a:cubicBezTo>
                      <a:cubicBezTo>
                        <a:pt x="264" y="0"/>
                        <a:pt x="271" y="4"/>
                        <a:pt x="275" y="10"/>
                      </a:cubicBezTo>
                      <a:lnTo>
                        <a:pt x="355" y="124"/>
                      </a:lnTo>
                      <a:close/>
                    </a:path>
                  </a:pathLst>
                </a:custGeom>
                <a:solidFill>
                  <a:schemeClr val="accent3">
                    <a:lumMod val="6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lnSpc>
                      <a:spcPts val="500"/>
                    </a:lnSpc>
                  </a:pPr>
                  <a:endParaRPr lang="ko-KR" altLang="en-US" sz="60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21" name="Rectangle 6"/>
                <p:cNvSpPr>
                  <a:spLocks noChangeArrowheads="1"/>
                </p:cNvSpPr>
                <p:nvPr/>
              </p:nvSpPr>
              <p:spPr bwMode="auto">
                <a:xfrm>
                  <a:off x="3890963" y="3049588"/>
                  <a:ext cx="968375" cy="82550"/>
                </a:xfrm>
                <a:prstGeom prst="rect">
                  <a:avLst/>
                </a:prstGeom>
                <a:pattFill prst="dkDnDiag">
                  <a:fgClr>
                    <a:schemeClr val="accent3">
                      <a:lumMod val="50000"/>
                    </a:schemeClr>
                  </a:fgClr>
                  <a:bgClr>
                    <a:schemeClr val="accent3">
                      <a:lumMod val="6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dirty="0"/>
                </a:p>
              </p:txBody>
            </p:sp>
            <p:sp>
              <p:nvSpPr>
                <p:cNvPr id="122" name="Freeform 7"/>
                <p:cNvSpPr>
                  <a:spLocks/>
                </p:cNvSpPr>
                <p:nvPr/>
              </p:nvSpPr>
              <p:spPr bwMode="auto">
                <a:xfrm>
                  <a:off x="4930776" y="2530476"/>
                  <a:ext cx="319088" cy="568325"/>
                </a:xfrm>
                <a:custGeom>
                  <a:avLst/>
                  <a:gdLst>
                    <a:gd name="T0" fmla="*/ 80 w 84"/>
                    <a:gd name="T1" fmla="*/ 35 h 150"/>
                    <a:gd name="T2" fmla="*/ 84 w 84"/>
                    <a:gd name="T3" fmla="*/ 22 h 150"/>
                    <a:gd name="T4" fmla="*/ 84 w 84"/>
                    <a:gd name="T5" fmla="*/ 0 h 150"/>
                    <a:gd name="T6" fmla="*/ 80 w 84"/>
                    <a:gd name="T7" fmla="*/ 13 h 150"/>
                    <a:gd name="T8" fmla="*/ 0 w 84"/>
                    <a:gd name="T9" fmla="*/ 127 h 150"/>
                    <a:gd name="T10" fmla="*/ 0 w 84"/>
                    <a:gd name="T11" fmla="*/ 150 h 150"/>
                    <a:gd name="T12" fmla="*/ 80 w 84"/>
                    <a:gd name="T13" fmla="*/ 35 h 150"/>
                  </a:gdLst>
                  <a:ahLst/>
                  <a:cxnLst>
                    <a:cxn ang="0">
                      <a:pos x="T0" y="T1"/>
                    </a:cxn>
                    <a:cxn ang="0">
                      <a:pos x="T2" y="T3"/>
                    </a:cxn>
                    <a:cxn ang="0">
                      <a:pos x="T4" y="T5"/>
                    </a:cxn>
                    <a:cxn ang="0">
                      <a:pos x="T6" y="T7"/>
                    </a:cxn>
                    <a:cxn ang="0">
                      <a:pos x="T8" y="T9"/>
                    </a:cxn>
                    <a:cxn ang="0">
                      <a:pos x="T10" y="T11"/>
                    </a:cxn>
                    <a:cxn ang="0">
                      <a:pos x="T12" y="T13"/>
                    </a:cxn>
                  </a:cxnLst>
                  <a:rect l="0" t="0" r="r" b="b"/>
                  <a:pathLst>
                    <a:path w="84" h="150">
                      <a:moveTo>
                        <a:pt x="80" y="35"/>
                      </a:moveTo>
                      <a:cubicBezTo>
                        <a:pt x="83" y="31"/>
                        <a:pt x="84" y="27"/>
                        <a:pt x="84" y="22"/>
                      </a:cubicBezTo>
                      <a:cubicBezTo>
                        <a:pt x="84" y="0"/>
                        <a:pt x="84" y="0"/>
                        <a:pt x="84" y="0"/>
                      </a:cubicBezTo>
                      <a:cubicBezTo>
                        <a:pt x="84" y="5"/>
                        <a:pt x="83" y="9"/>
                        <a:pt x="80" y="13"/>
                      </a:cubicBezTo>
                      <a:cubicBezTo>
                        <a:pt x="0" y="127"/>
                        <a:pt x="0" y="127"/>
                        <a:pt x="0" y="127"/>
                      </a:cubicBezTo>
                      <a:cubicBezTo>
                        <a:pt x="0" y="150"/>
                        <a:pt x="0" y="150"/>
                        <a:pt x="0" y="150"/>
                      </a:cubicBezTo>
                      <a:lnTo>
                        <a:pt x="80" y="35"/>
                      </a:lnTo>
                      <a:close/>
                    </a:path>
                  </a:pathLst>
                </a:custGeom>
                <a:pattFill prst="dkDnDiag">
                  <a:fgClr>
                    <a:schemeClr val="accent3">
                      <a:lumMod val="50000"/>
                    </a:schemeClr>
                  </a:fgClr>
                  <a:bgClr>
                    <a:schemeClr val="accent3">
                      <a:lumMod val="6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dirty="0"/>
                </a:p>
              </p:txBody>
            </p:sp>
            <p:sp>
              <p:nvSpPr>
                <p:cNvPr id="123" name="Freeform 8"/>
                <p:cNvSpPr>
                  <a:spLocks/>
                </p:cNvSpPr>
                <p:nvPr/>
              </p:nvSpPr>
              <p:spPr bwMode="auto">
                <a:xfrm>
                  <a:off x="4859338" y="3011488"/>
                  <a:ext cx="71438" cy="120650"/>
                </a:xfrm>
                <a:custGeom>
                  <a:avLst/>
                  <a:gdLst>
                    <a:gd name="T0" fmla="*/ 19 w 19"/>
                    <a:gd name="T1" fmla="*/ 23 h 32"/>
                    <a:gd name="T2" fmla="*/ 0 w 19"/>
                    <a:gd name="T3" fmla="*/ 32 h 32"/>
                    <a:gd name="T4" fmla="*/ 0 w 19"/>
                    <a:gd name="T5" fmla="*/ 10 h 32"/>
                    <a:gd name="T6" fmla="*/ 19 w 19"/>
                    <a:gd name="T7" fmla="*/ 0 h 32"/>
                    <a:gd name="T8" fmla="*/ 19 w 19"/>
                    <a:gd name="T9" fmla="*/ 23 h 32"/>
                  </a:gdLst>
                  <a:ahLst/>
                  <a:cxnLst>
                    <a:cxn ang="0">
                      <a:pos x="T0" y="T1"/>
                    </a:cxn>
                    <a:cxn ang="0">
                      <a:pos x="T2" y="T3"/>
                    </a:cxn>
                    <a:cxn ang="0">
                      <a:pos x="T4" y="T5"/>
                    </a:cxn>
                    <a:cxn ang="0">
                      <a:pos x="T6" y="T7"/>
                    </a:cxn>
                    <a:cxn ang="0">
                      <a:pos x="T8" y="T9"/>
                    </a:cxn>
                  </a:cxnLst>
                  <a:rect l="0" t="0" r="r" b="b"/>
                  <a:pathLst>
                    <a:path w="19" h="32">
                      <a:moveTo>
                        <a:pt x="19" y="23"/>
                      </a:moveTo>
                      <a:cubicBezTo>
                        <a:pt x="15" y="29"/>
                        <a:pt x="8" y="32"/>
                        <a:pt x="0" y="32"/>
                      </a:cubicBezTo>
                      <a:cubicBezTo>
                        <a:pt x="0" y="10"/>
                        <a:pt x="0" y="10"/>
                        <a:pt x="0" y="10"/>
                      </a:cubicBezTo>
                      <a:cubicBezTo>
                        <a:pt x="8" y="10"/>
                        <a:pt x="15" y="6"/>
                        <a:pt x="19" y="0"/>
                      </a:cubicBezTo>
                      <a:lnTo>
                        <a:pt x="19" y="23"/>
                      </a:lnTo>
                      <a:close/>
                    </a:path>
                  </a:pathLst>
                </a:custGeom>
                <a:pattFill prst="dkUpDiag">
                  <a:fgClr>
                    <a:schemeClr val="accent3">
                      <a:lumMod val="50000"/>
                    </a:schemeClr>
                  </a:fgClr>
                  <a:bgClr>
                    <a:schemeClr val="accent3">
                      <a:lumMod val="6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dirty="0"/>
                </a:p>
              </p:txBody>
            </p:sp>
            <p:sp>
              <p:nvSpPr>
                <p:cNvPr id="124" name="Freeform 9"/>
                <p:cNvSpPr>
                  <a:spLocks/>
                </p:cNvSpPr>
                <p:nvPr/>
              </p:nvSpPr>
              <p:spPr bwMode="auto">
                <a:xfrm>
                  <a:off x="3890963" y="2011363"/>
                  <a:ext cx="347663" cy="560388"/>
                </a:xfrm>
                <a:custGeom>
                  <a:avLst/>
                  <a:gdLst>
                    <a:gd name="T0" fmla="*/ 87 w 92"/>
                    <a:gd name="T1" fmla="*/ 124 h 148"/>
                    <a:gd name="T2" fmla="*/ 88 w 92"/>
                    <a:gd name="T3" fmla="*/ 148 h 148"/>
                    <a:gd name="T4" fmla="*/ 0 w 92"/>
                    <a:gd name="T5" fmla="*/ 22 h 148"/>
                    <a:gd name="T6" fmla="*/ 0 w 92"/>
                    <a:gd name="T7" fmla="*/ 0 h 148"/>
                    <a:gd name="T8" fmla="*/ 87 w 92"/>
                    <a:gd name="T9" fmla="*/ 124 h 148"/>
                  </a:gdLst>
                  <a:ahLst/>
                  <a:cxnLst>
                    <a:cxn ang="0">
                      <a:pos x="T0" y="T1"/>
                    </a:cxn>
                    <a:cxn ang="0">
                      <a:pos x="T2" y="T3"/>
                    </a:cxn>
                    <a:cxn ang="0">
                      <a:pos x="T4" y="T5"/>
                    </a:cxn>
                    <a:cxn ang="0">
                      <a:pos x="T6" y="T7"/>
                    </a:cxn>
                    <a:cxn ang="0">
                      <a:pos x="T8" y="T9"/>
                    </a:cxn>
                  </a:cxnLst>
                  <a:rect l="0" t="0" r="r" b="b"/>
                  <a:pathLst>
                    <a:path w="92" h="148">
                      <a:moveTo>
                        <a:pt x="87" y="124"/>
                      </a:moveTo>
                      <a:cubicBezTo>
                        <a:pt x="92" y="131"/>
                        <a:pt x="92" y="141"/>
                        <a:pt x="88" y="148"/>
                      </a:cubicBezTo>
                      <a:cubicBezTo>
                        <a:pt x="0" y="22"/>
                        <a:pt x="0" y="22"/>
                        <a:pt x="0" y="22"/>
                      </a:cubicBezTo>
                      <a:cubicBezTo>
                        <a:pt x="0" y="0"/>
                        <a:pt x="0" y="0"/>
                        <a:pt x="0" y="0"/>
                      </a:cubicBezTo>
                      <a:lnTo>
                        <a:pt x="87" y="124"/>
                      </a:lnTo>
                      <a:close/>
                    </a:path>
                  </a:pathLst>
                </a:custGeom>
                <a:pattFill prst="dkUpDiag">
                  <a:fgClr>
                    <a:schemeClr val="accent3">
                      <a:lumMod val="50000"/>
                    </a:schemeClr>
                  </a:fgClr>
                  <a:bgClr>
                    <a:schemeClr val="accent3">
                      <a:lumMod val="6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dirty="0"/>
                </a:p>
              </p:txBody>
            </p:sp>
          </p:grpSp>
          <p:sp>
            <p:nvSpPr>
              <p:cNvPr id="112" name="TextBox 111"/>
              <p:cNvSpPr txBox="1"/>
              <p:nvPr/>
            </p:nvSpPr>
            <p:spPr>
              <a:xfrm>
                <a:off x="6811434" y="3103732"/>
                <a:ext cx="1157815" cy="445918"/>
              </a:xfrm>
              <a:prstGeom prst="rect">
                <a:avLst/>
              </a:prstGeom>
              <a:noFill/>
            </p:spPr>
            <p:txBody>
              <a:bodyPr wrap="square" lIns="0" tIns="0" rIns="0" bIns="0" rtlCol="0">
                <a:noAutofit/>
              </a:bodyPr>
              <a:lstStyle/>
              <a:p>
                <a:pPr>
                  <a:buClr>
                    <a:schemeClr val="bg2"/>
                  </a:buClr>
                </a:pPr>
                <a:r>
                  <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sp>
            <p:nvSpPr>
              <p:cNvPr id="114" name="TextBox 113"/>
              <p:cNvSpPr txBox="1">
                <a:spLocks/>
              </p:cNvSpPr>
              <p:nvPr/>
            </p:nvSpPr>
            <p:spPr>
              <a:xfrm>
                <a:off x="6991346" y="2483634"/>
                <a:ext cx="1034530" cy="380216"/>
              </a:xfrm>
              <a:prstGeom prst="rect">
                <a:avLst/>
              </a:prstGeom>
              <a:noFill/>
            </p:spPr>
            <p:txBody>
              <a:bodyPr wrap="square" lIns="0" tIns="0" rIns="0" bIns="0" rtlCol="0">
                <a:noAutofit/>
              </a:bodyPr>
              <a:lstStyle/>
              <a:p>
                <a:pPr algn="ctr"/>
                <a:r>
                  <a:rPr lang="en-US" altLang="ko-KR" sz="1000" b="1" dirty="0">
                    <a:gradFill>
                      <a:gsLst>
                        <a:gs pos="0">
                          <a:schemeClr val="bg2"/>
                        </a:gs>
                        <a:gs pos="100000">
                          <a:schemeClr val="bg2"/>
                        </a:gs>
                      </a:gsLst>
                      <a:lin ang="5400000" scaled="0"/>
                    </a:gradFill>
                    <a:latin typeface="Roboto Condensed Regular"/>
                  </a:rPr>
                  <a:t>Contents </a:t>
                </a:r>
              </a:p>
              <a:p>
                <a:pPr algn="ctr"/>
                <a:r>
                  <a:rPr lang="en-US" altLang="ko-KR" sz="1000" b="1" dirty="0">
                    <a:gradFill>
                      <a:gsLst>
                        <a:gs pos="0">
                          <a:schemeClr val="bg2"/>
                        </a:gs>
                        <a:gs pos="100000">
                          <a:schemeClr val="bg2"/>
                        </a:gs>
                      </a:gsLst>
                      <a:lin ang="5400000" scaled="0"/>
                    </a:gradFill>
                    <a:latin typeface="Roboto Condensed Regular"/>
                  </a:rPr>
                  <a:t>Text Here</a:t>
                </a:r>
                <a:endParaRPr lang="ko-KR" altLang="en-US" sz="1000" b="1" dirty="0">
                  <a:gradFill>
                    <a:gsLst>
                      <a:gs pos="0">
                        <a:schemeClr val="bg2"/>
                      </a:gs>
                      <a:gs pos="100000">
                        <a:schemeClr val="bg2"/>
                      </a:gs>
                    </a:gsLst>
                    <a:lin ang="5400000" scaled="0"/>
                  </a:gradFill>
                  <a:latin typeface="Roboto Condensed Regular"/>
                </a:endParaRPr>
              </a:p>
            </p:txBody>
          </p:sp>
        </p:grpSp>
        <p:sp>
          <p:nvSpPr>
            <p:cNvPr id="103" name="Freeform 47"/>
            <p:cNvSpPr>
              <a:spLocks noEditPoints="1"/>
            </p:cNvSpPr>
            <p:nvPr/>
          </p:nvSpPr>
          <p:spPr bwMode="auto">
            <a:xfrm>
              <a:off x="7304620" y="2052603"/>
              <a:ext cx="362270" cy="369663"/>
            </a:xfrm>
            <a:custGeom>
              <a:avLst/>
              <a:gdLst/>
              <a:ahLst/>
              <a:cxnLst>
                <a:cxn ang="0">
                  <a:pos x="117" y="78"/>
                </a:cxn>
                <a:cxn ang="0">
                  <a:pos x="136" y="0"/>
                </a:cxn>
                <a:cxn ang="0">
                  <a:pos x="56" y="5"/>
                </a:cxn>
                <a:cxn ang="0">
                  <a:pos x="67" y="18"/>
                </a:cxn>
                <a:cxn ang="0">
                  <a:pos x="19" y="156"/>
                </a:cxn>
                <a:cxn ang="0">
                  <a:pos x="106" y="66"/>
                </a:cxn>
                <a:cxn ang="0">
                  <a:pos x="117" y="78"/>
                </a:cxn>
                <a:cxn ang="0">
                  <a:pos x="205" y="73"/>
                </a:cxn>
                <a:cxn ang="0">
                  <a:pos x="118" y="163"/>
                </a:cxn>
                <a:cxn ang="0">
                  <a:pos x="108" y="151"/>
                </a:cxn>
                <a:cxn ang="0">
                  <a:pos x="88" y="229"/>
                </a:cxn>
                <a:cxn ang="0">
                  <a:pos x="169" y="225"/>
                </a:cxn>
                <a:cxn ang="0">
                  <a:pos x="158" y="211"/>
                </a:cxn>
                <a:cxn ang="0">
                  <a:pos x="205" y="73"/>
                </a:cxn>
              </a:cxnLst>
              <a:rect l="0" t="0" r="r" b="b"/>
              <a:pathLst>
                <a:path w="225" h="229">
                  <a:moveTo>
                    <a:pt x="117" y="78"/>
                  </a:moveTo>
                  <a:cubicBezTo>
                    <a:pt x="136" y="0"/>
                    <a:pt x="136" y="0"/>
                    <a:pt x="136" y="0"/>
                  </a:cubicBezTo>
                  <a:cubicBezTo>
                    <a:pt x="56" y="5"/>
                    <a:pt x="56" y="5"/>
                    <a:pt x="56" y="5"/>
                  </a:cubicBezTo>
                  <a:cubicBezTo>
                    <a:pt x="67" y="18"/>
                    <a:pt x="67" y="18"/>
                    <a:pt x="67" y="18"/>
                  </a:cubicBezTo>
                  <a:cubicBezTo>
                    <a:pt x="51" y="30"/>
                    <a:pt x="0" y="75"/>
                    <a:pt x="19" y="156"/>
                  </a:cubicBezTo>
                  <a:cubicBezTo>
                    <a:pt x="19" y="156"/>
                    <a:pt x="20" y="99"/>
                    <a:pt x="106" y="66"/>
                  </a:cubicBezTo>
                  <a:lnTo>
                    <a:pt x="117" y="78"/>
                  </a:lnTo>
                  <a:close/>
                  <a:moveTo>
                    <a:pt x="205" y="73"/>
                  </a:moveTo>
                  <a:cubicBezTo>
                    <a:pt x="205" y="73"/>
                    <a:pt x="205" y="130"/>
                    <a:pt x="118" y="163"/>
                  </a:cubicBezTo>
                  <a:cubicBezTo>
                    <a:pt x="108" y="151"/>
                    <a:pt x="108" y="151"/>
                    <a:pt x="108" y="151"/>
                  </a:cubicBezTo>
                  <a:cubicBezTo>
                    <a:pt x="88" y="229"/>
                    <a:pt x="88" y="229"/>
                    <a:pt x="88" y="229"/>
                  </a:cubicBezTo>
                  <a:cubicBezTo>
                    <a:pt x="169" y="225"/>
                    <a:pt x="169" y="225"/>
                    <a:pt x="169" y="225"/>
                  </a:cubicBezTo>
                  <a:cubicBezTo>
                    <a:pt x="158" y="211"/>
                    <a:pt x="158" y="211"/>
                    <a:pt x="158" y="211"/>
                  </a:cubicBezTo>
                  <a:cubicBezTo>
                    <a:pt x="173" y="200"/>
                    <a:pt x="225" y="154"/>
                    <a:pt x="205" y="73"/>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25" name="그룹 124"/>
          <p:cNvGrpSpPr/>
          <p:nvPr/>
        </p:nvGrpSpPr>
        <p:grpSpPr>
          <a:xfrm>
            <a:off x="3393409" y="2171565"/>
            <a:ext cx="1378214" cy="1658937"/>
            <a:chOff x="5516123" y="1890713"/>
            <a:chExt cx="1378214" cy="1658937"/>
          </a:xfrm>
        </p:grpSpPr>
        <p:grpSp>
          <p:nvGrpSpPr>
            <p:cNvPr id="126" name="그룹 84"/>
            <p:cNvGrpSpPr/>
            <p:nvPr/>
          </p:nvGrpSpPr>
          <p:grpSpPr>
            <a:xfrm>
              <a:off x="5516123" y="1890713"/>
              <a:ext cx="1378214" cy="1658937"/>
              <a:chOff x="2925499" y="1890713"/>
              <a:chExt cx="1378214" cy="1658937"/>
            </a:xfrm>
          </p:grpSpPr>
          <p:grpSp>
            <p:nvGrpSpPr>
              <p:cNvPr id="128" name="그룹 85"/>
              <p:cNvGrpSpPr/>
              <p:nvPr/>
            </p:nvGrpSpPr>
            <p:grpSpPr>
              <a:xfrm>
                <a:off x="2941638" y="1890713"/>
                <a:ext cx="1362075" cy="1120775"/>
                <a:chOff x="3890963" y="2011363"/>
                <a:chExt cx="1362075" cy="1120775"/>
              </a:xfrm>
            </p:grpSpPr>
            <p:sp>
              <p:nvSpPr>
                <p:cNvPr id="131" name="Freeform 5"/>
                <p:cNvSpPr>
                  <a:spLocks/>
                </p:cNvSpPr>
                <p:nvPr/>
              </p:nvSpPr>
              <p:spPr bwMode="auto">
                <a:xfrm>
                  <a:off x="3890963" y="2011363"/>
                  <a:ext cx="1362075" cy="1038225"/>
                </a:xfrm>
                <a:custGeom>
                  <a:avLst/>
                  <a:gdLst>
                    <a:gd name="T0" fmla="*/ 355 w 360"/>
                    <a:gd name="T1" fmla="*/ 124 h 274"/>
                    <a:gd name="T2" fmla="*/ 355 w 360"/>
                    <a:gd name="T3" fmla="*/ 150 h 274"/>
                    <a:gd name="T4" fmla="*/ 275 w 360"/>
                    <a:gd name="T5" fmla="*/ 264 h 274"/>
                    <a:gd name="T6" fmla="*/ 256 w 360"/>
                    <a:gd name="T7" fmla="*/ 274 h 274"/>
                    <a:gd name="T8" fmla="*/ 0 w 360"/>
                    <a:gd name="T9" fmla="*/ 274 h 274"/>
                    <a:gd name="T10" fmla="*/ 87 w 360"/>
                    <a:gd name="T11" fmla="*/ 150 h 274"/>
                    <a:gd name="T12" fmla="*/ 87 w 360"/>
                    <a:gd name="T13" fmla="*/ 124 h 274"/>
                    <a:gd name="T14" fmla="*/ 0 w 360"/>
                    <a:gd name="T15" fmla="*/ 0 h 274"/>
                    <a:gd name="T16" fmla="*/ 256 w 360"/>
                    <a:gd name="T17" fmla="*/ 0 h 274"/>
                    <a:gd name="T18" fmla="*/ 275 w 360"/>
                    <a:gd name="T19" fmla="*/ 10 h 274"/>
                    <a:gd name="T20" fmla="*/ 355 w 360"/>
                    <a:gd name="T21" fmla="*/ 12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0" h="274">
                      <a:moveTo>
                        <a:pt x="355" y="124"/>
                      </a:moveTo>
                      <a:cubicBezTo>
                        <a:pt x="360" y="132"/>
                        <a:pt x="360" y="142"/>
                        <a:pt x="355" y="150"/>
                      </a:cubicBezTo>
                      <a:cubicBezTo>
                        <a:pt x="275" y="264"/>
                        <a:pt x="275" y="264"/>
                        <a:pt x="275" y="264"/>
                      </a:cubicBezTo>
                      <a:cubicBezTo>
                        <a:pt x="271" y="270"/>
                        <a:pt x="264" y="274"/>
                        <a:pt x="256" y="274"/>
                      </a:cubicBezTo>
                      <a:cubicBezTo>
                        <a:pt x="0" y="274"/>
                        <a:pt x="0" y="274"/>
                        <a:pt x="0" y="274"/>
                      </a:cubicBezTo>
                      <a:cubicBezTo>
                        <a:pt x="87" y="150"/>
                        <a:pt x="87" y="150"/>
                        <a:pt x="87" y="150"/>
                      </a:cubicBezTo>
                      <a:cubicBezTo>
                        <a:pt x="92" y="142"/>
                        <a:pt x="92" y="132"/>
                        <a:pt x="87" y="124"/>
                      </a:cubicBezTo>
                      <a:cubicBezTo>
                        <a:pt x="0" y="0"/>
                        <a:pt x="0" y="0"/>
                        <a:pt x="0" y="0"/>
                      </a:cubicBezTo>
                      <a:cubicBezTo>
                        <a:pt x="256" y="0"/>
                        <a:pt x="256" y="0"/>
                        <a:pt x="256" y="0"/>
                      </a:cubicBezTo>
                      <a:cubicBezTo>
                        <a:pt x="264" y="0"/>
                        <a:pt x="271" y="4"/>
                        <a:pt x="275" y="10"/>
                      </a:cubicBezTo>
                      <a:lnTo>
                        <a:pt x="355" y="124"/>
                      </a:lnTo>
                      <a:close/>
                    </a:path>
                  </a:pathLst>
                </a:cu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500"/>
                    </a:lnSpc>
                  </a:pPr>
                  <a:endParaRPr lang="ko-KR" altLang="en-US" sz="60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32" name="Rectangle 6"/>
                <p:cNvSpPr>
                  <a:spLocks noChangeArrowheads="1"/>
                </p:cNvSpPr>
                <p:nvPr/>
              </p:nvSpPr>
              <p:spPr bwMode="auto">
                <a:xfrm>
                  <a:off x="3890963" y="3049588"/>
                  <a:ext cx="968375" cy="82550"/>
                </a:xfrm>
                <a:prstGeom prst="rect">
                  <a:avLst/>
                </a:prstGeom>
                <a:pattFill prst="dkDn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33" name="Freeform 7"/>
                <p:cNvSpPr>
                  <a:spLocks/>
                </p:cNvSpPr>
                <p:nvPr/>
              </p:nvSpPr>
              <p:spPr bwMode="auto">
                <a:xfrm>
                  <a:off x="4930776" y="2530476"/>
                  <a:ext cx="319088" cy="568325"/>
                </a:xfrm>
                <a:custGeom>
                  <a:avLst/>
                  <a:gdLst>
                    <a:gd name="T0" fmla="*/ 80 w 84"/>
                    <a:gd name="T1" fmla="*/ 35 h 150"/>
                    <a:gd name="T2" fmla="*/ 84 w 84"/>
                    <a:gd name="T3" fmla="*/ 22 h 150"/>
                    <a:gd name="T4" fmla="*/ 84 w 84"/>
                    <a:gd name="T5" fmla="*/ 0 h 150"/>
                    <a:gd name="T6" fmla="*/ 80 w 84"/>
                    <a:gd name="T7" fmla="*/ 13 h 150"/>
                    <a:gd name="T8" fmla="*/ 0 w 84"/>
                    <a:gd name="T9" fmla="*/ 127 h 150"/>
                    <a:gd name="T10" fmla="*/ 0 w 84"/>
                    <a:gd name="T11" fmla="*/ 150 h 150"/>
                    <a:gd name="T12" fmla="*/ 80 w 84"/>
                    <a:gd name="T13" fmla="*/ 35 h 150"/>
                  </a:gdLst>
                  <a:ahLst/>
                  <a:cxnLst>
                    <a:cxn ang="0">
                      <a:pos x="T0" y="T1"/>
                    </a:cxn>
                    <a:cxn ang="0">
                      <a:pos x="T2" y="T3"/>
                    </a:cxn>
                    <a:cxn ang="0">
                      <a:pos x="T4" y="T5"/>
                    </a:cxn>
                    <a:cxn ang="0">
                      <a:pos x="T6" y="T7"/>
                    </a:cxn>
                    <a:cxn ang="0">
                      <a:pos x="T8" y="T9"/>
                    </a:cxn>
                    <a:cxn ang="0">
                      <a:pos x="T10" y="T11"/>
                    </a:cxn>
                    <a:cxn ang="0">
                      <a:pos x="T12" y="T13"/>
                    </a:cxn>
                  </a:cxnLst>
                  <a:rect l="0" t="0" r="r" b="b"/>
                  <a:pathLst>
                    <a:path w="84" h="150">
                      <a:moveTo>
                        <a:pt x="80" y="35"/>
                      </a:moveTo>
                      <a:cubicBezTo>
                        <a:pt x="83" y="31"/>
                        <a:pt x="84" y="27"/>
                        <a:pt x="84" y="22"/>
                      </a:cubicBezTo>
                      <a:cubicBezTo>
                        <a:pt x="84" y="0"/>
                        <a:pt x="84" y="0"/>
                        <a:pt x="84" y="0"/>
                      </a:cubicBezTo>
                      <a:cubicBezTo>
                        <a:pt x="84" y="5"/>
                        <a:pt x="83" y="9"/>
                        <a:pt x="80" y="13"/>
                      </a:cubicBezTo>
                      <a:cubicBezTo>
                        <a:pt x="0" y="127"/>
                        <a:pt x="0" y="127"/>
                        <a:pt x="0" y="127"/>
                      </a:cubicBezTo>
                      <a:cubicBezTo>
                        <a:pt x="0" y="150"/>
                        <a:pt x="0" y="150"/>
                        <a:pt x="0" y="150"/>
                      </a:cubicBezTo>
                      <a:lnTo>
                        <a:pt x="80" y="35"/>
                      </a:lnTo>
                      <a:close/>
                    </a:path>
                  </a:pathLst>
                </a:custGeom>
                <a:pattFill prst="dkDn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34" name="Freeform 8"/>
                <p:cNvSpPr>
                  <a:spLocks/>
                </p:cNvSpPr>
                <p:nvPr/>
              </p:nvSpPr>
              <p:spPr bwMode="auto">
                <a:xfrm>
                  <a:off x="4859338" y="3011488"/>
                  <a:ext cx="71438" cy="120650"/>
                </a:xfrm>
                <a:custGeom>
                  <a:avLst/>
                  <a:gdLst>
                    <a:gd name="T0" fmla="*/ 19 w 19"/>
                    <a:gd name="T1" fmla="*/ 23 h 32"/>
                    <a:gd name="T2" fmla="*/ 0 w 19"/>
                    <a:gd name="T3" fmla="*/ 32 h 32"/>
                    <a:gd name="T4" fmla="*/ 0 w 19"/>
                    <a:gd name="T5" fmla="*/ 10 h 32"/>
                    <a:gd name="T6" fmla="*/ 19 w 19"/>
                    <a:gd name="T7" fmla="*/ 0 h 32"/>
                    <a:gd name="T8" fmla="*/ 19 w 19"/>
                    <a:gd name="T9" fmla="*/ 23 h 32"/>
                  </a:gdLst>
                  <a:ahLst/>
                  <a:cxnLst>
                    <a:cxn ang="0">
                      <a:pos x="T0" y="T1"/>
                    </a:cxn>
                    <a:cxn ang="0">
                      <a:pos x="T2" y="T3"/>
                    </a:cxn>
                    <a:cxn ang="0">
                      <a:pos x="T4" y="T5"/>
                    </a:cxn>
                    <a:cxn ang="0">
                      <a:pos x="T6" y="T7"/>
                    </a:cxn>
                    <a:cxn ang="0">
                      <a:pos x="T8" y="T9"/>
                    </a:cxn>
                  </a:cxnLst>
                  <a:rect l="0" t="0" r="r" b="b"/>
                  <a:pathLst>
                    <a:path w="19" h="32">
                      <a:moveTo>
                        <a:pt x="19" y="23"/>
                      </a:moveTo>
                      <a:cubicBezTo>
                        <a:pt x="15" y="29"/>
                        <a:pt x="8" y="32"/>
                        <a:pt x="0" y="32"/>
                      </a:cubicBezTo>
                      <a:cubicBezTo>
                        <a:pt x="0" y="10"/>
                        <a:pt x="0" y="10"/>
                        <a:pt x="0" y="10"/>
                      </a:cubicBezTo>
                      <a:cubicBezTo>
                        <a:pt x="8" y="10"/>
                        <a:pt x="15" y="6"/>
                        <a:pt x="19" y="0"/>
                      </a:cubicBezTo>
                      <a:lnTo>
                        <a:pt x="19" y="23"/>
                      </a:lnTo>
                      <a:close/>
                    </a:path>
                  </a:pathLst>
                </a:custGeom>
                <a:pattFill prst="dkUp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35" name="Freeform 9"/>
                <p:cNvSpPr>
                  <a:spLocks/>
                </p:cNvSpPr>
                <p:nvPr/>
              </p:nvSpPr>
              <p:spPr bwMode="auto">
                <a:xfrm>
                  <a:off x="3890963" y="2011363"/>
                  <a:ext cx="347663" cy="560388"/>
                </a:xfrm>
                <a:custGeom>
                  <a:avLst/>
                  <a:gdLst>
                    <a:gd name="T0" fmla="*/ 87 w 92"/>
                    <a:gd name="T1" fmla="*/ 124 h 148"/>
                    <a:gd name="T2" fmla="*/ 88 w 92"/>
                    <a:gd name="T3" fmla="*/ 148 h 148"/>
                    <a:gd name="T4" fmla="*/ 0 w 92"/>
                    <a:gd name="T5" fmla="*/ 22 h 148"/>
                    <a:gd name="T6" fmla="*/ 0 w 92"/>
                    <a:gd name="T7" fmla="*/ 0 h 148"/>
                    <a:gd name="T8" fmla="*/ 87 w 92"/>
                    <a:gd name="T9" fmla="*/ 124 h 148"/>
                  </a:gdLst>
                  <a:ahLst/>
                  <a:cxnLst>
                    <a:cxn ang="0">
                      <a:pos x="T0" y="T1"/>
                    </a:cxn>
                    <a:cxn ang="0">
                      <a:pos x="T2" y="T3"/>
                    </a:cxn>
                    <a:cxn ang="0">
                      <a:pos x="T4" y="T5"/>
                    </a:cxn>
                    <a:cxn ang="0">
                      <a:pos x="T6" y="T7"/>
                    </a:cxn>
                    <a:cxn ang="0">
                      <a:pos x="T8" y="T9"/>
                    </a:cxn>
                  </a:cxnLst>
                  <a:rect l="0" t="0" r="r" b="b"/>
                  <a:pathLst>
                    <a:path w="92" h="148">
                      <a:moveTo>
                        <a:pt x="87" y="124"/>
                      </a:moveTo>
                      <a:cubicBezTo>
                        <a:pt x="92" y="131"/>
                        <a:pt x="92" y="141"/>
                        <a:pt x="88" y="148"/>
                      </a:cubicBezTo>
                      <a:cubicBezTo>
                        <a:pt x="0" y="22"/>
                        <a:pt x="0" y="22"/>
                        <a:pt x="0" y="22"/>
                      </a:cubicBezTo>
                      <a:cubicBezTo>
                        <a:pt x="0" y="0"/>
                        <a:pt x="0" y="0"/>
                        <a:pt x="0" y="0"/>
                      </a:cubicBezTo>
                      <a:lnTo>
                        <a:pt x="87" y="124"/>
                      </a:lnTo>
                      <a:close/>
                    </a:path>
                  </a:pathLst>
                </a:custGeom>
                <a:pattFill prst="dkUp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29" name="TextBox 128"/>
              <p:cNvSpPr txBox="1"/>
              <p:nvPr/>
            </p:nvSpPr>
            <p:spPr>
              <a:xfrm>
                <a:off x="2925499" y="3103732"/>
                <a:ext cx="1157815" cy="445918"/>
              </a:xfrm>
              <a:prstGeom prst="rect">
                <a:avLst/>
              </a:prstGeom>
              <a:noFill/>
            </p:spPr>
            <p:txBody>
              <a:bodyPr wrap="square" lIns="0" tIns="0" rIns="0" bIns="0" rtlCol="0">
                <a:noAutofit/>
              </a:bodyPr>
              <a:lstStyle/>
              <a:p>
                <a:pPr>
                  <a:buClr>
                    <a:schemeClr val="bg2"/>
                  </a:buClr>
                </a:pPr>
                <a:r>
                  <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sp>
            <p:nvSpPr>
              <p:cNvPr id="130" name="TextBox 129"/>
              <p:cNvSpPr txBox="1">
                <a:spLocks/>
              </p:cNvSpPr>
              <p:nvPr/>
            </p:nvSpPr>
            <p:spPr>
              <a:xfrm>
                <a:off x="3105411" y="2483634"/>
                <a:ext cx="1034530" cy="380216"/>
              </a:xfrm>
              <a:prstGeom prst="rect">
                <a:avLst/>
              </a:prstGeom>
              <a:noFill/>
            </p:spPr>
            <p:txBody>
              <a:bodyPr wrap="square" lIns="0" tIns="0" rIns="0" bIns="0" rtlCol="0">
                <a:noAutofit/>
              </a:bodyPr>
              <a:lstStyle/>
              <a:p>
                <a:pPr algn="ctr"/>
                <a:r>
                  <a:rPr lang="en-US" altLang="ko-KR" sz="1000" b="1" dirty="0">
                    <a:gradFill>
                      <a:gsLst>
                        <a:gs pos="0">
                          <a:schemeClr val="bg2"/>
                        </a:gs>
                        <a:gs pos="100000">
                          <a:schemeClr val="bg2"/>
                        </a:gs>
                      </a:gsLst>
                      <a:lin ang="5400000" scaled="0"/>
                    </a:gradFill>
                    <a:latin typeface="Roboto Condensed Regular"/>
                  </a:rPr>
                  <a:t>Contents </a:t>
                </a:r>
              </a:p>
              <a:p>
                <a:pPr algn="ctr"/>
                <a:r>
                  <a:rPr lang="en-US" altLang="ko-KR" sz="1000" b="1" dirty="0">
                    <a:gradFill>
                      <a:gsLst>
                        <a:gs pos="0">
                          <a:schemeClr val="bg2"/>
                        </a:gs>
                        <a:gs pos="100000">
                          <a:schemeClr val="bg2"/>
                        </a:gs>
                      </a:gsLst>
                      <a:lin ang="5400000" scaled="0"/>
                    </a:gradFill>
                    <a:latin typeface="Roboto Condensed Regular"/>
                  </a:rPr>
                  <a:t>Text Here</a:t>
                </a:r>
                <a:endParaRPr lang="ko-KR" altLang="en-US" sz="1000" b="1" dirty="0">
                  <a:gradFill>
                    <a:gsLst>
                      <a:gs pos="0">
                        <a:schemeClr val="bg2"/>
                      </a:gs>
                      <a:gs pos="100000">
                        <a:schemeClr val="bg2"/>
                      </a:gs>
                    </a:gsLst>
                    <a:lin ang="5400000" scaled="0"/>
                  </a:gradFill>
                  <a:latin typeface="Roboto Condensed Regular"/>
                </a:endParaRPr>
              </a:p>
            </p:txBody>
          </p:sp>
        </p:grpSp>
        <p:sp>
          <p:nvSpPr>
            <p:cNvPr id="127" name="Freeform 53"/>
            <p:cNvSpPr>
              <a:spLocks noEditPoints="1"/>
            </p:cNvSpPr>
            <p:nvPr/>
          </p:nvSpPr>
          <p:spPr bwMode="auto">
            <a:xfrm>
              <a:off x="6027126" y="2051215"/>
              <a:ext cx="354490" cy="395224"/>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36" name="그룹 135"/>
          <p:cNvGrpSpPr/>
          <p:nvPr/>
        </p:nvGrpSpPr>
        <p:grpSpPr>
          <a:xfrm>
            <a:off x="2098097" y="2171565"/>
            <a:ext cx="1378214" cy="1658937"/>
            <a:chOff x="4220811" y="1890713"/>
            <a:chExt cx="1378214" cy="1658937"/>
          </a:xfrm>
        </p:grpSpPr>
        <p:grpSp>
          <p:nvGrpSpPr>
            <p:cNvPr id="137" name="그룹 39"/>
            <p:cNvGrpSpPr/>
            <p:nvPr/>
          </p:nvGrpSpPr>
          <p:grpSpPr>
            <a:xfrm>
              <a:off x="4220811" y="1890713"/>
              <a:ext cx="1378214" cy="1658937"/>
              <a:chOff x="4220811" y="1890713"/>
              <a:chExt cx="1378214" cy="1658937"/>
            </a:xfrm>
          </p:grpSpPr>
          <p:grpSp>
            <p:nvGrpSpPr>
              <p:cNvPr id="139" name="그룹 37"/>
              <p:cNvGrpSpPr/>
              <p:nvPr/>
            </p:nvGrpSpPr>
            <p:grpSpPr>
              <a:xfrm>
                <a:off x="4220811" y="1890713"/>
                <a:ext cx="1378214" cy="1658937"/>
                <a:chOff x="4220811" y="1890713"/>
                <a:chExt cx="1378214" cy="1658937"/>
              </a:xfrm>
            </p:grpSpPr>
            <p:grpSp>
              <p:nvGrpSpPr>
                <p:cNvPr id="141" name="그룹 109"/>
                <p:cNvGrpSpPr/>
                <p:nvPr/>
              </p:nvGrpSpPr>
              <p:grpSpPr>
                <a:xfrm>
                  <a:off x="4236950" y="1890713"/>
                  <a:ext cx="1362075" cy="1120775"/>
                  <a:chOff x="3890963" y="2011363"/>
                  <a:chExt cx="1362075" cy="1120775"/>
                </a:xfrm>
              </p:grpSpPr>
              <p:sp>
                <p:nvSpPr>
                  <p:cNvPr id="143" name="Freeform 5"/>
                  <p:cNvSpPr>
                    <a:spLocks/>
                  </p:cNvSpPr>
                  <p:nvPr/>
                </p:nvSpPr>
                <p:spPr bwMode="auto">
                  <a:xfrm>
                    <a:off x="3890963" y="2011363"/>
                    <a:ext cx="1362075" cy="1038225"/>
                  </a:xfrm>
                  <a:custGeom>
                    <a:avLst/>
                    <a:gdLst>
                      <a:gd name="T0" fmla="*/ 355 w 360"/>
                      <a:gd name="T1" fmla="*/ 124 h 274"/>
                      <a:gd name="T2" fmla="*/ 355 w 360"/>
                      <a:gd name="T3" fmla="*/ 150 h 274"/>
                      <a:gd name="T4" fmla="*/ 275 w 360"/>
                      <a:gd name="T5" fmla="*/ 264 h 274"/>
                      <a:gd name="T6" fmla="*/ 256 w 360"/>
                      <a:gd name="T7" fmla="*/ 274 h 274"/>
                      <a:gd name="T8" fmla="*/ 0 w 360"/>
                      <a:gd name="T9" fmla="*/ 274 h 274"/>
                      <a:gd name="T10" fmla="*/ 87 w 360"/>
                      <a:gd name="T11" fmla="*/ 150 h 274"/>
                      <a:gd name="T12" fmla="*/ 87 w 360"/>
                      <a:gd name="T13" fmla="*/ 124 h 274"/>
                      <a:gd name="T14" fmla="*/ 0 w 360"/>
                      <a:gd name="T15" fmla="*/ 0 h 274"/>
                      <a:gd name="T16" fmla="*/ 256 w 360"/>
                      <a:gd name="T17" fmla="*/ 0 h 274"/>
                      <a:gd name="T18" fmla="*/ 275 w 360"/>
                      <a:gd name="T19" fmla="*/ 10 h 274"/>
                      <a:gd name="T20" fmla="*/ 355 w 360"/>
                      <a:gd name="T21" fmla="*/ 12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0" h="274">
                        <a:moveTo>
                          <a:pt x="355" y="124"/>
                        </a:moveTo>
                        <a:cubicBezTo>
                          <a:pt x="360" y="132"/>
                          <a:pt x="360" y="142"/>
                          <a:pt x="355" y="150"/>
                        </a:cubicBezTo>
                        <a:cubicBezTo>
                          <a:pt x="275" y="264"/>
                          <a:pt x="275" y="264"/>
                          <a:pt x="275" y="264"/>
                        </a:cubicBezTo>
                        <a:cubicBezTo>
                          <a:pt x="271" y="270"/>
                          <a:pt x="264" y="274"/>
                          <a:pt x="256" y="274"/>
                        </a:cubicBezTo>
                        <a:cubicBezTo>
                          <a:pt x="0" y="274"/>
                          <a:pt x="0" y="274"/>
                          <a:pt x="0" y="274"/>
                        </a:cubicBezTo>
                        <a:cubicBezTo>
                          <a:pt x="87" y="150"/>
                          <a:pt x="87" y="150"/>
                          <a:pt x="87" y="150"/>
                        </a:cubicBezTo>
                        <a:cubicBezTo>
                          <a:pt x="92" y="142"/>
                          <a:pt x="92" y="132"/>
                          <a:pt x="87" y="124"/>
                        </a:cubicBezTo>
                        <a:cubicBezTo>
                          <a:pt x="0" y="0"/>
                          <a:pt x="0" y="0"/>
                          <a:pt x="0" y="0"/>
                        </a:cubicBezTo>
                        <a:cubicBezTo>
                          <a:pt x="256" y="0"/>
                          <a:pt x="256" y="0"/>
                          <a:pt x="256" y="0"/>
                        </a:cubicBezTo>
                        <a:cubicBezTo>
                          <a:pt x="264" y="0"/>
                          <a:pt x="271" y="4"/>
                          <a:pt x="275" y="10"/>
                        </a:cubicBezTo>
                        <a:lnTo>
                          <a:pt x="355" y="124"/>
                        </a:lnTo>
                        <a:close/>
                      </a:path>
                    </a:pathLst>
                  </a:custGeom>
                  <a:solidFill>
                    <a:schemeClr val="accent3">
                      <a:lumMod val="6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lnSpc>
                        <a:spcPts val="500"/>
                      </a:lnSpc>
                    </a:pPr>
                    <a:endParaRPr lang="ko-KR" altLang="en-US" sz="60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44" name="Rectangle 6"/>
                  <p:cNvSpPr>
                    <a:spLocks noChangeArrowheads="1"/>
                  </p:cNvSpPr>
                  <p:nvPr/>
                </p:nvSpPr>
                <p:spPr bwMode="auto">
                  <a:xfrm>
                    <a:off x="3890963" y="3049588"/>
                    <a:ext cx="968375" cy="82550"/>
                  </a:xfrm>
                  <a:prstGeom prst="rect">
                    <a:avLst/>
                  </a:prstGeom>
                  <a:pattFill prst="dkDnDiag">
                    <a:fgClr>
                      <a:schemeClr val="accent3">
                        <a:lumMod val="50000"/>
                      </a:schemeClr>
                    </a:fgClr>
                    <a:bgClr>
                      <a:schemeClr val="accent3">
                        <a:lumMod val="6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dirty="0">
                      <a:solidFill>
                        <a:schemeClr val="tx1"/>
                      </a:solidFill>
                    </a:endParaRPr>
                  </a:p>
                </p:txBody>
              </p:sp>
              <p:sp>
                <p:nvSpPr>
                  <p:cNvPr id="145" name="Freeform 7"/>
                  <p:cNvSpPr>
                    <a:spLocks/>
                  </p:cNvSpPr>
                  <p:nvPr/>
                </p:nvSpPr>
                <p:spPr bwMode="auto">
                  <a:xfrm>
                    <a:off x="4930776" y="2530476"/>
                    <a:ext cx="319088" cy="568325"/>
                  </a:xfrm>
                  <a:custGeom>
                    <a:avLst/>
                    <a:gdLst>
                      <a:gd name="T0" fmla="*/ 80 w 84"/>
                      <a:gd name="T1" fmla="*/ 35 h 150"/>
                      <a:gd name="T2" fmla="*/ 84 w 84"/>
                      <a:gd name="T3" fmla="*/ 22 h 150"/>
                      <a:gd name="T4" fmla="*/ 84 w 84"/>
                      <a:gd name="T5" fmla="*/ 0 h 150"/>
                      <a:gd name="T6" fmla="*/ 80 w 84"/>
                      <a:gd name="T7" fmla="*/ 13 h 150"/>
                      <a:gd name="T8" fmla="*/ 0 w 84"/>
                      <a:gd name="T9" fmla="*/ 127 h 150"/>
                      <a:gd name="T10" fmla="*/ 0 w 84"/>
                      <a:gd name="T11" fmla="*/ 150 h 150"/>
                      <a:gd name="T12" fmla="*/ 80 w 84"/>
                      <a:gd name="T13" fmla="*/ 35 h 150"/>
                    </a:gdLst>
                    <a:ahLst/>
                    <a:cxnLst>
                      <a:cxn ang="0">
                        <a:pos x="T0" y="T1"/>
                      </a:cxn>
                      <a:cxn ang="0">
                        <a:pos x="T2" y="T3"/>
                      </a:cxn>
                      <a:cxn ang="0">
                        <a:pos x="T4" y="T5"/>
                      </a:cxn>
                      <a:cxn ang="0">
                        <a:pos x="T6" y="T7"/>
                      </a:cxn>
                      <a:cxn ang="0">
                        <a:pos x="T8" y="T9"/>
                      </a:cxn>
                      <a:cxn ang="0">
                        <a:pos x="T10" y="T11"/>
                      </a:cxn>
                      <a:cxn ang="0">
                        <a:pos x="T12" y="T13"/>
                      </a:cxn>
                    </a:cxnLst>
                    <a:rect l="0" t="0" r="r" b="b"/>
                    <a:pathLst>
                      <a:path w="84" h="150">
                        <a:moveTo>
                          <a:pt x="80" y="35"/>
                        </a:moveTo>
                        <a:cubicBezTo>
                          <a:pt x="83" y="31"/>
                          <a:pt x="84" y="27"/>
                          <a:pt x="84" y="22"/>
                        </a:cubicBezTo>
                        <a:cubicBezTo>
                          <a:pt x="84" y="0"/>
                          <a:pt x="84" y="0"/>
                          <a:pt x="84" y="0"/>
                        </a:cubicBezTo>
                        <a:cubicBezTo>
                          <a:pt x="84" y="5"/>
                          <a:pt x="83" y="9"/>
                          <a:pt x="80" y="13"/>
                        </a:cubicBezTo>
                        <a:cubicBezTo>
                          <a:pt x="0" y="127"/>
                          <a:pt x="0" y="127"/>
                          <a:pt x="0" y="127"/>
                        </a:cubicBezTo>
                        <a:cubicBezTo>
                          <a:pt x="0" y="150"/>
                          <a:pt x="0" y="150"/>
                          <a:pt x="0" y="150"/>
                        </a:cubicBezTo>
                        <a:lnTo>
                          <a:pt x="80" y="35"/>
                        </a:lnTo>
                        <a:close/>
                      </a:path>
                    </a:pathLst>
                  </a:custGeom>
                  <a:pattFill prst="dkDnDiag">
                    <a:fgClr>
                      <a:schemeClr val="accent3">
                        <a:lumMod val="50000"/>
                      </a:schemeClr>
                    </a:fgClr>
                    <a:bgClr>
                      <a:schemeClr val="accent3">
                        <a:lumMod val="6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dirty="0">
                      <a:solidFill>
                        <a:schemeClr val="tx1"/>
                      </a:solidFill>
                    </a:endParaRPr>
                  </a:p>
                </p:txBody>
              </p:sp>
              <p:sp>
                <p:nvSpPr>
                  <p:cNvPr id="146" name="Freeform 8"/>
                  <p:cNvSpPr>
                    <a:spLocks/>
                  </p:cNvSpPr>
                  <p:nvPr/>
                </p:nvSpPr>
                <p:spPr bwMode="auto">
                  <a:xfrm>
                    <a:off x="4859338" y="3011488"/>
                    <a:ext cx="71438" cy="120650"/>
                  </a:xfrm>
                  <a:custGeom>
                    <a:avLst/>
                    <a:gdLst>
                      <a:gd name="T0" fmla="*/ 19 w 19"/>
                      <a:gd name="T1" fmla="*/ 23 h 32"/>
                      <a:gd name="T2" fmla="*/ 0 w 19"/>
                      <a:gd name="T3" fmla="*/ 32 h 32"/>
                      <a:gd name="T4" fmla="*/ 0 w 19"/>
                      <a:gd name="T5" fmla="*/ 10 h 32"/>
                      <a:gd name="T6" fmla="*/ 19 w 19"/>
                      <a:gd name="T7" fmla="*/ 0 h 32"/>
                      <a:gd name="T8" fmla="*/ 19 w 19"/>
                      <a:gd name="T9" fmla="*/ 23 h 32"/>
                    </a:gdLst>
                    <a:ahLst/>
                    <a:cxnLst>
                      <a:cxn ang="0">
                        <a:pos x="T0" y="T1"/>
                      </a:cxn>
                      <a:cxn ang="0">
                        <a:pos x="T2" y="T3"/>
                      </a:cxn>
                      <a:cxn ang="0">
                        <a:pos x="T4" y="T5"/>
                      </a:cxn>
                      <a:cxn ang="0">
                        <a:pos x="T6" y="T7"/>
                      </a:cxn>
                      <a:cxn ang="0">
                        <a:pos x="T8" y="T9"/>
                      </a:cxn>
                    </a:cxnLst>
                    <a:rect l="0" t="0" r="r" b="b"/>
                    <a:pathLst>
                      <a:path w="19" h="32">
                        <a:moveTo>
                          <a:pt x="19" y="23"/>
                        </a:moveTo>
                        <a:cubicBezTo>
                          <a:pt x="15" y="29"/>
                          <a:pt x="8" y="32"/>
                          <a:pt x="0" y="32"/>
                        </a:cubicBezTo>
                        <a:cubicBezTo>
                          <a:pt x="0" y="10"/>
                          <a:pt x="0" y="10"/>
                          <a:pt x="0" y="10"/>
                        </a:cubicBezTo>
                        <a:cubicBezTo>
                          <a:pt x="8" y="10"/>
                          <a:pt x="15" y="6"/>
                          <a:pt x="19" y="0"/>
                        </a:cubicBezTo>
                        <a:lnTo>
                          <a:pt x="19" y="23"/>
                        </a:lnTo>
                        <a:close/>
                      </a:path>
                    </a:pathLst>
                  </a:custGeom>
                  <a:pattFill prst="dkUpDiag">
                    <a:fgClr>
                      <a:schemeClr val="accent3">
                        <a:lumMod val="50000"/>
                      </a:schemeClr>
                    </a:fgClr>
                    <a:bgClr>
                      <a:schemeClr val="accent3">
                        <a:lumMod val="6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dirty="0">
                      <a:solidFill>
                        <a:schemeClr val="tx1"/>
                      </a:solidFill>
                    </a:endParaRPr>
                  </a:p>
                </p:txBody>
              </p:sp>
              <p:sp>
                <p:nvSpPr>
                  <p:cNvPr id="147" name="Freeform 9"/>
                  <p:cNvSpPr>
                    <a:spLocks/>
                  </p:cNvSpPr>
                  <p:nvPr/>
                </p:nvSpPr>
                <p:spPr bwMode="auto">
                  <a:xfrm>
                    <a:off x="3890963" y="2011363"/>
                    <a:ext cx="347663" cy="560388"/>
                  </a:xfrm>
                  <a:custGeom>
                    <a:avLst/>
                    <a:gdLst>
                      <a:gd name="T0" fmla="*/ 87 w 92"/>
                      <a:gd name="T1" fmla="*/ 124 h 148"/>
                      <a:gd name="T2" fmla="*/ 88 w 92"/>
                      <a:gd name="T3" fmla="*/ 148 h 148"/>
                      <a:gd name="T4" fmla="*/ 0 w 92"/>
                      <a:gd name="T5" fmla="*/ 22 h 148"/>
                      <a:gd name="T6" fmla="*/ 0 w 92"/>
                      <a:gd name="T7" fmla="*/ 0 h 148"/>
                      <a:gd name="T8" fmla="*/ 87 w 92"/>
                      <a:gd name="T9" fmla="*/ 124 h 148"/>
                    </a:gdLst>
                    <a:ahLst/>
                    <a:cxnLst>
                      <a:cxn ang="0">
                        <a:pos x="T0" y="T1"/>
                      </a:cxn>
                      <a:cxn ang="0">
                        <a:pos x="T2" y="T3"/>
                      </a:cxn>
                      <a:cxn ang="0">
                        <a:pos x="T4" y="T5"/>
                      </a:cxn>
                      <a:cxn ang="0">
                        <a:pos x="T6" y="T7"/>
                      </a:cxn>
                      <a:cxn ang="0">
                        <a:pos x="T8" y="T9"/>
                      </a:cxn>
                    </a:cxnLst>
                    <a:rect l="0" t="0" r="r" b="b"/>
                    <a:pathLst>
                      <a:path w="92" h="148">
                        <a:moveTo>
                          <a:pt x="87" y="124"/>
                        </a:moveTo>
                        <a:cubicBezTo>
                          <a:pt x="92" y="131"/>
                          <a:pt x="92" y="141"/>
                          <a:pt x="88" y="148"/>
                        </a:cubicBezTo>
                        <a:cubicBezTo>
                          <a:pt x="0" y="22"/>
                          <a:pt x="0" y="22"/>
                          <a:pt x="0" y="22"/>
                        </a:cubicBezTo>
                        <a:cubicBezTo>
                          <a:pt x="0" y="0"/>
                          <a:pt x="0" y="0"/>
                          <a:pt x="0" y="0"/>
                        </a:cubicBezTo>
                        <a:lnTo>
                          <a:pt x="87" y="124"/>
                        </a:lnTo>
                        <a:close/>
                      </a:path>
                    </a:pathLst>
                  </a:custGeom>
                  <a:pattFill prst="dkUpDiag">
                    <a:fgClr>
                      <a:schemeClr val="accent3">
                        <a:lumMod val="50000"/>
                      </a:schemeClr>
                    </a:fgClr>
                    <a:bgClr>
                      <a:schemeClr val="accent3">
                        <a:lumMod val="6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dirty="0">
                      <a:solidFill>
                        <a:schemeClr val="tx1"/>
                      </a:solidFill>
                    </a:endParaRPr>
                  </a:p>
                </p:txBody>
              </p:sp>
            </p:grpSp>
            <p:sp>
              <p:nvSpPr>
                <p:cNvPr id="142" name="TextBox 141"/>
                <p:cNvSpPr txBox="1"/>
                <p:nvPr/>
              </p:nvSpPr>
              <p:spPr>
                <a:xfrm>
                  <a:off x="4220811" y="3103732"/>
                  <a:ext cx="1157815" cy="445918"/>
                </a:xfrm>
                <a:prstGeom prst="rect">
                  <a:avLst/>
                </a:prstGeom>
                <a:noFill/>
              </p:spPr>
              <p:txBody>
                <a:bodyPr wrap="square" lIns="0" tIns="0" rIns="0" bIns="0" rtlCol="0">
                  <a:noAutofit/>
                </a:bodyPr>
                <a:lstStyle/>
                <a:p>
                  <a:pPr>
                    <a:buClr>
                      <a:schemeClr val="bg2"/>
                    </a:buClr>
                  </a:pPr>
                  <a:r>
                    <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grpSp>
          <p:sp>
            <p:nvSpPr>
              <p:cNvPr id="140" name="TextBox 139"/>
              <p:cNvSpPr txBox="1">
                <a:spLocks/>
              </p:cNvSpPr>
              <p:nvPr/>
            </p:nvSpPr>
            <p:spPr>
              <a:xfrm>
                <a:off x="4400723" y="2483634"/>
                <a:ext cx="1034530" cy="380216"/>
              </a:xfrm>
              <a:prstGeom prst="rect">
                <a:avLst/>
              </a:prstGeom>
              <a:noFill/>
            </p:spPr>
            <p:txBody>
              <a:bodyPr wrap="square" lIns="0" tIns="0" rIns="0" bIns="0" rtlCol="0">
                <a:noAutofit/>
              </a:bodyPr>
              <a:lstStyle/>
              <a:p>
                <a:pPr algn="ctr"/>
                <a:r>
                  <a:rPr lang="en-US" altLang="ko-KR" sz="1000" b="1" dirty="0">
                    <a:gradFill>
                      <a:gsLst>
                        <a:gs pos="0">
                          <a:schemeClr val="bg2"/>
                        </a:gs>
                        <a:gs pos="100000">
                          <a:schemeClr val="bg2"/>
                        </a:gs>
                      </a:gsLst>
                      <a:lin ang="5400000" scaled="0"/>
                    </a:gradFill>
                    <a:latin typeface="Roboto Condensed Regular"/>
                  </a:rPr>
                  <a:t>Contents </a:t>
                </a:r>
              </a:p>
              <a:p>
                <a:pPr algn="ctr"/>
                <a:r>
                  <a:rPr lang="en-US" altLang="ko-KR" sz="1000" b="1" dirty="0">
                    <a:gradFill>
                      <a:gsLst>
                        <a:gs pos="0">
                          <a:schemeClr val="bg2"/>
                        </a:gs>
                        <a:gs pos="100000">
                          <a:schemeClr val="bg2"/>
                        </a:gs>
                      </a:gsLst>
                      <a:lin ang="5400000" scaled="0"/>
                    </a:gradFill>
                    <a:latin typeface="Roboto Condensed Regular"/>
                  </a:rPr>
                  <a:t>Text Here</a:t>
                </a:r>
                <a:endParaRPr lang="ko-KR" altLang="en-US" sz="1000" b="1" dirty="0">
                  <a:gradFill>
                    <a:gsLst>
                      <a:gs pos="0">
                        <a:schemeClr val="bg2"/>
                      </a:gs>
                      <a:gs pos="100000">
                        <a:schemeClr val="bg2"/>
                      </a:gs>
                    </a:gsLst>
                    <a:lin ang="5400000" scaled="0"/>
                  </a:gradFill>
                  <a:latin typeface="Roboto Condensed Regular"/>
                </a:endParaRPr>
              </a:p>
            </p:txBody>
          </p:sp>
        </p:grpSp>
        <p:sp>
          <p:nvSpPr>
            <p:cNvPr id="138" name="Freeform 32"/>
            <p:cNvSpPr>
              <a:spLocks noEditPoints="1"/>
            </p:cNvSpPr>
            <p:nvPr/>
          </p:nvSpPr>
          <p:spPr bwMode="auto">
            <a:xfrm>
              <a:off x="4731858" y="2049618"/>
              <a:ext cx="358087" cy="358087"/>
            </a:xfrm>
            <a:custGeom>
              <a:avLst/>
              <a:gdLst/>
              <a:ahLst/>
              <a:cxnLst>
                <a:cxn ang="0">
                  <a:pos x="64" y="107"/>
                </a:cxn>
                <a:cxn ang="0">
                  <a:pos x="117" y="107"/>
                </a:cxn>
                <a:cxn ang="0">
                  <a:pos x="130" y="98"/>
                </a:cxn>
                <a:cxn ang="0">
                  <a:pos x="51" y="98"/>
                </a:cxn>
                <a:cxn ang="0">
                  <a:pos x="64" y="107"/>
                </a:cxn>
                <a:cxn ang="0">
                  <a:pos x="89" y="124"/>
                </a:cxn>
                <a:cxn ang="0">
                  <a:pos x="92" y="124"/>
                </a:cxn>
                <a:cxn ang="0">
                  <a:pos x="104" y="116"/>
                </a:cxn>
                <a:cxn ang="0">
                  <a:pos x="76" y="116"/>
                </a:cxn>
                <a:cxn ang="0">
                  <a:pos x="89" y="124"/>
                </a:cxn>
                <a:cxn ang="0">
                  <a:pos x="175" y="56"/>
                </a:cxn>
                <a:cxn ang="0">
                  <a:pos x="97" y="3"/>
                </a:cxn>
                <a:cxn ang="0">
                  <a:pos x="84" y="3"/>
                </a:cxn>
                <a:cxn ang="0">
                  <a:pos x="5" y="56"/>
                </a:cxn>
                <a:cxn ang="0">
                  <a:pos x="0" y="66"/>
                </a:cxn>
                <a:cxn ang="0">
                  <a:pos x="0" y="167"/>
                </a:cxn>
                <a:cxn ang="0">
                  <a:pos x="12" y="179"/>
                </a:cxn>
                <a:cxn ang="0">
                  <a:pos x="169" y="179"/>
                </a:cxn>
                <a:cxn ang="0">
                  <a:pos x="180" y="167"/>
                </a:cxn>
                <a:cxn ang="0">
                  <a:pos x="180" y="66"/>
                </a:cxn>
                <a:cxn ang="0">
                  <a:pos x="175" y="56"/>
                </a:cxn>
                <a:cxn ang="0">
                  <a:pos x="169" y="82"/>
                </a:cxn>
                <a:cxn ang="0">
                  <a:pos x="90" y="135"/>
                </a:cxn>
                <a:cxn ang="0">
                  <a:pos x="12" y="82"/>
                </a:cxn>
                <a:cxn ang="0">
                  <a:pos x="12" y="71"/>
                </a:cxn>
                <a:cxn ang="0">
                  <a:pos x="17" y="65"/>
                </a:cxn>
                <a:cxn ang="0">
                  <a:pos x="163" y="65"/>
                </a:cxn>
                <a:cxn ang="0">
                  <a:pos x="169" y="71"/>
                </a:cxn>
                <a:cxn ang="0">
                  <a:pos x="169" y="82"/>
                </a:cxn>
                <a:cxn ang="0">
                  <a:pos x="37" y="89"/>
                </a:cxn>
                <a:cxn ang="0">
                  <a:pos x="39" y="90"/>
                </a:cxn>
                <a:cxn ang="0">
                  <a:pos x="142" y="90"/>
                </a:cxn>
                <a:cxn ang="0">
                  <a:pos x="144" y="89"/>
                </a:cxn>
                <a:cxn ang="0">
                  <a:pos x="144" y="81"/>
                </a:cxn>
                <a:cxn ang="0">
                  <a:pos x="37" y="81"/>
                </a:cxn>
                <a:cxn ang="0">
                  <a:pos x="37" y="89"/>
                </a:cxn>
              </a:cxnLst>
              <a:rect l="0" t="0" r="r" b="b"/>
              <a:pathLst>
                <a:path w="180" h="179">
                  <a:moveTo>
                    <a:pt x="64" y="107"/>
                  </a:moveTo>
                  <a:cubicBezTo>
                    <a:pt x="117" y="107"/>
                    <a:pt x="117" y="107"/>
                    <a:pt x="117" y="107"/>
                  </a:cubicBezTo>
                  <a:cubicBezTo>
                    <a:pt x="130" y="98"/>
                    <a:pt x="130" y="98"/>
                    <a:pt x="130" y="98"/>
                  </a:cubicBezTo>
                  <a:cubicBezTo>
                    <a:pt x="51" y="98"/>
                    <a:pt x="51" y="98"/>
                    <a:pt x="51" y="98"/>
                  </a:cubicBezTo>
                  <a:lnTo>
                    <a:pt x="64" y="107"/>
                  </a:lnTo>
                  <a:close/>
                  <a:moveTo>
                    <a:pt x="89" y="124"/>
                  </a:moveTo>
                  <a:cubicBezTo>
                    <a:pt x="92" y="124"/>
                    <a:pt x="92" y="124"/>
                    <a:pt x="92" y="124"/>
                  </a:cubicBezTo>
                  <a:cubicBezTo>
                    <a:pt x="104" y="116"/>
                    <a:pt x="104" y="116"/>
                    <a:pt x="104" y="116"/>
                  </a:cubicBezTo>
                  <a:cubicBezTo>
                    <a:pt x="76" y="116"/>
                    <a:pt x="76" y="116"/>
                    <a:pt x="76" y="116"/>
                  </a:cubicBezTo>
                  <a:lnTo>
                    <a:pt x="89" y="124"/>
                  </a:lnTo>
                  <a:close/>
                  <a:moveTo>
                    <a:pt x="175" y="56"/>
                  </a:moveTo>
                  <a:cubicBezTo>
                    <a:pt x="97" y="3"/>
                    <a:pt x="97" y="3"/>
                    <a:pt x="97" y="3"/>
                  </a:cubicBezTo>
                  <a:cubicBezTo>
                    <a:pt x="93" y="0"/>
                    <a:pt x="88" y="0"/>
                    <a:pt x="84" y="3"/>
                  </a:cubicBezTo>
                  <a:cubicBezTo>
                    <a:pt x="5" y="56"/>
                    <a:pt x="5" y="56"/>
                    <a:pt x="5" y="56"/>
                  </a:cubicBezTo>
                  <a:cubicBezTo>
                    <a:pt x="2" y="58"/>
                    <a:pt x="0" y="62"/>
                    <a:pt x="0" y="66"/>
                  </a:cubicBezTo>
                  <a:cubicBezTo>
                    <a:pt x="0" y="167"/>
                    <a:pt x="0" y="167"/>
                    <a:pt x="0" y="167"/>
                  </a:cubicBezTo>
                  <a:cubicBezTo>
                    <a:pt x="0" y="174"/>
                    <a:pt x="5" y="179"/>
                    <a:pt x="12" y="179"/>
                  </a:cubicBezTo>
                  <a:cubicBezTo>
                    <a:pt x="169" y="179"/>
                    <a:pt x="169" y="179"/>
                    <a:pt x="169" y="179"/>
                  </a:cubicBezTo>
                  <a:cubicBezTo>
                    <a:pt x="175" y="179"/>
                    <a:pt x="180" y="174"/>
                    <a:pt x="180" y="167"/>
                  </a:cubicBezTo>
                  <a:cubicBezTo>
                    <a:pt x="180" y="66"/>
                    <a:pt x="180" y="66"/>
                    <a:pt x="180" y="66"/>
                  </a:cubicBezTo>
                  <a:cubicBezTo>
                    <a:pt x="180" y="62"/>
                    <a:pt x="178" y="58"/>
                    <a:pt x="175" y="56"/>
                  </a:cubicBezTo>
                  <a:close/>
                  <a:moveTo>
                    <a:pt x="169" y="82"/>
                  </a:moveTo>
                  <a:cubicBezTo>
                    <a:pt x="90" y="135"/>
                    <a:pt x="90" y="135"/>
                    <a:pt x="90" y="135"/>
                  </a:cubicBezTo>
                  <a:cubicBezTo>
                    <a:pt x="12" y="82"/>
                    <a:pt x="12" y="82"/>
                    <a:pt x="12" y="82"/>
                  </a:cubicBezTo>
                  <a:cubicBezTo>
                    <a:pt x="12" y="71"/>
                    <a:pt x="12" y="71"/>
                    <a:pt x="12" y="71"/>
                  </a:cubicBezTo>
                  <a:cubicBezTo>
                    <a:pt x="12" y="68"/>
                    <a:pt x="14" y="65"/>
                    <a:pt x="17" y="65"/>
                  </a:cubicBezTo>
                  <a:cubicBezTo>
                    <a:pt x="163" y="65"/>
                    <a:pt x="163" y="65"/>
                    <a:pt x="163" y="65"/>
                  </a:cubicBezTo>
                  <a:cubicBezTo>
                    <a:pt x="166" y="65"/>
                    <a:pt x="169" y="68"/>
                    <a:pt x="169" y="71"/>
                  </a:cubicBezTo>
                  <a:lnTo>
                    <a:pt x="169" y="82"/>
                  </a:lnTo>
                  <a:close/>
                  <a:moveTo>
                    <a:pt x="37" y="89"/>
                  </a:moveTo>
                  <a:cubicBezTo>
                    <a:pt x="39" y="90"/>
                    <a:pt x="39" y="90"/>
                    <a:pt x="39" y="90"/>
                  </a:cubicBezTo>
                  <a:cubicBezTo>
                    <a:pt x="142" y="90"/>
                    <a:pt x="142" y="90"/>
                    <a:pt x="142" y="90"/>
                  </a:cubicBezTo>
                  <a:cubicBezTo>
                    <a:pt x="144" y="89"/>
                    <a:pt x="144" y="89"/>
                    <a:pt x="144" y="89"/>
                  </a:cubicBezTo>
                  <a:cubicBezTo>
                    <a:pt x="144" y="81"/>
                    <a:pt x="144" y="81"/>
                    <a:pt x="144" y="81"/>
                  </a:cubicBezTo>
                  <a:cubicBezTo>
                    <a:pt x="37" y="81"/>
                    <a:pt x="37" y="81"/>
                    <a:pt x="37" y="81"/>
                  </a:cubicBezTo>
                  <a:lnTo>
                    <a:pt x="37" y="89"/>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48" name="그룹 147"/>
          <p:cNvGrpSpPr/>
          <p:nvPr/>
        </p:nvGrpSpPr>
        <p:grpSpPr>
          <a:xfrm>
            <a:off x="802785" y="2171565"/>
            <a:ext cx="1378214" cy="1658937"/>
            <a:chOff x="2925499" y="1890713"/>
            <a:chExt cx="1378214" cy="1658937"/>
          </a:xfrm>
        </p:grpSpPr>
        <p:grpSp>
          <p:nvGrpSpPr>
            <p:cNvPr id="149" name="그룹 71"/>
            <p:cNvGrpSpPr/>
            <p:nvPr/>
          </p:nvGrpSpPr>
          <p:grpSpPr>
            <a:xfrm>
              <a:off x="2925499" y="1890713"/>
              <a:ext cx="1378214" cy="1658937"/>
              <a:chOff x="2925499" y="1890713"/>
              <a:chExt cx="1378214" cy="1658937"/>
            </a:xfrm>
          </p:grpSpPr>
          <p:grpSp>
            <p:nvGrpSpPr>
              <p:cNvPr id="151" name="그룹 11"/>
              <p:cNvGrpSpPr/>
              <p:nvPr/>
            </p:nvGrpSpPr>
            <p:grpSpPr>
              <a:xfrm>
                <a:off x="2941638" y="1890713"/>
                <a:ext cx="1362075" cy="1120775"/>
                <a:chOff x="3890963" y="2011363"/>
                <a:chExt cx="1362075" cy="1120775"/>
              </a:xfrm>
            </p:grpSpPr>
            <p:sp>
              <p:nvSpPr>
                <p:cNvPr id="154" name="Freeform 5"/>
                <p:cNvSpPr>
                  <a:spLocks/>
                </p:cNvSpPr>
                <p:nvPr/>
              </p:nvSpPr>
              <p:spPr bwMode="auto">
                <a:xfrm>
                  <a:off x="3890963" y="2011363"/>
                  <a:ext cx="1362075" cy="1038225"/>
                </a:xfrm>
                <a:custGeom>
                  <a:avLst/>
                  <a:gdLst>
                    <a:gd name="T0" fmla="*/ 355 w 360"/>
                    <a:gd name="T1" fmla="*/ 124 h 274"/>
                    <a:gd name="T2" fmla="*/ 355 w 360"/>
                    <a:gd name="T3" fmla="*/ 150 h 274"/>
                    <a:gd name="T4" fmla="*/ 275 w 360"/>
                    <a:gd name="T5" fmla="*/ 264 h 274"/>
                    <a:gd name="T6" fmla="*/ 256 w 360"/>
                    <a:gd name="T7" fmla="*/ 274 h 274"/>
                    <a:gd name="T8" fmla="*/ 0 w 360"/>
                    <a:gd name="T9" fmla="*/ 274 h 274"/>
                    <a:gd name="T10" fmla="*/ 87 w 360"/>
                    <a:gd name="T11" fmla="*/ 150 h 274"/>
                    <a:gd name="T12" fmla="*/ 87 w 360"/>
                    <a:gd name="T13" fmla="*/ 124 h 274"/>
                    <a:gd name="T14" fmla="*/ 0 w 360"/>
                    <a:gd name="T15" fmla="*/ 0 h 274"/>
                    <a:gd name="T16" fmla="*/ 256 w 360"/>
                    <a:gd name="T17" fmla="*/ 0 h 274"/>
                    <a:gd name="T18" fmla="*/ 275 w 360"/>
                    <a:gd name="T19" fmla="*/ 10 h 274"/>
                    <a:gd name="T20" fmla="*/ 355 w 360"/>
                    <a:gd name="T21" fmla="*/ 12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0" h="274">
                      <a:moveTo>
                        <a:pt x="355" y="124"/>
                      </a:moveTo>
                      <a:cubicBezTo>
                        <a:pt x="360" y="132"/>
                        <a:pt x="360" y="142"/>
                        <a:pt x="355" y="150"/>
                      </a:cubicBezTo>
                      <a:cubicBezTo>
                        <a:pt x="275" y="264"/>
                        <a:pt x="275" y="264"/>
                        <a:pt x="275" y="264"/>
                      </a:cubicBezTo>
                      <a:cubicBezTo>
                        <a:pt x="271" y="270"/>
                        <a:pt x="264" y="274"/>
                        <a:pt x="256" y="274"/>
                      </a:cubicBezTo>
                      <a:cubicBezTo>
                        <a:pt x="0" y="274"/>
                        <a:pt x="0" y="274"/>
                        <a:pt x="0" y="274"/>
                      </a:cubicBezTo>
                      <a:cubicBezTo>
                        <a:pt x="87" y="150"/>
                        <a:pt x="87" y="150"/>
                        <a:pt x="87" y="150"/>
                      </a:cubicBezTo>
                      <a:cubicBezTo>
                        <a:pt x="92" y="142"/>
                        <a:pt x="92" y="132"/>
                        <a:pt x="87" y="124"/>
                      </a:cubicBezTo>
                      <a:cubicBezTo>
                        <a:pt x="0" y="0"/>
                        <a:pt x="0" y="0"/>
                        <a:pt x="0" y="0"/>
                      </a:cubicBezTo>
                      <a:cubicBezTo>
                        <a:pt x="256" y="0"/>
                        <a:pt x="256" y="0"/>
                        <a:pt x="256" y="0"/>
                      </a:cubicBezTo>
                      <a:cubicBezTo>
                        <a:pt x="264" y="0"/>
                        <a:pt x="271" y="4"/>
                        <a:pt x="275" y="10"/>
                      </a:cubicBezTo>
                      <a:lnTo>
                        <a:pt x="355" y="124"/>
                      </a:lnTo>
                      <a:close/>
                    </a:path>
                  </a:pathLst>
                </a:custGeom>
                <a:gradFill>
                  <a:gsLst>
                    <a:gs pos="0">
                      <a:schemeClr val="accent1">
                        <a:lumMod val="80000"/>
                        <a:lumOff val="20000"/>
                      </a:schemeClr>
                    </a:gs>
                    <a:gs pos="50000">
                      <a:schemeClr val="accent1"/>
                    </a:gs>
                    <a:gs pos="100000">
                      <a:schemeClr val="accent1"/>
                    </a:gs>
                  </a:gsLst>
                  <a:lin ang="2700000" scaled="0"/>
                </a:grad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lnSpc>
                      <a:spcPts val="500"/>
                    </a:lnSpc>
                  </a:pPr>
                  <a:endParaRPr lang="ko-KR" altLang="en-US" sz="60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155" name="Rectangle 6"/>
                <p:cNvSpPr>
                  <a:spLocks noChangeArrowheads="1"/>
                </p:cNvSpPr>
                <p:nvPr/>
              </p:nvSpPr>
              <p:spPr bwMode="auto">
                <a:xfrm>
                  <a:off x="3890963" y="3049588"/>
                  <a:ext cx="968375" cy="82550"/>
                </a:xfrm>
                <a:prstGeom prst="rect">
                  <a:avLst/>
                </a:prstGeom>
                <a:pattFill prst="dkDn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56" name="Freeform 7"/>
                <p:cNvSpPr>
                  <a:spLocks/>
                </p:cNvSpPr>
                <p:nvPr/>
              </p:nvSpPr>
              <p:spPr bwMode="auto">
                <a:xfrm>
                  <a:off x="4930776" y="2530476"/>
                  <a:ext cx="319088" cy="568325"/>
                </a:xfrm>
                <a:custGeom>
                  <a:avLst/>
                  <a:gdLst>
                    <a:gd name="T0" fmla="*/ 80 w 84"/>
                    <a:gd name="T1" fmla="*/ 35 h 150"/>
                    <a:gd name="T2" fmla="*/ 84 w 84"/>
                    <a:gd name="T3" fmla="*/ 22 h 150"/>
                    <a:gd name="T4" fmla="*/ 84 w 84"/>
                    <a:gd name="T5" fmla="*/ 0 h 150"/>
                    <a:gd name="T6" fmla="*/ 80 w 84"/>
                    <a:gd name="T7" fmla="*/ 13 h 150"/>
                    <a:gd name="T8" fmla="*/ 0 w 84"/>
                    <a:gd name="T9" fmla="*/ 127 h 150"/>
                    <a:gd name="T10" fmla="*/ 0 w 84"/>
                    <a:gd name="T11" fmla="*/ 150 h 150"/>
                    <a:gd name="T12" fmla="*/ 80 w 84"/>
                    <a:gd name="T13" fmla="*/ 35 h 150"/>
                  </a:gdLst>
                  <a:ahLst/>
                  <a:cxnLst>
                    <a:cxn ang="0">
                      <a:pos x="T0" y="T1"/>
                    </a:cxn>
                    <a:cxn ang="0">
                      <a:pos x="T2" y="T3"/>
                    </a:cxn>
                    <a:cxn ang="0">
                      <a:pos x="T4" y="T5"/>
                    </a:cxn>
                    <a:cxn ang="0">
                      <a:pos x="T6" y="T7"/>
                    </a:cxn>
                    <a:cxn ang="0">
                      <a:pos x="T8" y="T9"/>
                    </a:cxn>
                    <a:cxn ang="0">
                      <a:pos x="T10" y="T11"/>
                    </a:cxn>
                    <a:cxn ang="0">
                      <a:pos x="T12" y="T13"/>
                    </a:cxn>
                  </a:cxnLst>
                  <a:rect l="0" t="0" r="r" b="b"/>
                  <a:pathLst>
                    <a:path w="84" h="150">
                      <a:moveTo>
                        <a:pt x="80" y="35"/>
                      </a:moveTo>
                      <a:cubicBezTo>
                        <a:pt x="83" y="31"/>
                        <a:pt x="84" y="27"/>
                        <a:pt x="84" y="22"/>
                      </a:cubicBezTo>
                      <a:cubicBezTo>
                        <a:pt x="84" y="0"/>
                        <a:pt x="84" y="0"/>
                        <a:pt x="84" y="0"/>
                      </a:cubicBezTo>
                      <a:cubicBezTo>
                        <a:pt x="84" y="5"/>
                        <a:pt x="83" y="9"/>
                        <a:pt x="80" y="13"/>
                      </a:cubicBezTo>
                      <a:cubicBezTo>
                        <a:pt x="0" y="127"/>
                        <a:pt x="0" y="127"/>
                        <a:pt x="0" y="127"/>
                      </a:cubicBezTo>
                      <a:cubicBezTo>
                        <a:pt x="0" y="150"/>
                        <a:pt x="0" y="150"/>
                        <a:pt x="0" y="150"/>
                      </a:cubicBezTo>
                      <a:lnTo>
                        <a:pt x="80" y="35"/>
                      </a:lnTo>
                      <a:close/>
                    </a:path>
                  </a:pathLst>
                </a:custGeom>
                <a:pattFill prst="dkDn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57" name="Freeform 8"/>
                <p:cNvSpPr>
                  <a:spLocks/>
                </p:cNvSpPr>
                <p:nvPr/>
              </p:nvSpPr>
              <p:spPr bwMode="auto">
                <a:xfrm>
                  <a:off x="4859338" y="3011488"/>
                  <a:ext cx="71438" cy="120650"/>
                </a:xfrm>
                <a:custGeom>
                  <a:avLst/>
                  <a:gdLst>
                    <a:gd name="T0" fmla="*/ 19 w 19"/>
                    <a:gd name="T1" fmla="*/ 23 h 32"/>
                    <a:gd name="T2" fmla="*/ 0 w 19"/>
                    <a:gd name="T3" fmla="*/ 32 h 32"/>
                    <a:gd name="T4" fmla="*/ 0 w 19"/>
                    <a:gd name="T5" fmla="*/ 10 h 32"/>
                    <a:gd name="T6" fmla="*/ 19 w 19"/>
                    <a:gd name="T7" fmla="*/ 0 h 32"/>
                    <a:gd name="T8" fmla="*/ 19 w 19"/>
                    <a:gd name="T9" fmla="*/ 23 h 32"/>
                  </a:gdLst>
                  <a:ahLst/>
                  <a:cxnLst>
                    <a:cxn ang="0">
                      <a:pos x="T0" y="T1"/>
                    </a:cxn>
                    <a:cxn ang="0">
                      <a:pos x="T2" y="T3"/>
                    </a:cxn>
                    <a:cxn ang="0">
                      <a:pos x="T4" y="T5"/>
                    </a:cxn>
                    <a:cxn ang="0">
                      <a:pos x="T6" y="T7"/>
                    </a:cxn>
                    <a:cxn ang="0">
                      <a:pos x="T8" y="T9"/>
                    </a:cxn>
                  </a:cxnLst>
                  <a:rect l="0" t="0" r="r" b="b"/>
                  <a:pathLst>
                    <a:path w="19" h="32">
                      <a:moveTo>
                        <a:pt x="19" y="23"/>
                      </a:moveTo>
                      <a:cubicBezTo>
                        <a:pt x="15" y="29"/>
                        <a:pt x="8" y="32"/>
                        <a:pt x="0" y="32"/>
                      </a:cubicBezTo>
                      <a:cubicBezTo>
                        <a:pt x="0" y="10"/>
                        <a:pt x="0" y="10"/>
                        <a:pt x="0" y="10"/>
                      </a:cubicBezTo>
                      <a:cubicBezTo>
                        <a:pt x="8" y="10"/>
                        <a:pt x="15" y="6"/>
                        <a:pt x="19" y="0"/>
                      </a:cubicBezTo>
                      <a:lnTo>
                        <a:pt x="19" y="23"/>
                      </a:lnTo>
                      <a:close/>
                    </a:path>
                  </a:pathLst>
                </a:custGeom>
                <a:pattFill prst="dkUp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58" name="Freeform 9"/>
                <p:cNvSpPr>
                  <a:spLocks/>
                </p:cNvSpPr>
                <p:nvPr/>
              </p:nvSpPr>
              <p:spPr bwMode="auto">
                <a:xfrm>
                  <a:off x="3890963" y="2011363"/>
                  <a:ext cx="347663" cy="560388"/>
                </a:xfrm>
                <a:custGeom>
                  <a:avLst/>
                  <a:gdLst>
                    <a:gd name="T0" fmla="*/ 87 w 92"/>
                    <a:gd name="T1" fmla="*/ 124 h 148"/>
                    <a:gd name="T2" fmla="*/ 88 w 92"/>
                    <a:gd name="T3" fmla="*/ 148 h 148"/>
                    <a:gd name="T4" fmla="*/ 0 w 92"/>
                    <a:gd name="T5" fmla="*/ 22 h 148"/>
                    <a:gd name="T6" fmla="*/ 0 w 92"/>
                    <a:gd name="T7" fmla="*/ 0 h 148"/>
                    <a:gd name="T8" fmla="*/ 87 w 92"/>
                    <a:gd name="T9" fmla="*/ 124 h 148"/>
                  </a:gdLst>
                  <a:ahLst/>
                  <a:cxnLst>
                    <a:cxn ang="0">
                      <a:pos x="T0" y="T1"/>
                    </a:cxn>
                    <a:cxn ang="0">
                      <a:pos x="T2" y="T3"/>
                    </a:cxn>
                    <a:cxn ang="0">
                      <a:pos x="T4" y="T5"/>
                    </a:cxn>
                    <a:cxn ang="0">
                      <a:pos x="T6" y="T7"/>
                    </a:cxn>
                    <a:cxn ang="0">
                      <a:pos x="T8" y="T9"/>
                    </a:cxn>
                  </a:cxnLst>
                  <a:rect l="0" t="0" r="r" b="b"/>
                  <a:pathLst>
                    <a:path w="92" h="148">
                      <a:moveTo>
                        <a:pt x="87" y="124"/>
                      </a:moveTo>
                      <a:cubicBezTo>
                        <a:pt x="92" y="131"/>
                        <a:pt x="92" y="141"/>
                        <a:pt x="88" y="148"/>
                      </a:cubicBezTo>
                      <a:cubicBezTo>
                        <a:pt x="0" y="22"/>
                        <a:pt x="0" y="22"/>
                        <a:pt x="0" y="22"/>
                      </a:cubicBezTo>
                      <a:cubicBezTo>
                        <a:pt x="0" y="0"/>
                        <a:pt x="0" y="0"/>
                        <a:pt x="0" y="0"/>
                      </a:cubicBezTo>
                      <a:lnTo>
                        <a:pt x="87" y="124"/>
                      </a:lnTo>
                      <a:close/>
                    </a:path>
                  </a:pathLst>
                </a:custGeom>
                <a:pattFill prst="dkUpDiag">
                  <a:fgClr>
                    <a:schemeClr val="accent1"/>
                  </a:fgClr>
                  <a:bgClr>
                    <a:schemeClr val="accent1">
                      <a:lumMod val="75000"/>
                    </a:schemeClr>
                  </a:bgClr>
                </a:pattFill>
                <a:ln w="6350"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52" name="TextBox 151"/>
              <p:cNvSpPr txBox="1"/>
              <p:nvPr/>
            </p:nvSpPr>
            <p:spPr>
              <a:xfrm>
                <a:off x="2925499" y="3103732"/>
                <a:ext cx="1157815" cy="445918"/>
              </a:xfrm>
              <a:prstGeom prst="rect">
                <a:avLst/>
              </a:prstGeom>
              <a:noFill/>
            </p:spPr>
            <p:txBody>
              <a:bodyPr wrap="square" lIns="0" tIns="0" rIns="0" bIns="0" rtlCol="0">
                <a:noAutofit/>
              </a:bodyPr>
              <a:lstStyle/>
              <a:p>
                <a:pPr lvl="0">
                  <a:buClr>
                    <a:schemeClr val="bg2"/>
                  </a:buClr>
                </a:pPr>
                <a:r>
                  <a:rPr lang="pt-BR" altLang="ko-KR" sz="8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sp>
            <p:nvSpPr>
              <p:cNvPr id="153" name="TextBox 152"/>
              <p:cNvSpPr txBox="1">
                <a:spLocks/>
              </p:cNvSpPr>
              <p:nvPr/>
            </p:nvSpPr>
            <p:spPr>
              <a:xfrm>
                <a:off x="3105411" y="2483634"/>
                <a:ext cx="1034530" cy="380216"/>
              </a:xfrm>
              <a:prstGeom prst="rect">
                <a:avLst/>
              </a:prstGeom>
              <a:noFill/>
            </p:spPr>
            <p:txBody>
              <a:bodyPr wrap="square" lIns="0" tIns="0" rIns="0" bIns="0" rtlCol="0">
                <a:noAutofit/>
              </a:bodyPr>
              <a:lstStyle/>
              <a:p>
                <a:pPr lvl="0" algn="ctr"/>
                <a:r>
                  <a:rPr lang="en-US" altLang="ko-KR" sz="1000" b="1" dirty="0">
                    <a:gradFill>
                      <a:gsLst>
                        <a:gs pos="0">
                          <a:schemeClr val="bg2"/>
                        </a:gs>
                        <a:gs pos="100000">
                          <a:schemeClr val="bg2"/>
                        </a:gs>
                      </a:gsLst>
                      <a:lin ang="5400000" scaled="0"/>
                    </a:gradFill>
                    <a:latin typeface="Roboto Condensed Regular"/>
                  </a:rPr>
                  <a:t>Contents </a:t>
                </a:r>
              </a:p>
              <a:p>
                <a:pPr lvl="0" algn="ctr"/>
                <a:r>
                  <a:rPr lang="en-US" altLang="ko-KR" sz="1000" b="1" dirty="0">
                    <a:gradFill>
                      <a:gsLst>
                        <a:gs pos="0">
                          <a:schemeClr val="bg2"/>
                        </a:gs>
                        <a:gs pos="100000">
                          <a:schemeClr val="bg2"/>
                        </a:gs>
                      </a:gsLst>
                      <a:lin ang="5400000" scaled="0"/>
                    </a:gradFill>
                    <a:latin typeface="Roboto Condensed Regular"/>
                  </a:rPr>
                  <a:t>Text Here</a:t>
                </a:r>
                <a:endParaRPr lang="ko-KR" altLang="en-US" sz="1000" b="1" dirty="0">
                  <a:gradFill>
                    <a:gsLst>
                      <a:gs pos="0">
                        <a:schemeClr val="bg2"/>
                      </a:gs>
                      <a:gs pos="100000">
                        <a:schemeClr val="bg2"/>
                      </a:gs>
                    </a:gsLst>
                    <a:lin ang="5400000" scaled="0"/>
                  </a:gradFill>
                  <a:latin typeface="Roboto Condensed Regular"/>
                </a:endParaRPr>
              </a:p>
            </p:txBody>
          </p:sp>
        </p:grpSp>
        <p:sp>
          <p:nvSpPr>
            <p:cNvPr id="150" name="Freeform 31"/>
            <p:cNvSpPr>
              <a:spLocks noEditPoints="1"/>
            </p:cNvSpPr>
            <p:nvPr/>
          </p:nvSpPr>
          <p:spPr bwMode="auto">
            <a:xfrm>
              <a:off x="3400416" y="2083771"/>
              <a:ext cx="429833" cy="336589"/>
            </a:xfrm>
            <a:custGeom>
              <a:avLst/>
              <a:gdLst/>
              <a:ahLst/>
              <a:cxnLst>
                <a:cxn ang="0">
                  <a:pos x="71" y="97"/>
                </a:cxn>
                <a:cxn ang="0">
                  <a:pos x="89" y="86"/>
                </a:cxn>
                <a:cxn ang="0">
                  <a:pos x="83" y="81"/>
                </a:cxn>
                <a:cxn ang="0">
                  <a:pos x="86" y="68"/>
                </a:cxn>
                <a:cxn ang="0">
                  <a:pos x="82" y="44"/>
                </a:cxn>
                <a:cxn ang="0">
                  <a:pos x="72" y="14"/>
                </a:cxn>
                <a:cxn ang="0">
                  <a:pos x="59" y="11"/>
                </a:cxn>
                <a:cxn ang="0">
                  <a:pos x="45" y="24"/>
                </a:cxn>
                <a:cxn ang="0">
                  <a:pos x="40" y="51"/>
                </a:cxn>
                <a:cxn ang="0">
                  <a:pos x="50" y="75"/>
                </a:cxn>
                <a:cxn ang="0">
                  <a:pos x="43" y="86"/>
                </a:cxn>
                <a:cxn ang="0">
                  <a:pos x="4" y="109"/>
                </a:cxn>
                <a:cxn ang="0">
                  <a:pos x="0" y="147"/>
                </a:cxn>
                <a:cxn ang="0">
                  <a:pos x="30" y="160"/>
                </a:cxn>
                <a:cxn ang="0">
                  <a:pos x="68" y="98"/>
                </a:cxn>
                <a:cxn ang="0">
                  <a:pos x="244" y="109"/>
                </a:cxn>
                <a:cxn ang="0">
                  <a:pos x="205" y="86"/>
                </a:cxn>
                <a:cxn ang="0">
                  <a:pos x="198" y="75"/>
                </a:cxn>
                <a:cxn ang="0">
                  <a:pos x="208" y="51"/>
                </a:cxn>
                <a:cxn ang="0">
                  <a:pos x="203" y="24"/>
                </a:cxn>
                <a:cxn ang="0">
                  <a:pos x="182" y="13"/>
                </a:cxn>
                <a:cxn ang="0">
                  <a:pos x="176" y="14"/>
                </a:cxn>
                <a:cxn ang="0">
                  <a:pos x="165" y="44"/>
                </a:cxn>
                <a:cxn ang="0">
                  <a:pos x="162" y="68"/>
                </a:cxn>
                <a:cxn ang="0">
                  <a:pos x="165" y="81"/>
                </a:cxn>
                <a:cxn ang="0">
                  <a:pos x="162" y="90"/>
                </a:cxn>
                <a:cxn ang="0">
                  <a:pos x="179" y="98"/>
                </a:cxn>
                <a:cxn ang="0">
                  <a:pos x="217" y="160"/>
                </a:cxn>
                <a:cxn ang="0">
                  <a:pos x="248" y="147"/>
                </a:cxn>
                <a:cxn ang="0">
                  <a:pos x="203" y="124"/>
                </a:cxn>
                <a:cxn ang="0">
                  <a:pos x="153" y="95"/>
                </a:cxn>
                <a:cxn ang="0">
                  <a:pos x="144" y="81"/>
                </a:cxn>
                <a:cxn ang="0">
                  <a:pos x="157" y="51"/>
                </a:cxn>
                <a:cxn ang="0">
                  <a:pos x="151" y="16"/>
                </a:cxn>
                <a:cxn ang="0">
                  <a:pos x="124" y="2"/>
                </a:cxn>
                <a:cxn ang="0">
                  <a:pos x="116" y="3"/>
                </a:cxn>
                <a:cxn ang="0">
                  <a:pos x="93" y="47"/>
                </a:cxn>
                <a:cxn ang="0">
                  <a:pos x="97" y="65"/>
                </a:cxn>
                <a:cxn ang="0">
                  <a:pos x="102" y="89"/>
                </a:cxn>
                <a:cxn ang="0">
                  <a:pos x="73" y="107"/>
                </a:cxn>
                <a:cxn ang="0">
                  <a:pos x="40" y="169"/>
                </a:cxn>
                <a:cxn ang="0">
                  <a:pos x="40" y="172"/>
                </a:cxn>
                <a:cxn ang="0">
                  <a:pos x="208" y="172"/>
                </a:cxn>
                <a:cxn ang="0">
                  <a:pos x="208" y="169"/>
                </a:cxn>
              </a:cxnLst>
              <a:rect l="0" t="0" r="r" b="b"/>
              <a:pathLst>
                <a:path w="248" h="194">
                  <a:moveTo>
                    <a:pt x="68" y="98"/>
                  </a:moveTo>
                  <a:cubicBezTo>
                    <a:pt x="69" y="98"/>
                    <a:pt x="70" y="98"/>
                    <a:pt x="71" y="97"/>
                  </a:cubicBezTo>
                  <a:cubicBezTo>
                    <a:pt x="84" y="93"/>
                    <a:pt x="85" y="92"/>
                    <a:pt x="86" y="90"/>
                  </a:cubicBezTo>
                  <a:cubicBezTo>
                    <a:pt x="87" y="88"/>
                    <a:pt x="88" y="87"/>
                    <a:pt x="89" y="86"/>
                  </a:cubicBezTo>
                  <a:cubicBezTo>
                    <a:pt x="89" y="86"/>
                    <a:pt x="89" y="86"/>
                    <a:pt x="89" y="86"/>
                  </a:cubicBezTo>
                  <a:cubicBezTo>
                    <a:pt x="86" y="82"/>
                    <a:pt x="83" y="81"/>
                    <a:pt x="83" y="81"/>
                  </a:cubicBezTo>
                  <a:cubicBezTo>
                    <a:pt x="83" y="80"/>
                    <a:pt x="82" y="77"/>
                    <a:pt x="82" y="75"/>
                  </a:cubicBezTo>
                  <a:cubicBezTo>
                    <a:pt x="83" y="73"/>
                    <a:pt x="85" y="70"/>
                    <a:pt x="86" y="68"/>
                  </a:cubicBezTo>
                  <a:cubicBezTo>
                    <a:pt x="81" y="62"/>
                    <a:pt x="80" y="54"/>
                    <a:pt x="81" y="50"/>
                  </a:cubicBezTo>
                  <a:cubicBezTo>
                    <a:pt x="81" y="47"/>
                    <a:pt x="81" y="45"/>
                    <a:pt x="82" y="44"/>
                  </a:cubicBezTo>
                  <a:cubicBezTo>
                    <a:pt x="82" y="38"/>
                    <a:pt x="82" y="29"/>
                    <a:pt x="84" y="21"/>
                  </a:cubicBezTo>
                  <a:cubicBezTo>
                    <a:pt x="79" y="15"/>
                    <a:pt x="72" y="14"/>
                    <a:pt x="72" y="14"/>
                  </a:cubicBezTo>
                  <a:cubicBezTo>
                    <a:pt x="66" y="13"/>
                    <a:pt x="66" y="13"/>
                    <a:pt x="66" y="13"/>
                  </a:cubicBezTo>
                  <a:cubicBezTo>
                    <a:pt x="66" y="13"/>
                    <a:pt x="60" y="13"/>
                    <a:pt x="59" y="11"/>
                  </a:cubicBezTo>
                  <a:cubicBezTo>
                    <a:pt x="59" y="11"/>
                    <a:pt x="59" y="14"/>
                    <a:pt x="60" y="14"/>
                  </a:cubicBezTo>
                  <a:cubicBezTo>
                    <a:pt x="60" y="14"/>
                    <a:pt x="50" y="15"/>
                    <a:pt x="45" y="24"/>
                  </a:cubicBezTo>
                  <a:cubicBezTo>
                    <a:pt x="39" y="33"/>
                    <a:pt x="41" y="49"/>
                    <a:pt x="41" y="49"/>
                  </a:cubicBezTo>
                  <a:cubicBezTo>
                    <a:pt x="41" y="49"/>
                    <a:pt x="40" y="49"/>
                    <a:pt x="40" y="51"/>
                  </a:cubicBezTo>
                  <a:cubicBezTo>
                    <a:pt x="39" y="54"/>
                    <a:pt x="41" y="61"/>
                    <a:pt x="45" y="62"/>
                  </a:cubicBezTo>
                  <a:cubicBezTo>
                    <a:pt x="45" y="62"/>
                    <a:pt x="46" y="69"/>
                    <a:pt x="50" y="75"/>
                  </a:cubicBezTo>
                  <a:cubicBezTo>
                    <a:pt x="50" y="77"/>
                    <a:pt x="49" y="80"/>
                    <a:pt x="49" y="81"/>
                  </a:cubicBezTo>
                  <a:cubicBezTo>
                    <a:pt x="49" y="81"/>
                    <a:pt x="46" y="82"/>
                    <a:pt x="43" y="86"/>
                  </a:cubicBezTo>
                  <a:cubicBezTo>
                    <a:pt x="40" y="91"/>
                    <a:pt x="37" y="92"/>
                    <a:pt x="26" y="96"/>
                  </a:cubicBezTo>
                  <a:cubicBezTo>
                    <a:pt x="23" y="97"/>
                    <a:pt x="9" y="97"/>
                    <a:pt x="4" y="109"/>
                  </a:cubicBezTo>
                  <a:cubicBezTo>
                    <a:pt x="1" y="116"/>
                    <a:pt x="0" y="131"/>
                    <a:pt x="0" y="144"/>
                  </a:cubicBezTo>
                  <a:cubicBezTo>
                    <a:pt x="0" y="145"/>
                    <a:pt x="0" y="146"/>
                    <a:pt x="0" y="147"/>
                  </a:cubicBezTo>
                  <a:cubicBezTo>
                    <a:pt x="0" y="147"/>
                    <a:pt x="0" y="147"/>
                    <a:pt x="0" y="147"/>
                  </a:cubicBezTo>
                  <a:cubicBezTo>
                    <a:pt x="7" y="151"/>
                    <a:pt x="17" y="156"/>
                    <a:pt x="30" y="160"/>
                  </a:cubicBezTo>
                  <a:cubicBezTo>
                    <a:pt x="31" y="131"/>
                    <a:pt x="35" y="123"/>
                    <a:pt x="36" y="121"/>
                  </a:cubicBezTo>
                  <a:cubicBezTo>
                    <a:pt x="43" y="102"/>
                    <a:pt x="61" y="99"/>
                    <a:pt x="68" y="98"/>
                  </a:cubicBezTo>
                  <a:close/>
                  <a:moveTo>
                    <a:pt x="248" y="144"/>
                  </a:moveTo>
                  <a:cubicBezTo>
                    <a:pt x="247" y="131"/>
                    <a:pt x="246" y="116"/>
                    <a:pt x="244" y="109"/>
                  </a:cubicBezTo>
                  <a:cubicBezTo>
                    <a:pt x="239" y="97"/>
                    <a:pt x="225" y="97"/>
                    <a:pt x="222" y="96"/>
                  </a:cubicBezTo>
                  <a:cubicBezTo>
                    <a:pt x="211" y="92"/>
                    <a:pt x="207" y="91"/>
                    <a:pt x="205" y="86"/>
                  </a:cubicBezTo>
                  <a:cubicBezTo>
                    <a:pt x="202" y="82"/>
                    <a:pt x="199" y="81"/>
                    <a:pt x="199" y="81"/>
                  </a:cubicBezTo>
                  <a:cubicBezTo>
                    <a:pt x="199" y="80"/>
                    <a:pt x="198" y="77"/>
                    <a:pt x="198" y="75"/>
                  </a:cubicBezTo>
                  <a:cubicBezTo>
                    <a:pt x="202" y="69"/>
                    <a:pt x="203" y="62"/>
                    <a:pt x="203" y="62"/>
                  </a:cubicBezTo>
                  <a:cubicBezTo>
                    <a:pt x="207" y="61"/>
                    <a:pt x="208" y="54"/>
                    <a:pt x="208" y="51"/>
                  </a:cubicBezTo>
                  <a:cubicBezTo>
                    <a:pt x="208" y="49"/>
                    <a:pt x="206" y="49"/>
                    <a:pt x="206" y="49"/>
                  </a:cubicBezTo>
                  <a:cubicBezTo>
                    <a:pt x="206" y="49"/>
                    <a:pt x="209" y="33"/>
                    <a:pt x="203" y="24"/>
                  </a:cubicBezTo>
                  <a:cubicBezTo>
                    <a:pt x="197" y="15"/>
                    <a:pt x="188" y="14"/>
                    <a:pt x="188" y="14"/>
                  </a:cubicBezTo>
                  <a:cubicBezTo>
                    <a:pt x="182" y="13"/>
                    <a:pt x="182" y="13"/>
                    <a:pt x="182" y="13"/>
                  </a:cubicBezTo>
                  <a:cubicBezTo>
                    <a:pt x="182" y="13"/>
                    <a:pt x="176" y="13"/>
                    <a:pt x="175" y="11"/>
                  </a:cubicBezTo>
                  <a:cubicBezTo>
                    <a:pt x="175" y="11"/>
                    <a:pt x="175" y="14"/>
                    <a:pt x="176" y="14"/>
                  </a:cubicBezTo>
                  <a:cubicBezTo>
                    <a:pt x="176" y="14"/>
                    <a:pt x="169" y="15"/>
                    <a:pt x="164" y="21"/>
                  </a:cubicBezTo>
                  <a:cubicBezTo>
                    <a:pt x="166" y="29"/>
                    <a:pt x="166" y="38"/>
                    <a:pt x="165" y="44"/>
                  </a:cubicBezTo>
                  <a:cubicBezTo>
                    <a:pt x="166" y="45"/>
                    <a:pt x="167" y="47"/>
                    <a:pt x="167" y="50"/>
                  </a:cubicBezTo>
                  <a:cubicBezTo>
                    <a:pt x="168" y="54"/>
                    <a:pt x="167" y="62"/>
                    <a:pt x="162" y="68"/>
                  </a:cubicBezTo>
                  <a:cubicBezTo>
                    <a:pt x="163" y="70"/>
                    <a:pt x="164" y="73"/>
                    <a:pt x="166" y="75"/>
                  </a:cubicBezTo>
                  <a:cubicBezTo>
                    <a:pt x="166" y="77"/>
                    <a:pt x="165" y="80"/>
                    <a:pt x="165" y="81"/>
                  </a:cubicBezTo>
                  <a:cubicBezTo>
                    <a:pt x="165" y="81"/>
                    <a:pt x="162" y="82"/>
                    <a:pt x="159" y="86"/>
                  </a:cubicBezTo>
                  <a:cubicBezTo>
                    <a:pt x="160" y="87"/>
                    <a:pt x="161" y="88"/>
                    <a:pt x="162" y="90"/>
                  </a:cubicBezTo>
                  <a:cubicBezTo>
                    <a:pt x="163" y="92"/>
                    <a:pt x="164" y="93"/>
                    <a:pt x="177" y="97"/>
                  </a:cubicBezTo>
                  <a:cubicBezTo>
                    <a:pt x="178" y="98"/>
                    <a:pt x="179" y="98"/>
                    <a:pt x="179" y="98"/>
                  </a:cubicBezTo>
                  <a:cubicBezTo>
                    <a:pt x="187" y="99"/>
                    <a:pt x="204" y="102"/>
                    <a:pt x="212" y="121"/>
                  </a:cubicBezTo>
                  <a:cubicBezTo>
                    <a:pt x="213" y="123"/>
                    <a:pt x="216" y="131"/>
                    <a:pt x="217" y="160"/>
                  </a:cubicBezTo>
                  <a:cubicBezTo>
                    <a:pt x="231" y="156"/>
                    <a:pt x="241" y="151"/>
                    <a:pt x="248" y="147"/>
                  </a:cubicBezTo>
                  <a:cubicBezTo>
                    <a:pt x="248" y="147"/>
                    <a:pt x="248" y="147"/>
                    <a:pt x="248" y="147"/>
                  </a:cubicBezTo>
                  <a:cubicBezTo>
                    <a:pt x="248" y="146"/>
                    <a:pt x="248" y="145"/>
                    <a:pt x="248" y="144"/>
                  </a:cubicBezTo>
                  <a:close/>
                  <a:moveTo>
                    <a:pt x="203" y="124"/>
                  </a:moveTo>
                  <a:cubicBezTo>
                    <a:pt x="196" y="108"/>
                    <a:pt x="179" y="108"/>
                    <a:pt x="174" y="107"/>
                  </a:cubicBezTo>
                  <a:cubicBezTo>
                    <a:pt x="161" y="103"/>
                    <a:pt x="156" y="101"/>
                    <a:pt x="153" y="95"/>
                  </a:cubicBezTo>
                  <a:cubicBezTo>
                    <a:pt x="150" y="89"/>
                    <a:pt x="146" y="89"/>
                    <a:pt x="146" y="89"/>
                  </a:cubicBezTo>
                  <a:cubicBezTo>
                    <a:pt x="145" y="87"/>
                    <a:pt x="144" y="83"/>
                    <a:pt x="144" y="81"/>
                  </a:cubicBezTo>
                  <a:cubicBezTo>
                    <a:pt x="150" y="73"/>
                    <a:pt x="151" y="65"/>
                    <a:pt x="151" y="65"/>
                  </a:cubicBezTo>
                  <a:cubicBezTo>
                    <a:pt x="156" y="63"/>
                    <a:pt x="158" y="54"/>
                    <a:pt x="157" y="51"/>
                  </a:cubicBezTo>
                  <a:cubicBezTo>
                    <a:pt x="157" y="47"/>
                    <a:pt x="155" y="47"/>
                    <a:pt x="155" y="47"/>
                  </a:cubicBezTo>
                  <a:cubicBezTo>
                    <a:pt x="155" y="47"/>
                    <a:pt x="158" y="28"/>
                    <a:pt x="151" y="16"/>
                  </a:cubicBezTo>
                  <a:cubicBezTo>
                    <a:pt x="143" y="4"/>
                    <a:pt x="131" y="3"/>
                    <a:pt x="131" y="3"/>
                  </a:cubicBezTo>
                  <a:cubicBezTo>
                    <a:pt x="124" y="2"/>
                    <a:pt x="124" y="2"/>
                    <a:pt x="124" y="2"/>
                  </a:cubicBezTo>
                  <a:cubicBezTo>
                    <a:pt x="124" y="2"/>
                    <a:pt x="117" y="1"/>
                    <a:pt x="115" y="0"/>
                  </a:cubicBezTo>
                  <a:cubicBezTo>
                    <a:pt x="115" y="0"/>
                    <a:pt x="115" y="2"/>
                    <a:pt x="116" y="3"/>
                  </a:cubicBezTo>
                  <a:cubicBezTo>
                    <a:pt x="116" y="3"/>
                    <a:pt x="104" y="4"/>
                    <a:pt x="97" y="16"/>
                  </a:cubicBezTo>
                  <a:cubicBezTo>
                    <a:pt x="90" y="28"/>
                    <a:pt x="93" y="47"/>
                    <a:pt x="93" y="47"/>
                  </a:cubicBezTo>
                  <a:cubicBezTo>
                    <a:pt x="93" y="47"/>
                    <a:pt x="91" y="47"/>
                    <a:pt x="90" y="51"/>
                  </a:cubicBezTo>
                  <a:cubicBezTo>
                    <a:pt x="90" y="54"/>
                    <a:pt x="92" y="63"/>
                    <a:pt x="97" y="65"/>
                  </a:cubicBezTo>
                  <a:cubicBezTo>
                    <a:pt x="97" y="65"/>
                    <a:pt x="98" y="73"/>
                    <a:pt x="104" y="81"/>
                  </a:cubicBezTo>
                  <a:cubicBezTo>
                    <a:pt x="103" y="83"/>
                    <a:pt x="103" y="87"/>
                    <a:pt x="102" y="89"/>
                  </a:cubicBezTo>
                  <a:cubicBezTo>
                    <a:pt x="102" y="89"/>
                    <a:pt x="98" y="89"/>
                    <a:pt x="95" y="95"/>
                  </a:cubicBezTo>
                  <a:cubicBezTo>
                    <a:pt x="91" y="101"/>
                    <a:pt x="87" y="103"/>
                    <a:pt x="73" y="107"/>
                  </a:cubicBezTo>
                  <a:cubicBezTo>
                    <a:pt x="69" y="108"/>
                    <a:pt x="52" y="108"/>
                    <a:pt x="45" y="124"/>
                  </a:cubicBezTo>
                  <a:cubicBezTo>
                    <a:pt x="42" y="133"/>
                    <a:pt x="40" y="152"/>
                    <a:pt x="40" y="169"/>
                  </a:cubicBezTo>
                  <a:cubicBezTo>
                    <a:pt x="40" y="170"/>
                    <a:pt x="40" y="171"/>
                    <a:pt x="40" y="172"/>
                  </a:cubicBezTo>
                  <a:cubicBezTo>
                    <a:pt x="40" y="172"/>
                    <a:pt x="40" y="172"/>
                    <a:pt x="40" y="172"/>
                  </a:cubicBezTo>
                  <a:cubicBezTo>
                    <a:pt x="56" y="182"/>
                    <a:pt x="83" y="194"/>
                    <a:pt x="124" y="194"/>
                  </a:cubicBezTo>
                  <a:cubicBezTo>
                    <a:pt x="165" y="194"/>
                    <a:pt x="192" y="182"/>
                    <a:pt x="208" y="172"/>
                  </a:cubicBezTo>
                  <a:cubicBezTo>
                    <a:pt x="208" y="172"/>
                    <a:pt x="208" y="172"/>
                    <a:pt x="208" y="172"/>
                  </a:cubicBezTo>
                  <a:cubicBezTo>
                    <a:pt x="208" y="171"/>
                    <a:pt x="208" y="170"/>
                    <a:pt x="208" y="169"/>
                  </a:cubicBezTo>
                  <a:cubicBezTo>
                    <a:pt x="207" y="152"/>
                    <a:pt x="206" y="133"/>
                    <a:pt x="203" y="124"/>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fade">
                                      <p:cBhvr>
                                        <p:cTn id="7" dur="500"/>
                                        <p:tgtEl>
                                          <p:spTgt spid="148"/>
                                        </p:tgtEl>
                                      </p:cBhvr>
                                    </p:animEffect>
                                  </p:childTnLst>
                                </p:cTn>
                              </p:par>
                              <p:par>
                                <p:cTn id="8" presetID="63" presetClass="path" presetSubtype="0" accel="50000" decel="50000" fill="hold" nodeType="withEffect">
                                  <p:stCondLst>
                                    <p:cond delay="0"/>
                                  </p:stCondLst>
                                  <p:childTnLst>
                                    <p:animMotion origin="layout" path="M -0.075 2.45527E-6 L -2.5E-6 2.45527E-6 " pathEditMode="relative" rAng="0" ptsTypes="AA">
                                      <p:cBhvr>
                                        <p:cTn id="9" dur="700" fill="hold"/>
                                        <p:tgtEl>
                                          <p:spTgt spid="148"/>
                                        </p:tgtEl>
                                        <p:attrNameLst>
                                          <p:attrName>ppt_x</p:attrName>
                                          <p:attrName>ppt_y</p:attrName>
                                        </p:attrNameLst>
                                      </p:cBhvr>
                                      <p:rCtr x="38" y="0"/>
                                    </p:animMotion>
                                  </p:childTnLst>
                                </p:cTn>
                              </p:par>
                            </p:childTnLst>
                          </p:cTn>
                        </p:par>
                        <p:par>
                          <p:cTn id="10" fill="hold">
                            <p:stCondLst>
                              <p:cond delay="700"/>
                            </p:stCondLst>
                            <p:childTnLst>
                              <p:par>
                                <p:cTn id="11" presetID="10" presetClass="entr" presetSubtype="0" fill="hold" nodeType="afterEffect">
                                  <p:stCondLst>
                                    <p:cond delay="0"/>
                                  </p:stCondLst>
                                  <p:childTnLst>
                                    <p:set>
                                      <p:cBhvr>
                                        <p:cTn id="12" dur="1" fill="hold">
                                          <p:stCondLst>
                                            <p:cond delay="0"/>
                                          </p:stCondLst>
                                        </p:cTn>
                                        <p:tgtEl>
                                          <p:spTgt spid="136"/>
                                        </p:tgtEl>
                                        <p:attrNameLst>
                                          <p:attrName>style.visibility</p:attrName>
                                        </p:attrNameLst>
                                      </p:cBhvr>
                                      <p:to>
                                        <p:strVal val="visible"/>
                                      </p:to>
                                    </p:set>
                                    <p:animEffect transition="in" filter="fade">
                                      <p:cBhvr>
                                        <p:cTn id="13" dur="500"/>
                                        <p:tgtEl>
                                          <p:spTgt spid="136"/>
                                        </p:tgtEl>
                                      </p:cBhvr>
                                    </p:animEffect>
                                  </p:childTnLst>
                                </p:cTn>
                              </p:par>
                              <p:par>
                                <p:cTn id="14" presetID="63" presetClass="path" presetSubtype="0" accel="50000" decel="50000" fill="hold" nodeType="withEffect">
                                  <p:stCondLst>
                                    <p:cond delay="0"/>
                                  </p:stCondLst>
                                  <p:childTnLst>
                                    <p:animMotion origin="layout" path="M -0.07361 2.45527E-6 L 8.33333E-7 2.45527E-6 " pathEditMode="relative" rAng="0" ptsTypes="AA">
                                      <p:cBhvr>
                                        <p:cTn id="15" dur="700" fill="hold"/>
                                        <p:tgtEl>
                                          <p:spTgt spid="136"/>
                                        </p:tgtEl>
                                        <p:attrNameLst>
                                          <p:attrName>ppt_x</p:attrName>
                                          <p:attrName>ppt_y</p:attrName>
                                        </p:attrNameLst>
                                      </p:cBhvr>
                                      <p:rCtr x="37" y="0"/>
                                    </p:animMotion>
                                  </p:childTnLst>
                                </p:cTn>
                              </p:par>
                            </p:childTnLst>
                          </p:cTn>
                        </p:par>
                        <p:par>
                          <p:cTn id="16" fill="hold">
                            <p:stCondLst>
                              <p:cond delay="1400"/>
                            </p:stCondLst>
                            <p:childTnLst>
                              <p:par>
                                <p:cTn id="17" presetID="10" presetClass="entr" presetSubtype="0" fill="hold" nodeType="afterEffect">
                                  <p:stCondLst>
                                    <p:cond delay="0"/>
                                  </p:stCondLst>
                                  <p:childTnLst>
                                    <p:set>
                                      <p:cBhvr>
                                        <p:cTn id="18" dur="1" fill="hold">
                                          <p:stCondLst>
                                            <p:cond delay="0"/>
                                          </p:stCondLst>
                                        </p:cTn>
                                        <p:tgtEl>
                                          <p:spTgt spid="125"/>
                                        </p:tgtEl>
                                        <p:attrNameLst>
                                          <p:attrName>style.visibility</p:attrName>
                                        </p:attrNameLst>
                                      </p:cBhvr>
                                      <p:to>
                                        <p:strVal val="visible"/>
                                      </p:to>
                                    </p:set>
                                    <p:animEffect transition="in" filter="fade">
                                      <p:cBhvr>
                                        <p:cTn id="19" dur="500"/>
                                        <p:tgtEl>
                                          <p:spTgt spid="125"/>
                                        </p:tgtEl>
                                      </p:cBhvr>
                                    </p:animEffect>
                                  </p:childTnLst>
                                </p:cTn>
                              </p:par>
                              <p:par>
                                <p:cTn id="20" presetID="63" presetClass="path" presetSubtype="0" accel="50000" decel="50000" fill="hold" nodeType="withEffect">
                                  <p:stCondLst>
                                    <p:cond delay="0"/>
                                  </p:stCondLst>
                                  <p:childTnLst>
                                    <p:animMotion origin="layout" path="M -0.075 2.45527E-6 L 4.16667E-6 2.45527E-6 " pathEditMode="relative" rAng="0" ptsTypes="AA">
                                      <p:cBhvr>
                                        <p:cTn id="21" dur="700" fill="hold"/>
                                        <p:tgtEl>
                                          <p:spTgt spid="125"/>
                                        </p:tgtEl>
                                        <p:attrNameLst>
                                          <p:attrName>ppt_x</p:attrName>
                                          <p:attrName>ppt_y</p:attrName>
                                        </p:attrNameLst>
                                      </p:cBhvr>
                                      <p:rCtr x="38" y="0"/>
                                    </p:animMotion>
                                  </p:childTnLst>
                                </p:cTn>
                              </p:par>
                            </p:childTnLst>
                          </p:cTn>
                        </p:par>
                        <p:par>
                          <p:cTn id="22" fill="hold">
                            <p:stCondLst>
                              <p:cond delay="2100"/>
                            </p:stCondLst>
                            <p:childTnLst>
                              <p:par>
                                <p:cTn id="23" presetID="10" presetClass="entr" presetSubtype="0" fill="hold" nodeType="afterEffect">
                                  <p:stCondLst>
                                    <p:cond delay="0"/>
                                  </p:stCondLst>
                                  <p:childTnLst>
                                    <p:set>
                                      <p:cBhvr>
                                        <p:cTn id="24" dur="1" fill="hold">
                                          <p:stCondLst>
                                            <p:cond delay="0"/>
                                          </p:stCondLst>
                                        </p:cTn>
                                        <p:tgtEl>
                                          <p:spTgt spid="100"/>
                                        </p:tgtEl>
                                        <p:attrNameLst>
                                          <p:attrName>style.visibility</p:attrName>
                                        </p:attrNameLst>
                                      </p:cBhvr>
                                      <p:to>
                                        <p:strVal val="visible"/>
                                      </p:to>
                                    </p:set>
                                    <p:animEffect transition="in" filter="fade">
                                      <p:cBhvr>
                                        <p:cTn id="25" dur="500"/>
                                        <p:tgtEl>
                                          <p:spTgt spid="100"/>
                                        </p:tgtEl>
                                      </p:cBhvr>
                                    </p:animEffect>
                                  </p:childTnLst>
                                </p:cTn>
                              </p:par>
                              <p:par>
                                <p:cTn id="26" presetID="63" presetClass="path" presetSubtype="0" accel="50000" decel="50000" fill="hold" nodeType="withEffect">
                                  <p:stCondLst>
                                    <p:cond delay="0"/>
                                  </p:stCondLst>
                                  <p:childTnLst>
                                    <p:animMotion origin="layout" path="M -0.07656 -2.65596E-7 L -2.5E-6 -2.65596E-7 " pathEditMode="relative" rAng="0" ptsTypes="AA">
                                      <p:cBhvr>
                                        <p:cTn id="27" dur="700" fill="hold"/>
                                        <p:tgtEl>
                                          <p:spTgt spid="100"/>
                                        </p:tgtEl>
                                        <p:attrNameLst>
                                          <p:attrName>ppt_x</p:attrName>
                                          <p:attrName>ppt_y</p:attrName>
                                        </p:attrNameLst>
                                      </p:cBhvr>
                                      <p:rCtr x="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Diagram</a:t>
            </a:r>
          </a:p>
        </p:txBody>
      </p:sp>
      <p:grpSp>
        <p:nvGrpSpPr>
          <p:cNvPr id="51" name="그룹 50"/>
          <p:cNvGrpSpPr/>
          <p:nvPr/>
        </p:nvGrpSpPr>
        <p:grpSpPr>
          <a:xfrm>
            <a:off x="3508375" y="2552466"/>
            <a:ext cx="1249407" cy="1247184"/>
            <a:chOff x="5708365" y="2124043"/>
            <a:chExt cx="1249407" cy="1247184"/>
          </a:xfrm>
        </p:grpSpPr>
        <p:sp>
          <p:nvSpPr>
            <p:cNvPr id="5" name="Freeform 6"/>
            <p:cNvSpPr>
              <a:spLocks/>
            </p:cNvSpPr>
            <p:nvPr/>
          </p:nvSpPr>
          <p:spPr bwMode="auto">
            <a:xfrm rot="18900000">
              <a:off x="5708365" y="2124043"/>
              <a:ext cx="1249407" cy="1247184"/>
            </a:xfrm>
            <a:custGeom>
              <a:avLst/>
              <a:gdLst>
                <a:gd name="T0" fmla="*/ 720 w 721"/>
                <a:gd name="T1" fmla="*/ 356 h 720"/>
                <a:gd name="T2" fmla="*/ 721 w 721"/>
                <a:gd name="T3" fmla="*/ 542 h 720"/>
                <a:gd name="T4" fmla="*/ 535 w 721"/>
                <a:gd name="T5" fmla="*/ 542 h 720"/>
                <a:gd name="T6" fmla="*/ 526 w 721"/>
                <a:gd name="T7" fmla="*/ 543 h 720"/>
                <a:gd name="T8" fmla="*/ 506 w 721"/>
                <a:gd name="T9" fmla="*/ 603 h 720"/>
                <a:gd name="T10" fmla="*/ 522 w 721"/>
                <a:gd name="T11" fmla="*/ 643 h 720"/>
                <a:gd name="T12" fmla="*/ 445 w 721"/>
                <a:gd name="T13" fmla="*/ 720 h 720"/>
                <a:gd name="T14" fmla="*/ 369 w 721"/>
                <a:gd name="T15" fmla="*/ 643 h 720"/>
                <a:gd name="T16" fmla="*/ 385 w 721"/>
                <a:gd name="T17" fmla="*/ 603 h 720"/>
                <a:gd name="T18" fmla="*/ 365 w 721"/>
                <a:gd name="T19" fmla="*/ 543 h 720"/>
                <a:gd name="T20" fmla="*/ 356 w 721"/>
                <a:gd name="T21" fmla="*/ 542 h 720"/>
                <a:gd name="T22" fmla="*/ 179 w 721"/>
                <a:gd name="T23" fmla="*/ 542 h 720"/>
                <a:gd name="T24" fmla="*/ 179 w 721"/>
                <a:gd name="T25" fmla="*/ 356 h 720"/>
                <a:gd name="T26" fmla="*/ 177 w 721"/>
                <a:gd name="T27" fmla="*/ 346 h 720"/>
                <a:gd name="T28" fmla="*/ 143 w 721"/>
                <a:gd name="T29" fmla="*/ 296 h 720"/>
                <a:gd name="T30" fmla="*/ 110 w 721"/>
                <a:gd name="T31" fmla="*/ 314 h 720"/>
                <a:gd name="T32" fmla="*/ 104 w 721"/>
                <a:gd name="T33" fmla="*/ 321 h 720"/>
                <a:gd name="T34" fmla="*/ 69 w 721"/>
                <a:gd name="T35" fmla="*/ 335 h 720"/>
                <a:gd name="T36" fmla="*/ 68 w 721"/>
                <a:gd name="T37" fmla="*/ 335 h 720"/>
                <a:gd name="T38" fmla="*/ 0 w 721"/>
                <a:gd name="T39" fmla="*/ 267 h 720"/>
                <a:gd name="T40" fmla="*/ 68 w 721"/>
                <a:gd name="T41" fmla="*/ 198 h 720"/>
                <a:gd name="T42" fmla="*/ 69 w 721"/>
                <a:gd name="T43" fmla="*/ 198 h 720"/>
                <a:gd name="T44" fmla="*/ 82 w 721"/>
                <a:gd name="T45" fmla="*/ 200 h 720"/>
                <a:gd name="T46" fmla="*/ 104 w 721"/>
                <a:gd name="T47" fmla="*/ 213 h 720"/>
                <a:gd name="T48" fmla="*/ 110 w 721"/>
                <a:gd name="T49" fmla="*/ 219 h 720"/>
                <a:gd name="T50" fmla="*/ 143 w 721"/>
                <a:gd name="T51" fmla="*/ 238 h 720"/>
                <a:gd name="T52" fmla="*/ 177 w 721"/>
                <a:gd name="T53" fmla="*/ 188 h 720"/>
                <a:gd name="T54" fmla="*/ 179 w 721"/>
                <a:gd name="T55" fmla="*/ 177 h 720"/>
                <a:gd name="T56" fmla="*/ 179 w 721"/>
                <a:gd name="T57" fmla="*/ 0 h 720"/>
                <a:gd name="T58" fmla="*/ 179 w 721"/>
                <a:gd name="T59" fmla="*/ 0 h 720"/>
                <a:gd name="T60" fmla="*/ 179 w 721"/>
                <a:gd name="T61" fmla="*/ 0 h 720"/>
                <a:gd name="T62" fmla="*/ 356 w 721"/>
                <a:gd name="T63" fmla="*/ 0 h 720"/>
                <a:gd name="T64" fmla="*/ 363 w 721"/>
                <a:gd name="T65" fmla="*/ 1 h 720"/>
                <a:gd name="T66" fmla="*/ 400 w 721"/>
                <a:gd name="T67" fmla="*/ 18 h 720"/>
                <a:gd name="T68" fmla="*/ 386 w 721"/>
                <a:gd name="T69" fmla="*/ 40 h 720"/>
                <a:gd name="T70" fmla="*/ 379 w 721"/>
                <a:gd name="T71" fmla="*/ 47 h 720"/>
                <a:gd name="T72" fmla="*/ 360 w 721"/>
                <a:gd name="T73" fmla="*/ 93 h 720"/>
                <a:gd name="T74" fmla="*/ 445 w 721"/>
                <a:gd name="T75" fmla="*/ 178 h 720"/>
                <a:gd name="T76" fmla="*/ 530 w 721"/>
                <a:gd name="T77" fmla="*/ 93 h 720"/>
                <a:gd name="T78" fmla="*/ 512 w 721"/>
                <a:gd name="T79" fmla="*/ 47 h 720"/>
                <a:gd name="T80" fmla="*/ 505 w 721"/>
                <a:gd name="T81" fmla="*/ 40 h 720"/>
                <a:gd name="T82" fmla="*/ 491 w 721"/>
                <a:gd name="T83" fmla="*/ 18 h 720"/>
                <a:gd name="T84" fmla="*/ 528 w 721"/>
                <a:gd name="T85" fmla="*/ 1 h 720"/>
                <a:gd name="T86" fmla="*/ 535 w 721"/>
                <a:gd name="T87" fmla="*/ 0 h 720"/>
                <a:gd name="T88" fmla="*/ 721 w 721"/>
                <a:gd name="T89" fmla="*/ 0 h 720"/>
                <a:gd name="T90" fmla="*/ 720 w 721"/>
                <a:gd name="T91" fmla="*/ 177 h 720"/>
                <a:gd name="T92" fmla="*/ 719 w 721"/>
                <a:gd name="T93" fmla="*/ 186 h 720"/>
                <a:gd name="T94" fmla="*/ 693 w 721"/>
                <a:gd name="T95" fmla="*/ 229 h 720"/>
                <a:gd name="T96" fmla="*/ 659 w 721"/>
                <a:gd name="T97" fmla="*/ 206 h 720"/>
                <a:gd name="T98" fmla="*/ 620 w 721"/>
                <a:gd name="T99" fmla="*/ 190 h 720"/>
                <a:gd name="T100" fmla="*/ 619 w 721"/>
                <a:gd name="T101" fmla="*/ 190 h 720"/>
                <a:gd name="T102" fmla="*/ 542 w 721"/>
                <a:gd name="T103" fmla="*/ 267 h 720"/>
                <a:gd name="T104" fmla="*/ 619 w 721"/>
                <a:gd name="T105" fmla="*/ 343 h 720"/>
                <a:gd name="T106" fmla="*/ 620 w 721"/>
                <a:gd name="T107" fmla="*/ 343 h 720"/>
                <a:gd name="T108" fmla="*/ 659 w 721"/>
                <a:gd name="T109" fmla="*/ 327 h 720"/>
                <a:gd name="T110" fmla="*/ 693 w 721"/>
                <a:gd name="T111" fmla="*/ 304 h 720"/>
                <a:gd name="T112" fmla="*/ 719 w 721"/>
                <a:gd name="T113" fmla="*/ 348 h 720"/>
                <a:gd name="T114" fmla="*/ 720 w 721"/>
                <a:gd name="T115" fmla="*/ 356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1" h="720">
                  <a:moveTo>
                    <a:pt x="720" y="356"/>
                  </a:moveTo>
                  <a:cubicBezTo>
                    <a:pt x="721" y="542"/>
                    <a:pt x="721" y="542"/>
                    <a:pt x="721" y="542"/>
                  </a:cubicBezTo>
                  <a:cubicBezTo>
                    <a:pt x="535" y="542"/>
                    <a:pt x="535" y="542"/>
                    <a:pt x="535" y="542"/>
                  </a:cubicBezTo>
                  <a:cubicBezTo>
                    <a:pt x="532" y="542"/>
                    <a:pt x="529" y="542"/>
                    <a:pt x="526" y="543"/>
                  </a:cubicBezTo>
                  <a:cubicBezTo>
                    <a:pt x="455" y="559"/>
                    <a:pt x="489" y="583"/>
                    <a:pt x="506" y="603"/>
                  </a:cubicBezTo>
                  <a:cubicBezTo>
                    <a:pt x="523" y="623"/>
                    <a:pt x="522" y="643"/>
                    <a:pt x="522" y="643"/>
                  </a:cubicBezTo>
                  <a:cubicBezTo>
                    <a:pt x="522" y="686"/>
                    <a:pt x="488" y="720"/>
                    <a:pt x="445" y="720"/>
                  </a:cubicBezTo>
                  <a:cubicBezTo>
                    <a:pt x="403" y="720"/>
                    <a:pt x="369" y="686"/>
                    <a:pt x="369" y="643"/>
                  </a:cubicBezTo>
                  <a:cubicBezTo>
                    <a:pt x="369" y="643"/>
                    <a:pt x="368" y="623"/>
                    <a:pt x="385" y="603"/>
                  </a:cubicBezTo>
                  <a:cubicBezTo>
                    <a:pt x="402" y="583"/>
                    <a:pt x="436" y="559"/>
                    <a:pt x="365" y="543"/>
                  </a:cubicBezTo>
                  <a:cubicBezTo>
                    <a:pt x="362" y="542"/>
                    <a:pt x="359" y="542"/>
                    <a:pt x="356" y="542"/>
                  </a:cubicBezTo>
                  <a:cubicBezTo>
                    <a:pt x="179" y="542"/>
                    <a:pt x="179" y="542"/>
                    <a:pt x="179" y="542"/>
                  </a:cubicBezTo>
                  <a:cubicBezTo>
                    <a:pt x="179" y="356"/>
                    <a:pt x="179" y="356"/>
                    <a:pt x="179" y="356"/>
                  </a:cubicBezTo>
                  <a:cubicBezTo>
                    <a:pt x="179" y="353"/>
                    <a:pt x="178" y="349"/>
                    <a:pt x="177" y="346"/>
                  </a:cubicBezTo>
                  <a:cubicBezTo>
                    <a:pt x="172" y="322"/>
                    <a:pt x="163" y="296"/>
                    <a:pt x="143" y="296"/>
                  </a:cubicBezTo>
                  <a:cubicBezTo>
                    <a:pt x="131" y="296"/>
                    <a:pt x="120" y="305"/>
                    <a:pt x="110" y="314"/>
                  </a:cubicBezTo>
                  <a:cubicBezTo>
                    <a:pt x="108" y="317"/>
                    <a:pt x="106" y="319"/>
                    <a:pt x="104" y="321"/>
                  </a:cubicBezTo>
                  <a:cubicBezTo>
                    <a:pt x="88" y="334"/>
                    <a:pt x="72" y="335"/>
                    <a:pt x="69" y="335"/>
                  </a:cubicBezTo>
                  <a:cubicBezTo>
                    <a:pt x="68" y="335"/>
                    <a:pt x="68" y="335"/>
                    <a:pt x="68" y="335"/>
                  </a:cubicBezTo>
                  <a:cubicBezTo>
                    <a:pt x="31" y="335"/>
                    <a:pt x="0" y="304"/>
                    <a:pt x="0" y="267"/>
                  </a:cubicBezTo>
                  <a:cubicBezTo>
                    <a:pt x="0" y="229"/>
                    <a:pt x="31" y="198"/>
                    <a:pt x="68" y="198"/>
                  </a:cubicBezTo>
                  <a:cubicBezTo>
                    <a:pt x="69" y="198"/>
                    <a:pt x="69" y="198"/>
                    <a:pt x="69" y="198"/>
                  </a:cubicBezTo>
                  <a:cubicBezTo>
                    <a:pt x="71" y="198"/>
                    <a:pt x="75" y="199"/>
                    <a:pt x="82" y="200"/>
                  </a:cubicBezTo>
                  <a:cubicBezTo>
                    <a:pt x="88" y="202"/>
                    <a:pt x="96" y="206"/>
                    <a:pt x="104" y="213"/>
                  </a:cubicBezTo>
                  <a:cubicBezTo>
                    <a:pt x="106" y="215"/>
                    <a:pt x="108" y="217"/>
                    <a:pt x="110" y="219"/>
                  </a:cubicBezTo>
                  <a:cubicBezTo>
                    <a:pt x="120" y="228"/>
                    <a:pt x="131" y="238"/>
                    <a:pt x="143" y="238"/>
                  </a:cubicBezTo>
                  <a:cubicBezTo>
                    <a:pt x="163" y="238"/>
                    <a:pt x="172" y="211"/>
                    <a:pt x="177" y="188"/>
                  </a:cubicBezTo>
                  <a:cubicBezTo>
                    <a:pt x="178" y="184"/>
                    <a:pt x="179" y="181"/>
                    <a:pt x="179" y="177"/>
                  </a:cubicBezTo>
                  <a:cubicBezTo>
                    <a:pt x="179" y="0"/>
                    <a:pt x="179" y="0"/>
                    <a:pt x="179" y="0"/>
                  </a:cubicBezTo>
                  <a:cubicBezTo>
                    <a:pt x="179" y="0"/>
                    <a:pt x="179" y="0"/>
                    <a:pt x="179" y="0"/>
                  </a:cubicBezTo>
                  <a:cubicBezTo>
                    <a:pt x="179" y="0"/>
                    <a:pt x="179" y="0"/>
                    <a:pt x="179" y="0"/>
                  </a:cubicBezTo>
                  <a:cubicBezTo>
                    <a:pt x="356" y="0"/>
                    <a:pt x="356" y="0"/>
                    <a:pt x="356" y="0"/>
                  </a:cubicBezTo>
                  <a:cubicBezTo>
                    <a:pt x="358" y="0"/>
                    <a:pt x="360" y="0"/>
                    <a:pt x="363" y="1"/>
                  </a:cubicBezTo>
                  <a:cubicBezTo>
                    <a:pt x="394" y="8"/>
                    <a:pt x="399" y="16"/>
                    <a:pt x="400" y="18"/>
                  </a:cubicBezTo>
                  <a:cubicBezTo>
                    <a:pt x="401" y="23"/>
                    <a:pt x="392" y="33"/>
                    <a:pt x="386" y="40"/>
                  </a:cubicBezTo>
                  <a:cubicBezTo>
                    <a:pt x="383" y="42"/>
                    <a:pt x="381" y="45"/>
                    <a:pt x="379" y="47"/>
                  </a:cubicBezTo>
                  <a:cubicBezTo>
                    <a:pt x="360" y="69"/>
                    <a:pt x="360" y="90"/>
                    <a:pt x="360" y="93"/>
                  </a:cubicBezTo>
                  <a:cubicBezTo>
                    <a:pt x="360" y="140"/>
                    <a:pt x="399" y="178"/>
                    <a:pt x="445" y="178"/>
                  </a:cubicBezTo>
                  <a:cubicBezTo>
                    <a:pt x="492" y="178"/>
                    <a:pt x="530" y="140"/>
                    <a:pt x="530" y="93"/>
                  </a:cubicBezTo>
                  <a:cubicBezTo>
                    <a:pt x="530" y="90"/>
                    <a:pt x="531" y="68"/>
                    <a:pt x="512" y="47"/>
                  </a:cubicBezTo>
                  <a:cubicBezTo>
                    <a:pt x="510" y="45"/>
                    <a:pt x="508" y="42"/>
                    <a:pt x="505" y="40"/>
                  </a:cubicBezTo>
                  <a:cubicBezTo>
                    <a:pt x="499" y="33"/>
                    <a:pt x="490" y="23"/>
                    <a:pt x="491" y="18"/>
                  </a:cubicBezTo>
                  <a:cubicBezTo>
                    <a:pt x="492" y="16"/>
                    <a:pt x="497" y="8"/>
                    <a:pt x="528" y="1"/>
                  </a:cubicBezTo>
                  <a:cubicBezTo>
                    <a:pt x="530" y="0"/>
                    <a:pt x="533" y="0"/>
                    <a:pt x="535" y="0"/>
                  </a:cubicBezTo>
                  <a:cubicBezTo>
                    <a:pt x="721" y="0"/>
                    <a:pt x="721" y="0"/>
                    <a:pt x="721" y="0"/>
                  </a:cubicBezTo>
                  <a:cubicBezTo>
                    <a:pt x="720" y="177"/>
                    <a:pt x="720" y="177"/>
                    <a:pt x="720" y="177"/>
                  </a:cubicBezTo>
                  <a:cubicBezTo>
                    <a:pt x="720" y="180"/>
                    <a:pt x="720" y="183"/>
                    <a:pt x="719" y="186"/>
                  </a:cubicBezTo>
                  <a:cubicBezTo>
                    <a:pt x="712" y="219"/>
                    <a:pt x="703" y="229"/>
                    <a:pt x="693" y="229"/>
                  </a:cubicBezTo>
                  <a:cubicBezTo>
                    <a:pt x="682" y="229"/>
                    <a:pt x="670" y="215"/>
                    <a:pt x="659" y="206"/>
                  </a:cubicBezTo>
                  <a:cubicBezTo>
                    <a:pt x="642" y="191"/>
                    <a:pt x="624" y="190"/>
                    <a:pt x="620" y="190"/>
                  </a:cubicBezTo>
                  <a:cubicBezTo>
                    <a:pt x="619" y="190"/>
                    <a:pt x="619" y="190"/>
                    <a:pt x="619" y="190"/>
                  </a:cubicBezTo>
                  <a:cubicBezTo>
                    <a:pt x="576" y="190"/>
                    <a:pt x="542" y="224"/>
                    <a:pt x="542" y="267"/>
                  </a:cubicBezTo>
                  <a:cubicBezTo>
                    <a:pt x="542" y="309"/>
                    <a:pt x="576" y="343"/>
                    <a:pt x="619" y="343"/>
                  </a:cubicBezTo>
                  <a:cubicBezTo>
                    <a:pt x="619" y="343"/>
                    <a:pt x="619" y="343"/>
                    <a:pt x="620" y="343"/>
                  </a:cubicBezTo>
                  <a:cubicBezTo>
                    <a:pt x="623" y="343"/>
                    <a:pt x="641" y="342"/>
                    <a:pt x="659" y="327"/>
                  </a:cubicBezTo>
                  <a:cubicBezTo>
                    <a:pt x="670" y="318"/>
                    <a:pt x="682" y="304"/>
                    <a:pt x="693" y="304"/>
                  </a:cubicBezTo>
                  <a:cubicBezTo>
                    <a:pt x="703" y="304"/>
                    <a:pt x="712" y="314"/>
                    <a:pt x="719" y="348"/>
                  </a:cubicBezTo>
                  <a:cubicBezTo>
                    <a:pt x="720" y="350"/>
                    <a:pt x="720" y="353"/>
                    <a:pt x="720" y="35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2" name="TextBox 11"/>
            <p:cNvSpPr txBox="1">
              <a:spLocks/>
            </p:cNvSpPr>
            <p:nvPr/>
          </p:nvSpPr>
          <p:spPr>
            <a:xfrm>
              <a:off x="5816154" y="2536307"/>
              <a:ext cx="1034530" cy="380216"/>
            </a:xfrm>
            <a:prstGeom prst="rect">
              <a:avLst/>
            </a:prstGeom>
            <a:noFill/>
          </p:spPr>
          <p:txBody>
            <a:bodyPr wrap="square" lIns="0" tIns="0" rIns="0" bIns="0" rtlCol="0">
              <a:noAutofit/>
            </a:bodyPr>
            <a:lstStyle/>
            <a:p>
              <a:pPr lvl="0" algn="ctr"/>
              <a:r>
                <a:rPr lang="en-US" altLang="ko-KR" sz="1000" b="1" dirty="0">
                  <a:gradFill>
                    <a:gsLst>
                      <a:gs pos="0">
                        <a:schemeClr val="bg2"/>
                      </a:gs>
                      <a:gs pos="100000">
                        <a:schemeClr val="bg2"/>
                      </a:gs>
                    </a:gsLst>
                    <a:lin ang="5400000" scaled="0"/>
                  </a:gradFill>
                  <a:latin typeface="Roboto Condensed Regular"/>
                </a:rPr>
                <a:t>Contents </a:t>
              </a:r>
            </a:p>
            <a:p>
              <a:pPr lvl="0" algn="ctr"/>
              <a:r>
                <a:rPr lang="en-US" altLang="ko-KR" sz="1000" b="1" dirty="0">
                  <a:gradFill>
                    <a:gsLst>
                      <a:gs pos="0">
                        <a:schemeClr val="bg2"/>
                      </a:gs>
                      <a:gs pos="100000">
                        <a:schemeClr val="bg2"/>
                      </a:gs>
                    </a:gsLst>
                    <a:lin ang="5400000" scaled="0"/>
                  </a:gradFill>
                  <a:latin typeface="Roboto Condensed Regular"/>
                </a:rPr>
                <a:t>Text Here</a:t>
              </a:r>
              <a:endParaRPr lang="ko-KR" altLang="en-US" sz="1000" b="1" dirty="0">
                <a:gradFill>
                  <a:gsLst>
                    <a:gs pos="0">
                      <a:schemeClr val="bg2"/>
                    </a:gs>
                    <a:gs pos="100000">
                      <a:schemeClr val="bg2"/>
                    </a:gs>
                  </a:gsLst>
                  <a:lin ang="5400000" scaled="0"/>
                </a:gradFill>
                <a:latin typeface="Roboto Condensed Regular"/>
              </a:endParaRPr>
            </a:p>
          </p:txBody>
        </p:sp>
      </p:grpSp>
      <p:grpSp>
        <p:nvGrpSpPr>
          <p:cNvPr id="52" name="그룹 51"/>
          <p:cNvGrpSpPr/>
          <p:nvPr/>
        </p:nvGrpSpPr>
        <p:grpSpPr>
          <a:xfrm>
            <a:off x="2607154" y="3019351"/>
            <a:ext cx="1247184" cy="1247184"/>
            <a:chOff x="4807148" y="2590928"/>
            <a:chExt cx="1247184" cy="1247184"/>
          </a:xfrm>
        </p:grpSpPr>
        <p:sp>
          <p:nvSpPr>
            <p:cNvPr id="4" name="Freeform 5"/>
            <p:cNvSpPr>
              <a:spLocks/>
            </p:cNvSpPr>
            <p:nvPr/>
          </p:nvSpPr>
          <p:spPr bwMode="auto">
            <a:xfrm rot="18900000">
              <a:off x="4807148" y="2590928"/>
              <a:ext cx="1247184" cy="1247184"/>
            </a:xfrm>
            <a:custGeom>
              <a:avLst/>
              <a:gdLst>
                <a:gd name="T0" fmla="*/ 720 w 720"/>
                <a:gd name="T1" fmla="*/ 534 h 720"/>
                <a:gd name="T2" fmla="*/ 720 w 720"/>
                <a:gd name="T3" fmla="*/ 720 h 720"/>
                <a:gd name="T4" fmla="*/ 720 w 720"/>
                <a:gd name="T5" fmla="*/ 720 h 720"/>
                <a:gd name="T6" fmla="*/ 543 w 720"/>
                <a:gd name="T7" fmla="*/ 720 h 720"/>
                <a:gd name="T8" fmla="*/ 534 w 720"/>
                <a:gd name="T9" fmla="*/ 719 h 720"/>
                <a:gd name="T10" fmla="*/ 513 w 720"/>
                <a:gd name="T11" fmla="*/ 659 h 720"/>
                <a:gd name="T12" fmla="*/ 530 w 720"/>
                <a:gd name="T13" fmla="*/ 618 h 720"/>
                <a:gd name="T14" fmla="*/ 453 w 720"/>
                <a:gd name="T15" fmla="*/ 541 h 720"/>
                <a:gd name="T16" fmla="*/ 376 w 720"/>
                <a:gd name="T17" fmla="*/ 618 h 720"/>
                <a:gd name="T18" fmla="*/ 393 w 720"/>
                <a:gd name="T19" fmla="*/ 659 h 720"/>
                <a:gd name="T20" fmla="*/ 372 w 720"/>
                <a:gd name="T21" fmla="*/ 719 h 720"/>
                <a:gd name="T22" fmla="*/ 363 w 720"/>
                <a:gd name="T23" fmla="*/ 720 h 720"/>
                <a:gd name="T24" fmla="*/ 178 w 720"/>
                <a:gd name="T25" fmla="*/ 720 h 720"/>
                <a:gd name="T26" fmla="*/ 178 w 720"/>
                <a:gd name="T27" fmla="*/ 534 h 720"/>
                <a:gd name="T28" fmla="*/ 177 w 720"/>
                <a:gd name="T29" fmla="*/ 526 h 720"/>
                <a:gd name="T30" fmla="*/ 150 w 720"/>
                <a:gd name="T31" fmla="*/ 482 h 720"/>
                <a:gd name="T32" fmla="*/ 117 w 720"/>
                <a:gd name="T33" fmla="*/ 505 h 720"/>
                <a:gd name="T34" fmla="*/ 77 w 720"/>
                <a:gd name="T35" fmla="*/ 521 h 720"/>
                <a:gd name="T36" fmla="*/ 76 w 720"/>
                <a:gd name="T37" fmla="*/ 521 h 720"/>
                <a:gd name="T38" fmla="*/ 0 w 720"/>
                <a:gd name="T39" fmla="*/ 445 h 720"/>
                <a:gd name="T40" fmla="*/ 76 w 720"/>
                <a:gd name="T41" fmla="*/ 368 h 720"/>
                <a:gd name="T42" fmla="*/ 77 w 720"/>
                <a:gd name="T43" fmla="*/ 368 h 720"/>
                <a:gd name="T44" fmla="*/ 117 w 720"/>
                <a:gd name="T45" fmla="*/ 384 h 720"/>
                <a:gd name="T46" fmla="*/ 150 w 720"/>
                <a:gd name="T47" fmla="*/ 407 h 720"/>
                <a:gd name="T48" fmla="*/ 177 w 720"/>
                <a:gd name="T49" fmla="*/ 364 h 720"/>
                <a:gd name="T50" fmla="*/ 178 w 720"/>
                <a:gd name="T51" fmla="*/ 355 h 720"/>
                <a:gd name="T52" fmla="*/ 178 w 720"/>
                <a:gd name="T53" fmla="*/ 178 h 720"/>
                <a:gd name="T54" fmla="*/ 363 w 720"/>
                <a:gd name="T55" fmla="*/ 178 h 720"/>
                <a:gd name="T56" fmla="*/ 374 w 720"/>
                <a:gd name="T57" fmla="*/ 177 h 720"/>
                <a:gd name="T58" fmla="*/ 423 w 720"/>
                <a:gd name="T59" fmla="*/ 148 h 720"/>
                <a:gd name="T60" fmla="*/ 405 w 720"/>
                <a:gd name="T61" fmla="*/ 110 h 720"/>
                <a:gd name="T62" fmla="*/ 399 w 720"/>
                <a:gd name="T63" fmla="*/ 103 h 720"/>
                <a:gd name="T64" fmla="*/ 385 w 720"/>
                <a:gd name="T65" fmla="*/ 68 h 720"/>
                <a:gd name="T66" fmla="*/ 453 w 720"/>
                <a:gd name="T67" fmla="*/ 0 h 720"/>
                <a:gd name="T68" fmla="*/ 521 w 720"/>
                <a:gd name="T69" fmla="*/ 68 h 720"/>
                <a:gd name="T70" fmla="*/ 521 w 720"/>
                <a:gd name="T71" fmla="*/ 68 h 720"/>
                <a:gd name="T72" fmla="*/ 507 w 720"/>
                <a:gd name="T73" fmla="*/ 103 h 720"/>
                <a:gd name="T74" fmla="*/ 501 w 720"/>
                <a:gd name="T75" fmla="*/ 110 h 720"/>
                <a:gd name="T76" fmla="*/ 483 w 720"/>
                <a:gd name="T77" fmla="*/ 148 h 720"/>
                <a:gd name="T78" fmla="*/ 532 w 720"/>
                <a:gd name="T79" fmla="*/ 177 h 720"/>
                <a:gd name="T80" fmla="*/ 543 w 720"/>
                <a:gd name="T81" fmla="*/ 178 h 720"/>
                <a:gd name="T82" fmla="*/ 720 w 720"/>
                <a:gd name="T83" fmla="*/ 178 h 720"/>
                <a:gd name="T84" fmla="*/ 720 w 720"/>
                <a:gd name="T85" fmla="*/ 355 h 720"/>
                <a:gd name="T86" fmla="*/ 719 w 720"/>
                <a:gd name="T87" fmla="*/ 362 h 720"/>
                <a:gd name="T88" fmla="*/ 701 w 720"/>
                <a:gd name="T89" fmla="*/ 399 h 720"/>
                <a:gd name="T90" fmla="*/ 680 w 720"/>
                <a:gd name="T91" fmla="*/ 385 h 720"/>
                <a:gd name="T92" fmla="*/ 672 w 720"/>
                <a:gd name="T93" fmla="*/ 378 h 720"/>
                <a:gd name="T94" fmla="*/ 627 w 720"/>
                <a:gd name="T95" fmla="*/ 360 h 720"/>
                <a:gd name="T96" fmla="*/ 626 w 720"/>
                <a:gd name="T97" fmla="*/ 360 h 720"/>
                <a:gd name="T98" fmla="*/ 541 w 720"/>
                <a:gd name="T99" fmla="*/ 445 h 720"/>
                <a:gd name="T100" fmla="*/ 626 w 720"/>
                <a:gd name="T101" fmla="*/ 530 h 720"/>
                <a:gd name="T102" fmla="*/ 627 w 720"/>
                <a:gd name="T103" fmla="*/ 530 h 720"/>
                <a:gd name="T104" fmla="*/ 673 w 720"/>
                <a:gd name="T105" fmla="*/ 511 h 720"/>
                <a:gd name="T106" fmla="*/ 680 w 720"/>
                <a:gd name="T107" fmla="*/ 505 h 720"/>
                <a:gd name="T108" fmla="*/ 701 w 720"/>
                <a:gd name="T109" fmla="*/ 490 h 720"/>
                <a:gd name="T110" fmla="*/ 719 w 720"/>
                <a:gd name="T111" fmla="*/ 527 h 720"/>
                <a:gd name="T112" fmla="*/ 720 w 720"/>
                <a:gd name="T113" fmla="*/ 534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0" h="720">
                  <a:moveTo>
                    <a:pt x="720" y="534"/>
                  </a:moveTo>
                  <a:cubicBezTo>
                    <a:pt x="720" y="720"/>
                    <a:pt x="720" y="720"/>
                    <a:pt x="720" y="720"/>
                  </a:cubicBezTo>
                  <a:cubicBezTo>
                    <a:pt x="720" y="720"/>
                    <a:pt x="720" y="720"/>
                    <a:pt x="720" y="720"/>
                  </a:cubicBezTo>
                  <a:cubicBezTo>
                    <a:pt x="543" y="720"/>
                    <a:pt x="543" y="720"/>
                    <a:pt x="543" y="720"/>
                  </a:cubicBezTo>
                  <a:cubicBezTo>
                    <a:pt x="540" y="720"/>
                    <a:pt x="537" y="719"/>
                    <a:pt x="534" y="719"/>
                  </a:cubicBezTo>
                  <a:cubicBezTo>
                    <a:pt x="463" y="702"/>
                    <a:pt x="496" y="678"/>
                    <a:pt x="513" y="659"/>
                  </a:cubicBezTo>
                  <a:cubicBezTo>
                    <a:pt x="531" y="639"/>
                    <a:pt x="530" y="618"/>
                    <a:pt x="530" y="618"/>
                  </a:cubicBezTo>
                  <a:cubicBezTo>
                    <a:pt x="530" y="576"/>
                    <a:pt x="495" y="541"/>
                    <a:pt x="453" y="541"/>
                  </a:cubicBezTo>
                  <a:cubicBezTo>
                    <a:pt x="411" y="541"/>
                    <a:pt x="376" y="576"/>
                    <a:pt x="376" y="618"/>
                  </a:cubicBezTo>
                  <a:cubicBezTo>
                    <a:pt x="376" y="618"/>
                    <a:pt x="375" y="639"/>
                    <a:pt x="393" y="659"/>
                  </a:cubicBezTo>
                  <a:cubicBezTo>
                    <a:pt x="410" y="678"/>
                    <a:pt x="444" y="702"/>
                    <a:pt x="372" y="719"/>
                  </a:cubicBezTo>
                  <a:cubicBezTo>
                    <a:pt x="369" y="719"/>
                    <a:pt x="366" y="720"/>
                    <a:pt x="363" y="720"/>
                  </a:cubicBezTo>
                  <a:cubicBezTo>
                    <a:pt x="178" y="720"/>
                    <a:pt x="178" y="720"/>
                    <a:pt x="178" y="720"/>
                  </a:cubicBezTo>
                  <a:cubicBezTo>
                    <a:pt x="178" y="534"/>
                    <a:pt x="178" y="534"/>
                    <a:pt x="178" y="534"/>
                  </a:cubicBezTo>
                  <a:cubicBezTo>
                    <a:pt x="178" y="531"/>
                    <a:pt x="178" y="528"/>
                    <a:pt x="177" y="526"/>
                  </a:cubicBezTo>
                  <a:cubicBezTo>
                    <a:pt x="169" y="492"/>
                    <a:pt x="160" y="482"/>
                    <a:pt x="150" y="482"/>
                  </a:cubicBezTo>
                  <a:cubicBezTo>
                    <a:pt x="139" y="482"/>
                    <a:pt x="127" y="496"/>
                    <a:pt x="117" y="505"/>
                  </a:cubicBezTo>
                  <a:cubicBezTo>
                    <a:pt x="99" y="520"/>
                    <a:pt x="81" y="521"/>
                    <a:pt x="77" y="521"/>
                  </a:cubicBezTo>
                  <a:cubicBezTo>
                    <a:pt x="77" y="521"/>
                    <a:pt x="76" y="521"/>
                    <a:pt x="76" y="521"/>
                  </a:cubicBezTo>
                  <a:cubicBezTo>
                    <a:pt x="34" y="521"/>
                    <a:pt x="0" y="487"/>
                    <a:pt x="0" y="445"/>
                  </a:cubicBezTo>
                  <a:cubicBezTo>
                    <a:pt x="0" y="402"/>
                    <a:pt x="34" y="368"/>
                    <a:pt x="76" y="368"/>
                  </a:cubicBezTo>
                  <a:cubicBezTo>
                    <a:pt x="76" y="368"/>
                    <a:pt x="76" y="368"/>
                    <a:pt x="77" y="368"/>
                  </a:cubicBezTo>
                  <a:cubicBezTo>
                    <a:pt x="81" y="368"/>
                    <a:pt x="99" y="369"/>
                    <a:pt x="117" y="384"/>
                  </a:cubicBezTo>
                  <a:cubicBezTo>
                    <a:pt x="127" y="393"/>
                    <a:pt x="139" y="407"/>
                    <a:pt x="150" y="407"/>
                  </a:cubicBezTo>
                  <a:cubicBezTo>
                    <a:pt x="160" y="407"/>
                    <a:pt x="169" y="397"/>
                    <a:pt x="177" y="364"/>
                  </a:cubicBezTo>
                  <a:cubicBezTo>
                    <a:pt x="178" y="361"/>
                    <a:pt x="178" y="358"/>
                    <a:pt x="178" y="355"/>
                  </a:cubicBezTo>
                  <a:cubicBezTo>
                    <a:pt x="178" y="178"/>
                    <a:pt x="178" y="178"/>
                    <a:pt x="178" y="178"/>
                  </a:cubicBezTo>
                  <a:cubicBezTo>
                    <a:pt x="363" y="178"/>
                    <a:pt x="363" y="178"/>
                    <a:pt x="363" y="178"/>
                  </a:cubicBezTo>
                  <a:cubicBezTo>
                    <a:pt x="367" y="178"/>
                    <a:pt x="371" y="177"/>
                    <a:pt x="374" y="177"/>
                  </a:cubicBezTo>
                  <a:cubicBezTo>
                    <a:pt x="404" y="170"/>
                    <a:pt x="419" y="161"/>
                    <a:pt x="423" y="148"/>
                  </a:cubicBezTo>
                  <a:cubicBezTo>
                    <a:pt x="428" y="134"/>
                    <a:pt x="416" y="121"/>
                    <a:pt x="405" y="110"/>
                  </a:cubicBezTo>
                  <a:cubicBezTo>
                    <a:pt x="403" y="107"/>
                    <a:pt x="401" y="105"/>
                    <a:pt x="399" y="103"/>
                  </a:cubicBezTo>
                  <a:cubicBezTo>
                    <a:pt x="384" y="86"/>
                    <a:pt x="385" y="69"/>
                    <a:pt x="385" y="68"/>
                  </a:cubicBezTo>
                  <a:cubicBezTo>
                    <a:pt x="385" y="30"/>
                    <a:pt x="415" y="0"/>
                    <a:pt x="453" y="0"/>
                  </a:cubicBezTo>
                  <a:cubicBezTo>
                    <a:pt x="491" y="0"/>
                    <a:pt x="521" y="30"/>
                    <a:pt x="521" y="68"/>
                  </a:cubicBezTo>
                  <a:cubicBezTo>
                    <a:pt x="521" y="68"/>
                    <a:pt x="521" y="68"/>
                    <a:pt x="521" y="68"/>
                  </a:cubicBezTo>
                  <a:cubicBezTo>
                    <a:pt x="521" y="69"/>
                    <a:pt x="522" y="86"/>
                    <a:pt x="507" y="103"/>
                  </a:cubicBezTo>
                  <a:cubicBezTo>
                    <a:pt x="505" y="105"/>
                    <a:pt x="503" y="107"/>
                    <a:pt x="501" y="110"/>
                  </a:cubicBezTo>
                  <a:cubicBezTo>
                    <a:pt x="490" y="121"/>
                    <a:pt x="479" y="134"/>
                    <a:pt x="483" y="148"/>
                  </a:cubicBezTo>
                  <a:cubicBezTo>
                    <a:pt x="487" y="161"/>
                    <a:pt x="502" y="170"/>
                    <a:pt x="532" y="177"/>
                  </a:cubicBezTo>
                  <a:cubicBezTo>
                    <a:pt x="536" y="177"/>
                    <a:pt x="539" y="178"/>
                    <a:pt x="543" y="178"/>
                  </a:cubicBezTo>
                  <a:cubicBezTo>
                    <a:pt x="720" y="178"/>
                    <a:pt x="720" y="178"/>
                    <a:pt x="720" y="178"/>
                  </a:cubicBezTo>
                  <a:cubicBezTo>
                    <a:pt x="720" y="355"/>
                    <a:pt x="720" y="355"/>
                    <a:pt x="720" y="355"/>
                  </a:cubicBezTo>
                  <a:cubicBezTo>
                    <a:pt x="720" y="357"/>
                    <a:pt x="720" y="360"/>
                    <a:pt x="719" y="362"/>
                  </a:cubicBezTo>
                  <a:cubicBezTo>
                    <a:pt x="711" y="396"/>
                    <a:pt x="703" y="399"/>
                    <a:pt x="701" y="399"/>
                  </a:cubicBezTo>
                  <a:cubicBezTo>
                    <a:pt x="695" y="399"/>
                    <a:pt x="687" y="391"/>
                    <a:pt x="680" y="385"/>
                  </a:cubicBezTo>
                  <a:cubicBezTo>
                    <a:pt x="677" y="382"/>
                    <a:pt x="675" y="380"/>
                    <a:pt x="672" y="378"/>
                  </a:cubicBezTo>
                  <a:cubicBezTo>
                    <a:pt x="653" y="361"/>
                    <a:pt x="633" y="360"/>
                    <a:pt x="627" y="360"/>
                  </a:cubicBezTo>
                  <a:cubicBezTo>
                    <a:pt x="626" y="360"/>
                    <a:pt x="626" y="360"/>
                    <a:pt x="626" y="360"/>
                  </a:cubicBezTo>
                  <a:cubicBezTo>
                    <a:pt x="580" y="360"/>
                    <a:pt x="541" y="398"/>
                    <a:pt x="541" y="445"/>
                  </a:cubicBezTo>
                  <a:cubicBezTo>
                    <a:pt x="541" y="491"/>
                    <a:pt x="580" y="530"/>
                    <a:pt x="626" y="530"/>
                  </a:cubicBezTo>
                  <a:cubicBezTo>
                    <a:pt x="627" y="530"/>
                    <a:pt x="627" y="530"/>
                    <a:pt x="627" y="530"/>
                  </a:cubicBezTo>
                  <a:cubicBezTo>
                    <a:pt x="633" y="530"/>
                    <a:pt x="653" y="528"/>
                    <a:pt x="673" y="511"/>
                  </a:cubicBezTo>
                  <a:cubicBezTo>
                    <a:pt x="675" y="509"/>
                    <a:pt x="677" y="507"/>
                    <a:pt x="680" y="505"/>
                  </a:cubicBezTo>
                  <a:cubicBezTo>
                    <a:pt x="687" y="498"/>
                    <a:pt x="695" y="490"/>
                    <a:pt x="701" y="490"/>
                  </a:cubicBezTo>
                  <a:cubicBezTo>
                    <a:pt x="703" y="490"/>
                    <a:pt x="711" y="493"/>
                    <a:pt x="719" y="527"/>
                  </a:cubicBezTo>
                  <a:cubicBezTo>
                    <a:pt x="720" y="530"/>
                    <a:pt x="720" y="532"/>
                    <a:pt x="720" y="534"/>
                  </a:cubicBez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3" name="TextBox 12"/>
            <p:cNvSpPr txBox="1">
              <a:spLocks/>
            </p:cNvSpPr>
            <p:nvPr/>
          </p:nvSpPr>
          <p:spPr>
            <a:xfrm>
              <a:off x="4943002" y="3049261"/>
              <a:ext cx="1034530" cy="380216"/>
            </a:xfrm>
            <a:prstGeom prst="rect">
              <a:avLst/>
            </a:prstGeom>
            <a:noFill/>
          </p:spPr>
          <p:txBody>
            <a:bodyPr wrap="square" lIns="0" tIns="0" rIns="0" bIns="0" rtlCol="0">
              <a:noAutofit/>
            </a:bodyPr>
            <a:lstStyle/>
            <a:p>
              <a:pPr lvl="0" algn="ctr"/>
              <a:r>
                <a:rPr lang="en-US" altLang="ko-KR" sz="1000" b="1" dirty="0">
                  <a:gradFill>
                    <a:gsLst>
                      <a:gs pos="0">
                        <a:schemeClr val="bg2"/>
                      </a:gs>
                      <a:gs pos="100000">
                        <a:schemeClr val="bg2"/>
                      </a:gs>
                    </a:gsLst>
                    <a:lin ang="5400000" scaled="0"/>
                  </a:gradFill>
                  <a:latin typeface="Roboto Condensed Regular"/>
                </a:rPr>
                <a:t>Contents </a:t>
              </a:r>
            </a:p>
            <a:p>
              <a:pPr lvl="0" algn="ctr"/>
              <a:r>
                <a:rPr lang="en-US" altLang="ko-KR" sz="1000" b="1" dirty="0">
                  <a:gradFill>
                    <a:gsLst>
                      <a:gs pos="0">
                        <a:schemeClr val="bg2"/>
                      </a:gs>
                      <a:gs pos="100000">
                        <a:schemeClr val="bg2"/>
                      </a:gs>
                    </a:gsLst>
                    <a:lin ang="5400000" scaled="0"/>
                  </a:gradFill>
                  <a:latin typeface="Roboto Condensed Regular"/>
                </a:rPr>
                <a:t>Text Here</a:t>
              </a:r>
              <a:endParaRPr lang="ko-KR" altLang="en-US" sz="1000" b="1" dirty="0">
                <a:gradFill>
                  <a:gsLst>
                    <a:gs pos="0">
                      <a:schemeClr val="bg2"/>
                    </a:gs>
                    <a:gs pos="100000">
                      <a:schemeClr val="bg2"/>
                    </a:gs>
                  </a:gsLst>
                  <a:lin ang="5400000" scaled="0"/>
                </a:gradFill>
                <a:latin typeface="Roboto Condensed Regular"/>
              </a:endParaRPr>
            </a:p>
          </p:txBody>
        </p:sp>
      </p:grpSp>
      <p:grpSp>
        <p:nvGrpSpPr>
          <p:cNvPr id="53" name="그룹 52"/>
          <p:cNvGrpSpPr/>
          <p:nvPr/>
        </p:nvGrpSpPr>
        <p:grpSpPr>
          <a:xfrm>
            <a:off x="3043384" y="1649353"/>
            <a:ext cx="1247184" cy="1247184"/>
            <a:chOff x="5243378" y="1220930"/>
            <a:chExt cx="1247184" cy="1247184"/>
          </a:xfrm>
        </p:grpSpPr>
        <p:sp>
          <p:nvSpPr>
            <p:cNvPr id="6" name="Freeform 7"/>
            <p:cNvSpPr>
              <a:spLocks/>
            </p:cNvSpPr>
            <p:nvPr/>
          </p:nvSpPr>
          <p:spPr bwMode="auto">
            <a:xfrm rot="18900000">
              <a:off x="5243378" y="1220930"/>
              <a:ext cx="1247184" cy="1247184"/>
            </a:xfrm>
            <a:custGeom>
              <a:avLst/>
              <a:gdLst>
                <a:gd name="T0" fmla="*/ 720 w 720"/>
                <a:gd name="T1" fmla="*/ 275 h 720"/>
                <a:gd name="T2" fmla="*/ 643 w 720"/>
                <a:gd name="T3" fmla="*/ 352 h 720"/>
                <a:gd name="T4" fmla="*/ 643 w 720"/>
                <a:gd name="T5" fmla="*/ 352 h 720"/>
                <a:gd name="T6" fmla="*/ 603 w 720"/>
                <a:gd name="T7" fmla="*/ 336 h 720"/>
                <a:gd name="T8" fmla="*/ 569 w 720"/>
                <a:gd name="T9" fmla="*/ 313 h 720"/>
                <a:gd name="T10" fmla="*/ 543 w 720"/>
                <a:gd name="T11" fmla="*/ 356 h 720"/>
                <a:gd name="T12" fmla="*/ 542 w 720"/>
                <a:gd name="T13" fmla="*/ 365 h 720"/>
                <a:gd name="T14" fmla="*/ 542 w 720"/>
                <a:gd name="T15" fmla="*/ 542 h 720"/>
                <a:gd name="T16" fmla="*/ 542 w 720"/>
                <a:gd name="T17" fmla="*/ 542 h 720"/>
                <a:gd name="T18" fmla="*/ 356 w 720"/>
                <a:gd name="T19" fmla="*/ 542 h 720"/>
                <a:gd name="T20" fmla="*/ 345 w 720"/>
                <a:gd name="T21" fmla="*/ 543 h 720"/>
                <a:gd name="T22" fmla="*/ 296 w 720"/>
                <a:gd name="T23" fmla="*/ 572 h 720"/>
                <a:gd name="T24" fmla="*/ 314 w 720"/>
                <a:gd name="T25" fmla="*/ 610 h 720"/>
                <a:gd name="T26" fmla="*/ 320 w 720"/>
                <a:gd name="T27" fmla="*/ 617 h 720"/>
                <a:gd name="T28" fmla="*/ 335 w 720"/>
                <a:gd name="T29" fmla="*/ 652 h 720"/>
                <a:gd name="T30" fmla="*/ 266 w 720"/>
                <a:gd name="T31" fmla="*/ 720 h 720"/>
                <a:gd name="T32" fmla="*/ 198 w 720"/>
                <a:gd name="T33" fmla="*/ 652 h 720"/>
                <a:gd name="T34" fmla="*/ 198 w 720"/>
                <a:gd name="T35" fmla="*/ 652 h 720"/>
                <a:gd name="T36" fmla="*/ 212 w 720"/>
                <a:gd name="T37" fmla="*/ 617 h 720"/>
                <a:gd name="T38" fmla="*/ 219 w 720"/>
                <a:gd name="T39" fmla="*/ 610 h 720"/>
                <a:gd name="T40" fmla="*/ 237 w 720"/>
                <a:gd name="T41" fmla="*/ 572 h 720"/>
                <a:gd name="T42" fmla="*/ 187 w 720"/>
                <a:gd name="T43" fmla="*/ 543 h 720"/>
                <a:gd name="T44" fmla="*/ 177 w 720"/>
                <a:gd name="T45" fmla="*/ 542 h 720"/>
                <a:gd name="T46" fmla="*/ 0 w 720"/>
                <a:gd name="T47" fmla="*/ 542 h 720"/>
                <a:gd name="T48" fmla="*/ 0 w 720"/>
                <a:gd name="T49" fmla="*/ 365 h 720"/>
                <a:gd name="T50" fmla="*/ 1 w 720"/>
                <a:gd name="T51" fmla="*/ 358 h 720"/>
                <a:gd name="T52" fmla="*/ 19 w 720"/>
                <a:gd name="T53" fmla="*/ 321 h 720"/>
                <a:gd name="T54" fmla="*/ 40 w 720"/>
                <a:gd name="T55" fmla="*/ 335 h 720"/>
                <a:gd name="T56" fmla="*/ 47 w 720"/>
                <a:gd name="T57" fmla="*/ 342 h 720"/>
                <a:gd name="T58" fmla="*/ 92 w 720"/>
                <a:gd name="T59" fmla="*/ 360 h 720"/>
                <a:gd name="T60" fmla="*/ 93 w 720"/>
                <a:gd name="T61" fmla="*/ 360 h 720"/>
                <a:gd name="T62" fmla="*/ 178 w 720"/>
                <a:gd name="T63" fmla="*/ 275 h 720"/>
                <a:gd name="T64" fmla="*/ 93 w 720"/>
                <a:gd name="T65" fmla="*/ 190 h 720"/>
                <a:gd name="T66" fmla="*/ 92 w 720"/>
                <a:gd name="T67" fmla="*/ 190 h 720"/>
                <a:gd name="T68" fmla="*/ 47 w 720"/>
                <a:gd name="T69" fmla="*/ 209 h 720"/>
                <a:gd name="T70" fmla="*/ 40 w 720"/>
                <a:gd name="T71" fmla="*/ 215 h 720"/>
                <a:gd name="T72" fmla="*/ 19 w 720"/>
                <a:gd name="T73" fmla="*/ 230 h 720"/>
                <a:gd name="T74" fmla="*/ 1 w 720"/>
                <a:gd name="T75" fmla="*/ 193 h 720"/>
                <a:gd name="T76" fmla="*/ 0 w 720"/>
                <a:gd name="T77" fmla="*/ 186 h 720"/>
                <a:gd name="T78" fmla="*/ 0 w 720"/>
                <a:gd name="T79" fmla="*/ 0 h 720"/>
                <a:gd name="T80" fmla="*/ 177 w 720"/>
                <a:gd name="T81" fmla="*/ 0 h 720"/>
                <a:gd name="T82" fmla="*/ 186 w 720"/>
                <a:gd name="T83" fmla="*/ 1 h 720"/>
                <a:gd name="T84" fmla="*/ 206 w 720"/>
                <a:gd name="T85" fmla="*/ 61 h 720"/>
                <a:gd name="T86" fmla="*/ 190 w 720"/>
                <a:gd name="T87" fmla="*/ 102 h 720"/>
                <a:gd name="T88" fmla="*/ 266 w 720"/>
                <a:gd name="T89" fmla="*/ 179 h 720"/>
                <a:gd name="T90" fmla="*/ 343 w 720"/>
                <a:gd name="T91" fmla="*/ 102 h 720"/>
                <a:gd name="T92" fmla="*/ 327 w 720"/>
                <a:gd name="T93" fmla="*/ 61 h 720"/>
                <a:gd name="T94" fmla="*/ 347 w 720"/>
                <a:gd name="T95" fmla="*/ 1 h 720"/>
                <a:gd name="T96" fmla="*/ 356 w 720"/>
                <a:gd name="T97" fmla="*/ 0 h 720"/>
                <a:gd name="T98" fmla="*/ 542 w 720"/>
                <a:gd name="T99" fmla="*/ 0 h 720"/>
                <a:gd name="T100" fmla="*/ 542 w 720"/>
                <a:gd name="T101" fmla="*/ 186 h 720"/>
                <a:gd name="T102" fmla="*/ 543 w 720"/>
                <a:gd name="T103" fmla="*/ 194 h 720"/>
                <a:gd name="T104" fmla="*/ 569 w 720"/>
                <a:gd name="T105" fmla="*/ 238 h 720"/>
                <a:gd name="T106" fmla="*/ 603 w 720"/>
                <a:gd name="T107" fmla="*/ 215 h 720"/>
                <a:gd name="T108" fmla="*/ 642 w 720"/>
                <a:gd name="T109" fmla="*/ 199 h 720"/>
                <a:gd name="T110" fmla="*/ 643 w 720"/>
                <a:gd name="T111" fmla="*/ 199 h 720"/>
                <a:gd name="T112" fmla="*/ 720 w 720"/>
                <a:gd name="T113" fmla="*/ 275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0" h="720">
                  <a:moveTo>
                    <a:pt x="720" y="275"/>
                  </a:moveTo>
                  <a:cubicBezTo>
                    <a:pt x="720" y="318"/>
                    <a:pt x="686" y="352"/>
                    <a:pt x="643" y="352"/>
                  </a:cubicBezTo>
                  <a:cubicBezTo>
                    <a:pt x="643" y="352"/>
                    <a:pt x="643" y="352"/>
                    <a:pt x="643" y="352"/>
                  </a:cubicBezTo>
                  <a:cubicBezTo>
                    <a:pt x="639" y="352"/>
                    <a:pt x="621" y="351"/>
                    <a:pt x="603" y="336"/>
                  </a:cubicBezTo>
                  <a:cubicBezTo>
                    <a:pt x="592" y="327"/>
                    <a:pt x="580" y="313"/>
                    <a:pt x="569" y="313"/>
                  </a:cubicBezTo>
                  <a:cubicBezTo>
                    <a:pt x="559" y="313"/>
                    <a:pt x="550" y="323"/>
                    <a:pt x="543" y="356"/>
                  </a:cubicBezTo>
                  <a:cubicBezTo>
                    <a:pt x="542" y="359"/>
                    <a:pt x="542" y="362"/>
                    <a:pt x="542" y="365"/>
                  </a:cubicBezTo>
                  <a:cubicBezTo>
                    <a:pt x="542" y="542"/>
                    <a:pt x="542" y="542"/>
                    <a:pt x="542" y="542"/>
                  </a:cubicBezTo>
                  <a:cubicBezTo>
                    <a:pt x="542" y="542"/>
                    <a:pt x="542" y="542"/>
                    <a:pt x="542" y="542"/>
                  </a:cubicBezTo>
                  <a:cubicBezTo>
                    <a:pt x="356" y="542"/>
                    <a:pt x="356" y="542"/>
                    <a:pt x="356" y="542"/>
                  </a:cubicBezTo>
                  <a:cubicBezTo>
                    <a:pt x="352" y="542"/>
                    <a:pt x="349" y="543"/>
                    <a:pt x="345" y="543"/>
                  </a:cubicBezTo>
                  <a:cubicBezTo>
                    <a:pt x="315" y="550"/>
                    <a:pt x="300" y="559"/>
                    <a:pt x="296" y="572"/>
                  </a:cubicBezTo>
                  <a:cubicBezTo>
                    <a:pt x="292" y="586"/>
                    <a:pt x="304" y="599"/>
                    <a:pt x="314" y="610"/>
                  </a:cubicBezTo>
                  <a:cubicBezTo>
                    <a:pt x="316" y="613"/>
                    <a:pt x="318" y="615"/>
                    <a:pt x="320" y="617"/>
                  </a:cubicBezTo>
                  <a:cubicBezTo>
                    <a:pt x="335" y="634"/>
                    <a:pt x="335" y="651"/>
                    <a:pt x="335" y="652"/>
                  </a:cubicBezTo>
                  <a:cubicBezTo>
                    <a:pt x="335" y="690"/>
                    <a:pt x="304" y="720"/>
                    <a:pt x="266" y="720"/>
                  </a:cubicBezTo>
                  <a:cubicBezTo>
                    <a:pt x="229" y="720"/>
                    <a:pt x="198" y="690"/>
                    <a:pt x="198" y="652"/>
                  </a:cubicBezTo>
                  <a:cubicBezTo>
                    <a:pt x="198" y="652"/>
                    <a:pt x="198" y="652"/>
                    <a:pt x="198" y="652"/>
                  </a:cubicBezTo>
                  <a:cubicBezTo>
                    <a:pt x="198" y="651"/>
                    <a:pt x="197" y="634"/>
                    <a:pt x="212" y="617"/>
                  </a:cubicBezTo>
                  <a:cubicBezTo>
                    <a:pt x="214" y="615"/>
                    <a:pt x="216" y="613"/>
                    <a:pt x="219" y="610"/>
                  </a:cubicBezTo>
                  <a:cubicBezTo>
                    <a:pt x="229" y="599"/>
                    <a:pt x="241" y="586"/>
                    <a:pt x="237" y="572"/>
                  </a:cubicBezTo>
                  <a:cubicBezTo>
                    <a:pt x="233" y="559"/>
                    <a:pt x="217" y="550"/>
                    <a:pt x="187" y="543"/>
                  </a:cubicBezTo>
                  <a:cubicBezTo>
                    <a:pt x="184" y="543"/>
                    <a:pt x="180" y="542"/>
                    <a:pt x="177" y="542"/>
                  </a:cubicBezTo>
                  <a:cubicBezTo>
                    <a:pt x="0" y="542"/>
                    <a:pt x="0" y="542"/>
                    <a:pt x="0" y="542"/>
                  </a:cubicBezTo>
                  <a:cubicBezTo>
                    <a:pt x="0" y="365"/>
                    <a:pt x="0" y="365"/>
                    <a:pt x="0" y="365"/>
                  </a:cubicBezTo>
                  <a:cubicBezTo>
                    <a:pt x="0" y="363"/>
                    <a:pt x="0" y="360"/>
                    <a:pt x="1" y="358"/>
                  </a:cubicBezTo>
                  <a:cubicBezTo>
                    <a:pt x="8" y="324"/>
                    <a:pt x="17" y="321"/>
                    <a:pt x="19" y="321"/>
                  </a:cubicBezTo>
                  <a:cubicBezTo>
                    <a:pt x="24" y="321"/>
                    <a:pt x="33" y="329"/>
                    <a:pt x="40" y="335"/>
                  </a:cubicBezTo>
                  <a:cubicBezTo>
                    <a:pt x="42" y="338"/>
                    <a:pt x="45" y="340"/>
                    <a:pt x="47" y="342"/>
                  </a:cubicBezTo>
                  <a:cubicBezTo>
                    <a:pt x="67" y="359"/>
                    <a:pt x="87" y="360"/>
                    <a:pt x="92" y="360"/>
                  </a:cubicBezTo>
                  <a:cubicBezTo>
                    <a:pt x="93" y="360"/>
                    <a:pt x="93" y="360"/>
                    <a:pt x="93" y="360"/>
                  </a:cubicBezTo>
                  <a:cubicBezTo>
                    <a:pt x="140" y="360"/>
                    <a:pt x="178" y="322"/>
                    <a:pt x="178" y="275"/>
                  </a:cubicBezTo>
                  <a:cubicBezTo>
                    <a:pt x="178" y="229"/>
                    <a:pt x="140" y="190"/>
                    <a:pt x="93" y="190"/>
                  </a:cubicBezTo>
                  <a:cubicBezTo>
                    <a:pt x="92" y="190"/>
                    <a:pt x="92" y="190"/>
                    <a:pt x="92" y="190"/>
                  </a:cubicBezTo>
                  <a:cubicBezTo>
                    <a:pt x="87" y="190"/>
                    <a:pt x="67" y="192"/>
                    <a:pt x="47" y="209"/>
                  </a:cubicBezTo>
                  <a:cubicBezTo>
                    <a:pt x="45" y="211"/>
                    <a:pt x="42" y="213"/>
                    <a:pt x="40" y="215"/>
                  </a:cubicBezTo>
                  <a:cubicBezTo>
                    <a:pt x="33" y="222"/>
                    <a:pt x="24" y="230"/>
                    <a:pt x="19" y="230"/>
                  </a:cubicBezTo>
                  <a:cubicBezTo>
                    <a:pt x="17" y="230"/>
                    <a:pt x="8" y="227"/>
                    <a:pt x="1" y="193"/>
                  </a:cubicBezTo>
                  <a:cubicBezTo>
                    <a:pt x="0" y="190"/>
                    <a:pt x="0" y="188"/>
                    <a:pt x="0" y="186"/>
                  </a:cubicBezTo>
                  <a:cubicBezTo>
                    <a:pt x="0" y="0"/>
                    <a:pt x="0" y="0"/>
                    <a:pt x="0" y="0"/>
                  </a:cubicBezTo>
                  <a:cubicBezTo>
                    <a:pt x="177" y="0"/>
                    <a:pt x="177" y="0"/>
                    <a:pt x="177" y="0"/>
                  </a:cubicBezTo>
                  <a:cubicBezTo>
                    <a:pt x="180" y="0"/>
                    <a:pt x="183" y="1"/>
                    <a:pt x="186" y="1"/>
                  </a:cubicBezTo>
                  <a:cubicBezTo>
                    <a:pt x="257" y="18"/>
                    <a:pt x="223" y="42"/>
                    <a:pt x="206" y="61"/>
                  </a:cubicBezTo>
                  <a:cubicBezTo>
                    <a:pt x="189" y="82"/>
                    <a:pt x="190" y="102"/>
                    <a:pt x="190" y="102"/>
                  </a:cubicBezTo>
                  <a:cubicBezTo>
                    <a:pt x="190" y="144"/>
                    <a:pt x="224" y="179"/>
                    <a:pt x="266" y="179"/>
                  </a:cubicBezTo>
                  <a:cubicBezTo>
                    <a:pt x="309" y="179"/>
                    <a:pt x="343" y="144"/>
                    <a:pt x="343" y="102"/>
                  </a:cubicBezTo>
                  <a:cubicBezTo>
                    <a:pt x="343" y="102"/>
                    <a:pt x="344" y="82"/>
                    <a:pt x="327" y="61"/>
                  </a:cubicBezTo>
                  <a:cubicBezTo>
                    <a:pt x="310" y="42"/>
                    <a:pt x="276" y="18"/>
                    <a:pt x="347" y="1"/>
                  </a:cubicBezTo>
                  <a:cubicBezTo>
                    <a:pt x="350" y="1"/>
                    <a:pt x="353" y="0"/>
                    <a:pt x="356" y="0"/>
                  </a:cubicBezTo>
                  <a:cubicBezTo>
                    <a:pt x="542" y="0"/>
                    <a:pt x="542" y="0"/>
                    <a:pt x="542" y="0"/>
                  </a:cubicBezTo>
                  <a:cubicBezTo>
                    <a:pt x="542" y="186"/>
                    <a:pt x="542" y="186"/>
                    <a:pt x="542" y="186"/>
                  </a:cubicBezTo>
                  <a:cubicBezTo>
                    <a:pt x="542" y="189"/>
                    <a:pt x="542" y="192"/>
                    <a:pt x="543" y="194"/>
                  </a:cubicBezTo>
                  <a:cubicBezTo>
                    <a:pt x="550" y="228"/>
                    <a:pt x="559" y="238"/>
                    <a:pt x="569" y="238"/>
                  </a:cubicBezTo>
                  <a:cubicBezTo>
                    <a:pt x="580" y="238"/>
                    <a:pt x="592" y="224"/>
                    <a:pt x="603" y="215"/>
                  </a:cubicBezTo>
                  <a:cubicBezTo>
                    <a:pt x="620" y="200"/>
                    <a:pt x="638" y="199"/>
                    <a:pt x="642" y="199"/>
                  </a:cubicBezTo>
                  <a:cubicBezTo>
                    <a:pt x="643" y="199"/>
                    <a:pt x="643" y="199"/>
                    <a:pt x="643" y="199"/>
                  </a:cubicBezTo>
                  <a:cubicBezTo>
                    <a:pt x="686" y="199"/>
                    <a:pt x="720" y="233"/>
                    <a:pt x="720" y="275"/>
                  </a:cubicBez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4" name="TextBox 13"/>
            <p:cNvSpPr txBox="1">
              <a:spLocks/>
            </p:cNvSpPr>
            <p:nvPr/>
          </p:nvSpPr>
          <p:spPr>
            <a:xfrm>
              <a:off x="5328173" y="1704533"/>
              <a:ext cx="1034530" cy="380216"/>
            </a:xfrm>
            <a:prstGeom prst="rect">
              <a:avLst/>
            </a:prstGeom>
            <a:noFill/>
          </p:spPr>
          <p:txBody>
            <a:bodyPr wrap="square" lIns="0" tIns="0" rIns="0" bIns="0" rtlCol="0">
              <a:noAutofit/>
            </a:bodyPr>
            <a:lstStyle/>
            <a:p>
              <a:pPr lvl="0" algn="ctr"/>
              <a:r>
                <a:rPr lang="en-US" altLang="ko-KR" sz="1000" b="1" dirty="0">
                  <a:gradFill>
                    <a:gsLst>
                      <a:gs pos="0">
                        <a:schemeClr val="bg2"/>
                      </a:gs>
                      <a:gs pos="100000">
                        <a:schemeClr val="bg2"/>
                      </a:gs>
                    </a:gsLst>
                    <a:lin ang="5400000" scaled="0"/>
                  </a:gradFill>
                  <a:latin typeface="Roboto Condensed Regular"/>
                </a:rPr>
                <a:t>Contents </a:t>
              </a:r>
            </a:p>
            <a:p>
              <a:pPr lvl="0" algn="ctr"/>
              <a:r>
                <a:rPr lang="en-US" altLang="ko-KR" sz="1000" b="1" dirty="0">
                  <a:gradFill>
                    <a:gsLst>
                      <a:gs pos="0">
                        <a:schemeClr val="bg2"/>
                      </a:gs>
                      <a:gs pos="100000">
                        <a:schemeClr val="bg2"/>
                      </a:gs>
                    </a:gsLst>
                    <a:lin ang="5400000" scaled="0"/>
                  </a:gradFill>
                  <a:latin typeface="Roboto Condensed Regular"/>
                </a:rPr>
                <a:t>Text Here</a:t>
              </a:r>
              <a:endParaRPr lang="ko-KR" altLang="en-US" sz="1000" b="1" dirty="0">
                <a:gradFill>
                  <a:gsLst>
                    <a:gs pos="0">
                      <a:schemeClr val="bg2"/>
                    </a:gs>
                    <a:gs pos="100000">
                      <a:schemeClr val="bg2"/>
                    </a:gs>
                  </a:gsLst>
                  <a:lin ang="5400000" scaled="0"/>
                </a:gradFill>
                <a:latin typeface="Roboto Condensed Regular"/>
              </a:endParaRPr>
            </a:p>
          </p:txBody>
        </p:sp>
      </p:grpSp>
      <p:grpSp>
        <p:nvGrpSpPr>
          <p:cNvPr id="33" name="그룹 32"/>
          <p:cNvGrpSpPr/>
          <p:nvPr/>
        </p:nvGrpSpPr>
        <p:grpSpPr>
          <a:xfrm>
            <a:off x="2141056" y="2116236"/>
            <a:ext cx="1247184" cy="1247184"/>
            <a:chOff x="4341050" y="1687813"/>
            <a:chExt cx="1247184" cy="1247184"/>
          </a:xfrm>
        </p:grpSpPr>
        <p:sp>
          <p:nvSpPr>
            <p:cNvPr id="7" name="Freeform 8"/>
            <p:cNvSpPr>
              <a:spLocks/>
            </p:cNvSpPr>
            <p:nvPr/>
          </p:nvSpPr>
          <p:spPr bwMode="auto">
            <a:xfrm rot="18900000">
              <a:off x="4341050" y="1687813"/>
              <a:ext cx="1247184" cy="1247184"/>
            </a:xfrm>
            <a:custGeom>
              <a:avLst/>
              <a:gdLst>
                <a:gd name="T0" fmla="*/ 720 w 720"/>
                <a:gd name="T1" fmla="*/ 453 h 720"/>
                <a:gd name="T2" fmla="*/ 652 w 720"/>
                <a:gd name="T3" fmla="*/ 522 h 720"/>
                <a:gd name="T4" fmla="*/ 652 w 720"/>
                <a:gd name="T5" fmla="*/ 522 h 720"/>
                <a:gd name="T6" fmla="*/ 639 w 720"/>
                <a:gd name="T7" fmla="*/ 520 h 720"/>
                <a:gd name="T8" fmla="*/ 617 w 720"/>
                <a:gd name="T9" fmla="*/ 507 h 720"/>
                <a:gd name="T10" fmla="*/ 610 w 720"/>
                <a:gd name="T11" fmla="*/ 501 h 720"/>
                <a:gd name="T12" fmla="*/ 578 w 720"/>
                <a:gd name="T13" fmla="*/ 482 h 720"/>
                <a:gd name="T14" fmla="*/ 543 w 720"/>
                <a:gd name="T15" fmla="*/ 532 h 720"/>
                <a:gd name="T16" fmla="*/ 542 w 720"/>
                <a:gd name="T17" fmla="*/ 543 h 720"/>
                <a:gd name="T18" fmla="*/ 542 w 720"/>
                <a:gd name="T19" fmla="*/ 720 h 720"/>
                <a:gd name="T20" fmla="*/ 542 w 720"/>
                <a:gd name="T21" fmla="*/ 720 h 720"/>
                <a:gd name="T22" fmla="*/ 542 w 720"/>
                <a:gd name="T23" fmla="*/ 720 h 720"/>
                <a:gd name="T24" fmla="*/ 365 w 720"/>
                <a:gd name="T25" fmla="*/ 720 h 720"/>
                <a:gd name="T26" fmla="*/ 358 w 720"/>
                <a:gd name="T27" fmla="*/ 719 h 720"/>
                <a:gd name="T28" fmla="*/ 321 w 720"/>
                <a:gd name="T29" fmla="*/ 702 h 720"/>
                <a:gd name="T30" fmla="*/ 335 w 720"/>
                <a:gd name="T31" fmla="*/ 680 h 720"/>
                <a:gd name="T32" fmla="*/ 342 w 720"/>
                <a:gd name="T33" fmla="*/ 673 h 720"/>
                <a:gd name="T34" fmla="*/ 360 w 720"/>
                <a:gd name="T35" fmla="*/ 627 h 720"/>
                <a:gd name="T36" fmla="*/ 275 w 720"/>
                <a:gd name="T37" fmla="*/ 542 h 720"/>
                <a:gd name="T38" fmla="*/ 190 w 720"/>
                <a:gd name="T39" fmla="*/ 627 h 720"/>
                <a:gd name="T40" fmla="*/ 208 w 720"/>
                <a:gd name="T41" fmla="*/ 673 h 720"/>
                <a:gd name="T42" fmla="*/ 215 w 720"/>
                <a:gd name="T43" fmla="*/ 680 h 720"/>
                <a:gd name="T44" fmla="*/ 229 w 720"/>
                <a:gd name="T45" fmla="*/ 702 h 720"/>
                <a:gd name="T46" fmla="*/ 192 w 720"/>
                <a:gd name="T47" fmla="*/ 719 h 720"/>
                <a:gd name="T48" fmla="*/ 185 w 720"/>
                <a:gd name="T49" fmla="*/ 720 h 720"/>
                <a:gd name="T50" fmla="*/ 0 w 720"/>
                <a:gd name="T51" fmla="*/ 720 h 720"/>
                <a:gd name="T52" fmla="*/ 0 w 720"/>
                <a:gd name="T53" fmla="*/ 543 h 720"/>
                <a:gd name="T54" fmla="*/ 1 w 720"/>
                <a:gd name="T55" fmla="*/ 534 h 720"/>
                <a:gd name="T56" fmla="*/ 28 w 720"/>
                <a:gd name="T57" fmla="*/ 491 h 720"/>
                <a:gd name="T58" fmla="*/ 61 w 720"/>
                <a:gd name="T59" fmla="*/ 514 h 720"/>
                <a:gd name="T60" fmla="*/ 101 w 720"/>
                <a:gd name="T61" fmla="*/ 530 h 720"/>
                <a:gd name="T62" fmla="*/ 102 w 720"/>
                <a:gd name="T63" fmla="*/ 530 h 720"/>
                <a:gd name="T64" fmla="*/ 178 w 720"/>
                <a:gd name="T65" fmla="*/ 453 h 720"/>
                <a:gd name="T66" fmla="*/ 102 w 720"/>
                <a:gd name="T67" fmla="*/ 377 h 720"/>
                <a:gd name="T68" fmla="*/ 101 w 720"/>
                <a:gd name="T69" fmla="*/ 377 h 720"/>
                <a:gd name="T70" fmla="*/ 61 w 720"/>
                <a:gd name="T71" fmla="*/ 393 h 720"/>
                <a:gd name="T72" fmla="*/ 28 w 720"/>
                <a:gd name="T73" fmla="*/ 416 h 720"/>
                <a:gd name="T74" fmla="*/ 1 w 720"/>
                <a:gd name="T75" fmla="*/ 373 h 720"/>
                <a:gd name="T76" fmla="*/ 0 w 720"/>
                <a:gd name="T77" fmla="*/ 364 h 720"/>
                <a:gd name="T78" fmla="*/ 0 w 720"/>
                <a:gd name="T79" fmla="*/ 178 h 720"/>
                <a:gd name="T80" fmla="*/ 185 w 720"/>
                <a:gd name="T81" fmla="*/ 178 h 720"/>
                <a:gd name="T82" fmla="*/ 194 w 720"/>
                <a:gd name="T83" fmla="*/ 177 h 720"/>
                <a:gd name="T84" fmla="*/ 215 w 720"/>
                <a:gd name="T85" fmla="*/ 117 h 720"/>
                <a:gd name="T86" fmla="*/ 198 w 720"/>
                <a:gd name="T87" fmla="*/ 77 h 720"/>
                <a:gd name="T88" fmla="*/ 275 w 720"/>
                <a:gd name="T89" fmla="*/ 0 h 720"/>
                <a:gd name="T90" fmla="*/ 352 w 720"/>
                <a:gd name="T91" fmla="*/ 77 h 720"/>
                <a:gd name="T92" fmla="*/ 335 w 720"/>
                <a:gd name="T93" fmla="*/ 117 h 720"/>
                <a:gd name="T94" fmla="*/ 356 w 720"/>
                <a:gd name="T95" fmla="*/ 177 h 720"/>
                <a:gd name="T96" fmla="*/ 365 w 720"/>
                <a:gd name="T97" fmla="*/ 178 h 720"/>
                <a:gd name="T98" fmla="*/ 542 w 720"/>
                <a:gd name="T99" fmla="*/ 178 h 720"/>
                <a:gd name="T100" fmla="*/ 542 w 720"/>
                <a:gd name="T101" fmla="*/ 364 h 720"/>
                <a:gd name="T102" fmla="*/ 543 w 720"/>
                <a:gd name="T103" fmla="*/ 374 h 720"/>
                <a:gd name="T104" fmla="*/ 578 w 720"/>
                <a:gd name="T105" fmla="*/ 424 h 720"/>
                <a:gd name="T106" fmla="*/ 610 w 720"/>
                <a:gd name="T107" fmla="*/ 406 h 720"/>
                <a:gd name="T108" fmla="*/ 617 w 720"/>
                <a:gd name="T109" fmla="*/ 399 h 720"/>
                <a:gd name="T110" fmla="*/ 651 w 720"/>
                <a:gd name="T111" fmla="*/ 385 h 720"/>
                <a:gd name="T112" fmla="*/ 652 w 720"/>
                <a:gd name="T113" fmla="*/ 385 h 720"/>
                <a:gd name="T114" fmla="*/ 720 w 720"/>
                <a:gd name="T115" fmla="*/ 453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0" h="720">
                  <a:moveTo>
                    <a:pt x="720" y="453"/>
                  </a:moveTo>
                  <a:cubicBezTo>
                    <a:pt x="720" y="491"/>
                    <a:pt x="690" y="522"/>
                    <a:pt x="652" y="522"/>
                  </a:cubicBezTo>
                  <a:cubicBezTo>
                    <a:pt x="652" y="522"/>
                    <a:pt x="652" y="522"/>
                    <a:pt x="652" y="522"/>
                  </a:cubicBezTo>
                  <a:cubicBezTo>
                    <a:pt x="650" y="522"/>
                    <a:pt x="645" y="522"/>
                    <a:pt x="639" y="520"/>
                  </a:cubicBezTo>
                  <a:cubicBezTo>
                    <a:pt x="633" y="518"/>
                    <a:pt x="625" y="514"/>
                    <a:pt x="617" y="507"/>
                  </a:cubicBezTo>
                  <a:cubicBezTo>
                    <a:pt x="615" y="505"/>
                    <a:pt x="612" y="503"/>
                    <a:pt x="610" y="501"/>
                  </a:cubicBezTo>
                  <a:cubicBezTo>
                    <a:pt x="600" y="492"/>
                    <a:pt x="590" y="482"/>
                    <a:pt x="578" y="482"/>
                  </a:cubicBezTo>
                  <a:cubicBezTo>
                    <a:pt x="557" y="482"/>
                    <a:pt x="549" y="509"/>
                    <a:pt x="543" y="532"/>
                  </a:cubicBezTo>
                  <a:cubicBezTo>
                    <a:pt x="542" y="536"/>
                    <a:pt x="542" y="539"/>
                    <a:pt x="542" y="543"/>
                  </a:cubicBezTo>
                  <a:cubicBezTo>
                    <a:pt x="542" y="720"/>
                    <a:pt x="542" y="720"/>
                    <a:pt x="542" y="720"/>
                  </a:cubicBezTo>
                  <a:cubicBezTo>
                    <a:pt x="542" y="720"/>
                    <a:pt x="542" y="720"/>
                    <a:pt x="542" y="720"/>
                  </a:cubicBezTo>
                  <a:cubicBezTo>
                    <a:pt x="542" y="720"/>
                    <a:pt x="542" y="720"/>
                    <a:pt x="542" y="720"/>
                  </a:cubicBezTo>
                  <a:cubicBezTo>
                    <a:pt x="365" y="720"/>
                    <a:pt x="365" y="720"/>
                    <a:pt x="365" y="720"/>
                  </a:cubicBezTo>
                  <a:cubicBezTo>
                    <a:pt x="362" y="720"/>
                    <a:pt x="360" y="720"/>
                    <a:pt x="358" y="719"/>
                  </a:cubicBezTo>
                  <a:cubicBezTo>
                    <a:pt x="326" y="712"/>
                    <a:pt x="322" y="704"/>
                    <a:pt x="321" y="702"/>
                  </a:cubicBezTo>
                  <a:cubicBezTo>
                    <a:pt x="319" y="697"/>
                    <a:pt x="328" y="687"/>
                    <a:pt x="335" y="680"/>
                  </a:cubicBezTo>
                  <a:cubicBezTo>
                    <a:pt x="337" y="678"/>
                    <a:pt x="340" y="675"/>
                    <a:pt x="342" y="673"/>
                  </a:cubicBezTo>
                  <a:cubicBezTo>
                    <a:pt x="360" y="652"/>
                    <a:pt x="360" y="630"/>
                    <a:pt x="360" y="627"/>
                  </a:cubicBezTo>
                  <a:cubicBezTo>
                    <a:pt x="360" y="580"/>
                    <a:pt x="322" y="542"/>
                    <a:pt x="275" y="542"/>
                  </a:cubicBezTo>
                  <a:cubicBezTo>
                    <a:pt x="228" y="542"/>
                    <a:pt x="190" y="580"/>
                    <a:pt x="190" y="627"/>
                  </a:cubicBezTo>
                  <a:cubicBezTo>
                    <a:pt x="190" y="630"/>
                    <a:pt x="190" y="652"/>
                    <a:pt x="208" y="673"/>
                  </a:cubicBezTo>
                  <a:cubicBezTo>
                    <a:pt x="210" y="675"/>
                    <a:pt x="213" y="678"/>
                    <a:pt x="215" y="680"/>
                  </a:cubicBezTo>
                  <a:cubicBezTo>
                    <a:pt x="222" y="687"/>
                    <a:pt x="231" y="697"/>
                    <a:pt x="229" y="702"/>
                  </a:cubicBezTo>
                  <a:cubicBezTo>
                    <a:pt x="229" y="704"/>
                    <a:pt x="224" y="712"/>
                    <a:pt x="192" y="719"/>
                  </a:cubicBezTo>
                  <a:cubicBezTo>
                    <a:pt x="190" y="720"/>
                    <a:pt x="188" y="720"/>
                    <a:pt x="185" y="720"/>
                  </a:cubicBezTo>
                  <a:cubicBezTo>
                    <a:pt x="0" y="720"/>
                    <a:pt x="0" y="720"/>
                    <a:pt x="0" y="720"/>
                  </a:cubicBezTo>
                  <a:cubicBezTo>
                    <a:pt x="0" y="543"/>
                    <a:pt x="0" y="543"/>
                    <a:pt x="0" y="543"/>
                  </a:cubicBezTo>
                  <a:cubicBezTo>
                    <a:pt x="0" y="540"/>
                    <a:pt x="0" y="537"/>
                    <a:pt x="1" y="534"/>
                  </a:cubicBezTo>
                  <a:cubicBezTo>
                    <a:pt x="9" y="501"/>
                    <a:pt x="18" y="491"/>
                    <a:pt x="28" y="491"/>
                  </a:cubicBezTo>
                  <a:cubicBezTo>
                    <a:pt x="39" y="491"/>
                    <a:pt x="51" y="505"/>
                    <a:pt x="61" y="514"/>
                  </a:cubicBezTo>
                  <a:cubicBezTo>
                    <a:pt x="79" y="529"/>
                    <a:pt x="97" y="530"/>
                    <a:pt x="101" y="530"/>
                  </a:cubicBezTo>
                  <a:cubicBezTo>
                    <a:pt x="101" y="530"/>
                    <a:pt x="102" y="530"/>
                    <a:pt x="102" y="530"/>
                  </a:cubicBezTo>
                  <a:cubicBezTo>
                    <a:pt x="144" y="530"/>
                    <a:pt x="178" y="496"/>
                    <a:pt x="178" y="453"/>
                  </a:cubicBezTo>
                  <a:cubicBezTo>
                    <a:pt x="178" y="411"/>
                    <a:pt x="144" y="377"/>
                    <a:pt x="102" y="377"/>
                  </a:cubicBezTo>
                  <a:cubicBezTo>
                    <a:pt x="102" y="377"/>
                    <a:pt x="101" y="377"/>
                    <a:pt x="101" y="377"/>
                  </a:cubicBezTo>
                  <a:cubicBezTo>
                    <a:pt x="97" y="377"/>
                    <a:pt x="79" y="378"/>
                    <a:pt x="61" y="393"/>
                  </a:cubicBezTo>
                  <a:cubicBezTo>
                    <a:pt x="51" y="402"/>
                    <a:pt x="39" y="416"/>
                    <a:pt x="28" y="416"/>
                  </a:cubicBezTo>
                  <a:cubicBezTo>
                    <a:pt x="18" y="416"/>
                    <a:pt x="9" y="406"/>
                    <a:pt x="1" y="373"/>
                  </a:cubicBezTo>
                  <a:cubicBezTo>
                    <a:pt x="0" y="370"/>
                    <a:pt x="0" y="367"/>
                    <a:pt x="0" y="364"/>
                  </a:cubicBezTo>
                  <a:cubicBezTo>
                    <a:pt x="0" y="178"/>
                    <a:pt x="0" y="178"/>
                    <a:pt x="0" y="178"/>
                  </a:cubicBezTo>
                  <a:cubicBezTo>
                    <a:pt x="185" y="178"/>
                    <a:pt x="185" y="178"/>
                    <a:pt x="185" y="178"/>
                  </a:cubicBezTo>
                  <a:cubicBezTo>
                    <a:pt x="188" y="178"/>
                    <a:pt x="191" y="178"/>
                    <a:pt x="194" y="177"/>
                  </a:cubicBezTo>
                  <a:cubicBezTo>
                    <a:pt x="266" y="161"/>
                    <a:pt x="232" y="137"/>
                    <a:pt x="215" y="117"/>
                  </a:cubicBezTo>
                  <a:cubicBezTo>
                    <a:pt x="197" y="97"/>
                    <a:pt x="198" y="77"/>
                    <a:pt x="198" y="77"/>
                  </a:cubicBezTo>
                  <a:cubicBezTo>
                    <a:pt x="198" y="34"/>
                    <a:pt x="233" y="0"/>
                    <a:pt x="275" y="0"/>
                  </a:cubicBezTo>
                  <a:cubicBezTo>
                    <a:pt x="317" y="0"/>
                    <a:pt x="352" y="34"/>
                    <a:pt x="352" y="77"/>
                  </a:cubicBezTo>
                  <a:cubicBezTo>
                    <a:pt x="352" y="77"/>
                    <a:pt x="353" y="97"/>
                    <a:pt x="335" y="117"/>
                  </a:cubicBezTo>
                  <a:cubicBezTo>
                    <a:pt x="318" y="137"/>
                    <a:pt x="285" y="161"/>
                    <a:pt x="356" y="177"/>
                  </a:cubicBezTo>
                  <a:cubicBezTo>
                    <a:pt x="359" y="178"/>
                    <a:pt x="362" y="178"/>
                    <a:pt x="365" y="178"/>
                  </a:cubicBezTo>
                  <a:cubicBezTo>
                    <a:pt x="542" y="178"/>
                    <a:pt x="542" y="178"/>
                    <a:pt x="542" y="178"/>
                  </a:cubicBezTo>
                  <a:cubicBezTo>
                    <a:pt x="542" y="364"/>
                    <a:pt x="542" y="364"/>
                    <a:pt x="542" y="364"/>
                  </a:cubicBezTo>
                  <a:cubicBezTo>
                    <a:pt x="542" y="367"/>
                    <a:pt x="542" y="371"/>
                    <a:pt x="543" y="374"/>
                  </a:cubicBezTo>
                  <a:cubicBezTo>
                    <a:pt x="549" y="398"/>
                    <a:pt x="557" y="424"/>
                    <a:pt x="578" y="424"/>
                  </a:cubicBezTo>
                  <a:cubicBezTo>
                    <a:pt x="590" y="424"/>
                    <a:pt x="600" y="415"/>
                    <a:pt x="610" y="406"/>
                  </a:cubicBezTo>
                  <a:cubicBezTo>
                    <a:pt x="612" y="403"/>
                    <a:pt x="615" y="401"/>
                    <a:pt x="617" y="399"/>
                  </a:cubicBezTo>
                  <a:cubicBezTo>
                    <a:pt x="633" y="386"/>
                    <a:pt x="648" y="385"/>
                    <a:pt x="651" y="385"/>
                  </a:cubicBezTo>
                  <a:cubicBezTo>
                    <a:pt x="652" y="385"/>
                    <a:pt x="652" y="385"/>
                    <a:pt x="652" y="385"/>
                  </a:cubicBezTo>
                  <a:cubicBezTo>
                    <a:pt x="690" y="385"/>
                    <a:pt x="720" y="416"/>
                    <a:pt x="720" y="45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9" name="TextBox 8"/>
            <p:cNvSpPr txBox="1">
              <a:spLocks/>
            </p:cNvSpPr>
            <p:nvPr/>
          </p:nvSpPr>
          <p:spPr>
            <a:xfrm>
              <a:off x="4440233" y="2255033"/>
              <a:ext cx="1034530" cy="380216"/>
            </a:xfrm>
            <a:prstGeom prst="rect">
              <a:avLst/>
            </a:prstGeom>
            <a:noFill/>
          </p:spPr>
          <p:txBody>
            <a:bodyPr wrap="square" lIns="0" tIns="0" rIns="0" bIns="0" rtlCol="0">
              <a:noAutofit/>
            </a:bodyPr>
            <a:lstStyle/>
            <a:p>
              <a:pPr lvl="0" algn="ctr"/>
              <a:r>
                <a:rPr lang="en-US" altLang="ko-KR" sz="1000" b="1" dirty="0">
                  <a:gradFill>
                    <a:gsLst>
                      <a:gs pos="0">
                        <a:schemeClr val="bg2"/>
                      </a:gs>
                      <a:gs pos="100000">
                        <a:schemeClr val="bg2"/>
                      </a:gs>
                    </a:gsLst>
                    <a:lin ang="5400000" scaled="0"/>
                  </a:gradFill>
                  <a:latin typeface="Roboto Condensed Regular"/>
                </a:rPr>
                <a:t>Contents </a:t>
              </a:r>
            </a:p>
            <a:p>
              <a:pPr lvl="0" algn="ctr"/>
              <a:r>
                <a:rPr lang="en-US" altLang="ko-KR" sz="1000" b="1" dirty="0">
                  <a:gradFill>
                    <a:gsLst>
                      <a:gs pos="0">
                        <a:schemeClr val="bg2"/>
                      </a:gs>
                      <a:gs pos="100000">
                        <a:schemeClr val="bg2"/>
                      </a:gs>
                    </a:gsLst>
                    <a:lin ang="5400000" scaled="0"/>
                  </a:gradFill>
                  <a:latin typeface="Roboto Condensed Regular"/>
                </a:rPr>
                <a:t>Text Here</a:t>
              </a:r>
              <a:endParaRPr lang="ko-KR" altLang="en-US" sz="1000" b="1" dirty="0">
                <a:gradFill>
                  <a:gsLst>
                    <a:gs pos="0">
                      <a:schemeClr val="bg2"/>
                    </a:gs>
                    <a:gs pos="100000">
                      <a:schemeClr val="bg2"/>
                    </a:gs>
                  </a:gsLst>
                  <a:lin ang="5400000" scaled="0"/>
                </a:gradFill>
                <a:latin typeface="Roboto Condensed Regular"/>
              </a:endParaRPr>
            </a:p>
          </p:txBody>
        </p:sp>
      </p:grpSp>
      <p:cxnSp>
        <p:nvCxnSpPr>
          <p:cNvPr id="22" name="직선 연결선 21"/>
          <p:cNvCxnSpPr/>
          <p:nvPr/>
        </p:nvCxnSpPr>
        <p:spPr>
          <a:xfrm>
            <a:off x="1552255" y="2484596"/>
            <a:ext cx="756000" cy="0"/>
          </a:xfrm>
          <a:prstGeom prst="line">
            <a:avLst/>
          </a:prstGeom>
          <a:ln w="3175">
            <a:solidFill>
              <a:schemeClr val="accent1">
                <a:lumMod val="75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a:off x="1552257" y="4102559"/>
            <a:ext cx="1426970"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39" name="그룹 38"/>
          <p:cNvGrpSpPr/>
          <p:nvPr/>
        </p:nvGrpSpPr>
        <p:grpSpPr>
          <a:xfrm>
            <a:off x="674446" y="4007940"/>
            <a:ext cx="952765" cy="603295"/>
            <a:chOff x="2874435" y="3579512"/>
            <a:chExt cx="952765" cy="603295"/>
          </a:xfrm>
        </p:grpSpPr>
        <p:sp>
          <p:nvSpPr>
            <p:cNvPr id="26" name="TextBox 25"/>
            <p:cNvSpPr txBox="1"/>
            <p:nvPr/>
          </p:nvSpPr>
          <p:spPr>
            <a:xfrm>
              <a:off x="2874435" y="3579512"/>
              <a:ext cx="952765" cy="193940"/>
            </a:xfrm>
            <a:prstGeom prst="rect">
              <a:avLst/>
            </a:prstGeom>
            <a:noFill/>
          </p:spPr>
          <p:txBody>
            <a:bodyPr wrap="square" lIns="0" tIns="0" rIns="0" bIns="0" rtlCol="0">
              <a:noAutofit/>
            </a:bodyPr>
            <a:lstStyle/>
            <a:p>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27" name="TextBox 26"/>
            <p:cNvSpPr txBox="1"/>
            <p:nvPr/>
          </p:nvSpPr>
          <p:spPr>
            <a:xfrm>
              <a:off x="2874435" y="3793210"/>
              <a:ext cx="952765" cy="389597"/>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grpSp>
        <p:nvGrpSpPr>
          <p:cNvPr id="34" name="그룹 33"/>
          <p:cNvGrpSpPr/>
          <p:nvPr/>
        </p:nvGrpSpPr>
        <p:grpSpPr>
          <a:xfrm>
            <a:off x="674446" y="2389977"/>
            <a:ext cx="952765" cy="603295"/>
            <a:chOff x="2874435" y="1961549"/>
            <a:chExt cx="952765" cy="603295"/>
          </a:xfrm>
        </p:grpSpPr>
        <p:sp>
          <p:nvSpPr>
            <p:cNvPr id="24" name="TextBox 23"/>
            <p:cNvSpPr txBox="1"/>
            <p:nvPr/>
          </p:nvSpPr>
          <p:spPr>
            <a:xfrm>
              <a:off x="2874435" y="2175247"/>
              <a:ext cx="952765" cy="389597"/>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23" name="TextBox 22"/>
            <p:cNvSpPr txBox="1"/>
            <p:nvPr/>
          </p:nvSpPr>
          <p:spPr>
            <a:xfrm>
              <a:off x="2874435" y="1961549"/>
              <a:ext cx="952765" cy="193940"/>
            </a:xfrm>
            <a:prstGeom prst="rect">
              <a:avLst/>
            </a:prstGeom>
            <a:noFill/>
          </p:spPr>
          <p:txBody>
            <a:bodyPr wrap="square" lIns="0" tIns="0" rIns="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Lorem Ipsum</a:t>
              </a:r>
              <a:endParaRPr lang="ko-KR" altLang="en-US" sz="1200" b="1" dirty="0">
                <a:gradFill>
                  <a:gsLst>
                    <a:gs pos="0">
                      <a:schemeClr val="accent1"/>
                    </a:gs>
                    <a:gs pos="100000">
                      <a:schemeClr val="accent1"/>
                    </a:gs>
                  </a:gsLst>
                  <a:lin ang="5400000" scaled="0"/>
                </a:gradFill>
                <a:latin typeface="Roboto Condensed Regular"/>
              </a:endParaRPr>
            </a:p>
          </p:txBody>
        </p:sp>
      </p:grpSp>
      <p:grpSp>
        <p:nvGrpSpPr>
          <p:cNvPr id="36" name="그룹 35"/>
          <p:cNvGrpSpPr/>
          <p:nvPr/>
        </p:nvGrpSpPr>
        <p:grpSpPr>
          <a:xfrm>
            <a:off x="5270521" y="3327222"/>
            <a:ext cx="952765" cy="603295"/>
            <a:chOff x="7470510" y="1961549"/>
            <a:chExt cx="952765" cy="603295"/>
          </a:xfrm>
        </p:grpSpPr>
        <p:sp>
          <p:nvSpPr>
            <p:cNvPr id="29" name="TextBox 28"/>
            <p:cNvSpPr txBox="1"/>
            <p:nvPr/>
          </p:nvSpPr>
          <p:spPr>
            <a:xfrm>
              <a:off x="7470510" y="1961549"/>
              <a:ext cx="952765" cy="193940"/>
            </a:xfrm>
            <a:prstGeom prst="rect">
              <a:avLst/>
            </a:prstGeom>
            <a:noFill/>
          </p:spPr>
          <p:txBody>
            <a:bodyPr wrap="square" lIns="0" tIns="0" rIns="0" bIns="0" rtlCol="0">
              <a:noAutofit/>
            </a:bodyPr>
            <a:lstStyle/>
            <a:p>
              <a:pPr lvl="0" algn="r"/>
              <a:r>
                <a:rPr lang="en-US" altLang="ko-KR" sz="1200" b="1" dirty="0">
                  <a:gradFill>
                    <a:gsLst>
                      <a:gs pos="0">
                        <a:schemeClr val="accent1"/>
                      </a:gs>
                      <a:gs pos="100000">
                        <a:schemeClr val="accent1"/>
                      </a:gs>
                    </a:gsLst>
                    <a:lin ang="5400000" scaled="0"/>
                  </a:gradFill>
                  <a:latin typeface="Roboto Condensed Regular"/>
                </a:rPr>
                <a:t>Lorem Ipsum</a:t>
              </a:r>
              <a:endParaRPr lang="ko-KR" altLang="en-US" sz="1200" b="1" dirty="0">
                <a:gradFill>
                  <a:gsLst>
                    <a:gs pos="0">
                      <a:schemeClr val="accent1"/>
                    </a:gs>
                    <a:gs pos="100000">
                      <a:schemeClr val="accent1"/>
                    </a:gs>
                  </a:gsLst>
                  <a:lin ang="5400000" scaled="0"/>
                </a:gradFill>
                <a:latin typeface="Roboto Condensed Regular"/>
              </a:endParaRPr>
            </a:p>
          </p:txBody>
        </p:sp>
        <p:sp>
          <p:nvSpPr>
            <p:cNvPr id="30" name="TextBox 29"/>
            <p:cNvSpPr txBox="1"/>
            <p:nvPr/>
          </p:nvSpPr>
          <p:spPr>
            <a:xfrm>
              <a:off x="7470510" y="2175247"/>
              <a:ext cx="952765" cy="389597"/>
            </a:xfrm>
            <a:prstGeom prst="rect">
              <a:avLst/>
            </a:prstGeom>
            <a:noFill/>
          </p:spPr>
          <p:txBody>
            <a:bodyPr wrap="square" lIns="0" tIns="0" rIns="0" bIns="0" rtlCol="0">
              <a:noAutofit/>
            </a:bodyPr>
            <a:lstStyle/>
            <a:p>
              <a:pPr lvl="0" algn="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37" name="직선 연결선 36"/>
          <p:cNvCxnSpPr/>
          <p:nvPr/>
        </p:nvCxnSpPr>
        <p:spPr>
          <a:xfrm flipH="1">
            <a:off x="4591835" y="3421841"/>
            <a:ext cx="756187" cy="0"/>
          </a:xfrm>
          <a:prstGeom prst="line">
            <a:avLst/>
          </a:prstGeom>
          <a:ln w="3175">
            <a:solidFill>
              <a:schemeClr val="accent1">
                <a:lumMod val="75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35" name="그룹 34"/>
          <p:cNvGrpSpPr/>
          <p:nvPr/>
        </p:nvGrpSpPr>
        <p:grpSpPr>
          <a:xfrm>
            <a:off x="5270521" y="1708964"/>
            <a:ext cx="952765" cy="603295"/>
            <a:chOff x="7470510" y="1280536"/>
            <a:chExt cx="952765" cy="603295"/>
          </a:xfrm>
        </p:grpSpPr>
        <p:sp>
          <p:nvSpPr>
            <p:cNvPr id="31" name="TextBox 30"/>
            <p:cNvSpPr txBox="1"/>
            <p:nvPr/>
          </p:nvSpPr>
          <p:spPr>
            <a:xfrm>
              <a:off x="7470510" y="1280536"/>
              <a:ext cx="952765" cy="193940"/>
            </a:xfrm>
            <a:prstGeom prst="rect">
              <a:avLst/>
            </a:prstGeom>
            <a:noFill/>
          </p:spPr>
          <p:txBody>
            <a:bodyPr wrap="square" lIns="0" tIns="0" rIns="0" bIns="0" rtlCol="0">
              <a:noAutofit/>
            </a:bodyPr>
            <a:lstStyle/>
            <a:p>
              <a:pPr algn="r"/>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sp>
          <p:nvSpPr>
            <p:cNvPr id="32" name="TextBox 31"/>
            <p:cNvSpPr txBox="1"/>
            <p:nvPr/>
          </p:nvSpPr>
          <p:spPr>
            <a:xfrm>
              <a:off x="7470510" y="1494234"/>
              <a:ext cx="952765" cy="389597"/>
            </a:xfrm>
            <a:prstGeom prst="rect">
              <a:avLst/>
            </a:prstGeom>
            <a:noFill/>
          </p:spPr>
          <p:txBody>
            <a:bodyPr wrap="square" lIns="0" tIns="0" rIns="0" bIns="0" rtlCol="0">
              <a:noAutofit/>
            </a:bodyPr>
            <a:lstStyle/>
            <a:p>
              <a:pPr lvl="0" algn="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Sed dignissim lacinia nunc. Curabitur tortor.</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grpSp>
      <p:cxnSp>
        <p:nvCxnSpPr>
          <p:cNvPr id="38" name="직선 연결선 37"/>
          <p:cNvCxnSpPr/>
          <p:nvPr/>
        </p:nvCxnSpPr>
        <p:spPr>
          <a:xfrm flipH="1">
            <a:off x="3944017" y="1803583"/>
            <a:ext cx="1404000" cy="0"/>
          </a:xfrm>
          <a:prstGeom prst="line">
            <a:avLst/>
          </a:prstGeom>
          <a:ln w="3175">
            <a:solidFill>
              <a:schemeClr val="tx2">
                <a:alpha val="7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3" name="텍스트 개체 틀 2"/>
          <p:cNvSpPr>
            <a:spLocks noGrp="1"/>
          </p:cNvSpPr>
          <p:nvPr>
            <p:ph type="body" sz="quarter" idx="10"/>
          </p:nvPr>
        </p:nvSpPr>
        <p:spPr/>
        <p:txBody>
          <a:bodyPr/>
          <a:lstStyle/>
          <a:p>
            <a:pPr lvl="0" defTabSz="914400"/>
            <a:r>
              <a:rPr lang="en-US" altLang="ko-KR" sz="800" b="1" dirty="0">
                <a:latin typeface="Roboto Condensed Regular"/>
              </a:rPr>
              <a:t>First Section :</a:t>
            </a:r>
            <a:r>
              <a:rPr lang="en-US" altLang="ko-KR" sz="800" dirty="0"/>
              <a:t> dolor sit amen, </a:t>
            </a:r>
            <a:r>
              <a:rPr lang="en-US" altLang="ko-KR" sz="800" dirty="0" err="1"/>
              <a:t>consectetur</a:t>
            </a:r>
            <a:r>
              <a:rPr lang="en-US" altLang="ko-KR" sz="800" dirty="0"/>
              <a:t> </a:t>
            </a:r>
            <a:r>
              <a:rPr lang="en-US" altLang="ko-KR" sz="800" dirty="0" err="1"/>
              <a:t>adipiscing</a:t>
            </a:r>
            <a:r>
              <a:rPr lang="en-US" altLang="ko-KR" sz="800" dirty="0"/>
              <a:t> </a:t>
            </a:r>
            <a:r>
              <a:rPr lang="en-US" altLang="ko-KR" sz="800" dirty="0" err="1"/>
              <a:t>elit</a:t>
            </a:r>
            <a:r>
              <a:rPr lang="en-US" altLang="ko-KR" sz="800" dirty="0"/>
              <a:t>. Integer </a:t>
            </a:r>
            <a:r>
              <a:rPr lang="en-US" altLang="ko-KR" sz="800" dirty="0" err="1"/>
              <a:t>nec</a:t>
            </a:r>
            <a:r>
              <a:rPr lang="en-US" altLang="ko-KR" sz="800" dirty="0"/>
              <a:t> </a:t>
            </a:r>
            <a:r>
              <a:rPr lang="en-US" altLang="ko-KR" sz="800" dirty="0" err="1"/>
              <a:t>odio</a:t>
            </a:r>
            <a:r>
              <a:rPr lang="en-US" altLang="ko-KR" sz="800" dirty="0"/>
              <a:t>. </a:t>
            </a:r>
            <a:r>
              <a:rPr lang="en-US" altLang="ko-KR" sz="800" dirty="0" err="1"/>
              <a:t>Praesent</a:t>
            </a:r>
            <a:r>
              <a:rPr lang="en-US" altLang="ko-KR" sz="800" dirty="0"/>
              <a:t> lib </a:t>
            </a:r>
            <a:r>
              <a:rPr lang="en-US" altLang="ko-KR" sz="800" dirty="0" err="1"/>
              <a:t>ero</a:t>
            </a:r>
            <a:r>
              <a:rPr lang="en-US" altLang="ko-KR" sz="800" dirty="0"/>
              <a:t>. </a:t>
            </a:r>
            <a:r>
              <a:rPr lang="en-US" altLang="ko-KR" sz="800" dirty="0" err="1"/>
              <a:t>Sed</a:t>
            </a:r>
            <a:r>
              <a:rPr lang="en-US" altLang="ko-KR" sz="800" dirty="0"/>
              <a:t> </a:t>
            </a:r>
            <a:r>
              <a:rPr lang="en-US" altLang="ko-KR" sz="800" dirty="0" err="1"/>
              <a:t>cursus</a:t>
            </a:r>
            <a:r>
              <a:rPr lang="en-US" altLang="ko-KR" sz="800" dirty="0"/>
              <a:t> ante </a:t>
            </a:r>
            <a:r>
              <a:rPr lang="en-US" altLang="ko-KR" sz="800" dirty="0" err="1"/>
              <a:t>dapibus</a:t>
            </a:r>
            <a:r>
              <a:rPr lang="en-US" altLang="ko-KR" sz="800" dirty="0"/>
              <a:t> diam. </a:t>
            </a:r>
            <a:r>
              <a:rPr lang="en-US" altLang="ko-KR" sz="800" dirty="0" err="1"/>
              <a:t>Sed</a:t>
            </a:r>
            <a:r>
              <a:rPr lang="en-US" altLang="ko-KR" sz="800" dirty="0"/>
              <a:t> nisi. </a:t>
            </a:r>
            <a:r>
              <a:rPr lang="en-US" altLang="ko-KR" sz="800" dirty="0" err="1"/>
              <a:t>Nulla</a:t>
            </a:r>
            <a:r>
              <a:rPr lang="en-US" altLang="ko-KR" sz="800" dirty="0"/>
              <a:t> </a:t>
            </a:r>
            <a:r>
              <a:rPr lang="en-US" altLang="ko-KR" sz="800" dirty="0" err="1"/>
              <a:t>quis</a:t>
            </a:r>
            <a:r>
              <a:rPr lang="en-US" altLang="ko-KR" sz="800" dirty="0"/>
              <a:t> </a:t>
            </a:r>
            <a:r>
              <a:rPr lang="en-US" altLang="ko-KR" sz="800" dirty="0" err="1"/>
              <a:t>sem</a:t>
            </a:r>
            <a:r>
              <a:rPr lang="en-US" altLang="ko-KR" sz="800" dirty="0"/>
              <a:t> at </a:t>
            </a:r>
            <a:r>
              <a:rPr lang="en-US" altLang="ko-KR" sz="800" dirty="0" err="1"/>
              <a:t>nibh</a:t>
            </a:r>
            <a:r>
              <a:rPr lang="en-US" altLang="ko-KR" sz="800" dirty="0"/>
              <a:t> </a:t>
            </a:r>
            <a:r>
              <a:rPr lang="en-US" altLang="ko-KR" sz="800" dirty="0" err="1"/>
              <a:t>elementum</a:t>
            </a:r>
            <a:r>
              <a:rPr lang="en-US" altLang="ko-KR" sz="800" dirty="0"/>
              <a:t> </a:t>
            </a:r>
            <a:r>
              <a:rPr lang="en-US" altLang="ko-KR" sz="800" dirty="0" err="1"/>
              <a:t>imperdiet</a:t>
            </a:r>
            <a:r>
              <a:rPr lang="en-US" altLang="ko-KR" sz="800" dirty="0"/>
              <a:t>. </a:t>
            </a:r>
            <a:r>
              <a:rPr lang="en-US" altLang="ko-KR" sz="800" dirty="0" err="1"/>
              <a:t>Duis</a:t>
            </a:r>
            <a:r>
              <a:rPr lang="en-US" altLang="ko-KR" sz="800" dirty="0"/>
              <a:t> </a:t>
            </a:r>
            <a:r>
              <a:rPr lang="en-US" altLang="ko-KR" sz="800" dirty="0" err="1"/>
              <a:t>sagittis</a:t>
            </a:r>
            <a:r>
              <a:rPr lang="en-US" altLang="ko-KR" sz="800" dirty="0"/>
              <a:t> </a:t>
            </a:r>
            <a:r>
              <a:rPr lang="en-US" altLang="ko-KR" sz="800" dirty="0" err="1"/>
              <a:t>ipsum</a:t>
            </a:r>
            <a:r>
              <a:rPr lang="en-US" altLang="ko-KR" sz="800" dirty="0"/>
              <a:t>. </a:t>
            </a:r>
            <a:r>
              <a:rPr lang="en-US" altLang="ko-KR" sz="800" dirty="0" err="1"/>
              <a:t>Praesent</a:t>
            </a:r>
            <a:r>
              <a:rPr lang="en-US" altLang="ko-KR" sz="800" dirty="0"/>
              <a:t> </a:t>
            </a:r>
            <a:r>
              <a:rPr lang="en-US" altLang="ko-KR" sz="800" dirty="0" err="1"/>
              <a:t>mauris</a:t>
            </a:r>
            <a:r>
              <a:rPr lang="en-US" altLang="ko-KR" sz="800" dirty="0"/>
              <a:t>. </a:t>
            </a:r>
            <a:r>
              <a:rPr lang="en-US" altLang="ko-KR" sz="800" dirty="0" err="1"/>
              <a:t>Fusce</a:t>
            </a:r>
            <a:r>
              <a:rPr lang="en-US" altLang="ko-KR" sz="800" dirty="0"/>
              <a:t> </a:t>
            </a:r>
            <a:r>
              <a:rPr lang="en-US" altLang="ko-KR" sz="800" dirty="0" err="1"/>
              <a:t>nec</a:t>
            </a:r>
            <a:r>
              <a:rPr lang="en-US" altLang="ko-KR" sz="800" dirty="0"/>
              <a:t> </a:t>
            </a:r>
            <a:r>
              <a:rPr lang="en-US" altLang="ko-KR" sz="800" dirty="0" err="1"/>
              <a:t>tellus</a:t>
            </a:r>
            <a:r>
              <a:rPr lang="en-US" altLang="ko-KR" sz="800" dirty="0"/>
              <a:t> </a:t>
            </a:r>
            <a:r>
              <a:rPr lang="en-US" altLang="ko-KR" sz="800" dirty="0" err="1"/>
              <a:t>sed</a:t>
            </a:r>
            <a:r>
              <a:rPr lang="en-US" altLang="ko-KR" sz="800" dirty="0"/>
              <a:t> </a:t>
            </a:r>
            <a:r>
              <a:rPr lang="en-US" altLang="ko-KR" sz="800" dirty="0" err="1"/>
              <a:t>augue</a:t>
            </a:r>
            <a:r>
              <a:rPr lang="en-US" altLang="ko-KR" sz="800" dirty="0"/>
              <a:t> semper </a:t>
            </a:r>
            <a:r>
              <a:rPr lang="en-US" altLang="ko-KR" sz="800" dirty="0" err="1"/>
              <a:t>porta</a:t>
            </a:r>
            <a:r>
              <a:rPr lang="en-US" altLang="ko-KR" sz="800" dirty="0"/>
              <a:t>. </a:t>
            </a:r>
            <a:r>
              <a:rPr lang="en-US" altLang="ko-KR" sz="800" dirty="0" err="1"/>
              <a:t>Mauris</a:t>
            </a:r>
            <a:r>
              <a:rPr lang="en-US" altLang="ko-KR" sz="800" dirty="0"/>
              <a:t> </a:t>
            </a:r>
            <a:r>
              <a:rPr lang="en-US" altLang="ko-KR" sz="800" dirty="0" err="1"/>
              <a:t>massa</a:t>
            </a:r>
            <a:r>
              <a:rPr lang="en-US" altLang="ko-KR" sz="800" dirty="0"/>
              <a:t>. </a:t>
            </a:r>
            <a:r>
              <a:rPr lang="en-US" altLang="ko-KR" sz="800" dirty="0" err="1"/>
              <a:t>Vestibulum</a:t>
            </a:r>
            <a:r>
              <a:rPr lang="en-US" altLang="ko-KR" sz="800" dirty="0"/>
              <a:t> </a:t>
            </a:r>
            <a:r>
              <a:rPr lang="en-US" altLang="ko-KR" sz="800" dirty="0" err="1"/>
              <a:t>lacinia</a:t>
            </a:r>
            <a:r>
              <a:rPr lang="en-US" altLang="ko-KR" sz="800" dirty="0"/>
              <a:t> </a:t>
            </a:r>
            <a:r>
              <a:rPr lang="en-US" altLang="ko-KR" sz="800" dirty="0" err="1"/>
              <a:t>arcu</a:t>
            </a:r>
            <a:r>
              <a:rPr lang="en-US" altLang="ko-KR" sz="800" dirty="0"/>
              <a:t>.</a:t>
            </a:r>
          </a:p>
          <a:p>
            <a:pPr lvl="0" defTabSz="914400"/>
            <a:endParaRPr lang="en-US" altLang="ko-KR" sz="800" b="1" dirty="0">
              <a:latin typeface="Roboto Condensed Regular"/>
            </a:endParaRPr>
          </a:p>
          <a:p>
            <a:pPr lvl="0" defTabSz="914400"/>
            <a:r>
              <a:rPr lang="en-US" altLang="ko-KR" sz="800" b="1" dirty="0">
                <a:latin typeface="Roboto Condensed Regular"/>
              </a:rPr>
              <a:t>Second Section :</a:t>
            </a:r>
            <a:r>
              <a:rPr lang="en-US" altLang="ko-KR" sz="800" dirty="0"/>
              <a:t> </a:t>
            </a:r>
            <a:r>
              <a:rPr lang="en-US" altLang="ko-KR" sz="800" dirty="0" err="1"/>
              <a:t>Nulla</a:t>
            </a:r>
            <a:r>
              <a:rPr lang="en-US" altLang="ko-KR" sz="800" dirty="0"/>
              <a:t> </a:t>
            </a:r>
            <a:r>
              <a:rPr lang="en-US" altLang="ko-KR" sz="800" dirty="0" err="1"/>
              <a:t>quis</a:t>
            </a:r>
            <a:r>
              <a:rPr lang="en-US" altLang="ko-KR" sz="800" dirty="0"/>
              <a:t> </a:t>
            </a:r>
            <a:r>
              <a:rPr lang="en-US" altLang="ko-KR" sz="800" dirty="0" err="1"/>
              <a:t>sem</a:t>
            </a:r>
            <a:r>
              <a:rPr lang="en-US" altLang="ko-KR" sz="800" dirty="0"/>
              <a:t> at </a:t>
            </a:r>
            <a:r>
              <a:rPr lang="en-US" altLang="ko-KR" sz="800" dirty="0" err="1"/>
              <a:t>nibh</a:t>
            </a:r>
            <a:r>
              <a:rPr lang="en-US" altLang="ko-KR" sz="800" dirty="0"/>
              <a:t> </a:t>
            </a:r>
            <a:r>
              <a:rPr lang="en-US" altLang="ko-KR" sz="800" dirty="0" err="1"/>
              <a:t>elem</a:t>
            </a:r>
            <a:r>
              <a:rPr lang="en-US" altLang="ko-KR" sz="800" dirty="0"/>
              <a:t> </a:t>
            </a:r>
            <a:r>
              <a:rPr lang="en-US" altLang="ko-KR" sz="800" dirty="0" err="1"/>
              <a:t>entum</a:t>
            </a:r>
            <a:r>
              <a:rPr lang="en-US" altLang="ko-KR" sz="800" dirty="0"/>
              <a:t> </a:t>
            </a:r>
            <a:r>
              <a:rPr lang="en-US" altLang="ko-KR" sz="800" dirty="0" err="1"/>
              <a:t>imperdiet</a:t>
            </a:r>
            <a:r>
              <a:rPr lang="en-US" altLang="ko-KR" sz="800" dirty="0"/>
              <a:t>. </a:t>
            </a:r>
            <a:r>
              <a:rPr lang="en-US" altLang="ko-KR" sz="800" dirty="0" err="1"/>
              <a:t>Duis</a:t>
            </a:r>
            <a:r>
              <a:rPr lang="en-US" altLang="ko-KR" sz="800" dirty="0"/>
              <a:t> </a:t>
            </a:r>
            <a:r>
              <a:rPr lang="en-US" altLang="ko-KR" sz="800" dirty="0" err="1"/>
              <a:t>sagittis</a:t>
            </a:r>
            <a:r>
              <a:rPr lang="en-US" altLang="ko-KR" sz="800" dirty="0"/>
              <a:t> </a:t>
            </a:r>
            <a:r>
              <a:rPr lang="en-US" altLang="ko-KR" sz="800" dirty="0" err="1"/>
              <a:t>ipsum</a:t>
            </a:r>
            <a:r>
              <a:rPr lang="en-US" altLang="ko-KR" sz="800" dirty="0"/>
              <a:t>. </a:t>
            </a:r>
            <a:r>
              <a:rPr lang="en-US" altLang="ko-KR" sz="800" dirty="0" err="1"/>
              <a:t>Praes</a:t>
            </a:r>
            <a:r>
              <a:rPr lang="en-US" altLang="ko-KR" sz="800" dirty="0"/>
              <a:t> </a:t>
            </a:r>
            <a:r>
              <a:rPr lang="en-US" altLang="ko-KR" sz="800" dirty="0" err="1"/>
              <a:t>ent</a:t>
            </a:r>
            <a:r>
              <a:rPr lang="en-US" altLang="ko-KR" sz="800" dirty="0"/>
              <a:t> </a:t>
            </a:r>
            <a:r>
              <a:rPr lang="en-US" altLang="ko-KR" sz="800" dirty="0" err="1"/>
              <a:t>mauris</a:t>
            </a:r>
            <a:r>
              <a:rPr lang="en-US" altLang="ko-KR" sz="800" dirty="0"/>
              <a:t>. </a:t>
            </a:r>
            <a:r>
              <a:rPr lang="en-US" altLang="ko-KR" sz="800" dirty="0" err="1"/>
              <a:t>Fusce</a:t>
            </a:r>
            <a:r>
              <a:rPr lang="en-US" altLang="ko-KR" sz="800" dirty="0"/>
              <a:t> </a:t>
            </a:r>
            <a:r>
              <a:rPr lang="en-US" altLang="ko-KR" sz="800" dirty="0" err="1"/>
              <a:t>nec</a:t>
            </a:r>
            <a:r>
              <a:rPr lang="en-US" altLang="ko-KR" sz="800" dirty="0"/>
              <a:t> </a:t>
            </a:r>
            <a:r>
              <a:rPr lang="en-US" altLang="ko-KR" sz="800" dirty="0" err="1"/>
              <a:t>tellus</a:t>
            </a:r>
            <a:r>
              <a:rPr lang="en-US" altLang="ko-KR" sz="800" dirty="0"/>
              <a:t> </a:t>
            </a:r>
            <a:r>
              <a:rPr lang="en-US" altLang="ko-KR" sz="800" dirty="0" err="1"/>
              <a:t>sed</a:t>
            </a:r>
            <a:r>
              <a:rPr lang="en-US" altLang="ko-KR" sz="800" dirty="0"/>
              <a:t> </a:t>
            </a:r>
            <a:r>
              <a:rPr lang="en-US" altLang="ko-KR" sz="800" dirty="0" err="1"/>
              <a:t>augue</a:t>
            </a:r>
            <a:r>
              <a:rPr lang="en-US" altLang="ko-KR" sz="800" dirty="0"/>
              <a:t> </a:t>
            </a:r>
            <a:r>
              <a:rPr lang="en-US" altLang="ko-KR" sz="800" dirty="0" err="1"/>
              <a:t>sem</a:t>
            </a:r>
            <a:r>
              <a:rPr lang="en-US" altLang="ko-KR" sz="800" dirty="0"/>
              <a:t> per </a:t>
            </a:r>
            <a:r>
              <a:rPr lang="en-US" altLang="ko-KR" sz="800" dirty="0" err="1"/>
              <a:t>porta</a:t>
            </a:r>
            <a:r>
              <a:rPr lang="en-US" altLang="ko-KR" sz="800" dirty="0"/>
              <a:t>. </a:t>
            </a:r>
            <a:r>
              <a:rPr lang="en-US" altLang="ko-KR" sz="800" dirty="0" err="1"/>
              <a:t>Mauris</a:t>
            </a:r>
            <a:r>
              <a:rPr lang="en-US" altLang="ko-KR" sz="800" dirty="0"/>
              <a:t> </a:t>
            </a:r>
            <a:r>
              <a:rPr lang="en-US" altLang="ko-KR" sz="800" dirty="0" err="1"/>
              <a:t>massa</a:t>
            </a:r>
            <a:r>
              <a:rPr lang="en-US" altLang="ko-KR" sz="800" dirty="0"/>
              <a:t>. </a:t>
            </a:r>
            <a:r>
              <a:rPr lang="en-US" altLang="ko-KR" sz="800" dirty="0" err="1"/>
              <a:t>Vestibulum</a:t>
            </a:r>
            <a:r>
              <a:rPr lang="en-US" altLang="ko-KR" sz="800" dirty="0"/>
              <a:t> </a:t>
            </a:r>
            <a:r>
              <a:rPr lang="en-US" altLang="ko-KR" sz="800" dirty="0" err="1"/>
              <a:t>lacinia</a:t>
            </a:r>
            <a:r>
              <a:rPr lang="en-US" altLang="ko-KR" sz="800" dirty="0"/>
              <a:t> </a:t>
            </a:r>
            <a:r>
              <a:rPr lang="en-US" altLang="ko-KR" sz="800" dirty="0" err="1"/>
              <a:t>arcu</a:t>
            </a:r>
            <a:r>
              <a:rPr lang="en-US" altLang="ko-KR" sz="800" dirty="0"/>
              <a:t> </a:t>
            </a:r>
            <a:r>
              <a:rPr lang="en-US" altLang="ko-KR" sz="800" dirty="0" err="1"/>
              <a:t>eget</a:t>
            </a:r>
            <a:r>
              <a:rPr lang="en-US" altLang="ko-KR" sz="800" dirty="0"/>
              <a:t> </a:t>
            </a:r>
            <a:r>
              <a:rPr lang="en-US" altLang="ko-KR" sz="800" dirty="0" err="1"/>
              <a:t>nulla</a:t>
            </a:r>
            <a:r>
              <a:rPr lang="en-US" altLang="ko-KR" sz="800" dirty="0"/>
              <a:t>. </a:t>
            </a:r>
          </a:p>
          <a:p>
            <a:pPr lvl="0"/>
            <a:endParaRPr lang="ko-KR" altLang="en-US" dirty="0"/>
          </a:p>
          <a:p>
            <a:endParaRPr lang="ko-KR" altLang="en-US" dirty="0"/>
          </a:p>
        </p:txBody>
      </p:sp>
    </p:spTree>
    <p:extLst>
      <p:ext uri="{BB962C8B-B14F-4D97-AF65-F5344CB8AC3E}">
        <p14:creationId xmlns:p14="http://schemas.microsoft.com/office/powerpoint/2010/main" val="34670928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par>
                                <p:cTn id="8" presetID="17" presetClass="entr" presetSubtype="1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 calcmode="lin" valueType="num">
                                      <p:cBhvr>
                                        <p:cTn id="10" dur="500" fill="hold"/>
                                        <p:tgtEl>
                                          <p:spTgt spid="22"/>
                                        </p:tgtEl>
                                        <p:attrNameLst>
                                          <p:attrName>ppt_w</p:attrName>
                                        </p:attrNameLst>
                                      </p:cBhvr>
                                      <p:tavLst>
                                        <p:tav tm="0">
                                          <p:val>
                                            <p:fltVal val="0"/>
                                          </p:val>
                                        </p:tav>
                                        <p:tav tm="100000">
                                          <p:val>
                                            <p:strVal val="#ppt_w"/>
                                          </p:val>
                                        </p:tav>
                                      </p:tavLst>
                                    </p:anim>
                                    <p:anim calcmode="lin" valueType="num">
                                      <p:cBhvr>
                                        <p:cTn id="11" dur="500" fill="hold"/>
                                        <p:tgtEl>
                                          <p:spTgt spid="22"/>
                                        </p:tgtEl>
                                        <p:attrNameLst>
                                          <p:attrName>ppt_h</p:attrName>
                                        </p:attrNameLst>
                                      </p:cBhvr>
                                      <p:tavLst>
                                        <p:tav tm="0">
                                          <p:val>
                                            <p:strVal val="#ppt_h"/>
                                          </p:val>
                                        </p:tav>
                                        <p:tav tm="100000">
                                          <p:val>
                                            <p:strVal val="#ppt_h"/>
                                          </p:val>
                                        </p:tav>
                                      </p:tavLst>
                                    </p:anim>
                                  </p:childTnLst>
                                </p:cTn>
                              </p:par>
                              <p:par>
                                <p:cTn id="12" presetID="47" presetClass="entr" presetSubtype="0" fill="hold" nodeType="with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500"/>
                                        <p:tgtEl>
                                          <p:spTgt spid="34"/>
                                        </p:tgtEl>
                                      </p:cBhvr>
                                    </p:animEffect>
                                    <p:anim calcmode="lin" valueType="num">
                                      <p:cBhvr>
                                        <p:cTn id="15" dur="500" fill="hold"/>
                                        <p:tgtEl>
                                          <p:spTgt spid="34"/>
                                        </p:tgtEl>
                                        <p:attrNameLst>
                                          <p:attrName>ppt_x</p:attrName>
                                        </p:attrNameLst>
                                      </p:cBhvr>
                                      <p:tavLst>
                                        <p:tav tm="0">
                                          <p:val>
                                            <p:strVal val="#ppt_x"/>
                                          </p:val>
                                        </p:tav>
                                        <p:tav tm="100000">
                                          <p:val>
                                            <p:strVal val="#ppt_x"/>
                                          </p:val>
                                        </p:tav>
                                      </p:tavLst>
                                    </p:anim>
                                    <p:anim calcmode="lin" valueType="num">
                                      <p:cBhvr>
                                        <p:cTn id="16" dur="500" fill="hold"/>
                                        <p:tgtEl>
                                          <p:spTgt spid="34"/>
                                        </p:tgtEl>
                                        <p:attrNameLst>
                                          <p:attrName>ppt_y</p:attrName>
                                        </p:attrNameLst>
                                      </p:cBhvr>
                                      <p:tavLst>
                                        <p:tav tm="0">
                                          <p:val>
                                            <p:strVal val="#ppt_y-.1"/>
                                          </p:val>
                                        </p:tav>
                                        <p:tav tm="100000">
                                          <p:val>
                                            <p:strVal val="#ppt_y"/>
                                          </p:val>
                                        </p:tav>
                                      </p:tavLst>
                                    </p:anim>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dissolve">
                                      <p:cBhvr>
                                        <p:cTn id="20" dur="500"/>
                                        <p:tgtEl>
                                          <p:spTgt spid="53"/>
                                        </p:tgtEl>
                                      </p:cBhvr>
                                    </p:animEffect>
                                  </p:childTnLst>
                                </p:cTn>
                              </p:par>
                              <p:par>
                                <p:cTn id="21" presetID="17" presetClass="entr" presetSubtype="1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anim calcmode="lin" valueType="num">
                                      <p:cBhvr>
                                        <p:cTn id="23" dur="500" fill="hold"/>
                                        <p:tgtEl>
                                          <p:spTgt spid="38"/>
                                        </p:tgtEl>
                                        <p:attrNameLst>
                                          <p:attrName>ppt_w</p:attrName>
                                        </p:attrNameLst>
                                      </p:cBhvr>
                                      <p:tavLst>
                                        <p:tav tm="0">
                                          <p:val>
                                            <p:fltVal val="0"/>
                                          </p:val>
                                        </p:tav>
                                        <p:tav tm="100000">
                                          <p:val>
                                            <p:strVal val="#ppt_w"/>
                                          </p:val>
                                        </p:tav>
                                      </p:tavLst>
                                    </p:anim>
                                    <p:anim calcmode="lin" valueType="num">
                                      <p:cBhvr>
                                        <p:cTn id="24" dur="500" fill="hold"/>
                                        <p:tgtEl>
                                          <p:spTgt spid="38"/>
                                        </p:tgtEl>
                                        <p:attrNameLst>
                                          <p:attrName>ppt_h</p:attrName>
                                        </p:attrNameLst>
                                      </p:cBhvr>
                                      <p:tavLst>
                                        <p:tav tm="0">
                                          <p:val>
                                            <p:strVal val="#ppt_h"/>
                                          </p:val>
                                        </p:tav>
                                        <p:tav tm="100000">
                                          <p:val>
                                            <p:strVal val="#ppt_h"/>
                                          </p:val>
                                        </p:tav>
                                      </p:tavLst>
                                    </p:anim>
                                  </p:childTnLst>
                                </p:cTn>
                              </p:par>
                              <p:par>
                                <p:cTn id="25" presetID="47" presetClass="entr" presetSubtype="0" fill="hold"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anim calcmode="lin" valueType="num">
                                      <p:cBhvr>
                                        <p:cTn id="28" dur="500" fill="hold"/>
                                        <p:tgtEl>
                                          <p:spTgt spid="35"/>
                                        </p:tgtEl>
                                        <p:attrNameLst>
                                          <p:attrName>ppt_x</p:attrName>
                                        </p:attrNameLst>
                                      </p:cBhvr>
                                      <p:tavLst>
                                        <p:tav tm="0">
                                          <p:val>
                                            <p:strVal val="#ppt_x"/>
                                          </p:val>
                                        </p:tav>
                                        <p:tav tm="100000">
                                          <p:val>
                                            <p:strVal val="#ppt_x"/>
                                          </p:val>
                                        </p:tav>
                                      </p:tavLst>
                                    </p:anim>
                                    <p:anim calcmode="lin" valueType="num">
                                      <p:cBhvr>
                                        <p:cTn id="29" dur="500" fill="hold"/>
                                        <p:tgtEl>
                                          <p:spTgt spid="35"/>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9" presetClass="entr" presetSubtype="0" fill="hold" nodeType="after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dissolve">
                                      <p:cBhvr>
                                        <p:cTn id="33" dur="500"/>
                                        <p:tgtEl>
                                          <p:spTgt spid="51"/>
                                        </p:tgtEl>
                                      </p:cBhvr>
                                    </p:animEffect>
                                  </p:childTnLst>
                                </p:cTn>
                              </p:par>
                              <p:par>
                                <p:cTn id="34" presetID="17" presetClass="entr" presetSubtype="10"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p:cTn id="36" dur="500" fill="hold"/>
                                        <p:tgtEl>
                                          <p:spTgt spid="37"/>
                                        </p:tgtEl>
                                        <p:attrNameLst>
                                          <p:attrName>ppt_w</p:attrName>
                                        </p:attrNameLst>
                                      </p:cBhvr>
                                      <p:tavLst>
                                        <p:tav tm="0">
                                          <p:val>
                                            <p:fltVal val="0"/>
                                          </p:val>
                                        </p:tav>
                                        <p:tav tm="100000">
                                          <p:val>
                                            <p:strVal val="#ppt_w"/>
                                          </p:val>
                                        </p:tav>
                                      </p:tavLst>
                                    </p:anim>
                                    <p:anim calcmode="lin" valueType="num">
                                      <p:cBhvr>
                                        <p:cTn id="37" dur="500" fill="hold"/>
                                        <p:tgtEl>
                                          <p:spTgt spid="37"/>
                                        </p:tgtEl>
                                        <p:attrNameLst>
                                          <p:attrName>ppt_h</p:attrName>
                                        </p:attrNameLst>
                                      </p:cBhvr>
                                      <p:tavLst>
                                        <p:tav tm="0">
                                          <p:val>
                                            <p:strVal val="#ppt_h"/>
                                          </p:val>
                                        </p:tav>
                                        <p:tav tm="100000">
                                          <p:val>
                                            <p:strVal val="#ppt_h"/>
                                          </p:val>
                                        </p:tav>
                                      </p:tavLst>
                                    </p:anim>
                                  </p:childTnLst>
                                </p:cTn>
                              </p:par>
                              <p:par>
                                <p:cTn id="38" presetID="47" presetClass="entr" presetSubtype="0" fill="hold"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anim calcmode="lin" valueType="num">
                                      <p:cBhvr>
                                        <p:cTn id="41" dur="500" fill="hold"/>
                                        <p:tgtEl>
                                          <p:spTgt spid="36"/>
                                        </p:tgtEl>
                                        <p:attrNameLst>
                                          <p:attrName>ppt_x</p:attrName>
                                        </p:attrNameLst>
                                      </p:cBhvr>
                                      <p:tavLst>
                                        <p:tav tm="0">
                                          <p:val>
                                            <p:strVal val="#ppt_x"/>
                                          </p:val>
                                        </p:tav>
                                        <p:tav tm="100000">
                                          <p:val>
                                            <p:strVal val="#ppt_x"/>
                                          </p:val>
                                        </p:tav>
                                      </p:tavLst>
                                    </p:anim>
                                    <p:anim calcmode="lin" valueType="num">
                                      <p:cBhvr>
                                        <p:cTn id="42" dur="500" fill="hold"/>
                                        <p:tgtEl>
                                          <p:spTgt spid="36"/>
                                        </p:tgtEl>
                                        <p:attrNameLst>
                                          <p:attrName>ppt_y</p:attrName>
                                        </p:attrNameLst>
                                      </p:cBhvr>
                                      <p:tavLst>
                                        <p:tav tm="0">
                                          <p:val>
                                            <p:strVal val="#ppt_y-.1"/>
                                          </p:val>
                                        </p:tav>
                                        <p:tav tm="100000">
                                          <p:val>
                                            <p:strVal val="#ppt_y"/>
                                          </p:val>
                                        </p:tav>
                                      </p:tavLst>
                                    </p:anim>
                                  </p:childTnLst>
                                </p:cTn>
                              </p:par>
                            </p:childTnLst>
                          </p:cTn>
                        </p:par>
                        <p:par>
                          <p:cTn id="43" fill="hold">
                            <p:stCondLst>
                              <p:cond delay="1500"/>
                            </p:stCondLst>
                            <p:childTnLst>
                              <p:par>
                                <p:cTn id="44" presetID="9" presetClass="entr" presetSubtype="0" fill="hold" nodeType="after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dissolve">
                                      <p:cBhvr>
                                        <p:cTn id="46" dur="500"/>
                                        <p:tgtEl>
                                          <p:spTgt spid="52"/>
                                        </p:tgtEl>
                                      </p:cBhvr>
                                    </p:animEffect>
                                  </p:childTnLst>
                                </p:cTn>
                              </p:par>
                              <p:par>
                                <p:cTn id="47" presetID="17" presetClass="entr" presetSubtype="1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 calcmode="lin" valueType="num">
                                      <p:cBhvr>
                                        <p:cTn id="49" dur="500" fill="hold"/>
                                        <p:tgtEl>
                                          <p:spTgt spid="25"/>
                                        </p:tgtEl>
                                        <p:attrNameLst>
                                          <p:attrName>ppt_w</p:attrName>
                                        </p:attrNameLst>
                                      </p:cBhvr>
                                      <p:tavLst>
                                        <p:tav tm="0">
                                          <p:val>
                                            <p:fltVal val="0"/>
                                          </p:val>
                                        </p:tav>
                                        <p:tav tm="100000">
                                          <p:val>
                                            <p:strVal val="#ppt_w"/>
                                          </p:val>
                                        </p:tav>
                                      </p:tavLst>
                                    </p:anim>
                                    <p:anim calcmode="lin" valueType="num">
                                      <p:cBhvr>
                                        <p:cTn id="50" dur="500" fill="hold"/>
                                        <p:tgtEl>
                                          <p:spTgt spid="25"/>
                                        </p:tgtEl>
                                        <p:attrNameLst>
                                          <p:attrName>ppt_h</p:attrName>
                                        </p:attrNameLst>
                                      </p:cBhvr>
                                      <p:tavLst>
                                        <p:tav tm="0">
                                          <p:val>
                                            <p:strVal val="#ppt_h"/>
                                          </p:val>
                                        </p:tav>
                                        <p:tav tm="100000">
                                          <p:val>
                                            <p:strVal val="#ppt_h"/>
                                          </p:val>
                                        </p:tav>
                                      </p:tavLst>
                                    </p:anim>
                                  </p:childTnLst>
                                </p:cTn>
                              </p:par>
                              <p:par>
                                <p:cTn id="51" presetID="47" presetClass="entr" presetSubtype="0" fill="hold"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500"/>
                                        <p:tgtEl>
                                          <p:spTgt spid="39"/>
                                        </p:tgtEl>
                                      </p:cBhvr>
                                    </p:animEffect>
                                    <p:anim calcmode="lin" valueType="num">
                                      <p:cBhvr>
                                        <p:cTn id="54" dur="500" fill="hold"/>
                                        <p:tgtEl>
                                          <p:spTgt spid="39"/>
                                        </p:tgtEl>
                                        <p:attrNameLst>
                                          <p:attrName>ppt_x</p:attrName>
                                        </p:attrNameLst>
                                      </p:cBhvr>
                                      <p:tavLst>
                                        <p:tav tm="0">
                                          <p:val>
                                            <p:strVal val="#ppt_x"/>
                                          </p:val>
                                        </p:tav>
                                        <p:tav tm="100000">
                                          <p:val>
                                            <p:strVal val="#ppt_x"/>
                                          </p:val>
                                        </p:tav>
                                      </p:tavLst>
                                    </p:anim>
                                    <p:anim calcmode="lin" valueType="num">
                                      <p:cBhvr>
                                        <p:cTn id="55" dur="5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Diagram</a:t>
            </a:r>
          </a:p>
        </p:txBody>
      </p:sp>
      <p:grpSp>
        <p:nvGrpSpPr>
          <p:cNvPr id="17" name="그룹 16"/>
          <p:cNvGrpSpPr/>
          <p:nvPr/>
        </p:nvGrpSpPr>
        <p:grpSpPr>
          <a:xfrm>
            <a:off x="2750856" y="2410782"/>
            <a:ext cx="721977" cy="844754"/>
            <a:chOff x="3711576" y="1566864"/>
            <a:chExt cx="1717675" cy="2009776"/>
          </a:xfrm>
        </p:grpSpPr>
        <p:sp>
          <p:nvSpPr>
            <p:cNvPr id="39" name="Freeform 12"/>
            <p:cNvSpPr>
              <a:spLocks/>
            </p:cNvSpPr>
            <p:nvPr/>
          </p:nvSpPr>
          <p:spPr bwMode="auto">
            <a:xfrm>
              <a:off x="3711576" y="1566864"/>
              <a:ext cx="1717675" cy="2009776"/>
            </a:xfrm>
            <a:custGeom>
              <a:avLst/>
              <a:gdLst>
                <a:gd name="T0" fmla="*/ 398 w 455"/>
                <a:gd name="T1" fmla="*/ 297 h 533"/>
                <a:gd name="T2" fmla="*/ 320 w 455"/>
                <a:gd name="T3" fmla="*/ 261 h 533"/>
                <a:gd name="T4" fmla="*/ 339 w 455"/>
                <a:gd name="T5" fmla="*/ 224 h 533"/>
                <a:gd name="T6" fmla="*/ 363 w 455"/>
                <a:gd name="T7" fmla="*/ 191 h 533"/>
                <a:gd name="T8" fmla="*/ 355 w 455"/>
                <a:gd name="T9" fmla="*/ 144 h 533"/>
                <a:gd name="T10" fmla="*/ 323 w 455"/>
                <a:gd name="T11" fmla="*/ 40 h 533"/>
                <a:gd name="T12" fmla="*/ 229 w 455"/>
                <a:gd name="T13" fmla="*/ 0 h 533"/>
                <a:gd name="T14" fmla="*/ 228 w 455"/>
                <a:gd name="T15" fmla="*/ 0 h 533"/>
                <a:gd name="T16" fmla="*/ 227 w 455"/>
                <a:gd name="T17" fmla="*/ 0 h 533"/>
                <a:gd name="T18" fmla="*/ 133 w 455"/>
                <a:gd name="T19" fmla="*/ 40 h 533"/>
                <a:gd name="T20" fmla="*/ 100 w 455"/>
                <a:gd name="T21" fmla="*/ 144 h 533"/>
                <a:gd name="T22" fmla="*/ 93 w 455"/>
                <a:gd name="T23" fmla="*/ 191 h 533"/>
                <a:gd name="T24" fmla="*/ 116 w 455"/>
                <a:gd name="T25" fmla="*/ 224 h 533"/>
                <a:gd name="T26" fmla="*/ 135 w 455"/>
                <a:gd name="T27" fmla="*/ 261 h 533"/>
                <a:gd name="T28" fmla="*/ 57 w 455"/>
                <a:gd name="T29" fmla="*/ 297 h 533"/>
                <a:gd name="T30" fmla="*/ 0 w 455"/>
                <a:gd name="T31" fmla="*/ 478 h 533"/>
                <a:gd name="T32" fmla="*/ 16 w 455"/>
                <a:gd name="T33" fmla="*/ 517 h 533"/>
                <a:gd name="T34" fmla="*/ 54 w 455"/>
                <a:gd name="T35" fmla="*/ 533 h 533"/>
                <a:gd name="T36" fmla="*/ 401 w 455"/>
                <a:gd name="T37" fmla="*/ 533 h 533"/>
                <a:gd name="T38" fmla="*/ 440 w 455"/>
                <a:gd name="T39" fmla="*/ 517 h 533"/>
                <a:gd name="T40" fmla="*/ 455 w 455"/>
                <a:gd name="T41" fmla="*/ 478 h 533"/>
                <a:gd name="T42" fmla="*/ 398 w 455"/>
                <a:gd name="T43" fmla="*/ 297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5" h="533">
                  <a:moveTo>
                    <a:pt x="398" y="297"/>
                  </a:moveTo>
                  <a:cubicBezTo>
                    <a:pt x="379" y="280"/>
                    <a:pt x="353" y="268"/>
                    <a:pt x="320" y="261"/>
                  </a:cubicBezTo>
                  <a:cubicBezTo>
                    <a:pt x="327" y="251"/>
                    <a:pt x="334" y="239"/>
                    <a:pt x="339" y="224"/>
                  </a:cubicBezTo>
                  <a:cubicBezTo>
                    <a:pt x="347" y="219"/>
                    <a:pt x="357" y="209"/>
                    <a:pt x="363" y="191"/>
                  </a:cubicBezTo>
                  <a:cubicBezTo>
                    <a:pt x="370" y="171"/>
                    <a:pt x="365" y="155"/>
                    <a:pt x="355" y="144"/>
                  </a:cubicBezTo>
                  <a:cubicBezTo>
                    <a:pt x="357" y="100"/>
                    <a:pt x="346" y="65"/>
                    <a:pt x="323" y="40"/>
                  </a:cubicBezTo>
                  <a:cubicBezTo>
                    <a:pt x="288" y="2"/>
                    <a:pt x="238" y="0"/>
                    <a:pt x="229" y="0"/>
                  </a:cubicBezTo>
                  <a:cubicBezTo>
                    <a:pt x="228" y="0"/>
                    <a:pt x="228" y="0"/>
                    <a:pt x="228" y="0"/>
                  </a:cubicBezTo>
                  <a:cubicBezTo>
                    <a:pt x="228" y="0"/>
                    <a:pt x="227" y="0"/>
                    <a:pt x="227" y="0"/>
                  </a:cubicBezTo>
                  <a:cubicBezTo>
                    <a:pt x="217" y="0"/>
                    <a:pt x="167" y="2"/>
                    <a:pt x="133" y="40"/>
                  </a:cubicBezTo>
                  <a:cubicBezTo>
                    <a:pt x="109" y="65"/>
                    <a:pt x="98" y="100"/>
                    <a:pt x="100" y="144"/>
                  </a:cubicBezTo>
                  <a:cubicBezTo>
                    <a:pt x="91" y="155"/>
                    <a:pt x="86" y="171"/>
                    <a:pt x="93" y="191"/>
                  </a:cubicBezTo>
                  <a:cubicBezTo>
                    <a:pt x="99" y="209"/>
                    <a:pt x="109" y="219"/>
                    <a:pt x="116" y="224"/>
                  </a:cubicBezTo>
                  <a:cubicBezTo>
                    <a:pt x="122" y="239"/>
                    <a:pt x="128" y="251"/>
                    <a:pt x="135" y="261"/>
                  </a:cubicBezTo>
                  <a:cubicBezTo>
                    <a:pt x="102" y="268"/>
                    <a:pt x="76" y="280"/>
                    <a:pt x="57" y="297"/>
                  </a:cubicBezTo>
                  <a:cubicBezTo>
                    <a:pt x="6" y="345"/>
                    <a:pt x="1" y="407"/>
                    <a:pt x="0" y="478"/>
                  </a:cubicBezTo>
                  <a:cubicBezTo>
                    <a:pt x="0" y="493"/>
                    <a:pt x="6" y="507"/>
                    <a:pt x="16" y="517"/>
                  </a:cubicBezTo>
                  <a:cubicBezTo>
                    <a:pt x="26" y="527"/>
                    <a:pt x="40" y="533"/>
                    <a:pt x="54" y="533"/>
                  </a:cubicBezTo>
                  <a:cubicBezTo>
                    <a:pt x="401" y="533"/>
                    <a:pt x="401" y="533"/>
                    <a:pt x="401" y="533"/>
                  </a:cubicBezTo>
                  <a:cubicBezTo>
                    <a:pt x="415" y="533"/>
                    <a:pt x="429" y="527"/>
                    <a:pt x="440" y="517"/>
                  </a:cubicBezTo>
                  <a:cubicBezTo>
                    <a:pt x="450" y="507"/>
                    <a:pt x="455" y="493"/>
                    <a:pt x="455" y="478"/>
                  </a:cubicBezTo>
                  <a:cubicBezTo>
                    <a:pt x="454" y="407"/>
                    <a:pt x="450" y="345"/>
                    <a:pt x="398" y="297"/>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40" name="Freeform 13"/>
            <p:cNvSpPr>
              <a:spLocks noEditPoints="1"/>
            </p:cNvSpPr>
            <p:nvPr/>
          </p:nvSpPr>
          <p:spPr bwMode="auto">
            <a:xfrm>
              <a:off x="3787775" y="1641476"/>
              <a:ext cx="1565275" cy="1860550"/>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18" name="그룹 17"/>
          <p:cNvGrpSpPr/>
          <p:nvPr/>
        </p:nvGrpSpPr>
        <p:grpSpPr>
          <a:xfrm>
            <a:off x="3394148" y="2410782"/>
            <a:ext cx="721977" cy="844754"/>
            <a:chOff x="3711576" y="1566864"/>
            <a:chExt cx="1717675" cy="2009776"/>
          </a:xfrm>
        </p:grpSpPr>
        <p:sp>
          <p:nvSpPr>
            <p:cNvPr id="37" name="Freeform 12"/>
            <p:cNvSpPr>
              <a:spLocks/>
            </p:cNvSpPr>
            <p:nvPr/>
          </p:nvSpPr>
          <p:spPr bwMode="auto">
            <a:xfrm>
              <a:off x="3711576" y="1566864"/>
              <a:ext cx="1717675" cy="2009776"/>
            </a:xfrm>
            <a:custGeom>
              <a:avLst/>
              <a:gdLst>
                <a:gd name="T0" fmla="*/ 398 w 455"/>
                <a:gd name="T1" fmla="*/ 297 h 533"/>
                <a:gd name="T2" fmla="*/ 320 w 455"/>
                <a:gd name="T3" fmla="*/ 261 h 533"/>
                <a:gd name="T4" fmla="*/ 339 w 455"/>
                <a:gd name="T5" fmla="*/ 224 h 533"/>
                <a:gd name="T6" fmla="*/ 363 w 455"/>
                <a:gd name="T7" fmla="*/ 191 h 533"/>
                <a:gd name="T8" fmla="*/ 355 w 455"/>
                <a:gd name="T9" fmla="*/ 144 h 533"/>
                <a:gd name="T10" fmla="*/ 323 w 455"/>
                <a:gd name="T11" fmla="*/ 40 h 533"/>
                <a:gd name="T12" fmla="*/ 229 w 455"/>
                <a:gd name="T13" fmla="*/ 0 h 533"/>
                <a:gd name="T14" fmla="*/ 228 w 455"/>
                <a:gd name="T15" fmla="*/ 0 h 533"/>
                <a:gd name="T16" fmla="*/ 227 w 455"/>
                <a:gd name="T17" fmla="*/ 0 h 533"/>
                <a:gd name="T18" fmla="*/ 133 w 455"/>
                <a:gd name="T19" fmla="*/ 40 h 533"/>
                <a:gd name="T20" fmla="*/ 100 w 455"/>
                <a:gd name="T21" fmla="*/ 144 h 533"/>
                <a:gd name="T22" fmla="*/ 93 w 455"/>
                <a:gd name="T23" fmla="*/ 191 h 533"/>
                <a:gd name="T24" fmla="*/ 116 w 455"/>
                <a:gd name="T25" fmla="*/ 224 h 533"/>
                <a:gd name="T26" fmla="*/ 135 w 455"/>
                <a:gd name="T27" fmla="*/ 261 h 533"/>
                <a:gd name="T28" fmla="*/ 57 w 455"/>
                <a:gd name="T29" fmla="*/ 297 h 533"/>
                <a:gd name="T30" fmla="*/ 0 w 455"/>
                <a:gd name="T31" fmla="*/ 478 h 533"/>
                <a:gd name="T32" fmla="*/ 16 w 455"/>
                <a:gd name="T33" fmla="*/ 517 h 533"/>
                <a:gd name="T34" fmla="*/ 54 w 455"/>
                <a:gd name="T35" fmla="*/ 533 h 533"/>
                <a:gd name="T36" fmla="*/ 401 w 455"/>
                <a:gd name="T37" fmla="*/ 533 h 533"/>
                <a:gd name="T38" fmla="*/ 440 w 455"/>
                <a:gd name="T39" fmla="*/ 517 h 533"/>
                <a:gd name="T40" fmla="*/ 455 w 455"/>
                <a:gd name="T41" fmla="*/ 478 h 533"/>
                <a:gd name="T42" fmla="*/ 398 w 455"/>
                <a:gd name="T43" fmla="*/ 297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5" h="533">
                  <a:moveTo>
                    <a:pt x="398" y="297"/>
                  </a:moveTo>
                  <a:cubicBezTo>
                    <a:pt x="379" y="280"/>
                    <a:pt x="353" y="268"/>
                    <a:pt x="320" y="261"/>
                  </a:cubicBezTo>
                  <a:cubicBezTo>
                    <a:pt x="327" y="251"/>
                    <a:pt x="334" y="239"/>
                    <a:pt x="339" y="224"/>
                  </a:cubicBezTo>
                  <a:cubicBezTo>
                    <a:pt x="347" y="219"/>
                    <a:pt x="357" y="209"/>
                    <a:pt x="363" y="191"/>
                  </a:cubicBezTo>
                  <a:cubicBezTo>
                    <a:pt x="370" y="171"/>
                    <a:pt x="365" y="155"/>
                    <a:pt x="355" y="144"/>
                  </a:cubicBezTo>
                  <a:cubicBezTo>
                    <a:pt x="357" y="100"/>
                    <a:pt x="346" y="65"/>
                    <a:pt x="323" y="40"/>
                  </a:cubicBezTo>
                  <a:cubicBezTo>
                    <a:pt x="288" y="2"/>
                    <a:pt x="238" y="0"/>
                    <a:pt x="229" y="0"/>
                  </a:cubicBezTo>
                  <a:cubicBezTo>
                    <a:pt x="228" y="0"/>
                    <a:pt x="228" y="0"/>
                    <a:pt x="228" y="0"/>
                  </a:cubicBezTo>
                  <a:cubicBezTo>
                    <a:pt x="228" y="0"/>
                    <a:pt x="227" y="0"/>
                    <a:pt x="227" y="0"/>
                  </a:cubicBezTo>
                  <a:cubicBezTo>
                    <a:pt x="217" y="0"/>
                    <a:pt x="167" y="2"/>
                    <a:pt x="133" y="40"/>
                  </a:cubicBezTo>
                  <a:cubicBezTo>
                    <a:pt x="109" y="65"/>
                    <a:pt x="98" y="100"/>
                    <a:pt x="100" y="144"/>
                  </a:cubicBezTo>
                  <a:cubicBezTo>
                    <a:pt x="91" y="155"/>
                    <a:pt x="86" y="171"/>
                    <a:pt x="93" y="191"/>
                  </a:cubicBezTo>
                  <a:cubicBezTo>
                    <a:pt x="99" y="209"/>
                    <a:pt x="109" y="219"/>
                    <a:pt x="116" y="224"/>
                  </a:cubicBezTo>
                  <a:cubicBezTo>
                    <a:pt x="122" y="239"/>
                    <a:pt x="128" y="251"/>
                    <a:pt x="135" y="261"/>
                  </a:cubicBezTo>
                  <a:cubicBezTo>
                    <a:pt x="102" y="268"/>
                    <a:pt x="76" y="280"/>
                    <a:pt x="57" y="297"/>
                  </a:cubicBezTo>
                  <a:cubicBezTo>
                    <a:pt x="6" y="345"/>
                    <a:pt x="1" y="407"/>
                    <a:pt x="0" y="478"/>
                  </a:cubicBezTo>
                  <a:cubicBezTo>
                    <a:pt x="0" y="493"/>
                    <a:pt x="6" y="507"/>
                    <a:pt x="16" y="517"/>
                  </a:cubicBezTo>
                  <a:cubicBezTo>
                    <a:pt x="26" y="527"/>
                    <a:pt x="40" y="533"/>
                    <a:pt x="54" y="533"/>
                  </a:cubicBezTo>
                  <a:cubicBezTo>
                    <a:pt x="401" y="533"/>
                    <a:pt x="401" y="533"/>
                    <a:pt x="401" y="533"/>
                  </a:cubicBezTo>
                  <a:cubicBezTo>
                    <a:pt x="415" y="533"/>
                    <a:pt x="429" y="527"/>
                    <a:pt x="440" y="517"/>
                  </a:cubicBezTo>
                  <a:cubicBezTo>
                    <a:pt x="450" y="507"/>
                    <a:pt x="455" y="493"/>
                    <a:pt x="455" y="478"/>
                  </a:cubicBezTo>
                  <a:cubicBezTo>
                    <a:pt x="454" y="407"/>
                    <a:pt x="450" y="345"/>
                    <a:pt x="398" y="297"/>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38" name="Freeform 13"/>
            <p:cNvSpPr>
              <a:spLocks noEditPoints="1"/>
            </p:cNvSpPr>
            <p:nvPr/>
          </p:nvSpPr>
          <p:spPr bwMode="auto">
            <a:xfrm>
              <a:off x="3787775" y="1641476"/>
              <a:ext cx="1565275" cy="1860550"/>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19" name="그룹 18"/>
          <p:cNvGrpSpPr/>
          <p:nvPr/>
        </p:nvGrpSpPr>
        <p:grpSpPr>
          <a:xfrm>
            <a:off x="3072502" y="2254465"/>
            <a:ext cx="721977" cy="844754"/>
            <a:chOff x="3711576" y="1566864"/>
            <a:chExt cx="1717675" cy="2009776"/>
          </a:xfrm>
        </p:grpSpPr>
        <p:sp>
          <p:nvSpPr>
            <p:cNvPr id="35" name="Freeform 12"/>
            <p:cNvSpPr>
              <a:spLocks/>
            </p:cNvSpPr>
            <p:nvPr/>
          </p:nvSpPr>
          <p:spPr bwMode="auto">
            <a:xfrm>
              <a:off x="3711576" y="1566864"/>
              <a:ext cx="1717675" cy="2009776"/>
            </a:xfrm>
            <a:custGeom>
              <a:avLst/>
              <a:gdLst>
                <a:gd name="T0" fmla="*/ 398 w 455"/>
                <a:gd name="T1" fmla="*/ 297 h 533"/>
                <a:gd name="T2" fmla="*/ 320 w 455"/>
                <a:gd name="T3" fmla="*/ 261 h 533"/>
                <a:gd name="T4" fmla="*/ 339 w 455"/>
                <a:gd name="T5" fmla="*/ 224 h 533"/>
                <a:gd name="T6" fmla="*/ 363 w 455"/>
                <a:gd name="T7" fmla="*/ 191 h 533"/>
                <a:gd name="T8" fmla="*/ 355 w 455"/>
                <a:gd name="T9" fmla="*/ 144 h 533"/>
                <a:gd name="T10" fmla="*/ 323 w 455"/>
                <a:gd name="T11" fmla="*/ 40 h 533"/>
                <a:gd name="T12" fmla="*/ 229 w 455"/>
                <a:gd name="T13" fmla="*/ 0 h 533"/>
                <a:gd name="T14" fmla="*/ 228 w 455"/>
                <a:gd name="T15" fmla="*/ 0 h 533"/>
                <a:gd name="T16" fmla="*/ 227 w 455"/>
                <a:gd name="T17" fmla="*/ 0 h 533"/>
                <a:gd name="T18" fmla="*/ 133 w 455"/>
                <a:gd name="T19" fmla="*/ 40 h 533"/>
                <a:gd name="T20" fmla="*/ 100 w 455"/>
                <a:gd name="T21" fmla="*/ 144 h 533"/>
                <a:gd name="T22" fmla="*/ 93 w 455"/>
                <a:gd name="T23" fmla="*/ 191 h 533"/>
                <a:gd name="T24" fmla="*/ 116 w 455"/>
                <a:gd name="T25" fmla="*/ 224 h 533"/>
                <a:gd name="T26" fmla="*/ 135 w 455"/>
                <a:gd name="T27" fmla="*/ 261 h 533"/>
                <a:gd name="T28" fmla="*/ 57 w 455"/>
                <a:gd name="T29" fmla="*/ 297 h 533"/>
                <a:gd name="T30" fmla="*/ 0 w 455"/>
                <a:gd name="T31" fmla="*/ 478 h 533"/>
                <a:gd name="T32" fmla="*/ 16 w 455"/>
                <a:gd name="T33" fmla="*/ 517 h 533"/>
                <a:gd name="T34" fmla="*/ 54 w 455"/>
                <a:gd name="T35" fmla="*/ 533 h 533"/>
                <a:gd name="T36" fmla="*/ 401 w 455"/>
                <a:gd name="T37" fmla="*/ 533 h 533"/>
                <a:gd name="T38" fmla="*/ 440 w 455"/>
                <a:gd name="T39" fmla="*/ 517 h 533"/>
                <a:gd name="T40" fmla="*/ 455 w 455"/>
                <a:gd name="T41" fmla="*/ 478 h 533"/>
                <a:gd name="T42" fmla="*/ 398 w 455"/>
                <a:gd name="T43" fmla="*/ 297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5" h="533">
                  <a:moveTo>
                    <a:pt x="398" y="297"/>
                  </a:moveTo>
                  <a:cubicBezTo>
                    <a:pt x="379" y="280"/>
                    <a:pt x="353" y="268"/>
                    <a:pt x="320" y="261"/>
                  </a:cubicBezTo>
                  <a:cubicBezTo>
                    <a:pt x="327" y="251"/>
                    <a:pt x="334" y="239"/>
                    <a:pt x="339" y="224"/>
                  </a:cubicBezTo>
                  <a:cubicBezTo>
                    <a:pt x="347" y="219"/>
                    <a:pt x="357" y="209"/>
                    <a:pt x="363" y="191"/>
                  </a:cubicBezTo>
                  <a:cubicBezTo>
                    <a:pt x="370" y="171"/>
                    <a:pt x="365" y="155"/>
                    <a:pt x="355" y="144"/>
                  </a:cubicBezTo>
                  <a:cubicBezTo>
                    <a:pt x="357" y="100"/>
                    <a:pt x="346" y="65"/>
                    <a:pt x="323" y="40"/>
                  </a:cubicBezTo>
                  <a:cubicBezTo>
                    <a:pt x="288" y="2"/>
                    <a:pt x="238" y="0"/>
                    <a:pt x="229" y="0"/>
                  </a:cubicBezTo>
                  <a:cubicBezTo>
                    <a:pt x="228" y="0"/>
                    <a:pt x="228" y="0"/>
                    <a:pt x="228" y="0"/>
                  </a:cubicBezTo>
                  <a:cubicBezTo>
                    <a:pt x="228" y="0"/>
                    <a:pt x="227" y="0"/>
                    <a:pt x="227" y="0"/>
                  </a:cubicBezTo>
                  <a:cubicBezTo>
                    <a:pt x="217" y="0"/>
                    <a:pt x="167" y="2"/>
                    <a:pt x="133" y="40"/>
                  </a:cubicBezTo>
                  <a:cubicBezTo>
                    <a:pt x="109" y="65"/>
                    <a:pt x="98" y="100"/>
                    <a:pt x="100" y="144"/>
                  </a:cubicBezTo>
                  <a:cubicBezTo>
                    <a:pt x="91" y="155"/>
                    <a:pt x="86" y="171"/>
                    <a:pt x="93" y="191"/>
                  </a:cubicBezTo>
                  <a:cubicBezTo>
                    <a:pt x="99" y="209"/>
                    <a:pt x="109" y="219"/>
                    <a:pt x="116" y="224"/>
                  </a:cubicBezTo>
                  <a:cubicBezTo>
                    <a:pt x="122" y="239"/>
                    <a:pt x="128" y="251"/>
                    <a:pt x="135" y="261"/>
                  </a:cubicBezTo>
                  <a:cubicBezTo>
                    <a:pt x="102" y="268"/>
                    <a:pt x="76" y="280"/>
                    <a:pt x="57" y="297"/>
                  </a:cubicBezTo>
                  <a:cubicBezTo>
                    <a:pt x="6" y="345"/>
                    <a:pt x="1" y="407"/>
                    <a:pt x="0" y="478"/>
                  </a:cubicBezTo>
                  <a:cubicBezTo>
                    <a:pt x="0" y="493"/>
                    <a:pt x="6" y="507"/>
                    <a:pt x="16" y="517"/>
                  </a:cubicBezTo>
                  <a:cubicBezTo>
                    <a:pt x="26" y="527"/>
                    <a:pt x="40" y="533"/>
                    <a:pt x="54" y="533"/>
                  </a:cubicBezTo>
                  <a:cubicBezTo>
                    <a:pt x="401" y="533"/>
                    <a:pt x="401" y="533"/>
                    <a:pt x="401" y="533"/>
                  </a:cubicBezTo>
                  <a:cubicBezTo>
                    <a:pt x="415" y="533"/>
                    <a:pt x="429" y="527"/>
                    <a:pt x="440" y="517"/>
                  </a:cubicBezTo>
                  <a:cubicBezTo>
                    <a:pt x="450" y="507"/>
                    <a:pt x="455" y="493"/>
                    <a:pt x="455" y="478"/>
                  </a:cubicBezTo>
                  <a:cubicBezTo>
                    <a:pt x="454" y="407"/>
                    <a:pt x="450" y="345"/>
                    <a:pt x="398" y="297"/>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36" name="Freeform 13"/>
            <p:cNvSpPr>
              <a:spLocks noEditPoints="1"/>
            </p:cNvSpPr>
            <p:nvPr/>
          </p:nvSpPr>
          <p:spPr bwMode="auto">
            <a:xfrm>
              <a:off x="3787775" y="1641476"/>
              <a:ext cx="1565275" cy="1860550"/>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0" name="그룹 19"/>
          <p:cNvGrpSpPr/>
          <p:nvPr/>
        </p:nvGrpSpPr>
        <p:grpSpPr>
          <a:xfrm>
            <a:off x="2429210" y="2725726"/>
            <a:ext cx="721977" cy="844754"/>
            <a:chOff x="3711576" y="1566864"/>
            <a:chExt cx="1717675" cy="2009776"/>
          </a:xfrm>
        </p:grpSpPr>
        <p:sp>
          <p:nvSpPr>
            <p:cNvPr id="33" name="Freeform 12"/>
            <p:cNvSpPr>
              <a:spLocks/>
            </p:cNvSpPr>
            <p:nvPr/>
          </p:nvSpPr>
          <p:spPr bwMode="auto">
            <a:xfrm>
              <a:off x="3711576" y="1566864"/>
              <a:ext cx="1717675" cy="2009776"/>
            </a:xfrm>
            <a:custGeom>
              <a:avLst/>
              <a:gdLst>
                <a:gd name="T0" fmla="*/ 398 w 455"/>
                <a:gd name="T1" fmla="*/ 297 h 533"/>
                <a:gd name="T2" fmla="*/ 320 w 455"/>
                <a:gd name="T3" fmla="*/ 261 h 533"/>
                <a:gd name="T4" fmla="*/ 339 w 455"/>
                <a:gd name="T5" fmla="*/ 224 h 533"/>
                <a:gd name="T6" fmla="*/ 363 w 455"/>
                <a:gd name="T7" fmla="*/ 191 h 533"/>
                <a:gd name="T8" fmla="*/ 355 w 455"/>
                <a:gd name="T9" fmla="*/ 144 h 533"/>
                <a:gd name="T10" fmla="*/ 323 w 455"/>
                <a:gd name="T11" fmla="*/ 40 h 533"/>
                <a:gd name="T12" fmla="*/ 229 w 455"/>
                <a:gd name="T13" fmla="*/ 0 h 533"/>
                <a:gd name="T14" fmla="*/ 228 w 455"/>
                <a:gd name="T15" fmla="*/ 0 h 533"/>
                <a:gd name="T16" fmla="*/ 227 w 455"/>
                <a:gd name="T17" fmla="*/ 0 h 533"/>
                <a:gd name="T18" fmla="*/ 133 w 455"/>
                <a:gd name="T19" fmla="*/ 40 h 533"/>
                <a:gd name="T20" fmla="*/ 100 w 455"/>
                <a:gd name="T21" fmla="*/ 144 h 533"/>
                <a:gd name="T22" fmla="*/ 93 w 455"/>
                <a:gd name="T23" fmla="*/ 191 h 533"/>
                <a:gd name="T24" fmla="*/ 116 w 455"/>
                <a:gd name="T25" fmla="*/ 224 h 533"/>
                <a:gd name="T26" fmla="*/ 135 w 455"/>
                <a:gd name="T27" fmla="*/ 261 h 533"/>
                <a:gd name="T28" fmla="*/ 57 w 455"/>
                <a:gd name="T29" fmla="*/ 297 h 533"/>
                <a:gd name="T30" fmla="*/ 0 w 455"/>
                <a:gd name="T31" fmla="*/ 478 h 533"/>
                <a:gd name="T32" fmla="*/ 16 w 455"/>
                <a:gd name="T33" fmla="*/ 517 h 533"/>
                <a:gd name="T34" fmla="*/ 54 w 455"/>
                <a:gd name="T35" fmla="*/ 533 h 533"/>
                <a:gd name="T36" fmla="*/ 401 w 455"/>
                <a:gd name="T37" fmla="*/ 533 h 533"/>
                <a:gd name="T38" fmla="*/ 440 w 455"/>
                <a:gd name="T39" fmla="*/ 517 h 533"/>
                <a:gd name="T40" fmla="*/ 455 w 455"/>
                <a:gd name="T41" fmla="*/ 478 h 533"/>
                <a:gd name="T42" fmla="*/ 398 w 455"/>
                <a:gd name="T43" fmla="*/ 297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5" h="533">
                  <a:moveTo>
                    <a:pt x="398" y="297"/>
                  </a:moveTo>
                  <a:cubicBezTo>
                    <a:pt x="379" y="280"/>
                    <a:pt x="353" y="268"/>
                    <a:pt x="320" y="261"/>
                  </a:cubicBezTo>
                  <a:cubicBezTo>
                    <a:pt x="327" y="251"/>
                    <a:pt x="334" y="239"/>
                    <a:pt x="339" y="224"/>
                  </a:cubicBezTo>
                  <a:cubicBezTo>
                    <a:pt x="347" y="219"/>
                    <a:pt x="357" y="209"/>
                    <a:pt x="363" y="191"/>
                  </a:cubicBezTo>
                  <a:cubicBezTo>
                    <a:pt x="370" y="171"/>
                    <a:pt x="365" y="155"/>
                    <a:pt x="355" y="144"/>
                  </a:cubicBezTo>
                  <a:cubicBezTo>
                    <a:pt x="357" y="100"/>
                    <a:pt x="346" y="65"/>
                    <a:pt x="323" y="40"/>
                  </a:cubicBezTo>
                  <a:cubicBezTo>
                    <a:pt x="288" y="2"/>
                    <a:pt x="238" y="0"/>
                    <a:pt x="229" y="0"/>
                  </a:cubicBezTo>
                  <a:cubicBezTo>
                    <a:pt x="228" y="0"/>
                    <a:pt x="228" y="0"/>
                    <a:pt x="228" y="0"/>
                  </a:cubicBezTo>
                  <a:cubicBezTo>
                    <a:pt x="228" y="0"/>
                    <a:pt x="227" y="0"/>
                    <a:pt x="227" y="0"/>
                  </a:cubicBezTo>
                  <a:cubicBezTo>
                    <a:pt x="217" y="0"/>
                    <a:pt x="167" y="2"/>
                    <a:pt x="133" y="40"/>
                  </a:cubicBezTo>
                  <a:cubicBezTo>
                    <a:pt x="109" y="65"/>
                    <a:pt x="98" y="100"/>
                    <a:pt x="100" y="144"/>
                  </a:cubicBezTo>
                  <a:cubicBezTo>
                    <a:pt x="91" y="155"/>
                    <a:pt x="86" y="171"/>
                    <a:pt x="93" y="191"/>
                  </a:cubicBezTo>
                  <a:cubicBezTo>
                    <a:pt x="99" y="209"/>
                    <a:pt x="109" y="219"/>
                    <a:pt x="116" y="224"/>
                  </a:cubicBezTo>
                  <a:cubicBezTo>
                    <a:pt x="122" y="239"/>
                    <a:pt x="128" y="251"/>
                    <a:pt x="135" y="261"/>
                  </a:cubicBezTo>
                  <a:cubicBezTo>
                    <a:pt x="102" y="268"/>
                    <a:pt x="76" y="280"/>
                    <a:pt x="57" y="297"/>
                  </a:cubicBezTo>
                  <a:cubicBezTo>
                    <a:pt x="6" y="345"/>
                    <a:pt x="1" y="407"/>
                    <a:pt x="0" y="478"/>
                  </a:cubicBezTo>
                  <a:cubicBezTo>
                    <a:pt x="0" y="493"/>
                    <a:pt x="6" y="507"/>
                    <a:pt x="16" y="517"/>
                  </a:cubicBezTo>
                  <a:cubicBezTo>
                    <a:pt x="26" y="527"/>
                    <a:pt x="40" y="533"/>
                    <a:pt x="54" y="533"/>
                  </a:cubicBezTo>
                  <a:cubicBezTo>
                    <a:pt x="401" y="533"/>
                    <a:pt x="401" y="533"/>
                    <a:pt x="401" y="533"/>
                  </a:cubicBezTo>
                  <a:cubicBezTo>
                    <a:pt x="415" y="533"/>
                    <a:pt x="429" y="527"/>
                    <a:pt x="440" y="517"/>
                  </a:cubicBezTo>
                  <a:cubicBezTo>
                    <a:pt x="450" y="507"/>
                    <a:pt x="455" y="493"/>
                    <a:pt x="455" y="478"/>
                  </a:cubicBezTo>
                  <a:cubicBezTo>
                    <a:pt x="454" y="407"/>
                    <a:pt x="450" y="345"/>
                    <a:pt x="398" y="297"/>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34" name="Freeform 13"/>
            <p:cNvSpPr>
              <a:spLocks noEditPoints="1"/>
            </p:cNvSpPr>
            <p:nvPr/>
          </p:nvSpPr>
          <p:spPr bwMode="auto">
            <a:xfrm>
              <a:off x="3787775" y="1641476"/>
              <a:ext cx="1565275" cy="1860550"/>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1" name="그룹 20"/>
          <p:cNvGrpSpPr/>
          <p:nvPr/>
        </p:nvGrpSpPr>
        <p:grpSpPr>
          <a:xfrm>
            <a:off x="3715795" y="2725726"/>
            <a:ext cx="721977" cy="844754"/>
            <a:chOff x="3711576" y="1566864"/>
            <a:chExt cx="1717675" cy="2009776"/>
          </a:xfrm>
        </p:grpSpPr>
        <p:sp>
          <p:nvSpPr>
            <p:cNvPr id="31" name="Freeform 12"/>
            <p:cNvSpPr>
              <a:spLocks/>
            </p:cNvSpPr>
            <p:nvPr/>
          </p:nvSpPr>
          <p:spPr bwMode="auto">
            <a:xfrm>
              <a:off x="3711576" y="1566864"/>
              <a:ext cx="1717675" cy="2009776"/>
            </a:xfrm>
            <a:custGeom>
              <a:avLst/>
              <a:gdLst>
                <a:gd name="T0" fmla="*/ 398 w 455"/>
                <a:gd name="T1" fmla="*/ 297 h 533"/>
                <a:gd name="T2" fmla="*/ 320 w 455"/>
                <a:gd name="T3" fmla="*/ 261 h 533"/>
                <a:gd name="T4" fmla="*/ 339 w 455"/>
                <a:gd name="T5" fmla="*/ 224 h 533"/>
                <a:gd name="T6" fmla="*/ 363 w 455"/>
                <a:gd name="T7" fmla="*/ 191 h 533"/>
                <a:gd name="T8" fmla="*/ 355 w 455"/>
                <a:gd name="T9" fmla="*/ 144 h 533"/>
                <a:gd name="T10" fmla="*/ 323 w 455"/>
                <a:gd name="T11" fmla="*/ 40 h 533"/>
                <a:gd name="T12" fmla="*/ 229 w 455"/>
                <a:gd name="T13" fmla="*/ 0 h 533"/>
                <a:gd name="T14" fmla="*/ 228 w 455"/>
                <a:gd name="T15" fmla="*/ 0 h 533"/>
                <a:gd name="T16" fmla="*/ 227 w 455"/>
                <a:gd name="T17" fmla="*/ 0 h 533"/>
                <a:gd name="T18" fmla="*/ 133 w 455"/>
                <a:gd name="T19" fmla="*/ 40 h 533"/>
                <a:gd name="T20" fmla="*/ 100 w 455"/>
                <a:gd name="T21" fmla="*/ 144 h 533"/>
                <a:gd name="T22" fmla="*/ 93 w 455"/>
                <a:gd name="T23" fmla="*/ 191 h 533"/>
                <a:gd name="T24" fmla="*/ 116 w 455"/>
                <a:gd name="T25" fmla="*/ 224 h 533"/>
                <a:gd name="T26" fmla="*/ 135 w 455"/>
                <a:gd name="T27" fmla="*/ 261 h 533"/>
                <a:gd name="T28" fmla="*/ 57 w 455"/>
                <a:gd name="T29" fmla="*/ 297 h 533"/>
                <a:gd name="T30" fmla="*/ 0 w 455"/>
                <a:gd name="T31" fmla="*/ 478 h 533"/>
                <a:gd name="T32" fmla="*/ 16 w 455"/>
                <a:gd name="T33" fmla="*/ 517 h 533"/>
                <a:gd name="T34" fmla="*/ 54 w 455"/>
                <a:gd name="T35" fmla="*/ 533 h 533"/>
                <a:gd name="T36" fmla="*/ 401 w 455"/>
                <a:gd name="T37" fmla="*/ 533 h 533"/>
                <a:gd name="T38" fmla="*/ 440 w 455"/>
                <a:gd name="T39" fmla="*/ 517 h 533"/>
                <a:gd name="T40" fmla="*/ 455 w 455"/>
                <a:gd name="T41" fmla="*/ 478 h 533"/>
                <a:gd name="T42" fmla="*/ 398 w 455"/>
                <a:gd name="T43" fmla="*/ 297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5" h="533">
                  <a:moveTo>
                    <a:pt x="398" y="297"/>
                  </a:moveTo>
                  <a:cubicBezTo>
                    <a:pt x="379" y="280"/>
                    <a:pt x="353" y="268"/>
                    <a:pt x="320" y="261"/>
                  </a:cubicBezTo>
                  <a:cubicBezTo>
                    <a:pt x="327" y="251"/>
                    <a:pt x="334" y="239"/>
                    <a:pt x="339" y="224"/>
                  </a:cubicBezTo>
                  <a:cubicBezTo>
                    <a:pt x="347" y="219"/>
                    <a:pt x="357" y="209"/>
                    <a:pt x="363" y="191"/>
                  </a:cubicBezTo>
                  <a:cubicBezTo>
                    <a:pt x="370" y="171"/>
                    <a:pt x="365" y="155"/>
                    <a:pt x="355" y="144"/>
                  </a:cubicBezTo>
                  <a:cubicBezTo>
                    <a:pt x="357" y="100"/>
                    <a:pt x="346" y="65"/>
                    <a:pt x="323" y="40"/>
                  </a:cubicBezTo>
                  <a:cubicBezTo>
                    <a:pt x="288" y="2"/>
                    <a:pt x="238" y="0"/>
                    <a:pt x="229" y="0"/>
                  </a:cubicBezTo>
                  <a:cubicBezTo>
                    <a:pt x="228" y="0"/>
                    <a:pt x="228" y="0"/>
                    <a:pt x="228" y="0"/>
                  </a:cubicBezTo>
                  <a:cubicBezTo>
                    <a:pt x="228" y="0"/>
                    <a:pt x="227" y="0"/>
                    <a:pt x="227" y="0"/>
                  </a:cubicBezTo>
                  <a:cubicBezTo>
                    <a:pt x="217" y="0"/>
                    <a:pt x="167" y="2"/>
                    <a:pt x="133" y="40"/>
                  </a:cubicBezTo>
                  <a:cubicBezTo>
                    <a:pt x="109" y="65"/>
                    <a:pt x="98" y="100"/>
                    <a:pt x="100" y="144"/>
                  </a:cubicBezTo>
                  <a:cubicBezTo>
                    <a:pt x="91" y="155"/>
                    <a:pt x="86" y="171"/>
                    <a:pt x="93" y="191"/>
                  </a:cubicBezTo>
                  <a:cubicBezTo>
                    <a:pt x="99" y="209"/>
                    <a:pt x="109" y="219"/>
                    <a:pt x="116" y="224"/>
                  </a:cubicBezTo>
                  <a:cubicBezTo>
                    <a:pt x="122" y="239"/>
                    <a:pt x="128" y="251"/>
                    <a:pt x="135" y="261"/>
                  </a:cubicBezTo>
                  <a:cubicBezTo>
                    <a:pt x="102" y="268"/>
                    <a:pt x="76" y="280"/>
                    <a:pt x="57" y="297"/>
                  </a:cubicBezTo>
                  <a:cubicBezTo>
                    <a:pt x="6" y="345"/>
                    <a:pt x="1" y="407"/>
                    <a:pt x="0" y="478"/>
                  </a:cubicBezTo>
                  <a:cubicBezTo>
                    <a:pt x="0" y="493"/>
                    <a:pt x="6" y="507"/>
                    <a:pt x="16" y="517"/>
                  </a:cubicBezTo>
                  <a:cubicBezTo>
                    <a:pt x="26" y="527"/>
                    <a:pt x="40" y="533"/>
                    <a:pt x="54" y="533"/>
                  </a:cubicBezTo>
                  <a:cubicBezTo>
                    <a:pt x="401" y="533"/>
                    <a:pt x="401" y="533"/>
                    <a:pt x="401" y="533"/>
                  </a:cubicBezTo>
                  <a:cubicBezTo>
                    <a:pt x="415" y="533"/>
                    <a:pt x="429" y="527"/>
                    <a:pt x="440" y="517"/>
                  </a:cubicBezTo>
                  <a:cubicBezTo>
                    <a:pt x="450" y="507"/>
                    <a:pt x="455" y="493"/>
                    <a:pt x="455" y="478"/>
                  </a:cubicBezTo>
                  <a:cubicBezTo>
                    <a:pt x="454" y="407"/>
                    <a:pt x="450" y="345"/>
                    <a:pt x="398" y="297"/>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32" name="Freeform 13"/>
            <p:cNvSpPr>
              <a:spLocks noEditPoints="1"/>
            </p:cNvSpPr>
            <p:nvPr/>
          </p:nvSpPr>
          <p:spPr bwMode="auto">
            <a:xfrm>
              <a:off x="3787775" y="1641476"/>
              <a:ext cx="1565275" cy="1860550"/>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2" name="그룹 21"/>
          <p:cNvGrpSpPr/>
          <p:nvPr/>
        </p:nvGrpSpPr>
        <p:grpSpPr>
          <a:xfrm>
            <a:off x="2750856" y="2900067"/>
            <a:ext cx="721977" cy="844754"/>
            <a:chOff x="3711576" y="1566864"/>
            <a:chExt cx="1717675" cy="2009776"/>
          </a:xfrm>
        </p:grpSpPr>
        <p:sp>
          <p:nvSpPr>
            <p:cNvPr id="29" name="Freeform 12"/>
            <p:cNvSpPr>
              <a:spLocks/>
            </p:cNvSpPr>
            <p:nvPr/>
          </p:nvSpPr>
          <p:spPr bwMode="auto">
            <a:xfrm>
              <a:off x="3711576" y="1566864"/>
              <a:ext cx="1717675" cy="2009776"/>
            </a:xfrm>
            <a:custGeom>
              <a:avLst/>
              <a:gdLst>
                <a:gd name="T0" fmla="*/ 398 w 455"/>
                <a:gd name="T1" fmla="*/ 297 h 533"/>
                <a:gd name="T2" fmla="*/ 320 w 455"/>
                <a:gd name="T3" fmla="*/ 261 h 533"/>
                <a:gd name="T4" fmla="*/ 339 w 455"/>
                <a:gd name="T5" fmla="*/ 224 h 533"/>
                <a:gd name="T6" fmla="*/ 363 w 455"/>
                <a:gd name="T7" fmla="*/ 191 h 533"/>
                <a:gd name="T8" fmla="*/ 355 w 455"/>
                <a:gd name="T9" fmla="*/ 144 h 533"/>
                <a:gd name="T10" fmla="*/ 323 w 455"/>
                <a:gd name="T11" fmla="*/ 40 h 533"/>
                <a:gd name="T12" fmla="*/ 229 w 455"/>
                <a:gd name="T13" fmla="*/ 0 h 533"/>
                <a:gd name="T14" fmla="*/ 228 w 455"/>
                <a:gd name="T15" fmla="*/ 0 h 533"/>
                <a:gd name="T16" fmla="*/ 227 w 455"/>
                <a:gd name="T17" fmla="*/ 0 h 533"/>
                <a:gd name="T18" fmla="*/ 133 w 455"/>
                <a:gd name="T19" fmla="*/ 40 h 533"/>
                <a:gd name="T20" fmla="*/ 100 w 455"/>
                <a:gd name="T21" fmla="*/ 144 h 533"/>
                <a:gd name="T22" fmla="*/ 93 w 455"/>
                <a:gd name="T23" fmla="*/ 191 h 533"/>
                <a:gd name="T24" fmla="*/ 116 w 455"/>
                <a:gd name="T25" fmla="*/ 224 h 533"/>
                <a:gd name="T26" fmla="*/ 135 w 455"/>
                <a:gd name="T27" fmla="*/ 261 h 533"/>
                <a:gd name="T28" fmla="*/ 57 w 455"/>
                <a:gd name="T29" fmla="*/ 297 h 533"/>
                <a:gd name="T30" fmla="*/ 0 w 455"/>
                <a:gd name="T31" fmla="*/ 478 h 533"/>
                <a:gd name="T32" fmla="*/ 16 w 455"/>
                <a:gd name="T33" fmla="*/ 517 h 533"/>
                <a:gd name="T34" fmla="*/ 54 w 455"/>
                <a:gd name="T35" fmla="*/ 533 h 533"/>
                <a:gd name="T36" fmla="*/ 401 w 455"/>
                <a:gd name="T37" fmla="*/ 533 h 533"/>
                <a:gd name="T38" fmla="*/ 440 w 455"/>
                <a:gd name="T39" fmla="*/ 517 h 533"/>
                <a:gd name="T40" fmla="*/ 455 w 455"/>
                <a:gd name="T41" fmla="*/ 478 h 533"/>
                <a:gd name="T42" fmla="*/ 398 w 455"/>
                <a:gd name="T43" fmla="*/ 297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5" h="533">
                  <a:moveTo>
                    <a:pt x="398" y="297"/>
                  </a:moveTo>
                  <a:cubicBezTo>
                    <a:pt x="379" y="280"/>
                    <a:pt x="353" y="268"/>
                    <a:pt x="320" y="261"/>
                  </a:cubicBezTo>
                  <a:cubicBezTo>
                    <a:pt x="327" y="251"/>
                    <a:pt x="334" y="239"/>
                    <a:pt x="339" y="224"/>
                  </a:cubicBezTo>
                  <a:cubicBezTo>
                    <a:pt x="347" y="219"/>
                    <a:pt x="357" y="209"/>
                    <a:pt x="363" y="191"/>
                  </a:cubicBezTo>
                  <a:cubicBezTo>
                    <a:pt x="370" y="171"/>
                    <a:pt x="365" y="155"/>
                    <a:pt x="355" y="144"/>
                  </a:cubicBezTo>
                  <a:cubicBezTo>
                    <a:pt x="357" y="100"/>
                    <a:pt x="346" y="65"/>
                    <a:pt x="323" y="40"/>
                  </a:cubicBezTo>
                  <a:cubicBezTo>
                    <a:pt x="288" y="2"/>
                    <a:pt x="238" y="0"/>
                    <a:pt x="229" y="0"/>
                  </a:cubicBezTo>
                  <a:cubicBezTo>
                    <a:pt x="228" y="0"/>
                    <a:pt x="228" y="0"/>
                    <a:pt x="228" y="0"/>
                  </a:cubicBezTo>
                  <a:cubicBezTo>
                    <a:pt x="228" y="0"/>
                    <a:pt x="227" y="0"/>
                    <a:pt x="227" y="0"/>
                  </a:cubicBezTo>
                  <a:cubicBezTo>
                    <a:pt x="217" y="0"/>
                    <a:pt x="167" y="2"/>
                    <a:pt x="133" y="40"/>
                  </a:cubicBezTo>
                  <a:cubicBezTo>
                    <a:pt x="109" y="65"/>
                    <a:pt x="98" y="100"/>
                    <a:pt x="100" y="144"/>
                  </a:cubicBezTo>
                  <a:cubicBezTo>
                    <a:pt x="91" y="155"/>
                    <a:pt x="86" y="171"/>
                    <a:pt x="93" y="191"/>
                  </a:cubicBezTo>
                  <a:cubicBezTo>
                    <a:pt x="99" y="209"/>
                    <a:pt x="109" y="219"/>
                    <a:pt x="116" y="224"/>
                  </a:cubicBezTo>
                  <a:cubicBezTo>
                    <a:pt x="122" y="239"/>
                    <a:pt x="128" y="251"/>
                    <a:pt x="135" y="261"/>
                  </a:cubicBezTo>
                  <a:cubicBezTo>
                    <a:pt x="102" y="268"/>
                    <a:pt x="76" y="280"/>
                    <a:pt x="57" y="297"/>
                  </a:cubicBezTo>
                  <a:cubicBezTo>
                    <a:pt x="6" y="345"/>
                    <a:pt x="1" y="407"/>
                    <a:pt x="0" y="478"/>
                  </a:cubicBezTo>
                  <a:cubicBezTo>
                    <a:pt x="0" y="493"/>
                    <a:pt x="6" y="507"/>
                    <a:pt x="16" y="517"/>
                  </a:cubicBezTo>
                  <a:cubicBezTo>
                    <a:pt x="26" y="527"/>
                    <a:pt x="40" y="533"/>
                    <a:pt x="54" y="533"/>
                  </a:cubicBezTo>
                  <a:cubicBezTo>
                    <a:pt x="401" y="533"/>
                    <a:pt x="401" y="533"/>
                    <a:pt x="401" y="533"/>
                  </a:cubicBezTo>
                  <a:cubicBezTo>
                    <a:pt x="415" y="533"/>
                    <a:pt x="429" y="527"/>
                    <a:pt x="440" y="517"/>
                  </a:cubicBezTo>
                  <a:cubicBezTo>
                    <a:pt x="450" y="507"/>
                    <a:pt x="455" y="493"/>
                    <a:pt x="455" y="478"/>
                  </a:cubicBezTo>
                  <a:cubicBezTo>
                    <a:pt x="454" y="407"/>
                    <a:pt x="450" y="345"/>
                    <a:pt x="398" y="297"/>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30" name="Freeform 13"/>
            <p:cNvSpPr>
              <a:spLocks noEditPoints="1"/>
            </p:cNvSpPr>
            <p:nvPr/>
          </p:nvSpPr>
          <p:spPr bwMode="auto">
            <a:xfrm>
              <a:off x="3787775" y="1641476"/>
              <a:ext cx="1565275" cy="1860550"/>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3" name="그룹 22"/>
          <p:cNvGrpSpPr/>
          <p:nvPr/>
        </p:nvGrpSpPr>
        <p:grpSpPr>
          <a:xfrm>
            <a:off x="3394148" y="2900067"/>
            <a:ext cx="721977" cy="844754"/>
            <a:chOff x="3711576" y="1566864"/>
            <a:chExt cx="1717675" cy="2009776"/>
          </a:xfrm>
        </p:grpSpPr>
        <p:sp>
          <p:nvSpPr>
            <p:cNvPr id="27" name="Freeform 12"/>
            <p:cNvSpPr>
              <a:spLocks/>
            </p:cNvSpPr>
            <p:nvPr/>
          </p:nvSpPr>
          <p:spPr bwMode="auto">
            <a:xfrm>
              <a:off x="3711576" y="1566864"/>
              <a:ext cx="1717675" cy="2009776"/>
            </a:xfrm>
            <a:custGeom>
              <a:avLst/>
              <a:gdLst>
                <a:gd name="T0" fmla="*/ 398 w 455"/>
                <a:gd name="T1" fmla="*/ 297 h 533"/>
                <a:gd name="T2" fmla="*/ 320 w 455"/>
                <a:gd name="T3" fmla="*/ 261 h 533"/>
                <a:gd name="T4" fmla="*/ 339 w 455"/>
                <a:gd name="T5" fmla="*/ 224 h 533"/>
                <a:gd name="T6" fmla="*/ 363 w 455"/>
                <a:gd name="T7" fmla="*/ 191 h 533"/>
                <a:gd name="T8" fmla="*/ 355 w 455"/>
                <a:gd name="T9" fmla="*/ 144 h 533"/>
                <a:gd name="T10" fmla="*/ 323 w 455"/>
                <a:gd name="T11" fmla="*/ 40 h 533"/>
                <a:gd name="T12" fmla="*/ 229 w 455"/>
                <a:gd name="T13" fmla="*/ 0 h 533"/>
                <a:gd name="T14" fmla="*/ 228 w 455"/>
                <a:gd name="T15" fmla="*/ 0 h 533"/>
                <a:gd name="T16" fmla="*/ 227 w 455"/>
                <a:gd name="T17" fmla="*/ 0 h 533"/>
                <a:gd name="T18" fmla="*/ 133 w 455"/>
                <a:gd name="T19" fmla="*/ 40 h 533"/>
                <a:gd name="T20" fmla="*/ 100 w 455"/>
                <a:gd name="T21" fmla="*/ 144 h 533"/>
                <a:gd name="T22" fmla="*/ 93 w 455"/>
                <a:gd name="T23" fmla="*/ 191 h 533"/>
                <a:gd name="T24" fmla="*/ 116 w 455"/>
                <a:gd name="T25" fmla="*/ 224 h 533"/>
                <a:gd name="T26" fmla="*/ 135 w 455"/>
                <a:gd name="T27" fmla="*/ 261 h 533"/>
                <a:gd name="T28" fmla="*/ 57 w 455"/>
                <a:gd name="T29" fmla="*/ 297 h 533"/>
                <a:gd name="T30" fmla="*/ 0 w 455"/>
                <a:gd name="T31" fmla="*/ 478 h 533"/>
                <a:gd name="T32" fmla="*/ 16 w 455"/>
                <a:gd name="T33" fmla="*/ 517 h 533"/>
                <a:gd name="T34" fmla="*/ 54 w 455"/>
                <a:gd name="T35" fmla="*/ 533 h 533"/>
                <a:gd name="T36" fmla="*/ 401 w 455"/>
                <a:gd name="T37" fmla="*/ 533 h 533"/>
                <a:gd name="T38" fmla="*/ 440 w 455"/>
                <a:gd name="T39" fmla="*/ 517 h 533"/>
                <a:gd name="T40" fmla="*/ 455 w 455"/>
                <a:gd name="T41" fmla="*/ 478 h 533"/>
                <a:gd name="T42" fmla="*/ 398 w 455"/>
                <a:gd name="T43" fmla="*/ 297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5" h="533">
                  <a:moveTo>
                    <a:pt x="398" y="297"/>
                  </a:moveTo>
                  <a:cubicBezTo>
                    <a:pt x="379" y="280"/>
                    <a:pt x="353" y="268"/>
                    <a:pt x="320" y="261"/>
                  </a:cubicBezTo>
                  <a:cubicBezTo>
                    <a:pt x="327" y="251"/>
                    <a:pt x="334" y="239"/>
                    <a:pt x="339" y="224"/>
                  </a:cubicBezTo>
                  <a:cubicBezTo>
                    <a:pt x="347" y="219"/>
                    <a:pt x="357" y="209"/>
                    <a:pt x="363" y="191"/>
                  </a:cubicBezTo>
                  <a:cubicBezTo>
                    <a:pt x="370" y="171"/>
                    <a:pt x="365" y="155"/>
                    <a:pt x="355" y="144"/>
                  </a:cubicBezTo>
                  <a:cubicBezTo>
                    <a:pt x="357" y="100"/>
                    <a:pt x="346" y="65"/>
                    <a:pt x="323" y="40"/>
                  </a:cubicBezTo>
                  <a:cubicBezTo>
                    <a:pt x="288" y="2"/>
                    <a:pt x="238" y="0"/>
                    <a:pt x="229" y="0"/>
                  </a:cubicBezTo>
                  <a:cubicBezTo>
                    <a:pt x="228" y="0"/>
                    <a:pt x="228" y="0"/>
                    <a:pt x="228" y="0"/>
                  </a:cubicBezTo>
                  <a:cubicBezTo>
                    <a:pt x="228" y="0"/>
                    <a:pt x="227" y="0"/>
                    <a:pt x="227" y="0"/>
                  </a:cubicBezTo>
                  <a:cubicBezTo>
                    <a:pt x="217" y="0"/>
                    <a:pt x="167" y="2"/>
                    <a:pt x="133" y="40"/>
                  </a:cubicBezTo>
                  <a:cubicBezTo>
                    <a:pt x="109" y="65"/>
                    <a:pt x="98" y="100"/>
                    <a:pt x="100" y="144"/>
                  </a:cubicBezTo>
                  <a:cubicBezTo>
                    <a:pt x="91" y="155"/>
                    <a:pt x="86" y="171"/>
                    <a:pt x="93" y="191"/>
                  </a:cubicBezTo>
                  <a:cubicBezTo>
                    <a:pt x="99" y="209"/>
                    <a:pt x="109" y="219"/>
                    <a:pt x="116" y="224"/>
                  </a:cubicBezTo>
                  <a:cubicBezTo>
                    <a:pt x="122" y="239"/>
                    <a:pt x="128" y="251"/>
                    <a:pt x="135" y="261"/>
                  </a:cubicBezTo>
                  <a:cubicBezTo>
                    <a:pt x="102" y="268"/>
                    <a:pt x="76" y="280"/>
                    <a:pt x="57" y="297"/>
                  </a:cubicBezTo>
                  <a:cubicBezTo>
                    <a:pt x="6" y="345"/>
                    <a:pt x="1" y="407"/>
                    <a:pt x="0" y="478"/>
                  </a:cubicBezTo>
                  <a:cubicBezTo>
                    <a:pt x="0" y="493"/>
                    <a:pt x="6" y="507"/>
                    <a:pt x="16" y="517"/>
                  </a:cubicBezTo>
                  <a:cubicBezTo>
                    <a:pt x="26" y="527"/>
                    <a:pt x="40" y="533"/>
                    <a:pt x="54" y="533"/>
                  </a:cubicBezTo>
                  <a:cubicBezTo>
                    <a:pt x="401" y="533"/>
                    <a:pt x="401" y="533"/>
                    <a:pt x="401" y="533"/>
                  </a:cubicBezTo>
                  <a:cubicBezTo>
                    <a:pt x="415" y="533"/>
                    <a:pt x="429" y="527"/>
                    <a:pt x="440" y="517"/>
                  </a:cubicBezTo>
                  <a:cubicBezTo>
                    <a:pt x="450" y="507"/>
                    <a:pt x="455" y="493"/>
                    <a:pt x="455" y="478"/>
                  </a:cubicBezTo>
                  <a:cubicBezTo>
                    <a:pt x="454" y="407"/>
                    <a:pt x="450" y="345"/>
                    <a:pt x="398" y="297"/>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8" name="Freeform 13"/>
            <p:cNvSpPr>
              <a:spLocks noEditPoints="1"/>
            </p:cNvSpPr>
            <p:nvPr/>
          </p:nvSpPr>
          <p:spPr bwMode="auto">
            <a:xfrm>
              <a:off x="3787775" y="1641476"/>
              <a:ext cx="1565275" cy="1860550"/>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4" name="그룹 23"/>
          <p:cNvGrpSpPr/>
          <p:nvPr/>
        </p:nvGrpSpPr>
        <p:grpSpPr>
          <a:xfrm>
            <a:off x="3072502" y="3074408"/>
            <a:ext cx="721977" cy="844754"/>
            <a:chOff x="3711576" y="1566864"/>
            <a:chExt cx="1717675" cy="2009776"/>
          </a:xfrm>
        </p:grpSpPr>
        <p:sp>
          <p:nvSpPr>
            <p:cNvPr id="25" name="Freeform 12"/>
            <p:cNvSpPr>
              <a:spLocks/>
            </p:cNvSpPr>
            <p:nvPr/>
          </p:nvSpPr>
          <p:spPr bwMode="auto">
            <a:xfrm>
              <a:off x="3711576" y="1566864"/>
              <a:ext cx="1717675" cy="2009776"/>
            </a:xfrm>
            <a:custGeom>
              <a:avLst/>
              <a:gdLst>
                <a:gd name="T0" fmla="*/ 398 w 455"/>
                <a:gd name="T1" fmla="*/ 297 h 533"/>
                <a:gd name="T2" fmla="*/ 320 w 455"/>
                <a:gd name="T3" fmla="*/ 261 h 533"/>
                <a:gd name="T4" fmla="*/ 339 w 455"/>
                <a:gd name="T5" fmla="*/ 224 h 533"/>
                <a:gd name="T6" fmla="*/ 363 w 455"/>
                <a:gd name="T7" fmla="*/ 191 h 533"/>
                <a:gd name="T8" fmla="*/ 355 w 455"/>
                <a:gd name="T9" fmla="*/ 144 h 533"/>
                <a:gd name="T10" fmla="*/ 323 w 455"/>
                <a:gd name="T11" fmla="*/ 40 h 533"/>
                <a:gd name="T12" fmla="*/ 229 w 455"/>
                <a:gd name="T13" fmla="*/ 0 h 533"/>
                <a:gd name="T14" fmla="*/ 228 w 455"/>
                <a:gd name="T15" fmla="*/ 0 h 533"/>
                <a:gd name="T16" fmla="*/ 227 w 455"/>
                <a:gd name="T17" fmla="*/ 0 h 533"/>
                <a:gd name="T18" fmla="*/ 133 w 455"/>
                <a:gd name="T19" fmla="*/ 40 h 533"/>
                <a:gd name="T20" fmla="*/ 100 w 455"/>
                <a:gd name="T21" fmla="*/ 144 h 533"/>
                <a:gd name="T22" fmla="*/ 93 w 455"/>
                <a:gd name="T23" fmla="*/ 191 h 533"/>
                <a:gd name="T24" fmla="*/ 116 w 455"/>
                <a:gd name="T25" fmla="*/ 224 h 533"/>
                <a:gd name="T26" fmla="*/ 135 w 455"/>
                <a:gd name="T27" fmla="*/ 261 h 533"/>
                <a:gd name="T28" fmla="*/ 57 w 455"/>
                <a:gd name="T29" fmla="*/ 297 h 533"/>
                <a:gd name="T30" fmla="*/ 0 w 455"/>
                <a:gd name="T31" fmla="*/ 478 h 533"/>
                <a:gd name="T32" fmla="*/ 16 w 455"/>
                <a:gd name="T33" fmla="*/ 517 h 533"/>
                <a:gd name="T34" fmla="*/ 54 w 455"/>
                <a:gd name="T35" fmla="*/ 533 h 533"/>
                <a:gd name="T36" fmla="*/ 401 w 455"/>
                <a:gd name="T37" fmla="*/ 533 h 533"/>
                <a:gd name="T38" fmla="*/ 440 w 455"/>
                <a:gd name="T39" fmla="*/ 517 h 533"/>
                <a:gd name="T40" fmla="*/ 455 w 455"/>
                <a:gd name="T41" fmla="*/ 478 h 533"/>
                <a:gd name="T42" fmla="*/ 398 w 455"/>
                <a:gd name="T43" fmla="*/ 297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5" h="533">
                  <a:moveTo>
                    <a:pt x="398" y="297"/>
                  </a:moveTo>
                  <a:cubicBezTo>
                    <a:pt x="379" y="280"/>
                    <a:pt x="353" y="268"/>
                    <a:pt x="320" y="261"/>
                  </a:cubicBezTo>
                  <a:cubicBezTo>
                    <a:pt x="327" y="251"/>
                    <a:pt x="334" y="239"/>
                    <a:pt x="339" y="224"/>
                  </a:cubicBezTo>
                  <a:cubicBezTo>
                    <a:pt x="347" y="219"/>
                    <a:pt x="357" y="209"/>
                    <a:pt x="363" y="191"/>
                  </a:cubicBezTo>
                  <a:cubicBezTo>
                    <a:pt x="370" y="171"/>
                    <a:pt x="365" y="155"/>
                    <a:pt x="355" y="144"/>
                  </a:cubicBezTo>
                  <a:cubicBezTo>
                    <a:pt x="357" y="100"/>
                    <a:pt x="346" y="65"/>
                    <a:pt x="323" y="40"/>
                  </a:cubicBezTo>
                  <a:cubicBezTo>
                    <a:pt x="288" y="2"/>
                    <a:pt x="238" y="0"/>
                    <a:pt x="229" y="0"/>
                  </a:cubicBezTo>
                  <a:cubicBezTo>
                    <a:pt x="228" y="0"/>
                    <a:pt x="228" y="0"/>
                    <a:pt x="228" y="0"/>
                  </a:cubicBezTo>
                  <a:cubicBezTo>
                    <a:pt x="228" y="0"/>
                    <a:pt x="227" y="0"/>
                    <a:pt x="227" y="0"/>
                  </a:cubicBezTo>
                  <a:cubicBezTo>
                    <a:pt x="217" y="0"/>
                    <a:pt x="167" y="2"/>
                    <a:pt x="133" y="40"/>
                  </a:cubicBezTo>
                  <a:cubicBezTo>
                    <a:pt x="109" y="65"/>
                    <a:pt x="98" y="100"/>
                    <a:pt x="100" y="144"/>
                  </a:cubicBezTo>
                  <a:cubicBezTo>
                    <a:pt x="91" y="155"/>
                    <a:pt x="86" y="171"/>
                    <a:pt x="93" y="191"/>
                  </a:cubicBezTo>
                  <a:cubicBezTo>
                    <a:pt x="99" y="209"/>
                    <a:pt x="109" y="219"/>
                    <a:pt x="116" y="224"/>
                  </a:cubicBezTo>
                  <a:cubicBezTo>
                    <a:pt x="122" y="239"/>
                    <a:pt x="128" y="251"/>
                    <a:pt x="135" y="261"/>
                  </a:cubicBezTo>
                  <a:cubicBezTo>
                    <a:pt x="102" y="268"/>
                    <a:pt x="76" y="280"/>
                    <a:pt x="57" y="297"/>
                  </a:cubicBezTo>
                  <a:cubicBezTo>
                    <a:pt x="6" y="345"/>
                    <a:pt x="1" y="407"/>
                    <a:pt x="0" y="478"/>
                  </a:cubicBezTo>
                  <a:cubicBezTo>
                    <a:pt x="0" y="493"/>
                    <a:pt x="6" y="507"/>
                    <a:pt x="16" y="517"/>
                  </a:cubicBezTo>
                  <a:cubicBezTo>
                    <a:pt x="26" y="527"/>
                    <a:pt x="40" y="533"/>
                    <a:pt x="54" y="533"/>
                  </a:cubicBezTo>
                  <a:cubicBezTo>
                    <a:pt x="401" y="533"/>
                    <a:pt x="401" y="533"/>
                    <a:pt x="401" y="533"/>
                  </a:cubicBezTo>
                  <a:cubicBezTo>
                    <a:pt x="415" y="533"/>
                    <a:pt x="429" y="527"/>
                    <a:pt x="440" y="517"/>
                  </a:cubicBezTo>
                  <a:cubicBezTo>
                    <a:pt x="450" y="507"/>
                    <a:pt x="455" y="493"/>
                    <a:pt x="455" y="478"/>
                  </a:cubicBezTo>
                  <a:cubicBezTo>
                    <a:pt x="454" y="407"/>
                    <a:pt x="450" y="345"/>
                    <a:pt x="398" y="297"/>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6" name="Freeform 13"/>
            <p:cNvSpPr>
              <a:spLocks noEditPoints="1"/>
            </p:cNvSpPr>
            <p:nvPr/>
          </p:nvSpPr>
          <p:spPr bwMode="auto">
            <a:xfrm>
              <a:off x="3787775" y="1641476"/>
              <a:ext cx="1565276" cy="1860551"/>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61" name="그룹 60"/>
          <p:cNvGrpSpPr/>
          <p:nvPr/>
        </p:nvGrpSpPr>
        <p:grpSpPr>
          <a:xfrm>
            <a:off x="3097798" y="1332235"/>
            <a:ext cx="669360" cy="742187"/>
            <a:chOff x="5330661" y="883442"/>
            <a:chExt cx="720096" cy="798443"/>
          </a:xfrm>
        </p:grpSpPr>
        <p:sp>
          <p:nvSpPr>
            <p:cNvPr id="8" name="Freeform 17"/>
            <p:cNvSpPr>
              <a:spLocks noEditPoints="1"/>
            </p:cNvSpPr>
            <p:nvPr/>
          </p:nvSpPr>
          <p:spPr bwMode="auto">
            <a:xfrm>
              <a:off x="5340245" y="883442"/>
              <a:ext cx="699326" cy="798443"/>
            </a:xfrm>
            <a:custGeom>
              <a:avLst/>
              <a:gdLst>
                <a:gd name="T0" fmla="*/ 203 w 406"/>
                <a:gd name="T1" fmla="*/ 464 h 464"/>
                <a:gd name="T2" fmla="*/ 405 w 406"/>
                <a:gd name="T3" fmla="*/ 202 h 464"/>
                <a:gd name="T4" fmla="*/ 203 w 406"/>
                <a:gd name="T5" fmla="*/ 0 h 464"/>
                <a:gd name="T6" fmla="*/ 1 w 406"/>
                <a:gd name="T7" fmla="*/ 202 h 464"/>
                <a:gd name="T8" fmla="*/ 203 w 406"/>
                <a:gd name="T9" fmla="*/ 464 h 464"/>
                <a:gd name="T10" fmla="*/ 240 w 406"/>
                <a:gd name="T11" fmla="*/ 402 h 464"/>
                <a:gd name="T12" fmla="*/ 203 w 406"/>
                <a:gd name="T13" fmla="*/ 430 h 464"/>
                <a:gd name="T14" fmla="*/ 165 w 406"/>
                <a:gd name="T15" fmla="*/ 402 h 464"/>
                <a:gd name="T16" fmla="*/ 240 w 406"/>
                <a:gd name="T17" fmla="*/ 402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6" h="464">
                  <a:moveTo>
                    <a:pt x="203" y="464"/>
                  </a:moveTo>
                  <a:cubicBezTo>
                    <a:pt x="406" y="370"/>
                    <a:pt x="405" y="202"/>
                    <a:pt x="405" y="202"/>
                  </a:cubicBezTo>
                  <a:cubicBezTo>
                    <a:pt x="405" y="90"/>
                    <a:pt x="314" y="0"/>
                    <a:pt x="203" y="0"/>
                  </a:cubicBezTo>
                  <a:cubicBezTo>
                    <a:pt x="91" y="0"/>
                    <a:pt x="1" y="90"/>
                    <a:pt x="1" y="202"/>
                  </a:cubicBezTo>
                  <a:cubicBezTo>
                    <a:pt x="1" y="202"/>
                    <a:pt x="0" y="370"/>
                    <a:pt x="203" y="464"/>
                  </a:cubicBezTo>
                  <a:close/>
                  <a:moveTo>
                    <a:pt x="240" y="402"/>
                  </a:moveTo>
                  <a:cubicBezTo>
                    <a:pt x="232" y="412"/>
                    <a:pt x="203" y="430"/>
                    <a:pt x="203" y="430"/>
                  </a:cubicBezTo>
                  <a:cubicBezTo>
                    <a:pt x="203" y="430"/>
                    <a:pt x="173" y="412"/>
                    <a:pt x="165" y="402"/>
                  </a:cubicBezTo>
                  <a:lnTo>
                    <a:pt x="240" y="40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2" name="TextBox 41"/>
            <p:cNvSpPr txBox="1"/>
            <p:nvPr/>
          </p:nvSpPr>
          <p:spPr>
            <a:xfrm>
              <a:off x="5330661" y="1068765"/>
              <a:ext cx="720096" cy="435625"/>
            </a:xfrm>
            <a:prstGeom prst="rect">
              <a:avLst/>
            </a:prstGeom>
            <a:noFill/>
          </p:spPr>
          <p:txBody>
            <a:bodyPr wrap="square" lIns="0" tIns="0" rIns="0" bIns="0" rtlCol="0">
              <a:noAutofit/>
            </a:bodyPr>
            <a:lstStyle/>
            <a:p>
              <a:pPr lvl="0" algn="ctr"/>
              <a:r>
                <a:rPr lang="en-US" altLang="ko-KR" sz="1200" b="1" dirty="0">
                  <a:gradFill>
                    <a:gsLst>
                      <a:gs pos="0">
                        <a:schemeClr val="bg2"/>
                      </a:gs>
                      <a:gs pos="100000">
                        <a:schemeClr val="bg2"/>
                      </a:gs>
                    </a:gsLst>
                    <a:lin ang="5400000" scaled="0"/>
                  </a:gradFill>
                  <a:latin typeface="Roboto Condensed Regular"/>
                </a:rPr>
                <a:t>Contents</a:t>
              </a:r>
            </a:p>
            <a:p>
              <a:pPr lvl="0" algn="ctr"/>
              <a:r>
                <a:rPr lang="en-US" altLang="ko-KR" sz="1200" b="1" dirty="0">
                  <a:gradFill>
                    <a:gsLst>
                      <a:gs pos="0">
                        <a:schemeClr val="bg2"/>
                      </a:gs>
                      <a:gs pos="100000">
                        <a:schemeClr val="bg2"/>
                      </a:gs>
                    </a:gsLst>
                    <a:lin ang="5400000" scaled="0"/>
                  </a:gradFill>
                  <a:latin typeface="Roboto Condensed Regular"/>
                </a:rPr>
                <a:t>Text</a:t>
              </a:r>
              <a:endParaRPr lang="ko-KR" altLang="en-US" sz="1200" b="1" dirty="0">
                <a:gradFill>
                  <a:gsLst>
                    <a:gs pos="0">
                      <a:schemeClr val="bg2"/>
                    </a:gs>
                    <a:gs pos="100000">
                      <a:schemeClr val="bg2"/>
                    </a:gs>
                  </a:gsLst>
                  <a:lin ang="5400000" scaled="0"/>
                </a:gradFill>
                <a:latin typeface="Roboto Condensed Regular"/>
              </a:endParaRPr>
            </a:p>
          </p:txBody>
        </p:sp>
      </p:grpSp>
      <p:grpSp>
        <p:nvGrpSpPr>
          <p:cNvPr id="57" name="그룹 56"/>
          <p:cNvGrpSpPr/>
          <p:nvPr/>
        </p:nvGrpSpPr>
        <p:grpSpPr>
          <a:xfrm>
            <a:off x="3097798" y="4099874"/>
            <a:ext cx="669361" cy="743211"/>
            <a:chOff x="5330661" y="3651010"/>
            <a:chExt cx="720096" cy="799544"/>
          </a:xfrm>
        </p:grpSpPr>
        <p:sp>
          <p:nvSpPr>
            <p:cNvPr id="13" name="Freeform 21"/>
            <p:cNvSpPr>
              <a:spLocks noEditPoints="1"/>
            </p:cNvSpPr>
            <p:nvPr/>
          </p:nvSpPr>
          <p:spPr bwMode="auto">
            <a:xfrm>
              <a:off x="5340245" y="3651010"/>
              <a:ext cx="699326" cy="799544"/>
            </a:xfrm>
            <a:custGeom>
              <a:avLst/>
              <a:gdLst>
                <a:gd name="T0" fmla="*/ 203 w 406"/>
                <a:gd name="T1" fmla="*/ 0 h 465"/>
                <a:gd name="T2" fmla="*/ 1 w 406"/>
                <a:gd name="T3" fmla="*/ 263 h 465"/>
                <a:gd name="T4" fmla="*/ 203 w 406"/>
                <a:gd name="T5" fmla="*/ 465 h 465"/>
                <a:gd name="T6" fmla="*/ 405 w 406"/>
                <a:gd name="T7" fmla="*/ 263 h 465"/>
                <a:gd name="T8" fmla="*/ 203 w 406"/>
                <a:gd name="T9" fmla="*/ 0 h 465"/>
                <a:gd name="T10" fmla="*/ 165 w 406"/>
                <a:gd name="T11" fmla="*/ 62 h 465"/>
                <a:gd name="T12" fmla="*/ 203 w 406"/>
                <a:gd name="T13" fmla="*/ 34 h 465"/>
                <a:gd name="T14" fmla="*/ 240 w 406"/>
                <a:gd name="T15" fmla="*/ 62 h 465"/>
                <a:gd name="T16" fmla="*/ 165 w 406"/>
                <a:gd name="T17" fmla="*/ 62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6" h="465">
                  <a:moveTo>
                    <a:pt x="203" y="0"/>
                  </a:moveTo>
                  <a:cubicBezTo>
                    <a:pt x="0" y="95"/>
                    <a:pt x="1" y="263"/>
                    <a:pt x="1" y="263"/>
                  </a:cubicBezTo>
                  <a:cubicBezTo>
                    <a:pt x="1" y="374"/>
                    <a:pt x="91" y="465"/>
                    <a:pt x="203" y="465"/>
                  </a:cubicBezTo>
                  <a:cubicBezTo>
                    <a:pt x="314" y="465"/>
                    <a:pt x="405" y="374"/>
                    <a:pt x="405" y="263"/>
                  </a:cubicBezTo>
                  <a:cubicBezTo>
                    <a:pt x="405" y="263"/>
                    <a:pt x="406" y="95"/>
                    <a:pt x="203" y="0"/>
                  </a:cubicBezTo>
                  <a:close/>
                  <a:moveTo>
                    <a:pt x="165" y="62"/>
                  </a:moveTo>
                  <a:cubicBezTo>
                    <a:pt x="173" y="52"/>
                    <a:pt x="203" y="34"/>
                    <a:pt x="203" y="34"/>
                  </a:cubicBezTo>
                  <a:cubicBezTo>
                    <a:pt x="203" y="34"/>
                    <a:pt x="232" y="52"/>
                    <a:pt x="240" y="62"/>
                  </a:cubicBezTo>
                  <a:lnTo>
                    <a:pt x="165" y="62"/>
                  </a:lnTo>
                  <a:close/>
                </a:path>
              </a:pathLst>
            </a:custGeom>
            <a:solidFill>
              <a:schemeClr val="accent3">
                <a:lumMod val="65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5" name="TextBox 44"/>
            <p:cNvSpPr txBox="1"/>
            <p:nvPr/>
          </p:nvSpPr>
          <p:spPr>
            <a:xfrm>
              <a:off x="5330661" y="3938596"/>
              <a:ext cx="720096" cy="435625"/>
            </a:xfrm>
            <a:prstGeom prst="rect">
              <a:avLst/>
            </a:prstGeom>
            <a:noFill/>
          </p:spPr>
          <p:txBody>
            <a:bodyPr wrap="square" lIns="0" tIns="0" rIns="0" bIns="0" rtlCol="0">
              <a:noAutofit/>
            </a:bodyPr>
            <a:lstStyle/>
            <a:p>
              <a:pPr lvl="0" algn="ctr"/>
              <a:r>
                <a:rPr lang="en-US" altLang="ko-KR" sz="1200" b="1" dirty="0">
                  <a:gradFill>
                    <a:gsLst>
                      <a:gs pos="0">
                        <a:schemeClr val="bg2"/>
                      </a:gs>
                      <a:gs pos="100000">
                        <a:schemeClr val="bg2"/>
                      </a:gs>
                    </a:gsLst>
                    <a:lin ang="5400000" scaled="0"/>
                  </a:gradFill>
                  <a:latin typeface="Roboto Condensed Regular"/>
                </a:rPr>
                <a:t>Contents</a:t>
              </a:r>
            </a:p>
            <a:p>
              <a:pPr lvl="0" algn="ctr"/>
              <a:r>
                <a:rPr lang="en-US" altLang="ko-KR" sz="1200" b="1" dirty="0">
                  <a:gradFill>
                    <a:gsLst>
                      <a:gs pos="0">
                        <a:schemeClr val="bg2"/>
                      </a:gs>
                      <a:gs pos="100000">
                        <a:schemeClr val="bg2"/>
                      </a:gs>
                    </a:gsLst>
                    <a:lin ang="5400000" scaled="0"/>
                  </a:gradFill>
                  <a:latin typeface="Roboto Condensed Regular"/>
                </a:rPr>
                <a:t>Text</a:t>
              </a:r>
              <a:endParaRPr lang="ko-KR" altLang="en-US" sz="1200" b="1" dirty="0">
                <a:gradFill>
                  <a:gsLst>
                    <a:gs pos="0">
                      <a:schemeClr val="bg2"/>
                    </a:gs>
                    <a:gs pos="100000">
                      <a:schemeClr val="bg2"/>
                    </a:gs>
                  </a:gsLst>
                  <a:lin ang="5400000" scaled="0"/>
                </a:gradFill>
                <a:latin typeface="Roboto Condensed Regular"/>
              </a:endParaRPr>
            </a:p>
          </p:txBody>
        </p:sp>
      </p:grpSp>
      <p:grpSp>
        <p:nvGrpSpPr>
          <p:cNvPr id="58" name="그룹 57"/>
          <p:cNvGrpSpPr/>
          <p:nvPr/>
        </p:nvGrpSpPr>
        <p:grpSpPr>
          <a:xfrm>
            <a:off x="2058949" y="3681584"/>
            <a:ext cx="774946" cy="774945"/>
            <a:chOff x="4291807" y="3230313"/>
            <a:chExt cx="833685" cy="833684"/>
          </a:xfrm>
        </p:grpSpPr>
        <p:sp>
          <p:nvSpPr>
            <p:cNvPr id="12" name="Freeform 20"/>
            <p:cNvSpPr>
              <a:spLocks noEditPoints="1"/>
            </p:cNvSpPr>
            <p:nvPr/>
          </p:nvSpPr>
          <p:spPr bwMode="auto">
            <a:xfrm>
              <a:off x="4291807" y="3230313"/>
              <a:ext cx="833685" cy="833684"/>
            </a:xfrm>
            <a:custGeom>
              <a:avLst/>
              <a:gdLst>
                <a:gd name="T0" fmla="*/ 79 w 484"/>
                <a:gd name="T1" fmla="*/ 119 h 484"/>
                <a:gd name="T2" fmla="*/ 79 w 484"/>
                <a:gd name="T3" fmla="*/ 405 h 484"/>
                <a:gd name="T4" fmla="*/ 364 w 484"/>
                <a:gd name="T5" fmla="*/ 405 h 484"/>
                <a:gd name="T6" fmla="*/ 407 w 484"/>
                <a:gd name="T7" fmla="*/ 76 h 484"/>
                <a:gd name="T8" fmla="*/ 79 w 484"/>
                <a:gd name="T9" fmla="*/ 119 h 484"/>
                <a:gd name="T10" fmla="*/ 390 w 484"/>
                <a:gd name="T11" fmla="*/ 147 h 484"/>
                <a:gd name="T12" fmla="*/ 336 w 484"/>
                <a:gd name="T13" fmla="*/ 94 h 484"/>
                <a:gd name="T14" fmla="*/ 383 w 484"/>
                <a:gd name="T15" fmla="*/ 100 h 484"/>
                <a:gd name="T16" fmla="*/ 390 w 484"/>
                <a:gd name="T17" fmla="*/ 147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4" h="484">
                  <a:moveTo>
                    <a:pt x="79" y="119"/>
                  </a:moveTo>
                  <a:cubicBezTo>
                    <a:pt x="0" y="198"/>
                    <a:pt x="0" y="326"/>
                    <a:pt x="79" y="405"/>
                  </a:cubicBezTo>
                  <a:cubicBezTo>
                    <a:pt x="158" y="484"/>
                    <a:pt x="285" y="484"/>
                    <a:pt x="364" y="405"/>
                  </a:cubicBezTo>
                  <a:cubicBezTo>
                    <a:pt x="364" y="405"/>
                    <a:pt x="484" y="287"/>
                    <a:pt x="407" y="76"/>
                  </a:cubicBezTo>
                  <a:cubicBezTo>
                    <a:pt x="197" y="0"/>
                    <a:pt x="79" y="119"/>
                    <a:pt x="79" y="119"/>
                  </a:cubicBezTo>
                  <a:close/>
                  <a:moveTo>
                    <a:pt x="390" y="147"/>
                  </a:moveTo>
                  <a:cubicBezTo>
                    <a:pt x="336" y="94"/>
                    <a:pt x="336" y="94"/>
                    <a:pt x="336" y="94"/>
                  </a:cubicBezTo>
                  <a:cubicBezTo>
                    <a:pt x="349" y="92"/>
                    <a:pt x="383" y="100"/>
                    <a:pt x="383" y="100"/>
                  </a:cubicBezTo>
                  <a:cubicBezTo>
                    <a:pt x="383" y="100"/>
                    <a:pt x="391" y="134"/>
                    <a:pt x="390" y="147"/>
                  </a:cubicBezTo>
                  <a:close/>
                </a:path>
              </a:pathLst>
            </a:custGeom>
            <a:solidFill>
              <a:schemeClr val="accent3">
                <a:lumMod val="65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6" name="TextBox 45"/>
            <p:cNvSpPr txBox="1"/>
            <p:nvPr/>
          </p:nvSpPr>
          <p:spPr>
            <a:xfrm>
              <a:off x="4315044" y="3518343"/>
              <a:ext cx="720096" cy="435625"/>
            </a:xfrm>
            <a:prstGeom prst="rect">
              <a:avLst/>
            </a:prstGeom>
            <a:noFill/>
          </p:spPr>
          <p:txBody>
            <a:bodyPr wrap="square" lIns="0" tIns="0" rIns="0" bIns="0" rtlCol="0">
              <a:noAutofit/>
            </a:bodyPr>
            <a:lstStyle/>
            <a:p>
              <a:pPr lvl="0" algn="ctr"/>
              <a:r>
                <a:rPr lang="en-US" altLang="ko-KR" sz="1200" b="1" dirty="0">
                  <a:gradFill>
                    <a:gsLst>
                      <a:gs pos="0">
                        <a:schemeClr val="bg2"/>
                      </a:gs>
                      <a:gs pos="100000">
                        <a:schemeClr val="bg2"/>
                      </a:gs>
                    </a:gsLst>
                    <a:lin ang="5400000" scaled="0"/>
                  </a:gradFill>
                  <a:latin typeface="Roboto Condensed Regular"/>
                </a:rPr>
                <a:t>Contents</a:t>
              </a:r>
            </a:p>
            <a:p>
              <a:pPr lvl="0" algn="ctr"/>
              <a:r>
                <a:rPr lang="en-US" altLang="ko-KR" sz="1200" b="1" dirty="0">
                  <a:gradFill>
                    <a:gsLst>
                      <a:gs pos="0">
                        <a:schemeClr val="bg2"/>
                      </a:gs>
                      <a:gs pos="100000">
                        <a:schemeClr val="bg2"/>
                      </a:gs>
                    </a:gsLst>
                    <a:lin ang="5400000" scaled="0"/>
                  </a:gradFill>
                  <a:latin typeface="Roboto Condensed Regular"/>
                </a:rPr>
                <a:t>Text</a:t>
              </a:r>
              <a:endParaRPr lang="ko-KR" altLang="en-US" sz="1200" b="1" dirty="0">
                <a:gradFill>
                  <a:gsLst>
                    <a:gs pos="0">
                      <a:schemeClr val="bg2"/>
                    </a:gs>
                    <a:gs pos="100000">
                      <a:schemeClr val="bg2"/>
                    </a:gs>
                  </a:gsLst>
                  <a:lin ang="5400000" scaled="0"/>
                </a:gradFill>
                <a:latin typeface="Roboto Condensed Regular"/>
              </a:endParaRPr>
            </a:p>
          </p:txBody>
        </p:sp>
      </p:grpSp>
      <p:grpSp>
        <p:nvGrpSpPr>
          <p:cNvPr id="56" name="그룹 55"/>
          <p:cNvGrpSpPr/>
          <p:nvPr/>
        </p:nvGrpSpPr>
        <p:grpSpPr>
          <a:xfrm>
            <a:off x="4019263" y="3681584"/>
            <a:ext cx="774946" cy="774945"/>
            <a:chOff x="6252122" y="3230313"/>
            <a:chExt cx="833685" cy="833684"/>
          </a:xfrm>
        </p:grpSpPr>
        <p:sp>
          <p:nvSpPr>
            <p:cNvPr id="14" name="Freeform 22"/>
            <p:cNvSpPr>
              <a:spLocks noEditPoints="1"/>
            </p:cNvSpPr>
            <p:nvPr/>
          </p:nvSpPr>
          <p:spPr bwMode="auto">
            <a:xfrm>
              <a:off x="6252122" y="3230313"/>
              <a:ext cx="833685" cy="833684"/>
            </a:xfrm>
            <a:custGeom>
              <a:avLst/>
              <a:gdLst>
                <a:gd name="T0" fmla="*/ 77 w 484"/>
                <a:gd name="T1" fmla="*/ 76 h 484"/>
                <a:gd name="T2" fmla="*/ 120 w 484"/>
                <a:gd name="T3" fmla="*/ 405 h 484"/>
                <a:gd name="T4" fmla="*/ 405 w 484"/>
                <a:gd name="T5" fmla="*/ 405 h 484"/>
                <a:gd name="T6" fmla="*/ 405 w 484"/>
                <a:gd name="T7" fmla="*/ 119 h 484"/>
                <a:gd name="T8" fmla="*/ 77 w 484"/>
                <a:gd name="T9" fmla="*/ 76 h 484"/>
                <a:gd name="T10" fmla="*/ 95 w 484"/>
                <a:gd name="T11" fmla="*/ 147 h 484"/>
                <a:gd name="T12" fmla="*/ 101 w 484"/>
                <a:gd name="T13" fmla="*/ 100 h 484"/>
                <a:gd name="T14" fmla="*/ 148 w 484"/>
                <a:gd name="T15" fmla="*/ 94 h 484"/>
                <a:gd name="T16" fmla="*/ 95 w 484"/>
                <a:gd name="T17" fmla="*/ 147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4" h="484">
                  <a:moveTo>
                    <a:pt x="77" y="76"/>
                  </a:moveTo>
                  <a:cubicBezTo>
                    <a:pt x="0" y="287"/>
                    <a:pt x="120" y="405"/>
                    <a:pt x="120" y="405"/>
                  </a:cubicBezTo>
                  <a:cubicBezTo>
                    <a:pt x="199" y="484"/>
                    <a:pt x="327" y="484"/>
                    <a:pt x="405" y="405"/>
                  </a:cubicBezTo>
                  <a:cubicBezTo>
                    <a:pt x="484" y="326"/>
                    <a:pt x="484" y="198"/>
                    <a:pt x="405" y="119"/>
                  </a:cubicBezTo>
                  <a:cubicBezTo>
                    <a:pt x="405" y="119"/>
                    <a:pt x="287" y="0"/>
                    <a:pt x="77" y="76"/>
                  </a:cubicBezTo>
                  <a:close/>
                  <a:moveTo>
                    <a:pt x="95" y="147"/>
                  </a:moveTo>
                  <a:cubicBezTo>
                    <a:pt x="93" y="134"/>
                    <a:pt x="101" y="100"/>
                    <a:pt x="101" y="100"/>
                  </a:cubicBezTo>
                  <a:cubicBezTo>
                    <a:pt x="101" y="100"/>
                    <a:pt x="135" y="92"/>
                    <a:pt x="148" y="94"/>
                  </a:cubicBezTo>
                  <a:lnTo>
                    <a:pt x="95" y="147"/>
                  </a:lnTo>
                  <a:close/>
                </a:path>
              </a:pathLst>
            </a:custGeom>
            <a:solidFill>
              <a:schemeClr val="accent3">
                <a:lumMod val="65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7" name="TextBox 46"/>
            <p:cNvSpPr txBox="1"/>
            <p:nvPr/>
          </p:nvSpPr>
          <p:spPr>
            <a:xfrm>
              <a:off x="6334814" y="3518343"/>
              <a:ext cx="720096" cy="435625"/>
            </a:xfrm>
            <a:prstGeom prst="rect">
              <a:avLst/>
            </a:prstGeom>
            <a:noFill/>
          </p:spPr>
          <p:txBody>
            <a:bodyPr wrap="square" lIns="0" tIns="0" rIns="0" bIns="0" rtlCol="0">
              <a:noAutofit/>
            </a:bodyPr>
            <a:lstStyle/>
            <a:p>
              <a:pPr lvl="0" algn="ctr"/>
              <a:r>
                <a:rPr lang="en-US" altLang="ko-KR" sz="1200" b="1" dirty="0">
                  <a:gradFill>
                    <a:gsLst>
                      <a:gs pos="0">
                        <a:schemeClr val="bg2"/>
                      </a:gs>
                      <a:gs pos="100000">
                        <a:schemeClr val="bg2"/>
                      </a:gs>
                    </a:gsLst>
                    <a:lin ang="5400000" scaled="0"/>
                  </a:gradFill>
                  <a:latin typeface="Roboto Condensed Regular"/>
                </a:rPr>
                <a:t>Contents</a:t>
              </a:r>
            </a:p>
            <a:p>
              <a:pPr lvl="0" algn="ctr"/>
              <a:r>
                <a:rPr lang="en-US" altLang="ko-KR" sz="1200" b="1" dirty="0">
                  <a:gradFill>
                    <a:gsLst>
                      <a:gs pos="0">
                        <a:schemeClr val="bg2"/>
                      </a:gs>
                      <a:gs pos="100000">
                        <a:schemeClr val="bg2"/>
                      </a:gs>
                    </a:gsLst>
                    <a:lin ang="5400000" scaled="0"/>
                  </a:gradFill>
                  <a:latin typeface="Roboto Condensed Regular"/>
                </a:rPr>
                <a:t>Text</a:t>
              </a:r>
              <a:endParaRPr lang="ko-KR" altLang="en-US" sz="1200" b="1" dirty="0">
                <a:gradFill>
                  <a:gsLst>
                    <a:gs pos="0">
                      <a:schemeClr val="bg2"/>
                    </a:gs>
                    <a:gs pos="100000">
                      <a:schemeClr val="bg2"/>
                    </a:gs>
                  </a:gsLst>
                  <a:lin ang="5400000" scaled="0"/>
                </a:gradFill>
                <a:latin typeface="Roboto Condensed Regular"/>
              </a:endParaRPr>
            </a:p>
          </p:txBody>
        </p:sp>
      </p:grpSp>
      <p:grpSp>
        <p:nvGrpSpPr>
          <p:cNvPr id="60" name="그룹 59"/>
          <p:cNvGrpSpPr/>
          <p:nvPr/>
        </p:nvGrpSpPr>
        <p:grpSpPr>
          <a:xfrm>
            <a:off x="2058949" y="1720095"/>
            <a:ext cx="774946" cy="773922"/>
            <a:chOff x="4291807" y="1268897"/>
            <a:chExt cx="833685" cy="832583"/>
          </a:xfrm>
        </p:grpSpPr>
        <p:sp>
          <p:nvSpPr>
            <p:cNvPr id="9" name="Freeform 18"/>
            <p:cNvSpPr>
              <a:spLocks noEditPoints="1"/>
            </p:cNvSpPr>
            <p:nvPr/>
          </p:nvSpPr>
          <p:spPr bwMode="auto">
            <a:xfrm>
              <a:off x="4291807" y="1268897"/>
              <a:ext cx="833685" cy="832583"/>
            </a:xfrm>
            <a:custGeom>
              <a:avLst/>
              <a:gdLst>
                <a:gd name="T0" fmla="*/ 407 w 484"/>
                <a:gd name="T1" fmla="*/ 408 h 484"/>
                <a:gd name="T2" fmla="*/ 364 w 484"/>
                <a:gd name="T3" fmla="*/ 79 h 484"/>
                <a:gd name="T4" fmla="*/ 79 w 484"/>
                <a:gd name="T5" fmla="*/ 79 h 484"/>
                <a:gd name="T6" fmla="*/ 79 w 484"/>
                <a:gd name="T7" fmla="*/ 365 h 484"/>
                <a:gd name="T8" fmla="*/ 407 w 484"/>
                <a:gd name="T9" fmla="*/ 408 h 484"/>
                <a:gd name="T10" fmla="*/ 390 w 484"/>
                <a:gd name="T11" fmla="*/ 337 h 484"/>
                <a:gd name="T12" fmla="*/ 383 w 484"/>
                <a:gd name="T13" fmla="*/ 384 h 484"/>
                <a:gd name="T14" fmla="*/ 336 w 484"/>
                <a:gd name="T15" fmla="*/ 390 h 484"/>
                <a:gd name="T16" fmla="*/ 390 w 484"/>
                <a:gd name="T17" fmla="*/ 337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4" h="484">
                  <a:moveTo>
                    <a:pt x="407" y="408"/>
                  </a:moveTo>
                  <a:cubicBezTo>
                    <a:pt x="484" y="197"/>
                    <a:pt x="364" y="79"/>
                    <a:pt x="364" y="79"/>
                  </a:cubicBezTo>
                  <a:cubicBezTo>
                    <a:pt x="285" y="0"/>
                    <a:pt x="158" y="0"/>
                    <a:pt x="79" y="79"/>
                  </a:cubicBezTo>
                  <a:cubicBezTo>
                    <a:pt x="0" y="158"/>
                    <a:pt x="0" y="286"/>
                    <a:pt x="79" y="365"/>
                  </a:cubicBezTo>
                  <a:cubicBezTo>
                    <a:pt x="79" y="365"/>
                    <a:pt x="197" y="484"/>
                    <a:pt x="407" y="408"/>
                  </a:cubicBezTo>
                  <a:close/>
                  <a:moveTo>
                    <a:pt x="390" y="337"/>
                  </a:moveTo>
                  <a:cubicBezTo>
                    <a:pt x="391" y="350"/>
                    <a:pt x="383" y="384"/>
                    <a:pt x="383" y="384"/>
                  </a:cubicBezTo>
                  <a:cubicBezTo>
                    <a:pt x="383" y="384"/>
                    <a:pt x="349" y="392"/>
                    <a:pt x="336" y="390"/>
                  </a:cubicBezTo>
                  <a:lnTo>
                    <a:pt x="390" y="337"/>
                  </a:lnTo>
                  <a:close/>
                </a:path>
              </a:pathLst>
            </a:custGeom>
            <a:solidFill>
              <a:schemeClr val="accent3">
                <a:lumMod val="65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8" name="TextBox 47"/>
            <p:cNvSpPr txBox="1"/>
            <p:nvPr/>
          </p:nvSpPr>
          <p:spPr>
            <a:xfrm>
              <a:off x="4315044" y="1497287"/>
              <a:ext cx="720096" cy="435625"/>
            </a:xfrm>
            <a:prstGeom prst="rect">
              <a:avLst/>
            </a:prstGeom>
            <a:noFill/>
          </p:spPr>
          <p:txBody>
            <a:bodyPr wrap="square" lIns="0" tIns="0" rIns="0" bIns="0" rtlCol="0">
              <a:noAutofit/>
            </a:bodyPr>
            <a:lstStyle/>
            <a:p>
              <a:pPr lvl="0" algn="ctr"/>
              <a:r>
                <a:rPr lang="en-US" altLang="ko-KR" sz="1200" b="1" dirty="0">
                  <a:gradFill>
                    <a:gsLst>
                      <a:gs pos="0">
                        <a:schemeClr val="bg2"/>
                      </a:gs>
                      <a:gs pos="100000">
                        <a:schemeClr val="bg2"/>
                      </a:gs>
                    </a:gsLst>
                    <a:lin ang="5400000" scaled="0"/>
                  </a:gradFill>
                  <a:latin typeface="Roboto Condensed Regular"/>
                </a:rPr>
                <a:t>Contents</a:t>
              </a:r>
            </a:p>
            <a:p>
              <a:pPr lvl="0" algn="ctr"/>
              <a:r>
                <a:rPr lang="en-US" altLang="ko-KR" sz="1200" b="1" dirty="0">
                  <a:gradFill>
                    <a:gsLst>
                      <a:gs pos="0">
                        <a:schemeClr val="bg2"/>
                      </a:gs>
                      <a:gs pos="100000">
                        <a:schemeClr val="bg2"/>
                      </a:gs>
                    </a:gsLst>
                    <a:lin ang="5400000" scaled="0"/>
                  </a:gradFill>
                  <a:latin typeface="Roboto Condensed Regular"/>
                </a:rPr>
                <a:t>Text</a:t>
              </a:r>
              <a:endParaRPr lang="ko-KR" altLang="en-US" sz="1200" b="1" dirty="0">
                <a:gradFill>
                  <a:gsLst>
                    <a:gs pos="0">
                      <a:schemeClr val="bg2"/>
                    </a:gs>
                    <a:gs pos="100000">
                      <a:schemeClr val="bg2"/>
                    </a:gs>
                  </a:gsLst>
                  <a:lin ang="5400000" scaled="0"/>
                </a:gradFill>
                <a:latin typeface="Roboto Condensed Regular"/>
              </a:endParaRPr>
            </a:p>
          </p:txBody>
        </p:sp>
      </p:grpSp>
      <p:grpSp>
        <p:nvGrpSpPr>
          <p:cNvPr id="54" name="그룹 53"/>
          <p:cNvGrpSpPr/>
          <p:nvPr/>
        </p:nvGrpSpPr>
        <p:grpSpPr>
          <a:xfrm>
            <a:off x="4019263" y="1720095"/>
            <a:ext cx="774946" cy="773922"/>
            <a:chOff x="6252122" y="1268897"/>
            <a:chExt cx="833685" cy="832583"/>
          </a:xfrm>
        </p:grpSpPr>
        <p:sp>
          <p:nvSpPr>
            <p:cNvPr id="16" name="Freeform 24"/>
            <p:cNvSpPr>
              <a:spLocks noEditPoints="1"/>
            </p:cNvSpPr>
            <p:nvPr/>
          </p:nvSpPr>
          <p:spPr bwMode="auto">
            <a:xfrm>
              <a:off x="6252122" y="1268897"/>
              <a:ext cx="833685" cy="832583"/>
            </a:xfrm>
            <a:custGeom>
              <a:avLst/>
              <a:gdLst>
                <a:gd name="T0" fmla="*/ 405 w 484"/>
                <a:gd name="T1" fmla="*/ 365 h 484"/>
                <a:gd name="T2" fmla="*/ 405 w 484"/>
                <a:gd name="T3" fmla="*/ 79 h 484"/>
                <a:gd name="T4" fmla="*/ 120 w 484"/>
                <a:gd name="T5" fmla="*/ 79 h 484"/>
                <a:gd name="T6" fmla="*/ 77 w 484"/>
                <a:gd name="T7" fmla="*/ 408 h 484"/>
                <a:gd name="T8" fmla="*/ 405 w 484"/>
                <a:gd name="T9" fmla="*/ 365 h 484"/>
                <a:gd name="T10" fmla="*/ 95 w 484"/>
                <a:gd name="T11" fmla="*/ 337 h 484"/>
                <a:gd name="T12" fmla="*/ 148 w 484"/>
                <a:gd name="T13" fmla="*/ 390 h 484"/>
                <a:gd name="T14" fmla="*/ 101 w 484"/>
                <a:gd name="T15" fmla="*/ 384 h 484"/>
                <a:gd name="T16" fmla="*/ 95 w 484"/>
                <a:gd name="T17" fmla="*/ 337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4" h="484">
                  <a:moveTo>
                    <a:pt x="405" y="365"/>
                  </a:moveTo>
                  <a:cubicBezTo>
                    <a:pt x="484" y="286"/>
                    <a:pt x="484" y="158"/>
                    <a:pt x="405" y="79"/>
                  </a:cubicBezTo>
                  <a:cubicBezTo>
                    <a:pt x="327" y="0"/>
                    <a:pt x="199" y="0"/>
                    <a:pt x="120" y="79"/>
                  </a:cubicBezTo>
                  <a:cubicBezTo>
                    <a:pt x="120" y="79"/>
                    <a:pt x="0" y="197"/>
                    <a:pt x="77" y="408"/>
                  </a:cubicBezTo>
                  <a:cubicBezTo>
                    <a:pt x="287" y="484"/>
                    <a:pt x="405" y="365"/>
                    <a:pt x="405" y="365"/>
                  </a:cubicBezTo>
                  <a:close/>
                  <a:moveTo>
                    <a:pt x="95" y="337"/>
                  </a:moveTo>
                  <a:cubicBezTo>
                    <a:pt x="148" y="390"/>
                    <a:pt x="148" y="390"/>
                    <a:pt x="148" y="390"/>
                  </a:cubicBezTo>
                  <a:cubicBezTo>
                    <a:pt x="135" y="392"/>
                    <a:pt x="101" y="384"/>
                    <a:pt x="101" y="384"/>
                  </a:cubicBezTo>
                  <a:cubicBezTo>
                    <a:pt x="101" y="384"/>
                    <a:pt x="93" y="350"/>
                    <a:pt x="95" y="337"/>
                  </a:cubicBezTo>
                  <a:close/>
                </a:path>
              </a:pathLst>
            </a:custGeom>
            <a:solidFill>
              <a:schemeClr val="accent3">
                <a:lumMod val="65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9" name="TextBox 48"/>
            <p:cNvSpPr txBox="1"/>
            <p:nvPr/>
          </p:nvSpPr>
          <p:spPr>
            <a:xfrm>
              <a:off x="6334814" y="1497287"/>
              <a:ext cx="720096" cy="435625"/>
            </a:xfrm>
            <a:prstGeom prst="rect">
              <a:avLst/>
            </a:prstGeom>
            <a:noFill/>
          </p:spPr>
          <p:txBody>
            <a:bodyPr wrap="square" lIns="0" tIns="0" rIns="0" bIns="0" rtlCol="0">
              <a:noAutofit/>
            </a:bodyPr>
            <a:lstStyle/>
            <a:p>
              <a:pPr lvl="0" algn="ctr"/>
              <a:r>
                <a:rPr lang="en-US" altLang="ko-KR" sz="1200" b="1" dirty="0">
                  <a:gradFill>
                    <a:gsLst>
                      <a:gs pos="0">
                        <a:schemeClr val="bg2"/>
                      </a:gs>
                      <a:gs pos="100000">
                        <a:schemeClr val="bg2"/>
                      </a:gs>
                    </a:gsLst>
                    <a:lin ang="5400000" scaled="0"/>
                  </a:gradFill>
                  <a:latin typeface="Roboto Condensed Regular"/>
                </a:rPr>
                <a:t>Contents</a:t>
              </a:r>
            </a:p>
            <a:p>
              <a:pPr lvl="0" algn="ctr"/>
              <a:r>
                <a:rPr lang="en-US" altLang="ko-KR" sz="1200" b="1" dirty="0">
                  <a:gradFill>
                    <a:gsLst>
                      <a:gs pos="0">
                        <a:schemeClr val="bg2"/>
                      </a:gs>
                      <a:gs pos="100000">
                        <a:schemeClr val="bg2"/>
                      </a:gs>
                    </a:gsLst>
                    <a:lin ang="5400000" scaled="0"/>
                  </a:gradFill>
                  <a:latin typeface="Roboto Condensed Regular"/>
                </a:rPr>
                <a:t>Text</a:t>
              </a:r>
              <a:endParaRPr lang="ko-KR" altLang="en-US" sz="1200" b="1" dirty="0">
                <a:gradFill>
                  <a:gsLst>
                    <a:gs pos="0">
                      <a:schemeClr val="bg2"/>
                    </a:gs>
                    <a:gs pos="100000">
                      <a:schemeClr val="bg2"/>
                    </a:gs>
                  </a:gsLst>
                  <a:lin ang="5400000" scaled="0"/>
                </a:gradFill>
                <a:latin typeface="Roboto Condensed Regular"/>
              </a:endParaRPr>
            </a:p>
          </p:txBody>
        </p:sp>
      </p:grpSp>
      <p:grpSp>
        <p:nvGrpSpPr>
          <p:cNvPr id="59" name="그룹 58"/>
          <p:cNvGrpSpPr/>
          <p:nvPr/>
        </p:nvGrpSpPr>
        <p:grpSpPr>
          <a:xfrm>
            <a:off x="1672393" y="2758039"/>
            <a:ext cx="743212" cy="650054"/>
            <a:chOff x="3905250" y="2316234"/>
            <a:chExt cx="799545" cy="699326"/>
          </a:xfrm>
        </p:grpSpPr>
        <p:sp>
          <p:nvSpPr>
            <p:cNvPr id="10" name="Freeform 19"/>
            <p:cNvSpPr>
              <a:spLocks noEditPoints="1"/>
            </p:cNvSpPr>
            <p:nvPr/>
          </p:nvSpPr>
          <p:spPr bwMode="auto">
            <a:xfrm>
              <a:off x="3905250" y="2316234"/>
              <a:ext cx="799545" cy="699326"/>
            </a:xfrm>
            <a:custGeom>
              <a:avLst/>
              <a:gdLst>
                <a:gd name="T0" fmla="*/ 465 w 465"/>
                <a:gd name="T1" fmla="*/ 203 h 406"/>
                <a:gd name="T2" fmla="*/ 202 w 465"/>
                <a:gd name="T3" fmla="*/ 1 h 406"/>
                <a:gd name="T4" fmla="*/ 0 w 465"/>
                <a:gd name="T5" fmla="*/ 203 h 406"/>
                <a:gd name="T6" fmla="*/ 202 w 465"/>
                <a:gd name="T7" fmla="*/ 405 h 406"/>
                <a:gd name="T8" fmla="*/ 465 w 465"/>
                <a:gd name="T9" fmla="*/ 203 h 406"/>
                <a:gd name="T10" fmla="*/ 402 w 465"/>
                <a:gd name="T11" fmla="*/ 166 h 406"/>
                <a:gd name="T12" fmla="*/ 431 w 465"/>
                <a:gd name="T13" fmla="*/ 203 h 406"/>
                <a:gd name="T14" fmla="*/ 402 w 465"/>
                <a:gd name="T15" fmla="*/ 241 h 406"/>
                <a:gd name="T16" fmla="*/ 402 w 465"/>
                <a:gd name="T17" fmla="*/ 16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5" h="406">
                  <a:moveTo>
                    <a:pt x="465" y="203"/>
                  </a:moveTo>
                  <a:cubicBezTo>
                    <a:pt x="370" y="0"/>
                    <a:pt x="202" y="1"/>
                    <a:pt x="202" y="1"/>
                  </a:cubicBezTo>
                  <a:cubicBezTo>
                    <a:pt x="91" y="1"/>
                    <a:pt x="0" y="91"/>
                    <a:pt x="0" y="203"/>
                  </a:cubicBezTo>
                  <a:cubicBezTo>
                    <a:pt x="0" y="315"/>
                    <a:pt x="91" y="405"/>
                    <a:pt x="202" y="405"/>
                  </a:cubicBezTo>
                  <a:cubicBezTo>
                    <a:pt x="202" y="405"/>
                    <a:pt x="370" y="406"/>
                    <a:pt x="465" y="203"/>
                  </a:cubicBezTo>
                  <a:close/>
                  <a:moveTo>
                    <a:pt x="402" y="166"/>
                  </a:moveTo>
                  <a:cubicBezTo>
                    <a:pt x="413" y="173"/>
                    <a:pt x="431" y="203"/>
                    <a:pt x="431" y="203"/>
                  </a:cubicBezTo>
                  <a:cubicBezTo>
                    <a:pt x="431" y="203"/>
                    <a:pt x="413" y="233"/>
                    <a:pt x="402" y="241"/>
                  </a:cubicBezTo>
                  <a:lnTo>
                    <a:pt x="402" y="166"/>
                  </a:lnTo>
                  <a:close/>
                </a:path>
              </a:pathLst>
            </a:custGeom>
            <a:solidFill>
              <a:schemeClr val="accent3">
                <a:lumMod val="65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0" name="TextBox 49"/>
            <p:cNvSpPr txBox="1"/>
            <p:nvPr/>
          </p:nvSpPr>
          <p:spPr>
            <a:xfrm>
              <a:off x="3917008" y="2467868"/>
              <a:ext cx="720096" cy="435625"/>
            </a:xfrm>
            <a:prstGeom prst="rect">
              <a:avLst/>
            </a:prstGeom>
            <a:noFill/>
          </p:spPr>
          <p:txBody>
            <a:bodyPr wrap="square" lIns="0" tIns="0" rIns="0" bIns="0" rtlCol="0">
              <a:noAutofit/>
            </a:bodyPr>
            <a:lstStyle/>
            <a:p>
              <a:pPr lvl="0" algn="ctr"/>
              <a:r>
                <a:rPr lang="en-US" altLang="ko-KR" sz="1200" b="1" dirty="0">
                  <a:gradFill>
                    <a:gsLst>
                      <a:gs pos="0">
                        <a:schemeClr val="bg2"/>
                      </a:gs>
                      <a:gs pos="100000">
                        <a:schemeClr val="bg2"/>
                      </a:gs>
                    </a:gsLst>
                    <a:lin ang="5400000" scaled="0"/>
                  </a:gradFill>
                  <a:latin typeface="Roboto Condensed Regular"/>
                </a:rPr>
                <a:t>Contents</a:t>
              </a:r>
            </a:p>
            <a:p>
              <a:pPr lvl="0" algn="ctr"/>
              <a:r>
                <a:rPr lang="en-US" altLang="ko-KR" sz="1200" b="1" dirty="0">
                  <a:gradFill>
                    <a:gsLst>
                      <a:gs pos="0">
                        <a:schemeClr val="bg2"/>
                      </a:gs>
                      <a:gs pos="100000">
                        <a:schemeClr val="bg2"/>
                      </a:gs>
                    </a:gsLst>
                    <a:lin ang="5400000" scaled="0"/>
                  </a:gradFill>
                  <a:latin typeface="Roboto Condensed Regular"/>
                </a:rPr>
                <a:t>Text</a:t>
              </a:r>
              <a:endParaRPr lang="ko-KR" altLang="en-US" sz="1200" b="1" dirty="0">
                <a:gradFill>
                  <a:gsLst>
                    <a:gs pos="0">
                      <a:schemeClr val="bg2"/>
                    </a:gs>
                    <a:gs pos="100000">
                      <a:schemeClr val="bg2"/>
                    </a:gs>
                  </a:gsLst>
                  <a:lin ang="5400000" scaled="0"/>
                </a:gradFill>
                <a:latin typeface="Roboto Condensed Regular"/>
              </a:endParaRPr>
            </a:p>
          </p:txBody>
        </p:sp>
      </p:grpSp>
      <p:grpSp>
        <p:nvGrpSpPr>
          <p:cNvPr id="55" name="그룹 54"/>
          <p:cNvGrpSpPr/>
          <p:nvPr/>
        </p:nvGrpSpPr>
        <p:grpSpPr>
          <a:xfrm>
            <a:off x="4439961" y="2758039"/>
            <a:ext cx="749853" cy="650054"/>
            <a:chOff x="6672819" y="2316234"/>
            <a:chExt cx="806689" cy="699326"/>
          </a:xfrm>
        </p:grpSpPr>
        <p:sp>
          <p:nvSpPr>
            <p:cNvPr id="15" name="Freeform 23"/>
            <p:cNvSpPr>
              <a:spLocks noEditPoints="1"/>
            </p:cNvSpPr>
            <p:nvPr/>
          </p:nvSpPr>
          <p:spPr bwMode="auto">
            <a:xfrm>
              <a:off x="6672819" y="2316234"/>
              <a:ext cx="799545" cy="699326"/>
            </a:xfrm>
            <a:custGeom>
              <a:avLst/>
              <a:gdLst>
                <a:gd name="T0" fmla="*/ 263 w 465"/>
                <a:gd name="T1" fmla="*/ 1 h 406"/>
                <a:gd name="T2" fmla="*/ 0 w 465"/>
                <a:gd name="T3" fmla="*/ 203 h 406"/>
                <a:gd name="T4" fmla="*/ 263 w 465"/>
                <a:gd name="T5" fmla="*/ 405 h 406"/>
                <a:gd name="T6" fmla="*/ 465 w 465"/>
                <a:gd name="T7" fmla="*/ 203 h 406"/>
                <a:gd name="T8" fmla="*/ 263 w 465"/>
                <a:gd name="T9" fmla="*/ 1 h 406"/>
                <a:gd name="T10" fmla="*/ 34 w 465"/>
                <a:gd name="T11" fmla="*/ 203 h 406"/>
                <a:gd name="T12" fmla="*/ 63 w 465"/>
                <a:gd name="T13" fmla="*/ 166 h 406"/>
                <a:gd name="T14" fmla="*/ 63 w 465"/>
                <a:gd name="T15" fmla="*/ 241 h 406"/>
                <a:gd name="T16" fmla="*/ 34 w 465"/>
                <a:gd name="T17" fmla="*/ 203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5" h="406">
                  <a:moveTo>
                    <a:pt x="263" y="1"/>
                  </a:moveTo>
                  <a:cubicBezTo>
                    <a:pt x="263" y="1"/>
                    <a:pt x="95" y="0"/>
                    <a:pt x="0" y="203"/>
                  </a:cubicBezTo>
                  <a:cubicBezTo>
                    <a:pt x="95" y="406"/>
                    <a:pt x="263" y="405"/>
                    <a:pt x="263" y="405"/>
                  </a:cubicBezTo>
                  <a:cubicBezTo>
                    <a:pt x="375" y="405"/>
                    <a:pt x="465" y="315"/>
                    <a:pt x="465" y="203"/>
                  </a:cubicBezTo>
                  <a:cubicBezTo>
                    <a:pt x="465" y="91"/>
                    <a:pt x="375" y="1"/>
                    <a:pt x="263" y="1"/>
                  </a:cubicBezTo>
                  <a:close/>
                  <a:moveTo>
                    <a:pt x="34" y="203"/>
                  </a:moveTo>
                  <a:cubicBezTo>
                    <a:pt x="34" y="203"/>
                    <a:pt x="53" y="173"/>
                    <a:pt x="63" y="166"/>
                  </a:cubicBezTo>
                  <a:cubicBezTo>
                    <a:pt x="63" y="241"/>
                    <a:pt x="63" y="241"/>
                    <a:pt x="63" y="241"/>
                  </a:cubicBezTo>
                  <a:cubicBezTo>
                    <a:pt x="53" y="233"/>
                    <a:pt x="34" y="203"/>
                    <a:pt x="34" y="203"/>
                  </a:cubicBezTo>
                  <a:close/>
                </a:path>
              </a:pathLst>
            </a:custGeom>
            <a:solidFill>
              <a:schemeClr val="accent3">
                <a:lumMod val="65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1" name="TextBox 50"/>
            <p:cNvSpPr txBox="1"/>
            <p:nvPr/>
          </p:nvSpPr>
          <p:spPr>
            <a:xfrm>
              <a:off x="6759412" y="2467868"/>
              <a:ext cx="720096" cy="435625"/>
            </a:xfrm>
            <a:prstGeom prst="rect">
              <a:avLst/>
            </a:prstGeom>
            <a:noFill/>
          </p:spPr>
          <p:txBody>
            <a:bodyPr wrap="square" lIns="0" tIns="0" rIns="0" bIns="0" rtlCol="0">
              <a:noAutofit/>
            </a:bodyPr>
            <a:lstStyle/>
            <a:p>
              <a:pPr lvl="0" algn="ctr"/>
              <a:r>
                <a:rPr lang="en-US" altLang="ko-KR" sz="1200" b="1" dirty="0">
                  <a:gradFill>
                    <a:gsLst>
                      <a:gs pos="0">
                        <a:schemeClr val="bg2"/>
                      </a:gs>
                      <a:gs pos="100000">
                        <a:schemeClr val="bg2"/>
                      </a:gs>
                    </a:gsLst>
                    <a:lin ang="5400000" scaled="0"/>
                  </a:gradFill>
                  <a:latin typeface="Roboto Condensed Regular"/>
                </a:rPr>
                <a:t>Contents</a:t>
              </a:r>
            </a:p>
            <a:p>
              <a:pPr lvl="0" algn="ctr"/>
              <a:r>
                <a:rPr lang="en-US" altLang="ko-KR" sz="1200" b="1" dirty="0">
                  <a:gradFill>
                    <a:gsLst>
                      <a:gs pos="0">
                        <a:schemeClr val="bg2"/>
                      </a:gs>
                      <a:gs pos="100000">
                        <a:schemeClr val="bg2"/>
                      </a:gs>
                    </a:gsLst>
                    <a:lin ang="5400000" scaled="0"/>
                  </a:gradFill>
                  <a:latin typeface="Roboto Condensed Regular"/>
                </a:rPr>
                <a:t>Text</a:t>
              </a:r>
              <a:endParaRPr lang="ko-KR" altLang="en-US" sz="1200" b="1" dirty="0">
                <a:gradFill>
                  <a:gsLst>
                    <a:gs pos="0">
                      <a:schemeClr val="bg2"/>
                    </a:gs>
                    <a:gs pos="100000">
                      <a:schemeClr val="bg2"/>
                    </a:gs>
                  </a:gsLst>
                  <a:lin ang="5400000" scaled="0"/>
                </a:gradFill>
                <a:latin typeface="Roboto Condensed Regular"/>
              </a:endParaRPr>
            </a:p>
          </p:txBody>
        </p:sp>
      </p:grpSp>
      <p:sp>
        <p:nvSpPr>
          <p:cNvPr id="3" name="텍스트 개체 틀 2"/>
          <p:cNvSpPr>
            <a:spLocks noGrp="1"/>
          </p:cNvSpPr>
          <p:nvPr>
            <p:ph type="body" sz="quarter" idx="10"/>
          </p:nvPr>
        </p:nvSpPr>
        <p:spPr/>
        <p:txBody>
          <a:bodyPr/>
          <a:lstStyle/>
          <a:p>
            <a:pPr lvl="0" defTabSz="914400"/>
            <a:r>
              <a:rPr lang="en-US" altLang="ko-KR" sz="800" b="1" dirty="0">
                <a:latin typeface="Roboto Condensed Regular"/>
              </a:rPr>
              <a:t>First Section :</a:t>
            </a:r>
            <a:r>
              <a:rPr lang="en-US" altLang="ko-KR" sz="800" dirty="0"/>
              <a:t> dolor sit amen, </a:t>
            </a:r>
            <a:r>
              <a:rPr lang="en-US" altLang="ko-KR" sz="800" dirty="0" err="1"/>
              <a:t>consectetur</a:t>
            </a:r>
            <a:r>
              <a:rPr lang="en-US" altLang="ko-KR" sz="800" dirty="0"/>
              <a:t> </a:t>
            </a:r>
            <a:r>
              <a:rPr lang="en-US" altLang="ko-KR" sz="800" dirty="0" err="1"/>
              <a:t>adipiscing</a:t>
            </a:r>
            <a:r>
              <a:rPr lang="en-US" altLang="ko-KR" sz="800" dirty="0"/>
              <a:t> </a:t>
            </a:r>
            <a:r>
              <a:rPr lang="en-US" altLang="ko-KR" sz="800" dirty="0" err="1"/>
              <a:t>elit</a:t>
            </a:r>
            <a:r>
              <a:rPr lang="en-US" altLang="ko-KR" sz="800" dirty="0"/>
              <a:t>. Integer </a:t>
            </a:r>
            <a:r>
              <a:rPr lang="en-US" altLang="ko-KR" sz="800" dirty="0" err="1"/>
              <a:t>nec</a:t>
            </a:r>
            <a:r>
              <a:rPr lang="en-US" altLang="ko-KR" sz="800" dirty="0"/>
              <a:t> </a:t>
            </a:r>
            <a:r>
              <a:rPr lang="en-US" altLang="ko-KR" sz="800" dirty="0" err="1"/>
              <a:t>odio</a:t>
            </a:r>
            <a:r>
              <a:rPr lang="en-US" altLang="ko-KR" sz="800" dirty="0"/>
              <a:t>. </a:t>
            </a:r>
            <a:r>
              <a:rPr lang="en-US" altLang="ko-KR" sz="800" dirty="0" err="1"/>
              <a:t>Praesent</a:t>
            </a:r>
            <a:r>
              <a:rPr lang="en-US" altLang="ko-KR" sz="800" dirty="0"/>
              <a:t> lib </a:t>
            </a:r>
            <a:r>
              <a:rPr lang="en-US" altLang="ko-KR" sz="800" dirty="0" err="1"/>
              <a:t>ero</a:t>
            </a:r>
            <a:r>
              <a:rPr lang="en-US" altLang="ko-KR" sz="800" dirty="0"/>
              <a:t>. </a:t>
            </a:r>
            <a:r>
              <a:rPr lang="en-US" altLang="ko-KR" sz="800" dirty="0" err="1"/>
              <a:t>Sed</a:t>
            </a:r>
            <a:r>
              <a:rPr lang="en-US" altLang="ko-KR" sz="800" dirty="0"/>
              <a:t> </a:t>
            </a:r>
            <a:r>
              <a:rPr lang="en-US" altLang="ko-KR" sz="800" dirty="0" err="1"/>
              <a:t>cursus</a:t>
            </a:r>
            <a:r>
              <a:rPr lang="en-US" altLang="ko-KR" sz="800" dirty="0"/>
              <a:t> ante </a:t>
            </a:r>
            <a:r>
              <a:rPr lang="en-US" altLang="ko-KR" sz="800" dirty="0" err="1"/>
              <a:t>dapibus</a:t>
            </a:r>
            <a:r>
              <a:rPr lang="en-US" altLang="ko-KR" sz="800" dirty="0"/>
              <a:t> diam. </a:t>
            </a:r>
            <a:r>
              <a:rPr lang="en-US" altLang="ko-KR" sz="800" dirty="0" err="1"/>
              <a:t>Sed</a:t>
            </a:r>
            <a:r>
              <a:rPr lang="en-US" altLang="ko-KR" sz="800" dirty="0"/>
              <a:t> nisi. </a:t>
            </a:r>
            <a:r>
              <a:rPr lang="en-US" altLang="ko-KR" sz="800" dirty="0" err="1"/>
              <a:t>Nulla</a:t>
            </a:r>
            <a:r>
              <a:rPr lang="en-US" altLang="ko-KR" sz="800" dirty="0"/>
              <a:t> </a:t>
            </a:r>
            <a:r>
              <a:rPr lang="en-US" altLang="ko-KR" sz="800" dirty="0" err="1"/>
              <a:t>quis</a:t>
            </a:r>
            <a:r>
              <a:rPr lang="en-US" altLang="ko-KR" sz="800" dirty="0"/>
              <a:t> </a:t>
            </a:r>
            <a:r>
              <a:rPr lang="en-US" altLang="ko-KR" sz="800" dirty="0" err="1"/>
              <a:t>sem</a:t>
            </a:r>
            <a:r>
              <a:rPr lang="en-US" altLang="ko-KR" sz="800" dirty="0"/>
              <a:t> at </a:t>
            </a:r>
            <a:r>
              <a:rPr lang="en-US" altLang="ko-KR" sz="800" dirty="0" err="1"/>
              <a:t>nibh</a:t>
            </a:r>
            <a:r>
              <a:rPr lang="en-US" altLang="ko-KR" sz="800" dirty="0"/>
              <a:t> </a:t>
            </a:r>
            <a:r>
              <a:rPr lang="en-US" altLang="ko-KR" sz="800" dirty="0" err="1"/>
              <a:t>elementum</a:t>
            </a:r>
            <a:r>
              <a:rPr lang="en-US" altLang="ko-KR" sz="800" dirty="0"/>
              <a:t> </a:t>
            </a:r>
            <a:r>
              <a:rPr lang="en-US" altLang="ko-KR" sz="800" dirty="0" err="1"/>
              <a:t>imperdiet</a:t>
            </a:r>
            <a:r>
              <a:rPr lang="en-US" altLang="ko-KR" sz="800" dirty="0"/>
              <a:t>. </a:t>
            </a:r>
            <a:r>
              <a:rPr lang="en-US" altLang="ko-KR" sz="800" dirty="0" err="1"/>
              <a:t>Duis</a:t>
            </a:r>
            <a:r>
              <a:rPr lang="en-US" altLang="ko-KR" sz="800" dirty="0"/>
              <a:t> </a:t>
            </a:r>
            <a:r>
              <a:rPr lang="en-US" altLang="ko-KR" sz="800" dirty="0" err="1"/>
              <a:t>sagittis</a:t>
            </a:r>
            <a:r>
              <a:rPr lang="en-US" altLang="ko-KR" sz="800" dirty="0"/>
              <a:t> </a:t>
            </a:r>
            <a:r>
              <a:rPr lang="en-US" altLang="ko-KR" sz="800" dirty="0" err="1"/>
              <a:t>ipsum</a:t>
            </a:r>
            <a:r>
              <a:rPr lang="en-US" altLang="ko-KR" sz="800" dirty="0"/>
              <a:t>. </a:t>
            </a:r>
            <a:r>
              <a:rPr lang="en-US" altLang="ko-KR" sz="800" dirty="0" err="1"/>
              <a:t>Praesent</a:t>
            </a:r>
            <a:r>
              <a:rPr lang="en-US" altLang="ko-KR" sz="800" dirty="0"/>
              <a:t> </a:t>
            </a:r>
            <a:r>
              <a:rPr lang="en-US" altLang="ko-KR" sz="800" dirty="0" err="1"/>
              <a:t>mauris</a:t>
            </a:r>
            <a:r>
              <a:rPr lang="en-US" altLang="ko-KR" sz="800" dirty="0"/>
              <a:t>. </a:t>
            </a:r>
            <a:r>
              <a:rPr lang="en-US" altLang="ko-KR" sz="800" dirty="0" err="1"/>
              <a:t>Fusce</a:t>
            </a:r>
            <a:r>
              <a:rPr lang="en-US" altLang="ko-KR" sz="800" dirty="0"/>
              <a:t> </a:t>
            </a:r>
            <a:r>
              <a:rPr lang="en-US" altLang="ko-KR" sz="800" dirty="0" err="1"/>
              <a:t>nec</a:t>
            </a:r>
            <a:r>
              <a:rPr lang="en-US" altLang="ko-KR" sz="800" dirty="0"/>
              <a:t> </a:t>
            </a:r>
            <a:r>
              <a:rPr lang="en-US" altLang="ko-KR" sz="800" dirty="0" err="1"/>
              <a:t>tellus</a:t>
            </a:r>
            <a:r>
              <a:rPr lang="en-US" altLang="ko-KR" sz="800" dirty="0"/>
              <a:t> </a:t>
            </a:r>
            <a:r>
              <a:rPr lang="en-US" altLang="ko-KR" sz="800" dirty="0" err="1"/>
              <a:t>sed</a:t>
            </a:r>
            <a:r>
              <a:rPr lang="en-US" altLang="ko-KR" sz="800" dirty="0"/>
              <a:t> </a:t>
            </a:r>
            <a:r>
              <a:rPr lang="en-US" altLang="ko-KR" sz="800" dirty="0" err="1"/>
              <a:t>augue</a:t>
            </a:r>
            <a:r>
              <a:rPr lang="en-US" altLang="ko-KR" sz="800" dirty="0"/>
              <a:t> semper </a:t>
            </a:r>
            <a:r>
              <a:rPr lang="en-US" altLang="ko-KR" sz="800" dirty="0" err="1"/>
              <a:t>porta</a:t>
            </a:r>
            <a:r>
              <a:rPr lang="en-US" altLang="ko-KR" sz="800" dirty="0"/>
              <a:t>. </a:t>
            </a:r>
            <a:r>
              <a:rPr lang="en-US" altLang="ko-KR" sz="800" dirty="0" err="1"/>
              <a:t>Mauris</a:t>
            </a:r>
            <a:r>
              <a:rPr lang="en-US" altLang="ko-KR" sz="800" dirty="0"/>
              <a:t> </a:t>
            </a:r>
            <a:r>
              <a:rPr lang="en-US" altLang="ko-KR" sz="800" dirty="0" err="1"/>
              <a:t>massa</a:t>
            </a:r>
            <a:r>
              <a:rPr lang="en-US" altLang="ko-KR" sz="800" dirty="0"/>
              <a:t>. </a:t>
            </a:r>
            <a:r>
              <a:rPr lang="en-US" altLang="ko-KR" sz="800" dirty="0" err="1"/>
              <a:t>Vestibulum</a:t>
            </a:r>
            <a:r>
              <a:rPr lang="en-US" altLang="ko-KR" sz="800" dirty="0"/>
              <a:t> </a:t>
            </a:r>
            <a:r>
              <a:rPr lang="en-US" altLang="ko-KR" sz="800" dirty="0" err="1"/>
              <a:t>lacinia</a:t>
            </a:r>
            <a:r>
              <a:rPr lang="en-US" altLang="ko-KR" sz="800" dirty="0"/>
              <a:t> </a:t>
            </a:r>
            <a:r>
              <a:rPr lang="en-US" altLang="ko-KR" sz="800" dirty="0" err="1"/>
              <a:t>arcu</a:t>
            </a:r>
            <a:r>
              <a:rPr lang="en-US" altLang="ko-KR" sz="800" dirty="0"/>
              <a:t>.</a:t>
            </a:r>
          </a:p>
          <a:p>
            <a:pPr lvl="0" defTabSz="914400"/>
            <a:endParaRPr lang="en-US" altLang="ko-KR" sz="800" b="1" dirty="0">
              <a:latin typeface="Roboto Condensed Regular"/>
            </a:endParaRPr>
          </a:p>
          <a:p>
            <a:pPr lvl="0" defTabSz="914400"/>
            <a:r>
              <a:rPr lang="en-US" altLang="ko-KR" sz="800" b="1" dirty="0">
                <a:latin typeface="Roboto Condensed Regular"/>
              </a:rPr>
              <a:t>Second Section :</a:t>
            </a:r>
            <a:r>
              <a:rPr lang="en-US" altLang="ko-KR" sz="800" dirty="0"/>
              <a:t> </a:t>
            </a:r>
            <a:r>
              <a:rPr lang="en-US" altLang="ko-KR" sz="800" dirty="0" err="1"/>
              <a:t>Nulla</a:t>
            </a:r>
            <a:r>
              <a:rPr lang="en-US" altLang="ko-KR" sz="800" dirty="0"/>
              <a:t> </a:t>
            </a:r>
            <a:r>
              <a:rPr lang="en-US" altLang="ko-KR" sz="800" dirty="0" err="1"/>
              <a:t>quis</a:t>
            </a:r>
            <a:r>
              <a:rPr lang="en-US" altLang="ko-KR" sz="800" dirty="0"/>
              <a:t> </a:t>
            </a:r>
            <a:r>
              <a:rPr lang="en-US" altLang="ko-KR" sz="800" dirty="0" err="1"/>
              <a:t>sem</a:t>
            </a:r>
            <a:r>
              <a:rPr lang="en-US" altLang="ko-KR" sz="800" dirty="0"/>
              <a:t> at </a:t>
            </a:r>
            <a:r>
              <a:rPr lang="en-US" altLang="ko-KR" sz="800" dirty="0" err="1"/>
              <a:t>nibh</a:t>
            </a:r>
            <a:r>
              <a:rPr lang="en-US" altLang="ko-KR" sz="800" dirty="0"/>
              <a:t> </a:t>
            </a:r>
            <a:r>
              <a:rPr lang="en-US" altLang="ko-KR" sz="800" dirty="0" err="1"/>
              <a:t>elem</a:t>
            </a:r>
            <a:r>
              <a:rPr lang="en-US" altLang="ko-KR" sz="800" dirty="0"/>
              <a:t> </a:t>
            </a:r>
            <a:r>
              <a:rPr lang="en-US" altLang="ko-KR" sz="800" dirty="0" err="1"/>
              <a:t>entum</a:t>
            </a:r>
            <a:r>
              <a:rPr lang="en-US" altLang="ko-KR" sz="800" dirty="0"/>
              <a:t> </a:t>
            </a:r>
            <a:r>
              <a:rPr lang="en-US" altLang="ko-KR" sz="800" dirty="0" err="1"/>
              <a:t>imperdiet</a:t>
            </a:r>
            <a:r>
              <a:rPr lang="en-US" altLang="ko-KR" sz="800" dirty="0"/>
              <a:t>. </a:t>
            </a:r>
            <a:r>
              <a:rPr lang="en-US" altLang="ko-KR" sz="800" dirty="0" err="1"/>
              <a:t>Duis</a:t>
            </a:r>
            <a:r>
              <a:rPr lang="en-US" altLang="ko-KR" sz="800" dirty="0"/>
              <a:t> </a:t>
            </a:r>
            <a:r>
              <a:rPr lang="en-US" altLang="ko-KR" sz="800" dirty="0" err="1"/>
              <a:t>sagittis</a:t>
            </a:r>
            <a:r>
              <a:rPr lang="en-US" altLang="ko-KR" sz="800" dirty="0"/>
              <a:t> </a:t>
            </a:r>
            <a:r>
              <a:rPr lang="en-US" altLang="ko-KR" sz="800" dirty="0" err="1"/>
              <a:t>ipsum</a:t>
            </a:r>
            <a:r>
              <a:rPr lang="en-US" altLang="ko-KR" sz="800" dirty="0"/>
              <a:t>. </a:t>
            </a:r>
            <a:r>
              <a:rPr lang="en-US" altLang="ko-KR" sz="800" dirty="0" err="1"/>
              <a:t>Praes</a:t>
            </a:r>
            <a:r>
              <a:rPr lang="en-US" altLang="ko-KR" sz="800" dirty="0"/>
              <a:t> </a:t>
            </a:r>
            <a:r>
              <a:rPr lang="en-US" altLang="ko-KR" sz="800" dirty="0" err="1"/>
              <a:t>ent</a:t>
            </a:r>
            <a:r>
              <a:rPr lang="en-US" altLang="ko-KR" sz="800" dirty="0"/>
              <a:t> </a:t>
            </a:r>
            <a:r>
              <a:rPr lang="en-US" altLang="ko-KR" sz="800" dirty="0" err="1"/>
              <a:t>mauris</a:t>
            </a:r>
            <a:r>
              <a:rPr lang="en-US" altLang="ko-KR" sz="800" dirty="0"/>
              <a:t>. </a:t>
            </a:r>
            <a:r>
              <a:rPr lang="en-US" altLang="ko-KR" sz="800" dirty="0" err="1"/>
              <a:t>Fusce</a:t>
            </a:r>
            <a:r>
              <a:rPr lang="en-US" altLang="ko-KR" sz="800" dirty="0"/>
              <a:t> </a:t>
            </a:r>
            <a:r>
              <a:rPr lang="en-US" altLang="ko-KR" sz="800" dirty="0" err="1"/>
              <a:t>nec</a:t>
            </a:r>
            <a:r>
              <a:rPr lang="en-US" altLang="ko-KR" sz="800" dirty="0"/>
              <a:t> </a:t>
            </a:r>
            <a:r>
              <a:rPr lang="en-US" altLang="ko-KR" sz="800" dirty="0" err="1"/>
              <a:t>tellus</a:t>
            </a:r>
            <a:r>
              <a:rPr lang="en-US" altLang="ko-KR" sz="800" dirty="0"/>
              <a:t> </a:t>
            </a:r>
            <a:r>
              <a:rPr lang="en-US" altLang="ko-KR" sz="800" dirty="0" err="1"/>
              <a:t>sed</a:t>
            </a:r>
            <a:r>
              <a:rPr lang="en-US" altLang="ko-KR" sz="800" dirty="0"/>
              <a:t> </a:t>
            </a:r>
            <a:r>
              <a:rPr lang="en-US" altLang="ko-KR" sz="800" dirty="0" err="1"/>
              <a:t>augue</a:t>
            </a:r>
            <a:r>
              <a:rPr lang="en-US" altLang="ko-KR" sz="800" dirty="0"/>
              <a:t> </a:t>
            </a:r>
            <a:r>
              <a:rPr lang="en-US" altLang="ko-KR" sz="800" dirty="0" err="1"/>
              <a:t>sem</a:t>
            </a:r>
            <a:r>
              <a:rPr lang="en-US" altLang="ko-KR" sz="800" dirty="0"/>
              <a:t> per </a:t>
            </a:r>
            <a:r>
              <a:rPr lang="en-US" altLang="ko-KR" sz="800" dirty="0" err="1"/>
              <a:t>porta</a:t>
            </a:r>
            <a:r>
              <a:rPr lang="en-US" altLang="ko-KR" sz="800" dirty="0"/>
              <a:t>. </a:t>
            </a:r>
            <a:r>
              <a:rPr lang="en-US" altLang="ko-KR" sz="800" dirty="0" err="1"/>
              <a:t>Mauris</a:t>
            </a:r>
            <a:r>
              <a:rPr lang="en-US" altLang="ko-KR" sz="800" dirty="0"/>
              <a:t> </a:t>
            </a:r>
            <a:r>
              <a:rPr lang="en-US" altLang="ko-KR" sz="800" dirty="0" err="1"/>
              <a:t>massa</a:t>
            </a:r>
            <a:r>
              <a:rPr lang="en-US" altLang="ko-KR" sz="800" dirty="0"/>
              <a:t>. </a:t>
            </a:r>
            <a:r>
              <a:rPr lang="en-US" altLang="ko-KR" sz="800" dirty="0" err="1"/>
              <a:t>Vestibulum</a:t>
            </a:r>
            <a:r>
              <a:rPr lang="en-US" altLang="ko-KR" sz="800" dirty="0"/>
              <a:t> </a:t>
            </a:r>
            <a:r>
              <a:rPr lang="en-US" altLang="ko-KR" sz="800" dirty="0" err="1"/>
              <a:t>lacinia</a:t>
            </a:r>
            <a:r>
              <a:rPr lang="en-US" altLang="ko-KR" sz="800" dirty="0"/>
              <a:t> </a:t>
            </a:r>
            <a:r>
              <a:rPr lang="en-US" altLang="ko-KR" sz="800" dirty="0" err="1"/>
              <a:t>arcu</a:t>
            </a:r>
            <a:r>
              <a:rPr lang="en-US" altLang="ko-KR" sz="800" dirty="0"/>
              <a:t> </a:t>
            </a:r>
            <a:r>
              <a:rPr lang="en-US" altLang="ko-KR" sz="800" dirty="0" err="1"/>
              <a:t>eget</a:t>
            </a:r>
            <a:r>
              <a:rPr lang="en-US" altLang="ko-KR" sz="800" dirty="0"/>
              <a:t> </a:t>
            </a:r>
            <a:r>
              <a:rPr lang="en-US" altLang="ko-KR" sz="800" dirty="0" err="1"/>
              <a:t>nulla</a:t>
            </a:r>
            <a:r>
              <a:rPr lang="en-US" altLang="ko-KR" sz="800" dirty="0"/>
              <a:t>. </a:t>
            </a:r>
          </a:p>
          <a:p>
            <a:pPr lvl="0"/>
            <a:endParaRPr lang="ko-KR" altLang="en-US" dirty="0"/>
          </a:p>
          <a:p>
            <a:endParaRPr lang="ko-KR" altLang="en-US" dirty="0"/>
          </a:p>
        </p:txBody>
      </p:sp>
    </p:spTree>
    <p:extLst>
      <p:ext uri="{BB962C8B-B14F-4D97-AF65-F5344CB8AC3E}">
        <p14:creationId xmlns:p14="http://schemas.microsoft.com/office/powerpoint/2010/main" val="134629994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anim calcmode="lin" valueType="num">
                                      <p:cBhvr>
                                        <p:cTn id="8" dur="500" fill="hold"/>
                                        <p:tgtEl>
                                          <p:spTgt spid="18"/>
                                        </p:tgtEl>
                                        <p:attrNameLst>
                                          <p:attrName>ppt_x</p:attrName>
                                        </p:attrNameLst>
                                      </p:cBhvr>
                                      <p:tavLst>
                                        <p:tav tm="0">
                                          <p:val>
                                            <p:strVal val="#ppt_x"/>
                                          </p:val>
                                        </p:tav>
                                        <p:tav tm="100000">
                                          <p:val>
                                            <p:strVal val="#ppt_x"/>
                                          </p:val>
                                        </p:tav>
                                      </p:tavLst>
                                    </p:anim>
                                    <p:anim calcmode="lin" valueType="num">
                                      <p:cBhvr>
                                        <p:cTn id="9" dur="500" fill="hold"/>
                                        <p:tgtEl>
                                          <p:spTgt spid="18"/>
                                        </p:tgtEl>
                                        <p:attrNameLst>
                                          <p:attrName>ppt_y</p:attrName>
                                        </p:attrNameLst>
                                      </p:cBhvr>
                                      <p:tavLst>
                                        <p:tav tm="0">
                                          <p:val>
                                            <p:strVal val="#ppt_y-.1"/>
                                          </p:val>
                                        </p:tav>
                                        <p:tav tm="100000">
                                          <p:val>
                                            <p:strVal val="#ppt_y"/>
                                          </p:val>
                                        </p:tav>
                                      </p:tavLst>
                                    </p:anim>
                                  </p:childTnLst>
                                </p:cTn>
                              </p:par>
                              <p:par>
                                <p:cTn id="10" presetID="17" presetClass="entr" presetSubtype="10" fill="hold" nodeType="withEffect">
                                  <p:stCondLst>
                                    <p:cond delay="0"/>
                                  </p:stCondLst>
                                  <p:childTnLst>
                                    <p:set>
                                      <p:cBhvr>
                                        <p:cTn id="11" dur="1" fill="hold">
                                          <p:stCondLst>
                                            <p:cond delay="0"/>
                                          </p:stCondLst>
                                        </p:cTn>
                                        <p:tgtEl>
                                          <p:spTgt spid="54"/>
                                        </p:tgtEl>
                                        <p:attrNameLst>
                                          <p:attrName>style.visibility</p:attrName>
                                        </p:attrNameLst>
                                      </p:cBhvr>
                                      <p:to>
                                        <p:strVal val="visible"/>
                                      </p:to>
                                    </p:set>
                                    <p:anim calcmode="lin" valueType="num">
                                      <p:cBhvr>
                                        <p:cTn id="12" dur="500" fill="hold"/>
                                        <p:tgtEl>
                                          <p:spTgt spid="54"/>
                                        </p:tgtEl>
                                        <p:attrNameLst>
                                          <p:attrName>ppt_w</p:attrName>
                                        </p:attrNameLst>
                                      </p:cBhvr>
                                      <p:tavLst>
                                        <p:tav tm="0">
                                          <p:val>
                                            <p:fltVal val="0"/>
                                          </p:val>
                                        </p:tav>
                                        <p:tav tm="100000">
                                          <p:val>
                                            <p:strVal val="#ppt_w"/>
                                          </p:val>
                                        </p:tav>
                                      </p:tavLst>
                                    </p:anim>
                                    <p:anim calcmode="lin" valueType="num">
                                      <p:cBhvr>
                                        <p:cTn id="13" dur="500" fill="hold"/>
                                        <p:tgtEl>
                                          <p:spTgt spid="54"/>
                                        </p:tgtEl>
                                        <p:attrNameLst>
                                          <p:attrName>ppt_h</p:attrName>
                                        </p:attrNameLst>
                                      </p:cBhvr>
                                      <p:tavLst>
                                        <p:tav tm="0">
                                          <p:val>
                                            <p:strVal val="#ppt_h"/>
                                          </p:val>
                                        </p:tav>
                                        <p:tav tm="100000">
                                          <p:val>
                                            <p:strVal val="#ppt_h"/>
                                          </p:val>
                                        </p:tav>
                                      </p:tavLst>
                                    </p:anim>
                                  </p:childTnLst>
                                </p:cTn>
                              </p:par>
                            </p:childTnLst>
                          </p:cTn>
                        </p:par>
                        <p:par>
                          <p:cTn id="14" fill="hold">
                            <p:stCondLst>
                              <p:cond delay="500"/>
                            </p:stCondLst>
                            <p:childTnLst>
                              <p:par>
                                <p:cTn id="15" presetID="47" presetClass="entr" presetSubtype="0"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anim calcmode="lin" valueType="num">
                                      <p:cBhvr>
                                        <p:cTn id="18" dur="500" fill="hold"/>
                                        <p:tgtEl>
                                          <p:spTgt spid="21"/>
                                        </p:tgtEl>
                                        <p:attrNameLst>
                                          <p:attrName>ppt_x</p:attrName>
                                        </p:attrNameLst>
                                      </p:cBhvr>
                                      <p:tavLst>
                                        <p:tav tm="0">
                                          <p:val>
                                            <p:strVal val="#ppt_x"/>
                                          </p:val>
                                        </p:tav>
                                        <p:tav tm="100000">
                                          <p:val>
                                            <p:strVal val="#ppt_x"/>
                                          </p:val>
                                        </p:tav>
                                      </p:tavLst>
                                    </p:anim>
                                    <p:anim calcmode="lin" valueType="num">
                                      <p:cBhvr>
                                        <p:cTn id="19" dur="500" fill="hold"/>
                                        <p:tgtEl>
                                          <p:spTgt spid="21"/>
                                        </p:tgtEl>
                                        <p:attrNameLst>
                                          <p:attrName>ppt_y</p:attrName>
                                        </p:attrNameLst>
                                      </p:cBhvr>
                                      <p:tavLst>
                                        <p:tav tm="0">
                                          <p:val>
                                            <p:strVal val="#ppt_y-.1"/>
                                          </p:val>
                                        </p:tav>
                                        <p:tav tm="100000">
                                          <p:val>
                                            <p:strVal val="#ppt_y"/>
                                          </p:val>
                                        </p:tav>
                                      </p:tavLst>
                                    </p:anim>
                                  </p:childTnLst>
                                </p:cTn>
                              </p:par>
                              <p:par>
                                <p:cTn id="20" presetID="17" presetClass="entr" presetSubtype="1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anim calcmode="lin" valueType="num">
                                      <p:cBhvr>
                                        <p:cTn id="22" dur="500" fill="hold"/>
                                        <p:tgtEl>
                                          <p:spTgt spid="55"/>
                                        </p:tgtEl>
                                        <p:attrNameLst>
                                          <p:attrName>ppt_w</p:attrName>
                                        </p:attrNameLst>
                                      </p:cBhvr>
                                      <p:tavLst>
                                        <p:tav tm="0">
                                          <p:val>
                                            <p:fltVal val="0"/>
                                          </p:val>
                                        </p:tav>
                                        <p:tav tm="100000">
                                          <p:val>
                                            <p:strVal val="#ppt_w"/>
                                          </p:val>
                                        </p:tav>
                                      </p:tavLst>
                                    </p:anim>
                                    <p:anim calcmode="lin" valueType="num">
                                      <p:cBhvr>
                                        <p:cTn id="23" dur="500" fill="hold"/>
                                        <p:tgtEl>
                                          <p:spTgt spid="55"/>
                                        </p:tgtEl>
                                        <p:attrNameLst>
                                          <p:attrName>ppt_h</p:attrName>
                                        </p:attrNameLst>
                                      </p:cBhvr>
                                      <p:tavLst>
                                        <p:tav tm="0">
                                          <p:val>
                                            <p:strVal val="#ppt_h"/>
                                          </p:val>
                                        </p:tav>
                                        <p:tav tm="100000">
                                          <p:val>
                                            <p:strVal val="#ppt_h"/>
                                          </p:val>
                                        </p:tav>
                                      </p:tavLst>
                                    </p:anim>
                                  </p:childTnLst>
                                </p:cTn>
                              </p:par>
                            </p:childTnLst>
                          </p:cTn>
                        </p:par>
                        <p:par>
                          <p:cTn id="24" fill="hold">
                            <p:stCondLst>
                              <p:cond delay="1000"/>
                            </p:stCondLst>
                            <p:childTnLst>
                              <p:par>
                                <p:cTn id="25" presetID="47" presetClass="entr" presetSubtype="0" fill="hold"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anim calcmode="lin" valueType="num">
                                      <p:cBhvr>
                                        <p:cTn id="28" dur="500" fill="hold"/>
                                        <p:tgtEl>
                                          <p:spTgt spid="23"/>
                                        </p:tgtEl>
                                        <p:attrNameLst>
                                          <p:attrName>ppt_x</p:attrName>
                                        </p:attrNameLst>
                                      </p:cBhvr>
                                      <p:tavLst>
                                        <p:tav tm="0">
                                          <p:val>
                                            <p:strVal val="#ppt_x"/>
                                          </p:val>
                                        </p:tav>
                                        <p:tav tm="100000">
                                          <p:val>
                                            <p:strVal val="#ppt_x"/>
                                          </p:val>
                                        </p:tav>
                                      </p:tavLst>
                                    </p:anim>
                                    <p:anim calcmode="lin" valueType="num">
                                      <p:cBhvr>
                                        <p:cTn id="29" dur="500" fill="hold"/>
                                        <p:tgtEl>
                                          <p:spTgt spid="23"/>
                                        </p:tgtEl>
                                        <p:attrNameLst>
                                          <p:attrName>ppt_y</p:attrName>
                                        </p:attrNameLst>
                                      </p:cBhvr>
                                      <p:tavLst>
                                        <p:tav tm="0">
                                          <p:val>
                                            <p:strVal val="#ppt_y-.1"/>
                                          </p:val>
                                        </p:tav>
                                        <p:tav tm="100000">
                                          <p:val>
                                            <p:strVal val="#ppt_y"/>
                                          </p:val>
                                        </p:tav>
                                      </p:tavLst>
                                    </p:anim>
                                  </p:childTnLst>
                                </p:cTn>
                              </p:par>
                              <p:par>
                                <p:cTn id="30" presetID="17" presetClass="entr" presetSubtype="10" fill="hold" nodeType="withEffect">
                                  <p:stCondLst>
                                    <p:cond delay="0"/>
                                  </p:stCondLst>
                                  <p:childTnLst>
                                    <p:set>
                                      <p:cBhvr>
                                        <p:cTn id="31" dur="1" fill="hold">
                                          <p:stCondLst>
                                            <p:cond delay="0"/>
                                          </p:stCondLst>
                                        </p:cTn>
                                        <p:tgtEl>
                                          <p:spTgt spid="56"/>
                                        </p:tgtEl>
                                        <p:attrNameLst>
                                          <p:attrName>style.visibility</p:attrName>
                                        </p:attrNameLst>
                                      </p:cBhvr>
                                      <p:to>
                                        <p:strVal val="visible"/>
                                      </p:to>
                                    </p:set>
                                    <p:anim calcmode="lin" valueType="num">
                                      <p:cBhvr>
                                        <p:cTn id="32" dur="500" fill="hold"/>
                                        <p:tgtEl>
                                          <p:spTgt spid="56"/>
                                        </p:tgtEl>
                                        <p:attrNameLst>
                                          <p:attrName>ppt_w</p:attrName>
                                        </p:attrNameLst>
                                      </p:cBhvr>
                                      <p:tavLst>
                                        <p:tav tm="0">
                                          <p:val>
                                            <p:fltVal val="0"/>
                                          </p:val>
                                        </p:tav>
                                        <p:tav tm="100000">
                                          <p:val>
                                            <p:strVal val="#ppt_w"/>
                                          </p:val>
                                        </p:tav>
                                      </p:tavLst>
                                    </p:anim>
                                    <p:anim calcmode="lin" valueType="num">
                                      <p:cBhvr>
                                        <p:cTn id="33" dur="500" fill="hold"/>
                                        <p:tgtEl>
                                          <p:spTgt spid="56"/>
                                        </p:tgtEl>
                                        <p:attrNameLst>
                                          <p:attrName>ppt_h</p:attrName>
                                        </p:attrNameLst>
                                      </p:cBhvr>
                                      <p:tavLst>
                                        <p:tav tm="0">
                                          <p:val>
                                            <p:strVal val="#ppt_h"/>
                                          </p:val>
                                        </p:tav>
                                        <p:tav tm="100000">
                                          <p:val>
                                            <p:strVal val="#ppt_h"/>
                                          </p:val>
                                        </p:tav>
                                      </p:tavLst>
                                    </p:anim>
                                  </p:childTnLst>
                                </p:cTn>
                              </p:par>
                            </p:childTnLst>
                          </p:cTn>
                        </p:par>
                        <p:par>
                          <p:cTn id="34" fill="hold">
                            <p:stCondLst>
                              <p:cond delay="1500"/>
                            </p:stCondLst>
                            <p:childTnLst>
                              <p:par>
                                <p:cTn id="35" presetID="47" presetClass="entr" presetSubtype="0" fill="hold" nodeType="after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anim calcmode="lin" valueType="num">
                                      <p:cBhvr>
                                        <p:cTn id="38" dur="500" fill="hold"/>
                                        <p:tgtEl>
                                          <p:spTgt spid="24"/>
                                        </p:tgtEl>
                                        <p:attrNameLst>
                                          <p:attrName>ppt_x</p:attrName>
                                        </p:attrNameLst>
                                      </p:cBhvr>
                                      <p:tavLst>
                                        <p:tav tm="0">
                                          <p:val>
                                            <p:strVal val="#ppt_x"/>
                                          </p:val>
                                        </p:tav>
                                        <p:tav tm="100000">
                                          <p:val>
                                            <p:strVal val="#ppt_x"/>
                                          </p:val>
                                        </p:tav>
                                      </p:tavLst>
                                    </p:anim>
                                    <p:anim calcmode="lin" valueType="num">
                                      <p:cBhvr>
                                        <p:cTn id="39" dur="500" fill="hold"/>
                                        <p:tgtEl>
                                          <p:spTgt spid="24"/>
                                        </p:tgtEl>
                                        <p:attrNameLst>
                                          <p:attrName>ppt_y</p:attrName>
                                        </p:attrNameLst>
                                      </p:cBhvr>
                                      <p:tavLst>
                                        <p:tav tm="0">
                                          <p:val>
                                            <p:strVal val="#ppt_y-.1"/>
                                          </p:val>
                                        </p:tav>
                                        <p:tav tm="100000">
                                          <p:val>
                                            <p:strVal val="#ppt_y"/>
                                          </p:val>
                                        </p:tav>
                                      </p:tavLst>
                                    </p:anim>
                                  </p:childTnLst>
                                </p:cTn>
                              </p:par>
                              <p:par>
                                <p:cTn id="40" presetID="17" presetClass="entr" presetSubtype="10" fill="hold" nodeType="withEffect">
                                  <p:stCondLst>
                                    <p:cond delay="0"/>
                                  </p:stCondLst>
                                  <p:childTnLst>
                                    <p:set>
                                      <p:cBhvr>
                                        <p:cTn id="41" dur="1" fill="hold">
                                          <p:stCondLst>
                                            <p:cond delay="0"/>
                                          </p:stCondLst>
                                        </p:cTn>
                                        <p:tgtEl>
                                          <p:spTgt spid="57"/>
                                        </p:tgtEl>
                                        <p:attrNameLst>
                                          <p:attrName>style.visibility</p:attrName>
                                        </p:attrNameLst>
                                      </p:cBhvr>
                                      <p:to>
                                        <p:strVal val="visible"/>
                                      </p:to>
                                    </p:set>
                                    <p:anim calcmode="lin" valueType="num">
                                      <p:cBhvr>
                                        <p:cTn id="42" dur="500" fill="hold"/>
                                        <p:tgtEl>
                                          <p:spTgt spid="57"/>
                                        </p:tgtEl>
                                        <p:attrNameLst>
                                          <p:attrName>ppt_w</p:attrName>
                                        </p:attrNameLst>
                                      </p:cBhvr>
                                      <p:tavLst>
                                        <p:tav tm="0">
                                          <p:val>
                                            <p:fltVal val="0"/>
                                          </p:val>
                                        </p:tav>
                                        <p:tav tm="100000">
                                          <p:val>
                                            <p:strVal val="#ppt_w"/>
                                          </p:val>
                                        </p:tav>
                                      </p:tavLst>
                                    </p:anim>
                                    <p:anim calcmode="lin" valueType="num">
                                      <p:cBhvr>
                                        <p:cTn id="43" dur="500" fill="hold"/>
                                        <p:tgtEl>
                                          <p:spTgt spid="57"/>
                                        </p:tgtEl>
                                        <p:attrNameLst>
                                          <p:attrName>ppt_h</p:attrName>
                                        </p:attrNameLst>
                                      </p:cBhvr>
                                      <p:tavLst>
                                        <p:tav tm="0">
                                          <p:val>
                                            <p:strVal val="#ppt_h"/>
                                          </p:val>
                                        </p:tav>
                                        <p:tav tm="100000">
                                          <p:val>
                                            <p:strVal val="#ppt_h"/>
                                          </p:val>
                                        </p:tav>
                                      </p:tavLst>
                                    </p:anim>
                                  </p:childTnLst>
                                </p:cTn>
                              </p:par>
                            </p:childTnLst>
                          </p:cTn>
                        </p:par>
                        <p:par>
                          <p:cTn id="44" fill="hold">
                            <p:stCondLst>
                              <p:cond delay="2000"/>
                            </p:stCondLst>
                            <p:childTnLst>
                              <p:par>
                                <p:cTn id="45" presetID="47" presetClass="entr" presetSubtype="0" fill="hold"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anim calcmode="lin" valueType="num">
                                      <p:cBhvr>
                                        <p:cTn id="48" dur="500" fill="hold"/>
                                        <p:tgtEl>
                                          <p:spTgt spid="22"/>
                                        </p:tgtEl>
                                        <p:attrNameLst>
                                          <p:attrName>ppt_x</p:attrName>
                                        </p:attrNameLst>
                                      </p:cBhvr>
                                      <p:tavLst>
                                        <p:tav tm="0">
                                          <p:val>
                                            <p:strVal val="#ppt_x"/>
                                          </p:val>
                                        </p:tav>
                                        <p:tav tm="100000">
                                          <p:val>
                                            <p:strVal val="#ppt_x"/>
                                          </p:val>
                                        </p:tav>
                                      </p:tavLst>
                                    </p:anim>
                                    <p:anim calcmode="lin" valueType="num">
                                      <p:cBhvr>
                                        <p:cTn id="49" dur="500" fill="hold"/>
                                        <p:tgtEl>
                                          <p:spTgt spid="22"/>
                                        </p:tgtEl>
                                        <p:attrNameLst>
                                          <p:attrName>ppt_y</p:attrName>
                                        </p:attrNameLst>
                                      </p:cBhvr>
                                      <p:tavLst>
                                        <p:tav tm="0">
                                          <p:val>
                                            <p:strVal val="#ppt_y-.1"/>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58"/>
                                        </p:tgtEl>
                                        <p:attrNameLst>
                                          <p:attrName>style.visibility</p:attrName>
                                        </p:attrNameLst>
                                      </p:cBhvr>
                                      <p:to>
                                        <p:strVal val="visible"/>
                                      </p:to>
                                    </p:set>
                                    <p:anim calcmode="lin" valueType="num">
                                      <p:cBhvr>
                                        <p:cTn id="52" dur="500" fill="hold"/>
                                        <p:tgtEl>
                                          <p:spTgt spid="58"/>
                                        </p:tgtEl>
                                        <p:attrNameLst>
                                          <p:attrName>ppt_w</p:attrName>
                                        </p:attrNameLst>
                                      </p:cBhvr>
                                      <p:tavLst>
                                        <p:tav tm="0">
                                          <p:val>
                                            <p:fltVal val="0"/>
                                          </p:val>
                                        </p:tav>
                                        <p:tav tm="100000">
                                          <p:val>
                                            <p:strVal val="#ppt_w"/>
                                          </p:val>
                                        </p:tav>
                                      </p:tavLst>
                                    </p:anim>
                                    <p:anim calcmode="lin" valueType="num">
                                      <p:cBhvr>
                                        <p:cTn id="53" dur="500" fill="hold"/>
                                        <p:tgtEl>
                                          <p:spTgt spid="58"/>
                                        </p:tgtEl>
                                        <p:attrNameLst>
                                          <p:attrName>ppt_h</p:attrName>
                                        </p:attrNameLst>
                                      </p:cBhvr>
                                      <p:tavLst>
                                        <p:tav tm="0">
                                          <p:val>
                                            <p:strVal val="#ppt_h"/>
                                          </p:val>
                                        </p:tav>
                                        <p:tav tm="100000">
                                          <p:val>
                                            <p:strVal val="#ppt_h"/>
                                          </p:val>
                                        </p:tav>
                                      </p:tavLst>
                                    </p:anim>
                                  </p:childTnLst>
                                </p:cTn>
                              </p:par>
                            </p:childTnLst>
                          </p:cTn>
                        </p:par>
                        <p:par>
                          <p:cTn id="54" fill="hold">
                            <p:stCondLst>
                              <p:cond delay="2500"/>
                            </p:stCondLst>
                            <p:childTnLst>
                              <p:par>
                                <p:cTn id="55" presetID="47" presetClass="entr" presetSubtype="0" fill="hold" nodeType="after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anim calcmode="lin" valueType="num">
                                      <p:cBhvr>
                                        <p:cTn id="58" dur="500" fill="hold"/>
                                        <p:tgtEl>
                                          <p:spTgt spid="20"/>
                                        </p:tgtEl>
                                        <p:attrNameLst>
                                          <p:attrName>ppt_x</p:attrName>
                                        </p:attrNameLst>
                                      </p:cBhvr>
                                      <p:tavLst>
                                        <p:tav tm="0">
                                          <p:val>
                                            <p:strVal val="#ppt_x"/>
                                          </p:val>
                                        </p:tav>
                                        <p:tav tm="100000">
                                          <p:val>
                                            <p:strVal val="#ppt_x"/>
                                          </p:val>
                                        </p:tav>
                                      </p:tavLst>
                                    </p:anim>
                                    <p:anim calcmode="lin" valueType="num">
                                      <p:cBhvr>
                                        <p:cTn id="59" dur="500" fill="hold"/>
                                        <p:tgtEl>
                                          <p:spTgt spid="20"/>
                                        </p:tgtEl>
                                        <p:attrNameLst>
                                          <p:attrName>ppt_y</p:attrName>
                                        </p:attrNameLst>
                                      </p:cBhvr>
                                      <p:tavLst>
                                        <p:tav tm="0">
                                          <p:val>
                                            <p:strVal val="#ppt_y-.1"/>
                                          </p:val>
                                        </p:tav>
                                        <p:tav tm="100000">
                                          <p:val>
                                            <p:strVal val="#ppt_y"/>
                                          </p:val>
                                        </p:tav>
                                      </p:tavLst>
                                    </p:anim>
                                  </p:childTnLst>
                                </p:cTn>
                              </p:par>
                              <p:par>
                                <p:cTn id="60" presetID="17" presetClass="entr" presetSubtype="10" fill="hold" nodeType="withEffect">
                                  <p:stCondLst>
                                    <p:cond delay="0"/>
                                  </p:stCondLst>
                                  <p:childTnLst>
                                    <p:set>
                                      <p:cBhvr>
                                        <p:cTn id="61" dur="1" fill="hold">
                                          <p:stCondLst>
                                            <p:cond delay="0"/>
                                          </p:stCondLst>
                                        </p:cTn>
                                        <p:tgtEl>
                                          <p:spTgt spid="59"/>
                                        </p:tgtEl>
                                        <p:attrNameLst>
                                          <p:attrName>style.visibility</p:attrName>
                                        </p:attrNameLst>
                                      </p:cBhvr>
                                      <p:to>
                                        <p:strVal val="visible"/>
                                      </p:to>
                                    </p:set>
                                    <p:anim calcmode="lin" valueType="num">
                                      <p:cBhvr>
                                        <p:cTn id="62" dur="500" fill="hold"/>
                                        <p:tgtEl>
                                          <p:spTgt spid="59"/>
                                        </p:tgtEl>
                                        <p:attrNameLst>
                                          <p:attrName>ppt_w</p:attrName>
                                        </p:attrNameLst>
                                      </p:cBhvr>
                                      <p:tavLst>
                                        <p:tav tm="0">
                                          <p:val>
                                            <p:fltVal val="0"/>
                                          </p:val>
                                        </p:tav>
                                        <p:tav tm="100000">
                                          <p:val>
                                            <p:strVal val="#ppt_w"/>
                                          </p:val>
                                        </p:tav>
                                      </p:tavLst>
                                    </p:anim>
                                    <p:anim calcmode="lin" valueType="num">
                                      <p:cBhvr>
                                        <p:cTn id="63" dur="500" fill="hold"/>
                                        <p:tgtEl>
                                          <p:spTgt spid="59"/>
                                        </p:tgtEl>
                                        <p:attrNameLst>
                                          <p:attrName>ppt_h</p:attrName>
                                        </p:attrNameLst>
                                      </p:cBhvr>
                                      <p:tavLst>
                                        <p:tav tm="0">
                                          <p:val>
                                            <p:strVal val="#ppt_h"/>
                                          </p:val>
                                        </p:tav>
                                        <p:tav tm="100000">
                                          <p:val>
                                            <p:strVal val="#ppt_h"/>
                                          </p:val>
                                        </p:tav>
                                      </p:tavLst>
                                    </p:anim>
                                  </p:childTnLst>
                                </p:cTn>
                              </p:par>
                            </p:childTnLst>
                          </p:cTn>
                        </p:par>
                        <p:par>
                          <p:cTn id="64" fill="hold">
                            <p:stCondLst>
                              <p:cond delay="3000"/>
                            </p:stCondLst>
                            <p:childTnLst>
                              <p:par>
                                <p:cTn id="65" presetID="47" presetClass="entr" presetSubtype="0" fill="hold" nodeType="after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p:cTn id="68" dur="500" fill="hold"/>
                                        <p:tgtEl>
                                          <p:spTgt spid="17"/>
                                        </p:tgtEl>
                                        <p:attrNameLst>
                                          <p:attrName>ppt_x</p:attrName>
                                        </p:attrNameLst>
                                      </p:cBhvr>
                                      <p:tavLst>
                                        <p:tav tm="0">
                                          <p:val>
                                            <p:strVal val="#ppt_x"/>
                                          </p:val>
                                        </p:tav>
                                        <p:tav tm="100000">
                                          <p:val>
                                            <p:strVal val="#ppt_x"/>
                                          </p:val>
                                        </p:tav>
                                      </p:tavLst>
                                    </p:anim>
                                    <p:anim calcmode="lin" valueType="num">
                                      <p:cBhvr>
                                        <p:cTn id="69" dur="500" fill="hold"/>
                                        <p:tgtEl>
                                          <p:spTgt spid="17"/>
                                        </p:tgtEl>
                                        <p:attrNameLst>
                                          <p:attrName>ppt_y</p:attrName>
                                        </p:attrNameLst>
                                      </p:cBhvr>
                                      <p:tavLst>
                                        <p:tav tm="0">
                                          <p:val>
                                            <p:strVal val="#ppt_y-.1"/>
                                          </p:val>
                                        </p:tav>
                                        <p:tav tm="100000">
                                          <p:val>
                                            <p:strVal val="#ppt_y"/>
                                          </p:val>
                                        </p:tav>
                                      </p:tavLst>
                                    </p:anim>
                                  </p:childTnLst>
                                </p:cTn>
                              </p:par>
                              <p:par>
                                <p:cTn id="70" presetID="17" presetClass="entr" presetSubtype="10" fill="hold" nodeType="withEffect">
                                  <p:stCondLst>
                                    <p:cond delay="0"/>
                                  </p:stCondLst>
                                  <p:childTnLst>
                                    <p:set>
                                      <p:cBhvr>
                                        <p:cTn id="71" dur="1" fill="hold">
                                          <p:stCondLst>
                                            <p:cond delay="0"/>
                                          </p:stCondLst>
                                        </p:cTn>
                                        <p:tgtEl>
                                          <p:spTgt spid="60"/>
                                        </p:tgtEl>
                                        <p:attrNameLst>
                                          <p:attrName>style.visibility</p:attrName>
                                        </p:attrNameLst>
                                      </p:cBhvr>
                                      <p:to>
                                        <p:strVal val="visible"/>
                                      </p:to>
                                    </p:set>
                                    <p:anim calcmode="lin" valueType="num">
                                      <p:cBhvr>
                                        <p:cTn id="72" dur="500" fill="hold"/>
                                        <p:tgtEl>
                                          <p:spTgt spid="60"/>
                                        </p:tgtEl>
                                        <p:attrNameLst>
                                          <p:attrName>ppt_w</p:attrName>
                                        </p:attrNameLst>
                                      </p:cBhvr>
                                      <p:tavLst>
                                        <p:tav tm="0">
                                          <p:val>
                                            <p:fltVal val="0"/>
                                          </p:val>
                                        </p:tav>
                                        <p:tav tm="100000">
                                          <p:val>
                                            <p:strVal val="#ppt_w"/>
                                          </p:val>
                                        </p:tav>
                                      </p:tavLst>
                                    </p:anim>
                                    <p:anim calcmode="lin" valueType="num">
                                      <p:cBhvr>
                                        <p:cTn id="73" dur="500" fill="hold"/>
                                        <p:tgtEl>
                                          <p:spTgt spid="60"/>
                                        </p:tgtEl>
                                        <p:attrNameLst>
                                          <p:attrName>ppt_h</p:attrName>
                                        </p:attrNameLst>
                                      </p:cBhvr>
                                      <p:tavLst>
                                        <p:tav tm="0">
                                          <p:val>
                                            <p:strVal val="#ppt_h"/>
                                          </p:val>
                                        </p:tav>
                                        <p:tav tm="100000">
                                          <p:val>
                                            <p:strVal val="#ppt_h"/>
                                          </p:val>
                                        </p:tav>
                                      </p:tavLst>
                                    </p:anim>
                                  </p:childTnLst>
                                </p:cTn>
                              </p:par>
                            </p:childTnLst>
                          </p:cTn>
                        </p:par>
                        <p:par>
                          <p:cTn id="74" fill="hold">
                            <p:stCondLst>
                              <p:cond delay="3500"/>
                            </p:stCondLst>
                            <p:childTnLst>
                              <p:par>
                                <p:cTn id="75" presetID="47" presetClass="entr" presetSubtype="0" fill="hold" nodeType="after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anim calcmode="lin" valueType="num">
                                      <p:cBhvr>
                                        <p:cTn id="78" dur="500" fill="hold"/>
                                        <p:tgtEl>
                                          <p:spTgt spid="19"/>
                                        </p:tgtEl>
                                        <p:attrNameLst>
                                          <p:attrName>ppt_x</p:attrName>
                                        </p:attrNameLst>
                                      </p:cBhvr>
                                      <p:tavLst>
                                        <p:tav tm="0">
                                          <p:val>
                                            <p:strVal val="#ppt_x"/>
                                          </p:val>
                                        </p:tav>
                                        <p:tav tm="100000">
                                          <p:val>
                                            <p:strVal val="#ppt_x"/>
                                          </p:val>
                                        </p:tav>
                                      </p:tavLst>
                                    </p:anim>
                                    <p:anim calcmode="lin" valueType="num">
                                      <p:cBhvr>
                                        <p:cTn id="79" dur="500" fill="hold"/>
                                        <p:tgtEl>
                                          <p:spTgt spid="19"/>
                                        </p:tgtEl>
                                        <p:attrNameLst>
                                          <p:attrName>ppt_y</p:attrName>
                                        </p:attrNameLst>
                                      </p:cBhvr>
                                      <p:tavLst>
                                        <p:tav tm="0">
                                          <p:val>
                                            <p:strVal val="#ppt_y-.1"/>
                                          </p:val>
                                        </p:tav>
                                        <p:tav tm="100000">
                                          <p:val>
                                            <p:strVal val="#ppt_y"/>
                                          </p:val>
                                        </p:tav>
                                      </p:tavLst>
                                    </p:anim>
                                  </p:childTnLst>
                                </p:cTn>
                              </p:par>
                              <p:par>
                                <p:cTn id="80" presetID="17" presetClass="entr" presetSubtype="10" fill="hold" nodeType="withEffect">
                                  <p:stCondLst>
                                    <p:cond delay="0"/>
                                  </p:stCondLst>
                                  <p:childTnLst>
                                    <p:set>
                                      <p:cBhvr>
                                        <p:cTn id="81" dur="1" fill="hold">
                                          <p:stCondLst>
                                            <p:cond delay="0"/>
                                          </p:stCondLst>
                                        </p:cTn>
                                        <p:tgtEl>
                                          <p:spTgt spid="61"/>
                                        </p:tgtEl>
                                        <p:attrNameLst>
                                          <p:attrName>style.visibility</p:attrName>
                                        </p:attrNameLst>
                                      </p:cBhvr>
                                      <p:to>
                                        <p:strVal val="visible"/>
                                      </p:to>
                                    </p:set>
                                    <p:anim calcmode="lin" valueType="num">
                                      <p:cBhvr>
                                        <p:cTn id="82" dur="500" fill="hold"/>
                                        <p:tgtEl>
                                          <p:spTgt spid="61"/>
                                        </p:tgtEl>
                                        <p:attrNameLst>
                                          <p:attrName>ppt_w</p:attrName>
                                        </p:attrNameLst>
                                      </p:cBhvr>
                                      <p:tavLst>
                                        <p:tav tm="0">
                                          <p:val>
                                            <p:fltVal val="0"/>
                                          </p:val>
                                        </p:tav>
                                        <p:tav tm="100000">
                                          <p:val>
                                            <p:strVal val="#ppt_w"/>
                                          </p:val>
                                        </p:tav>
                                      </p:tavLst>
                                    </p:anim>
                                    <p:anim calcmode="lin" valueType="num">
                                      <p:cBhvr>
                                        <p:cTn id="83" dur="500" fill="hold"/>
                                        <p:tgtEl>
                                          <p:spTgt spid="6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Diagram</a:t>
            </a:r>
          </a:p>
        </p:txBody>
      </p:sp>
      <p:sp>
        <p:nvSpPr>
          <p:cNvPr id="3" name="텍스트 개체 틀 2"/>
          <p:cNvSpPr>
            <a:spLocks noGrp="1"/>
          </p:cNvSpPr>
          <p:nvPr>
            <p:ph type="body" sz="quarter" idx="10"/>
          </p:nvPr>
        </p:nvSpPr>
        <p:spPr/>
        <p:txBody>
          <a:bodyPr/>
          <a:lstStyle/>
          <a:p>
            <a:pPr lvl="0" defTabSz="914400"/>
            <a:r>
              <a:rPr lang="en-US" altLang="ko-KR" sz="800" b="1" dirty="0">
                <a:latin typeface="Roboto Condensed Regular"/>
              </a:rPr>
              <a:t>First Section :</a:t>
            </a:r>
            <a:r>
              <a:rPr lang="en-US" altLang="ko-KR" sz="800" dirty="0"/>
              <a:t> dolor sit amen, </a:t>
            </a:r>
            <a:r>
              <a:rPr lang="en-US" altLang="ko-KR" sz="800" dirty="0" err="1"/>
              <a:t>consectetur</a:t>
            </a:r>
            <a:r>
              <a:rPr lang="en-US" altLang="ko-KR" sz="800" dirty="0"/>
              <a:t> </a:t>
            </a:r>
            <a:r>
              <a:rPr lang="en-US" altLang="ko-KR" sz="800" dirty="0" err="1"/>
              <a:t>adipiscing</a:t>
            </a:r>
            <a:r>
              <a:rPr lang="en-US" altLang="ko-KR" sz="800" dirty="0"/>
              <a:t> </a:t>
            </a:r>
            <a:r>
              <a:rPr lang="en-US" altLang="ko-KR" sz="800" dirty="0" err="1"/>
              <a:t>elit</a:t>
            </a:r>
            <a:r>
              <a:rPr lang="en-US" altLang="ko-KR" sz="800" dirty="0"/>
              <a:t>. Integer </a:t>
            </a:r>
            <a:r>
              <a:rPr lang="en-US" altLang="ko-KR" sz="800" dirty="0" err="1"/>
              <a:t>nec</a:t>
            </a:r>
            <a:r>
              <a:rPr lang="en-US" altLang="ko-KR" sz="800" dirty="0"/>
              <a:t> </a:t>
            </a:r>
            <a:r>
              <a:rPr lang="en-US" altLang="ko-KR" sz="800" dirty="0" err="1"/>
              <a:t>odio</a:t>
            </a:r>
            <a:r>
              <a:rPr lang="en-US" altLang="ko-KR" sz="800" dirty="0"/>
              <a:t>. </a:t>
            </a:r>
            <a:r>
              <a:rPr lang="en-US" altLang="ko-KR" sz="800" dirty="0" err="1"/>
              <a:t>Praesent</a:t>
            </a:r>
            <a:r>
              <a:rPr lang="en-US" altLang="ko-KR" sz="800" dirty="0"/>
              <a:t> lib </a:t>
            </a:r>
            <a:r>
              <a:rPr lang="en-US" altLang="ko-KR" sz="800" dirty="0" err="1"/>
              <a:t>ero</a:t>
            </a:r>
            <a:r>
              <a:rPr lang="en-US" altLang="ko-KR" sz="800" dirty="0"/>
              <a:t>. </a:t>
            </a:r>
            <a:r>
              <a:rPr lang="en-US" altLang="ko-KR" sz="800" dirty="0" err="1"/>
              <a:t>Sed</a:t>
            </a:r>
            <a:r>
              <a:rPr lang="en-US" altLang="ko-KR" sz="800" dirty="0"/>
              <a:t> </a:t>
            </a:r>
            <a:r>
              <a:rPr lang="en-US" altLang="ko-KR" sz="800" dirty="0" err="1"/>
              <a:t>cursus</a:t>
            </a:r>
            <a:r>
              <a:rPr lang="en-US" altLang="ko-KR" sz="800" dirty="0"/>
              <a:t> ante </a:t>
            </a:r>
            <a:r>
              <a:rPr lang="en-US" altLang="ko-KR" sz="800" dirty="0" err="1"/>
              <a:t>dapibus</a:t>
            </a:r>
            <a:r>
              <a:rPr lang="en-US" altLang="ko-KR" sz="800" dirty="0"/>
              <a:t> diam. </a:t>
            </a:r>
            <a:r>
              <a:rPr lang="en-US" altLang="ko-KR" sz="800" dirty="0" err="1"/>
              <a:t>Sed</a:t>
            </a:r>
            <a:r>
              <a:rPr lang="en-US" altLang="ko-KR" sz="800" dirty="0"/>
              <a:t> nisi. </a:t>
            </a:r>
            <a:r>
              <a:rPr lang="en-US" altLang="ko-KR" sz="800" dirty="0" err="1"/>
              <a:t>Nulla</a:t>
            </a:r>
            <a:r>
              <a:rPr lang="en-US" altLang="ko-KR" sz="800" dirty="0"/>
              <a:t> </a:t>
            </a:r>
            <a:r>
              <a:rPr lang="en-US" altLang="ko-KR" sz="800" dirty="0" err="1"/>
              <a:t>quis</a:t>
            </a:r>
            <a:r>
              <a:rPr lang="en-US" altLang="ko-KR" sz="800" dirty="0"/>
              <a:t> </a:t>
            </a:r>
            <a:r>
              <a:rPr lang="en-US" altLang="ko-KR" sz="800" dirty="0" err="1"/>
              <a:t>sem</a:t>
            </a:r>
            <a:r>
              <a:rPr lang="en-US" altLang="ko-KR" sz="800" dirty="0"/>
              <a:t> at </a:t>
            </a:r>
            <a:r>
              <a:rPr lang="en-US" altLang="ko-KR" sz="800" dirty="0" err="1"/>
              <a:t>nibh</a:t>
            </a:r>
            <a:r>
              <a:rPr lang="en-US" altLang="ko-KR" sz="800" dirty="0"/>
              <a:t> </a:t>
            </a:r>
            <a:r>
              <a:rPr lang="en-US" altLang="ko-KR" sz="800" dirty="0" err="1"/>
              <a:t>elementum</a:t>
            </a:r>
            <a:r>
              <a:rPr lang="en-US" altLang="ko-KR" sz="800" dirty="0"/>
              <a:t> </a:t>
            </a:r>
            <a:r>
              <a:rPr lang="en-US" altLang="ko-KR" sz="800" dirty="0" err="1"/>
              <a:t>imperdiet</a:t>
            </a:r>
            <a:r>
              <a:rPr lang="en-US" altLang="ko-KR" sz="800" dirty="0"/>
              <a:t>. </a:t>
            </a:r>
            <a:r>
              <a:rPr lang="en-US" altLang="ko-KR" sz="800" dirty="0" err="1"/>
              <a:t>Duis</a:t>
            </a:r>
            <a:r>
              <a:rPr lang="en-US" altLang="ko-KR" sz="800" dirty="0"/>
              <a:t> </a:t>
            </a:r>
            <a:r>
              <a:rPr lang="en-US" altLang="ko-KR" sz="800" dirty="0" err="1"/>
              <a:t>sagittis</a:t>
            </a:r>
            <a:r>
              <a:rPr lang="en-US" altLang="ko-KR" sz="800" dirty="0"/>
              <a:t> </a:t>
            </a:r>
            <a:r>
              <a:rPr lang="en-US" altLang="ko-KR" sz="800" dirty="0" err="1"/>
              <a:t>ipsum</a:t>
            </a:r>
            <a:r>
              <a:rPr lang="en-US" altLang="ko-KR" sz="800" dirty="0"/>
              <a:t>. </a:t>
            </a:r>
            <a:r>
              <a:rPr lang="en-US" altLang="ko-KR" sz="800" dirty="0" err="1"/>
              <a:t>Praesent</a:t>
            </a:r>
            <a:r>
              <a:rPr lang="en-US" altLang="ko-KR" sz="800" dirty="0"/>
              <a:t> </a:t>
            </a:r>
            <a:r>
              <a:rPr lang="en-US" altLang="ko-KR" sz="800" dirty="0" err="1"/>
              <a:t>mauris</a:t>
            </a:r>
            <a:r>
              <a:rPr lang="en-US" altLang="ko-KR" sz="800" dirty="0"/>
              <a:t>. </a:t>
            </a:r>
            <a:r>
              <a:rPr lang="en-US" altLang="ko-KR" sz="800" dirty="0" err="1"/>
              <a:t>Fusce</a:t>
            </a:r>
            <a:r>
              <a:rPr lang="en-US" altLang="ko-KR" sz="800" dirty="0"/>
              <a:t> </a:t>
            </a:r>
            <a:r>
              <a:rPr lang="en-US" altLang="ko-KR" sz="800" dirty="0" err="1"/>
              <a:t>nec</a:t>
            </a:r>
            <a:r>
              <a:rPr lang="en-US" altLang="ko-KR" sz="800" dirty="0"/>
              <a:t> </a:t>
            </a:r>
            <a:r>
              <a:rPr lang="en-US" altLang="ko-KR" sz="800" dirty="0" err="1"/>
              <a:t>tellus</a:t>
            </a:r>
            <a:r>
              <a:rPr lang="en-US" altLang="ko-KR" sz="800" dirty="0"/>
              <a:t> </a:t>
            </a:r>
            <a:r>
              <a:rPr lang="en-US" altLang="ko-KR" sz="800" dirty="0" err="1"/>
              <a:t>sed</a:t>
            </a:r>
            <a:r>
              <a:rPr lang="en-US" altLang="ko-KR" sz="800" dirty="0"/>
              <a:t> </a:t>
            </a:r>
            <a:r>
              <a:rPr lang="en-US" altLang="ko-KR" sz="800" dirty="0" err="1"/>
              <a:t>augue</a:t>
            </a:r>
            <a:r>
              <a:rPr lang="en-US" altLang="ko-KR" sz="800" dirty="0"/>
              <a:t> semper </a:t>
            </a:r>
            <a:r>
              <a:rPr lang="en-US" altLang="ko-KR" sz="800" dirty="0" err="1"/>
              <a:t>porta</a:t>
            </a:r>
            <a:r>
              <a:rPr lang="en-US" altLang="ko-KR" sz="800" dirty="0"/>
              <a:t>. </a:t>
            </a:r>
            <a:r>
              <a:rPr lang="en-US" altLang="ko-KR" sz="800" dirty="0" err="1"/>
              <a:t>Mauris</a:t>
            </a:r>
            <a:r>
              <a:rPr lang="en-US" altLang="ko-KR" sz="800" dirty="0"/>
              <a:t> </a:t>
            </a:r>
            <a:r>
              <a:rPr lang="en-US" altLang="ko-KR" sz="800" dirty="0" err="1"/>
              <a:t>massa</a:t>
            </a:r>
            <a:r>
              <a:rPr lang="en-US" altLang="ko-KR" sz="800" dirty="0"/>
              <a:t>. </a:t>
            </a:r>
            <a:r>
              <a:rPr lang="en-US" altLang="ko-KR" sz="800" dirty="0" err="1"/>
              <a:t>Vestibulum</a:t>
            </a:r>
            <a:r>
              <a:rPr lang="en-US" altLang="ko-KR" sz="800" dirty="0"/>
              <a:t> </a:t>
            </a:r>
            <a:r>
              <a:rPr lang="en-US" altLang="ko-KR" sz="800" dirty="0" err="1"/>
              <a:t>lacinia</a:t>
            </a:r>
            <a:r>
              <a:rPr lang="en-US" altLang="ko-KR" sz="800" dirty="0"/>
              <a:t> </a:t>
            </a:r>
            <a:r>
              <a:rPr lang="en-US" altLang="ko-KR" sz="800" dirty="0" err="1"/>
              <a:t>arcu</a:t>
            </a:r>
            <a:r>
              <a:rPr lang="en-US" altLang="ko-KR" sz="800" dirty="0"/>
              <a:t>.</a:t>
            </a:r>
          </a:p>
          <a:p>
            <a:pPr lvl="0" defTabSz="914400"/>
            <a:endParaRPr lang="en-US" altLang="ko-KR" sz="800" b="1" dirty="0">
              <a:latin typeface="Roboto Condensed Regular"/>
            </a:endParaRPr>
          </a:p>
          <a:p>
            <a:pPr lvl="0" defTabSz="914400"/>
            <a:r>
              <a:rPr lang="en-US" altLang="ko-KR" sz="800" b="1" dirty="0">
                <a:latin typeface="Roboto Condensed Regular"/>
              </a:rPr>
              <a:t>Second Section :</a:t>
            </a:r>
            <a:r>
              <a:rPr lang="en-US" altLang="ko-KR" sz="800" dirty="0"/>
              <a:t> </a:t>
            </a:r>
            <a:r>
              <a:rPr lang="en-US" altLang="ko-KR" sz="800" dirty="0" err="1"/>
              <a:t>Nulla</a:t>
            </a:r>
            <a:r>
              <a:rPr lang="en-US" altLang="ko-KR" sz="800" dirty="0"/>
              <a:t> </a:t>
            </a:r>
            <a:r>
              <a:rPr lang="en-US" altLang="ko-KR" sz="800" dirty="0" err="1"/>
              <a:t>quis</a:t>
            </a:r>
            <a:r>
              <a:rPr lang="en-US" altLang="ko-KR" sz="800" dirty="0"/>
              <a:t> </a:t>
            </a:r>
            <a:r>
              <a:rPr lang="en-US" altLang="ko-KR" sz="800" dirty="0" err="1"/>
              <a:t>sem</a:t>
            </a:r>
            <a:r>
              <a:rPr lang="en-US" altLang="ko-KR" sz="800" dirty="0"/>
              <a:t> at </a:t>
            </a:r>
            <a:r>
              <a:rPr lang="en-US" altLang="ko-KR" sz="800" dirty="0" err="1"/>
              <a:t>nibh</a:t>
            </a:r>
            <a:r>
              <a:rPr lang="en-US" altLang="ko-KR" sz="800" dirty="0"/>
              <a:t> </a:t>
            </a:r>
            <a:r>
              <a:rPr lang="en-US" altLang="ko-KR" sz="800" dirty="0" err="1"/>
              <a:t>elem</a:t>
            </a:r>
            <a:r>
              <a:rPr lang="en-US" altLang="ko-KR" sz="800" dirty="0"/>
              <a:t> </a:t>
            </a:r>
            <a:r>
              <a:rPr lang="en-US" altLang="ko-KR" sz="800" dirty="0" err="1"/>
              <a:t>entum</a:t>
            </a:r>
            <a:r>
              <a:rPr lang="en-US" altLang="ko-KR" sz="800" dirty="0"/>
              <a:t> </a:t>
            </a:r>
            <a:r>
              <a:rPr lang="en-US" altLang="ko-KR" sz="800" dirty="0" err="1"/>
              <a:t>imperdiet</a:t>
            </a:r>
            <a:r>
              <a:rPr lang="en-US" altLang="ko-KR" sz="800" dirty="0"/>
              <a:t>. </a:t>
            </a:r>
            <a:r>
              <a:rPr lang="en-US" altLang="ko-KR" sz="800" dirty="0" err="1"/>
              <a:t>Duis</a:t>
            </a:r>
            <a:r>
              <a:rPr lang="en-US" altLang="ko-KR" sz="800" dirty="0"/>
              <a:t> </a:t>
            </a:r>
            <a:r>
              <a:rPr lang="en-US" altLang="ko-KR" sz="800" dirty="0" err="1"/>
              <a:t>sagittis</a:t>
            </a:r>
            <a:r>
              <a:rPr lang="en-US" altLang="ko-KR" sz="800" dirty="0"/>
              <a:t> </a:t>
            </a:r>
            <a:r>
              <a:rPr lang="en-US" altLang="ko-KR" sz="800" dirty="0" err="1"/>
              <a:t>ipsum</a:t>
            </a:r>
            <a:r>
              <a:rPr lang="en-US" altLang="ko-KR" sz="800" dirty="0"/>
              <a:t>. </a:t>
            </a:r>
            <a:r>
              <a:rPr lang="en-US" altLang="ko-KR" sz="800" dirty="0" err="1"/>
              <a:t>Praes</a:t>
            </a:r>
            <a:r>
              <a:rPr lang="en-US" altLang="ko-KR" sz="800" dirty="0"/>
              <a:t> </a:t>
            </a:r>
            <a:r>
              <a:rPr lang="en-US" altLang="ko-KR" sz="800" dirty="0" err="1"/>
              <a:t>ent</a:t>
            </a:r>
            <a:r>
              <a:rPr lang="en-US" altLang="ko-KR" sz="800" dirty="0"/>
              <a:t> </a:t>
            </a:r>
            <a:r>
              <a:rPr lang="en-US" altLang="ko-KR" sz="800" dirty="0" err="1"/>
              <a:t>mauris</a:t>
            </a:r>
            <a:r>
              <a:rPr lang="en-US" altLang="ko-KR" sz="800" dirty="0"/>
              <a:t>. </a:t>
            </a:r>
            <a:r>
              <a:rPr lang="en-US" altLang="ko-KR" sz="800" dirty="0" err="1"/>
              <a:t>Fusce</a:t>
            </a:r>
            <a:r>
              <a:rPr lang="en-US" altLang="ko-KR" sz="800" dirty="0"/>
              <a:t> </a:t>
            </a:r>
            <a:r>
              <a:rPr lang="en-US" altLang="ko-KR" sz="800" dirty="0" err="1"/>
              <a:t>nec</a:t>
            </a:r>
            <a:r>
              <a:rPr lang="en-US" altLang="ko-KR" sz="800" dirty="0"/>
              <a:t> </a:t>
            </a:r>
            <a:r>
              <a:rPr lang="en-US" altLang="ko-KR" sz="800" dirty="0" err="1"/>
              <a:t>tellus</a:t>
            </a:r>
            <a:r>
              <a:rPr lang="en-US" altLang="ko-KR" sz="800" dirty="0"/>
              <a:t> </a:t>
            </a:r>
            <a:r>
              <a:rPr lang="en-US" altLang="ko-KR" sz="800" dirty="0" err="1"/>
              <a:t>sed</a:t>
            </a:r>
            <a:r>
              <a:rPr lang="en-US" altLang="ko-KR" sz="800" dirty="0"/>
              <a:t> </a:t>
            </a:r>
            <a:r>
              <a:rPr lang="en-US" altLang="ko-KR" sz="800" dirty="0" err="1"/>
              <a:t>augue</a:t>
            </a:r>
            <a:r>
              <a:rPr lang="en-US" altLang="ko-KR" sz="800" dirty="0"/>
              <a:t> </a:t>
            </a:r>
            <a:r>
              <a:rPr lang="en-US" altLang="ko-KR" sz="800" dirty="0" err="1"/>
              <a:t>sem</a:t>
            </a:r>
            <a:r>
              <a:rPr lang="en-US" altLang="ko-KR" sz="800" dirty="0"/>
              <a:t> per </a:t>
            </a:r>
            <a:r>
              <a:rPr lang="en-US" altLang="ko-KR" sz="800" dirty="0" err="1"/>
              <a:t>porta</a:t>
            </a:r>
            <a:r>
              <a:rPr lang="en-US" altLang="ko-KR" sz="800" dirty="0"/>
              <a:t>. </a:t>
            </a:r>
            <a:r>
              <a:rPr lang="en-US" altLang="ko-KR" sz="800" dirty="0" err="1"/>
              <a:t>Mauris</a:t>
            </a:r>
            <a:r>
              <a:rPr lang="en-US" altLang="ko-KR" sz="800" dirty="0"/>
              <a:t> </a:t>
            </a:r>
            <a:r>
              <a:rPr lang="en-US" altLang="ko-KR" sz="800" dirty="0" err="1"/>
              <a:t>massa</a:t>
            </a:r>
            <a:r>
              <a:rPr lang="en-US" altLang="ko-KR" sz="800" dirty="0"/>
              <a:t>. </a:t>
            </a:r>
            <a:r>
              <a:rPr lang="en-US" altLang="ko-KR" sz="800" dirty="0" err="1"/>
              <a:t>Vestibulum</a:t>
            </a:r>
            <a:r>
              <a:rPr lang="en-US" altLang="ko-KR" sz="800" dirty="0"/>
              <a:t> </a:t>
            </a:r>
            <a:r>
              <a:rPr lang="en-US" altLang="ko-KR" sz="800" dirty="0" err="1"/>
              <a:t>lacinia</a:t>
            </a:r>
            <a:r>
              <a:rPr lang="en-US" altLang="ko-KR" sz="800" dirty="0"/>
              <a:t> </a:t>
            </a:r>
            <a:r>
              <a:rPr lang="en-US" altLang="ko-KR" sz="800" dirty="0" err="1"/>
              <a:t>arcu</a:t>
            </a:r>
            <a:r>
              <a:rPr lang="en-US" altLang="ko-KR" sz="800" dirty="0"/>
              <a:t> </a:t>
            </a:r>
            <a:r>
              <a:rPr lang="en-US" altLang="ko-KR" sz="800" dirty="0" err="1"/>
              <a:t>eget</a:t>
            </a:r>
            <a:r>
              <a:rPr lang="en-US" altLang="ko-KR" sz="800" dirty="0"/>
              <a:t> </a:t>
            </a:r>
            <a:r>
              <a:rPr lang="en-US" altLang="ko-KR" sz="800" dirty="0" err="1"/>
              <a:t>nulla</a:t>
            </a:r>
            <a:r>
              <a:rPr lang="en-US" altLang="ko-KR" sz="800" dirty="0"/>
              <a:t>. </a:t>
            </a:r>
          </a:p>
          <a:p>
            <a:pPr lvl="0"/>
            <a:endParaRPr lang="ko-KR" altLang="en-US" dirty="0"/>
          </a:p>
          <a:p>
            <a:endParaRPr lang="ko-KR" altLang="en-US" dirty="0"/>
          </a:p>
        </p:txBody>
      </p:sp>
      <p:grpSp>
        <p:nvGrpSpPr>
          <p:cNvPr id="67" name="그룹 66"/>
          <p:cNvGrpSpPr/>
          <p:nvPr/>
        </p:nvGrpSpPr>
        <p:grpSpPr>
          <a:xfrm>
            <a:off x="2349094" y="1920244"/>
            <a:ext cx="2161097" cy="2163044"/>
            <a:chOff x="4556991" y="1488895"/>
            <a:chExt cx="2161097" cy="2163044"/>
          </a:xfrm>
        </p:grpSpPr>
        <p:sp>
          <p:nvSpPr>
            <p:cNvPr id="68" name="Freeform 28"/>
            <p:cNvSpPr>
              <a:spLocks noEditPoints="1"/>
            </p:cNvSpPr>
            <p:nvPr/>
          </p:nvSpPr>
          <p:spPr bwMode="auto">
            <a:xfrm>
              <a:off x="4556991" y="1488895"/>
              <a:ext cx="2161097" cy="2163044"/>
            </a:xfrm>
            <a:custGeom>
              <a:avLst/>
              <a:gdLst>
                <a:gd name="T0" fmla="*/ 337 w 468"/>
                <a:gd name="T1" fmla="*/ 57 h 468"/>
                <a:gd name="T2" fmla="*/ 57 w 468"/>
                <a:gd name="T3" fmla="*/ 132 h 468"/>
                <a:gd name="T4" fmla="*/ 132 w 468"/>
                <a:gd name="T5" fmla="*/ 412 h 468"/>
                <a:gd name="T6" fmla="*/ 412 w 468"/>
                <a:gd name="T7" fmla="*/ 337 h 468"/>
                <a:gd name="T8" fmla="*/ 337 w 468"/>
                <a:gd name="T9" fmla="*/ 57 h 468"/>
                <a:gd name="T10" fmla="*/ 143 w 468"/>
                <a:gd name="T11" fmla="*/ 392 h 468"/>
                <a:gd name="T12" fmla="*/ 77 w 468"/>
                <a:gd name="T13" fmla="*/ 143 h 468"/>
                <a:gd name="T14" fmla="*/ 325 w 468"/>
                <a:gd name="T15" fmla="*/ 77 h 468"/>
                <a:gd name="T16" fmla="*/ 392 w 468"/>
                <a:gd name="T17" fmla="*/ 325 h 468"/>
                <a:gd name="T18" fmla="*/ 143 w 468"/>
                <a:gd name="T19" fmla="*/ 392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8" h="468">
                  <a:moveTo>
                    <a:pt x="337" y="57"/>
                  </a:moveTo>
                  <a:cubicBezTo>
                    <a:pt x="239" y="0"/>
                    <a:pt x="113" y="34"/>
                    <a:pt x="57" y="132"/>
                  </a:cubicBezTo>
                  <a:cubicBezTo>
                    <a:pt x="0" y="230"/>
                    <a:pt x="34" y="355"/>
                    <a:pt x="132" y="412"/>
                  </a:cubicBezTo>
                  <a:cubicBezTo>
                    <a:pt x="230" y="468"/>
                    <a:pt x="355" y="435"/>
                    <a:pt x="412" y="337"/>
                  </a:cubicBezTo>
                  <a:cubicBezTo>
                    <a:pt x="468" y="239"/>
                    <a:pt x="435" y="113"/>
                    <a:pt x="337" y="57"/>
                  </a:cubicBezTo>
                  <a:close/>
                  <a:moveTo>
                    <a:pt x="143" y="392"/>
                  </a:moveTo>
                  <a:cubicBezTo>
                    <a:pt x="56" y="342"/>
                    <a:pt x="26" y="230"/>
                    <a:pt x="77" y="143"/>
                  </a:cubicBezTo>
                  <a:cubicBezTo>
                    <a:pt x="127" y="56"/>
                    <a:pt x="238" y="26"/>
                    <a:pt x="325" y="77"/>
                  </a:cubicBezTo>
                  <a:cubicBezTo>
                    <a:pt x="412" y="127"/>
                    <a:pt x="442" y="238"/>
                    <a:pt x="392" y="325"/>
                  </a:cubicBezTo>
                  <a:cubicBezTo>
                    <a:pt x="342" y="412"/>
                    <a:pt x="230" y="442"/>
                    <a:pt x="143" y="392"/>
                  </a:cubicBezTo>
                  <a:close/>
                </a:path>
              </a:pathLst>
            </a:custGeom>
            <a:pattFill prst="ltUpDiag">
              <a:fgClr>
                <a:schemeClr val="bg2">
                  <a:lumMod val="50000"/>
                </a:schemeClr>
              </a:fgClr>
              <a:bgClr>
                <a:schemeClr val="bg2"/>
              </a:bgClr>
            </a:pattFill>
            <a:ln>
              <a:noFill/>
            </a:ln>
          </p:spPr>
          <p:txBody>
            <a:bodyPr vert="horz" wrap="square" lIns="91440" tIns="45720" rIns="91440" bIns="45720" numCol="1" anchor="t" anchorCtr="0" compatLnSpc="1">
              <a:prstTxWarp prst="textNoShape">
                <a:avLst/>
              </a:prstTxWarp>
            </a:bodyPr>
            <a:lstStyle/>
            <a:p>
              <a:endParaRPr lang="ko-KR" altLang="en-US" dirty="0"/>
            </a:p>
          </p:txBody>
        </p:sp>
        <p:sp>
          <p:nvSpPr>
            <p:cNvPr id="69" name="TextBox 68"/>
            <p:cNvSpPr txBox="1"/>
            <p:nvPr/>
          </p:nvSpPr>
          <p:spPr>
            <a:xfrm>
              <a:off x="4815828" y="2397969"/>
              <a:ext cx="1664494" cy="339945"/>
            </a:xfrm>
            <a:prstGeom prst="rect">
              <a:avLst/>
            </a:prstGeom>
            <a:noFill/>
          </p:spPr>
          <p:txBody>
            <a:bodyPr wrap="square" lIns="0" tIns="0" rIns="0" bIns="0" rtlCol="0" anchor="ctr">
              <a:noAutofit/>
            </a:bodyPr>
            <a:lstStyle/>
            <a:p>
              <a:pPr lvl="0" algn="ctr"/>
              <a:r>
                <a:rPr lang="en-US" altLang="ko-KR" sz="1500" dirty="0">
                  <a:gradFill>
                    <a:gsLst>
                      <a:gs pos="0">
                        <a:schemeClr val="tx2"/>
                      </a:gs>
                      <a:gs pos="100000">
                        <a:schemeClr val="tx2"/>
                      </a:gs>
                    </a:gsLst>
                    <a:lin ang="0" scaled="1"/>
                  </a:gradFill>
                  <a:latin typeface="Bebas Neue"/>
                  <a:ea typeface="Roboto Condensed Regular"/>
                  <a:cs typeface="+mj-cs"/>
                </a:rPr>
                <a:t>Your Business </a:t>
              </a:r>
            </a:p>
            <a:p>
              <a:pPr lvl="0" algn="ctr"/>
              <a:r>
                <a:rPr lang="en-US" altLang="ko-KR" sz="1500" dirty="0">
                  <a:gradFill>
                    <a:gsLst>
                      <a:gs pos="0">
                        <a:schemeClr val="tx2"/>
                      </a:gs>
                      <a:gs pos="100000">
                        <a:schemeClr val="tx2"/>
                      </a:gs>
                    </a:gsLst>
                    <a:lin ang="0" scaled="1"/>
                  </a:gradFill>
                  <a:latin typeface="Bebas Neue"/>
                  <a:ea typeface="Roboto Condensed Regular"/>
                  <a:cs typeface="+mj-cs"/>
                </a:rPr>
                <a:t>Goals here</a:t>
              </a:r>
              <a:endParaRPr lang="nb-NO" altLang="ko-KR" sz="1500" b="1" dirty="0">
                <a:gradFill>
                  <a:gsLst>
                    <a:gs pos="0">
                      <a:schemeClr val="tx2"/>
                    </a:gs>
                    <a:gs pos="100000">
                      <a:schemeClr val="tx2"/>
                    </a:gs>
                  </a:gsLst>
                  <a:lin ang="0" scaled="1"/>
                </a:gradFill>
                <a:latin typeface="Bebas Neue" pitchFamily="34" charset="0"/>
                <a:ea typeface="Roboto Light" pitchFamily="2" charset="0"/>
                <a:cs typeface="Roboto Condensed Regular"/>
              </a:endParaRPr>
            </a:p>
          </p:txBody>
        </p:sp>
      </p:grpSp>
      <p:grpSp>
        <p:nvGrpSpPr>
          <p:cNvPr id="70" name="그룹 69"/>
          <p:cNvGrpSpPr/>
          <p:nvPr/>
        </p:nvGrpSpPr>
        <p:grpSpPr>
          <a:xfrm>
            <a:off x="796066" y="1560062"/>
            <a:ext cx="4279176" cy="1442679"/>
            <a:chOff x="3003963" y="1128713"/>
            <a:chExt cx="4279176" cy="1442679"/>
          </a:xfrm>
        </p:grpSpPr>
        <p:grpSp>
          <p:nvGrpSpPr>
            <p:cNvPr id="71" name="그룹 26"/>
            <p:cNvGrpSpPr/>
            <p:nvPr/>
          </p:nvGrpSpPr>
          <p:grpSpPr>
            <a:xfrm>
              <a:off x="3003963" y="1128713"/>
              <a:ext cx="4279176" cy="1442679"/>
              <a:chOff x="3003963" y="1128713"/>
              <a:chExt cx="4279176" cy="1442679"/>
            </a:xfrm>
          </p:grpSpPr>
          <p:sp>
            <p:nvSpPr>
              <p:cNvPr id="73" name="Freeform 29"/>
              <p:cNvSpPr>
                <a:spLocks/>
              </p:cNvSpPr>
              <p:nvPr/>
            </p:nvSpPr>
            <p:spPr bwMode="auto">
              <a:xfrm>
                <a:off x="4093621" y="1128713"/>
                <a:ext cx="2305170" cy="1442679"/>
              </a:xfrm>
              <a:custGeom>
                <a:avLst/>
                <a:gdLst>
                  <a:gd name="T0" fmla="*/ 480 w 499"/>
                  <a:gd name="T1" fmla="*/ 72 h 312"/>
                  <a:gd name="T2" fmla="*/ 457 w 499"/>
                  <a:gd name="T3" fmla="*/ 18 h 312"/>
                  <a:gd name="T4" fmla="*/ 443 w 499"/>
                  <a:gd name="T5" fmla="*/ 54 h 312"/>
                  <a:gd name="T6" fmla="*/ 91 w 499"/>
                  <a:gd name="T7" fmla="*/ 172 h 312"/>
                  <a:gd name="T8" fmla="*/ 54 w 499"/>
                  <a:gd name="T9" fmla="*/ 295 h 312"/>
                  <a:gd name="T10" fmla="*/ 1 w 499"/>
                  <a:gd name="T11" fmla="*/ 295 h 312"/>
                  <a:gd name="T12" fmla="*/ 0 w 499"/>
                  <a:gd name="T13" fmla="*/ 312 h 312"/>
                  <a:gd name="T14" fmla="*/ 54 w 499"/>
                  <a:gd name="T15" fmla="*/ 312 h 312"/>
                  <a:gd name="T16" fmla="*/ 54 w 499"/>
                  <a:gd name="T17" fmla="*/ 312 h 312"/>
                  <a:gd name="T18" fmla="*/ 129 w 499"/>
                  <a:gd name="T19" fmla="*/ 312 h 312"/>
                  <a:gd name="T20" fmla="*/ 130 w 499"/>
                  <a:gd name="T21" fmla="*/ 302 h 312"/>
                  <a:gd name="T22" fmla="*/ 157 w 499"/>
                  <a:gd name="T23" fmla="*/ 210 h 312"/>
                  <a:gd name="T24" fmla="*/ 413 w 499"/>
                  <a:gd name="T25" fmla="*/ 123 h 312"/>
                  <a:gd name="T26" fmla="*/ 399 w 499"/>
                  <a:gd name="T27" fmla="*/ 158 h 312"/>
                  <a:gd name="T28" fmla="*/ 446 w 499"/>
                  <a:gd name="T29" fmla="*/ 141 h 312"/>
                  <a:gd name="T30" fmla="*/ 499 w 499"/>
                  <a:gd name="T31" fmla="*/ 121 h 312"/>
                  <a:gd name="T32" fmla="*/ 480 w 499"/>
                  <a:gd name="T33" fmla="*/ 72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9" h="312">
                    <a:moveTo>
                      <a:pt x="480" y="72"/>
                    </a:moveTo>
                    <a:cubicBezTo>
                      <a:pt x="457" y="18"/>
                      <a:pt x="457" y="18"/>
                      <a:pt x="457" y="18"/>
                    </a:cubicBezTo>
                    <a:cubicBezTo>
                      <a:pt x="443" y="54"/>
                      <a:pt x="443" y="54"/>
                      <a:pt x="443" y="54"/>
                    </a:cubicBezTo>
                    <a:cubicBezTo>
                      <a:pt x="314" y="0"/>
                      <a:pt x="163" y="48"/>
                      <a:pt x="91" y="172"/>
                    </a:cubicBezTo>
                    <a:cubicBezTo>
                      <a:pt x="69" y="211"/>
                      <a:pt x="57" y="253"/>
                      <a:pt x="54" y="295"/>
                    </a:cubicBezTo>
                    <a:cubicBezTo>
                      <a:pt x="1" y="295"/>
                      <a:pt x="1" y="295"/>
                      <a:pt x="1" y="295"/>
                    </a:cubicBezTo>
                    <a:cubicBezTo>
                      <a:pt x="0" y="312"/>
                      <a:pt x="0" y="312"/>
                      <a:pt x="0" y="312"/>
                    </a:cubicBezTo>
                    <a:cubicBezTo>
                      <a:pt x="54" y="312"/>
                      <a:pt x="54" y="312"/>
                      <a:pt x="54" y="312"/>
                    </a:cubicBezTo>
                    <a:cubicBezTo>
                      <a:pt x="54" y="312"/>
                      <a:pt x="54" y="312"/>
                      <a:pt x="54" y="312"/>
                    </a:cubicBezTo>
                    <a:cubicBezTo>
                      <a:pt x="129" y="312"/>
                      <a:pt x="129" y="312"/>
                      <a:pt x="129" y="312"/>
                    </a:cubicBezTo>
                    <a:cubicBezTo>
                      <a:pt x="130" y="302"/>
                      <a:pt x="130" y="302"/>
                      <a:pt x="130" y="302"/>
                    </a:cubicBezTo>
                    <a:cubicBezTo>
                      <a:pt x="131" y="270"/>
                      <a:pt x="140" y="239"/>
                      <a:pt x="157" y="210"/>
                    </a:cubicBezTo>
                    <a:cubicBezTo>
                      <a:pt x="209" y="119"/>
                      <a:pt x="320" y="84"/>
                      <a:pt x="413" y="123"/>
                    </a:cubicBezTo>
                    <a:cubicBezTo>
                      <a:pt x="399" y="158"/>
                      <a:pt x="399" y="158"/>
                      <a:pt x="399" y="158"/>
                    </a:cubicBezTo>
                    <a:cubicBezTo>
                      <a:pt x="446" y="141"/>
                      <a:pt x="446" y="141"/>
                      <a:pt x="446" y="141"/>
                    </a:cubicBezTo>
                    <a:cubicBezTo>
                      <a:pt x="499" y="121"/>
                      <a:pt x="499" y="121"/>
                      <a:pt x="499" y="121"/>
                    </a:cubicBezTo>
                    <a:lnTo>
                      <a:pt x="480" y="72"/>
                    </a:lnTo>
                    <a:close/>
                  </a:path>
                </a:pathLst>
              </a:custGeom>
              <a:gradFill flip="none" rotWithShape="1">
                <a:gsLst>
                  <a:gs pos="0">
                    <a:schemeClr val="accent1">
                      <a:lumMod val="80000"/>
                      <a:lumOff val="20000"/>
                    </a:schemeClr>
                  </a:gs>
                  <a:gs pos="50000">
                    <a:schemeClr val="accent1"/>
                  </a:gs>
                  <a:gs pos="100000">
                    <a:schemeClr val="accent1"/>
                  </a:gs>
                </a:gsLst>
                <a:lin ang="8100000" scaled="1"/>
                <a:tileRect/>
              </a:gradFill>
              <a:ln w="6350">
                <a:solidFill>
                  <a:schemeClr val="accent1">
                    <a:lumMod val="75000"/>
                  </a:schemeClr>
                </a:solidFill>
              </a:ln>
            </p:spPr>
            <p:txBody>
              <a:bodyPr vert="horz" wrap="square" lIns="91440" tIns="45720" rIns="91440" bIns="45720" numCol="1" anchor="t" anchorCtr="0" compatLnSpc="1">
                <a:prstTxWarp prst="textNoShape">
                  <a:avLst/>
                </a:prstTxWarp>
              </a:bodyPr>
              <a:lstStyle/>
              <a:p>
                <a:endParaRPr lang="ko-KR" altLang="en-US" dirty="0"/>
              </a:p>
            </p:txBody>
          </p:sp>
          <p:cxnSp>
            <p:nvCxnSpPr>
              <p:cNvPr id="74" name="직선 연결선 73"/>
              <p:cNvCxnSpPr/>
              <p:nvPr/>
            </p:nvCxnSpPr>
            <p:spPr>
              <a:xfrm>
                <a:off x="3003963" y="2527897"/>
                <a:ext cx="1155183" cy="0"/>
              </a:xfrm>
              <a:prstGeom prst="line">
                <a:avLst/>
              </a:prstGeom>
              <a:ln w="3175">
                <a:solidFill>
                  <a:schemeClr val="accent1">
                    <a:lumMod val="75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75" name="그룹 24"/>
              <p:cNvGrpSpPr/>
              <p:nvPr/>
            </p:nvGrpSpPr>
            <p:grpSpPr>
              <a:xfrm>
                <a:off x="3003963" y="1488895"/>
                <a:ext cx="1089658" cy="1039002"/>
                <a:chOff x="3003963" y="1488895"/>
                <a:chExt cx="1089658" cy="1039002"/>
              </a:xfrm>
            </p:grpSpPr>
            <p:sp>
              <p:nvSpPr>
                <p:cNvPr id="81" name="TextBox 80"/>
                <p:cNvSpPr txBox="1"/>
                <p:nvPr/>
              </p:nvSpPr>
              <p:spPr>
                <a:xfrm>
                  <a:off x="3003963" y="1702593"/>
                  <a:ext cx="1089658" cy="825304"/>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 egestas et, augue. Vestibul um tincidunt malesuada tellus. Ut ultrices ultr aces enim. Curabitur sit amen mauris. </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82" name="TextBox 81"/>
                <p:cNvSpPr txBox="1"/>
                <p:nvPr/>
              </p:nvSpPr>
              <p:spPr>
                <a:xfrm>
                  <a:off x="3003963" y="1488895"/>
                  <a:ext cx="1089658" cy="193940"/>
                </a:xfrm>
                <a:prstGeom prst="rect">
                  <a:avLst/>
                </a:prstGeom>
                <a:noFill/>
              </p:spPr>
              <p:txBody>
                <a:bodyPr wrap="square" lIns="0" tIns="0" rIns="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Lorem Ipsum</a:t>
                  </a:r>
                  <a:endParaRPr lang="ko-KR" altLang="en-US" sz="1200" b="1" dirty="0">
                    <a:gradFill>
                      <a:gsLst>
                        <a:gs pos="0">
                          <a:schemeClr val="accent1"/>
                        </a:gs>
                        <a:gs pos="100000">
                          <a:schemeClr val="accent1"/>
                        </a:gs>
                      </a:gsLst>
                      <a:lin ang="5400000" scaled="0"/>
                    </a:gradFill>
                    <a:latin typeface="Roboto Condensed Regular"/>
                  </a:endParaRPr>
                </a:p>
              </p:txBody>
            </p:sp>
          </p:grpSp>
          <p:grpSp>
            <p:nvGrpSpPr>
              <p:cNvPr id="76" name="그룹 37"/>
              <p:cNvGrpSpPr/>
              <p:nvPr/>
            </p:nvGrpSpPr>
            <p:grpSpPr>
              <a:xfrm>
                <a:off x="6477791" y="1538642"/>
                <a:ext cx="805348" cy="805347"/>
                <a:chOff x="2399114" y="3080094"/>
                <a:chExt cx="805348" cy="805347"/>
              </a:xfrm>
            </p:grpSpPr>
            <p:grpSp>
              <p:nvGrpSpPr>
                <p:cNvPr id="77" name="그룹 29"/>
                <p:cNvGrpSpPr/>
                <p:nvPr/>
              </p:nvGrpSpPr>
              <p:grpSpPr>
                <a:xfrm>
                  <a:off x="2399114" y="3080094"/>
                  <a:ext cx="805348" cy="805347"/>
                  <a:chOff x="5388526" y="1348545"/>
                  <a:chExt cx="805348" cy="805347"/>
                </a:xfrm>
              </p:grpSpPr>
              <p:sp>
                <p:nvSpPr>
                  <p:cNvPr id="79" name="타원 78"/>
                  <p:cNvSpPr/>
                  <p:nvPr/>
                </p:nvSpPr>
                <p:spPr>
                  <a:xfrm>
                    <a:off x="5388526" y="1348545"/>
                    <a:ext cx="805348" cy="805346"/>
                  </a:xfrm>
                  <a:prstGeom prst="ellipse">
                    <a:avLst/>
                  </a:prstGeom>
                  <a:gradFill>
                    <a:gsLst>
                      <a:gs pos="0">
                        <a:schemeClr val="accent1">
                          <a:lumMod val="80000"/>
                          <a:lumOff val="20000"/>
                        </a:schemeClr>
                      </a:gs>
                      <a:gs pos="50000">
                        <a:schemeClr val="accent1"/>
                      </a:gs>
                      <a:gs pos="100000">
                        <a:schemeClr val="accent1"/>
                      </a:gs>
                    </a:gsLst>
                    <a:lin ang="2700000" scaled="0"/>
                  </a:gradFill>
                  <a:ln w="3175" cap="flat" cmpd="sng" algn="ctr">
                    <a:gradFill>
                      <a:gsLst>
                        <a:gs pos="0">
                          <a:schemeClr val="accent1">
                            <a:lumMod val="80000"/>
                          </a:schemeClr>
                        </a:gs>
                        <a:gs pos="100000">
                          <a:schemeClr val="accent1">
                            <a:lumMod val="80000"/>
                          </a:schemeClr>
                        </a:gs>
                      </a:gsLst>
                      <a:lin ang="5400000" scaled="1"/>
                    </a:gradFill>
                    <a:prstDash val="solid"/>
                  </a:ln>
                  <a:effectLst>
                    <a:outerShdw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ts val="1200"/>
                      </a:lnSpc>
                    </a:pPr>
                    <a:endParaRPr lang="ko-KR" altLang="en-US" sz="5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80"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78" name="TextBox 77"/>
                <p:cNvSpPr txBox="1"/>
                <p:nvPr/>
              </p:nvSpPr>
              <p:spPr>
                <a:xfrm>
                  <a:off x="2411257" y="3571402"/>
                  <a:ext cx="781061" cy="193940"/>
                </a:xfrm>
                <a:prstGeom prst="rect">
                  <a:avLst/>
                </a:prstGeom>
                <a:noFill/>
              </p:spPr>
              <p:txBody>
                <a:bodyPr wrap="square" lIns="0" tIns="0" rIns="0" bIns="0" rtlCol="0">
                  <a:noAutofit/>
                </a:bodyPr>
                <a:lstStyle/>
                <a:p>
                  <a:pPr lvl="0"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grpSp>
        <p:sp>
          <p:nvSpPr>
            <p:cNvPr id="72" name="Freeform 35"/>
            <p:cNvSpPr>
              <a:spLocks noEditPoints="1"/>
            </p:cNvSpPr>
            <p:nvPr/>
          </p:nvSpPr>
          <p:spPr bwMode="auto">
            <a:xfrm>
              <a:off x="6696776" y="1694519"/>
              <a:ext cx="390068" cy="272064"/>
            </a:xfrm>
            <a:custGeom>
              <a:avLst/>
              <a:gdLst/>
              <a:ahLst/>
              <a:cxnLst>
                <a:cxn ang="0">
                  <a:pos x="210" y="140"/>
                </a:cxn>
                <a:cxn ang="0">
                  <a:pos x="234" y="99"/>
                </a:cxn>
                <a:cxn ang="0">
                  <a:pos x="196" y="51"/>
                </a:cxn>
                <a:cxn ang="0">
                  <a:pos x="199" y="69"/>
                </a:cxn>
                <a:cxn ang="0">
                  <a:pos x="116" y="145"/>
                </a:cxn>
                <a:cxn ang="0">
                  <a:pos x="158" y="154"/>
                </a:cxn>
                <a:cxn ang="0">
                  <a:pos x="182" y="152"/>
                </a:cxn>
                <a:cxn ang="0">
                  <a:pos x="234" y="154"/>
                </a:cxn>
                <a:cxn ang="0">
                  <a:pos x="210" y="140"/>
                </a:cxn>
                <a:cxn ang="0">
                  <a:pos x="190" y="69"/>
                </a:cxn>
                <a:cxn ang="0">
                  <a:pos x="95" y="0"/>
                </a:cxn>
                <a:cxn ang="0">
                  <a:pos x="0" y="69"/>
                </a:cxn>
                <a:cxn ang="0">
                  <a:pos x="31" y="119"/>
                </a:cxn>
                <a:cxn ang="0">
                  <a:pos x="0" y="138"/>
                </a:cxn>
                <a:cxn ang="0">
                  <a:pos x="66" y="134"/>
                </a:cxn>
                <a:cxn ang="0">
                  <a:pos x="95" y="138"/>
                </a:cxn>
                <a:cxn ang="0">
                  <a:pos x="190" y="69"/>
                </a:cxn>
                <a:cxn ang="0">
                  <a:pos x="113" y="98"/>
                </a:cxn>
                <a:cxn ang="0">
                  <a:pos x="52" y="98"/>
                </a:cxn>
                <a:cxn ang="0">
                  <a:pos x="52" y="89"/>
                </a:cxn>
                <a:cxn ang="0">
                  <a:pos x="113" y="89"/>
                </a:cxn>
                <a:cxn ang="0">
                  <a:pos x="113" y="98"/>
                </a:cxn>
                <a:cxn ang="0">
                  <a:pos x="138" y="74"/>
                </a:cxn>
                <a:cxn ang="0">
                  <a:pos x="52" y="74"/>
                </a:cxn>
                <a:cxn ang="0">
                  <a:pos x="52" y="65"/>
                </a:cxn>
                <a:cxn ang="0">
                  <a:pos x="138" y="65"/>
                </a:cxn>
                <a:cxn ang="0">
                  <a:pos x="138" y="74"/>
                </a:cxn>
                <a:cxn ang="0">
                  <a:pos x="138" y="50"/>
                </a:cxn>
                <a:cxn ang="0">
                  <a:pos x="52" y="50"/>
                </a:cxn>
                <a:cxn ang="0">
                  <a:pos x="52" y="41"/>
                </a:cxn>
                <a:cxn ang="0">
                  <a:pos x="138" y="41"/>
                </a:cxn>
                <a:cxn ang="0">
                  <a:pos x="138" y="50"/>
                </a:cxn>
              </a:cxnLst>
              <a:rect l="0" t="0" r="r" b="b"/>
              <a:pathLst>
                <a:path w="234" h="163">
                  <a:moveTo>
                    <a:pt x="210" y="140"/>
                  </a:moveTo>
                  <a:cubicBezTo>
                    <a:pt x="225" y="129"/>
                    <a:pt x="234" y="115"/>
                    <a:pt x="234" y="99"/>
                  </a:cubicBezTo>
                  <a:cubicBezTo>
                    <a:pt x="234" y="79"/>
                    <a:pt x="219" y="61"/>
                    <a:pt x="196" y="51"/>
                  </a:cubicBezTo>
                  <a:cubicBezTo>
                    <a:pt x="198" y="57"/>
                    <a:pt x="199" y="63"/>
                    <a:pt x="199" y="69"/>
                  </a:cubicBezTo>
                  <a:cubicBezTo>
                    <a:pt x="199" y="106"/>
                    <a:pt x="163" y="138"/>
                    <a:pt x="116" y="145"/>
                  </a:cubicBezTo>
                  <a:cubicBezTo>
                    <a:pt x="128" y="151"/>
                    <a:pt x="143" y="154"/>
                    <a:pt x="158" y="154"/>
                  </a:cubicBezTo>
                  <a:cubicBezTo>
                    <a:pt x="167" y="154"/>
                    <a:pt x="174" y="153"/>
                    <a:pt x="182" y="152"/>
                  </a:cubicBezTo>
                  <a:cubicBezTo>
                    <a:pt x="204" y="163"/>
                    <a:pt x="234" y="154"/>
                    <a:pt x="234" y="154"/>
                  </a:cubicBezTo>
                  <a:cubicBezTo>
                    <a:pt x="222" y="153"/>
                    <a:pt x="214" y="146"/>
                    <a:pt x="210" y="140"/>
                  </a:cubicBezTo>
                  <a:close/>
                  <a:moveTo>
                    <a:pt x="190" y="69"/>
                  </a:moveTo>
                  <a:cubicBezTo>
                    <a:pt x="190" y="31"/>
                    <a:pt x="147" y="0"/>
                    <a:pt x="95" y="0"/>
                  </a:cubicBezTo>
                  <a:cubicBezTo>
                    <a:pt x="43" y="0"/>
                    <a:pt x="0" y="31"/>
                    <a:pt x="0" y="69"/>
                  </a:cubicBezTo>
                  <a:cubicBezTo>
                    <a:pt x="0" y="89"/>
                    <a:pt x="12" y="107"/>
                    <a:pt x="31" y="119"/>
                  </a:cubicBezTo>
                  <a:cubicBezTo>
                    <a:pt x="25" y="127"/>
                    <a:pt x="16" y="136"/>
                    <a:pt x="0" y="138"/>
                  </a:cubicBezTo>
                  <a:cubicBezTo>
                    <a:pt x="0" y="138"/>
                    <a:pt x="37" y="149"/>
                    <a:pt x="66" y="134"/>
                  </a:cubicBezTo>
                  <a:cubicBezTo>
                    <a:pt x="75" y="137"/>
                    <a:pt x="85" y="138"/>
                    <a:pt x="95" y="138"/>
                  </a:cubicBezTo>
                  <a:cubicBezTo>
                    <a:pt x="147" y="138"/>
                    <a:pt x="190" y="107"/>
                    <a:pt x="190" y="69"/>
                  </a:cubicBezTo>
                  <a:close/>
                  <a:moveTo>
                    <a:pt x="113" y="98"/>
                  </a:moveTo>
                  <a:cubicBezTo>
                    <a:pt x="52" y="98"/>
                    <a:pt x="52" y="98"/>
                    <a:pt x="52" y="98"/>
                  </a:cubicBezTo>
                  <a:cubicBezTo>
                    <a:pt x="52" y="89"/>
                    <a:pt x="52" y="89"/>
                    <a:pt x="52" y="89"/>
                  </a:cubicBezTo>
                  <a:cubicBezTo>
                    <a:pt x="113" y="89"/>
                    <a:pt x="113" y="89"/>
                    <a:pt x="113" y="89"/>
                  </a:cubicBezTo>
                  <a:lnTo>
                    <a:pt x="113" y="98"/>
                  </a:lnTo>
                  <a:close/>
                  <a:moveTo>
                    <a:pt x="138" y="74"/>
                  </a:moveTo>
                  <a:cubicBezTo>
                    <a:pt x="52" y="74"/>
                    <a:pt x="52" y="74"/>
                    <a:pt x="52" y="74"/>
                  </a:cubicBezTo>
                  <a:cubicBezTo>
                    <a:pt x="52" y="65"/>
                    <a:pt x="52" y="65"/>
                    <a:pt x="52" y="65"/>
                  </a:cubicBezTo>
                  <a:cubicBezTo>
                    <a:pt x="138" y="65"/>
                    <a:pt x="138" y="65"/>
                    <a:pt x="138" y="65"/>
                  </a:cubicBezTo>
                  <a:lnTo>
                    <a:pt x="138" y="74"/>
                  </a:lnTo>
                  <a:close/>
                  <a:moveTo>
                    <a:pt x="138" y="50"/>
                  </a:moveTo>
                  <a:cubicBezTo>
                    <a:pt x="52" y="50"/>
                    <a:pt x="52" y="50"/>
                    <a:pt x="52" y="50"/>
                  </a:cubicBezTo>
                  <a:cubicBezTo>
                    <a:pt x="52" y="41"/>
                    <a:pt x="52" y="41"/>
                    <a:pt x="52" y="41"/>
                  </a:cubicBezTo>
                  <a:cubicBezTo>
                    <a:pt x="138" y="41"/>
                    <a:pt x="138" y="41"/>
                    <a:pt x="138" y="41"/>
                  </a:cubicBezTo>
                  <a:lnTo>
                    <a:pt x="138" y="50"/>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83" name="그룹 82"/>
          <p:cNvGrpSpPr/>
          <p:nvPr/>
        </p:nvGrpSpPr>
        <p:grpSpPr>
          <a:xfrm>
            <a:off x="1762611" y="3002739"/>
            <a:ext cx="4452767" cy="1446573"/>
            <a:chOff x="3970508" y="2571390"/>
            <a:chExt cx="4452767" cy="1446573"/>
          </a:xfrm>
        </p:grpSpPr>
        <p:grpSp>
          <p:nvGrpSpPr>
            <p:cNvPr id="84" name="그룹 27"/>
            <p:cNvGrpSpPr/>
            <p:nvPr/>
          </p:nvGrpSpPr>
          <p:grpSpPr>
            <a:xfrm>
              <a:off x="3970508" y="2571390"/>
              <a:ext cx="4452767" cy="1446573"/>
              <a:chOff x="3970508" y="2571390"/>
              <a:chExt cx="4452767" cy="1446573"/>
            </a:xfrm>
          </p:grpSpPr>
          <p:sp>
            <p:nvSpPr>
              <p:cNvPr id="86" name="Freeform 30"/>
              <p:cNvSpPr>
                <a:spLocks/>
              </p:cNvSpPr>
              <p:nvPr/>
            </p:nvSpPr>
            <p:spPr bwMode="auto">
              <a:xfrm>
                <a:off x="4874341" y="2571390"/>
                <a:ext cx="2305170" cy="1446573"/>
              </a:xfrm>
              <a:custGeom>
                <a:avLst/>
                <a:gdLst>
                  <a:gd name="T0" fmla="*/ 20 w 499"/>
                  <a:gd name="T1" fmla="*/ 240 h 313"/>
                  <a:gd name="T2" fmla="*/ 42 w 499"/>
                  <a:gd name="T3" fmla="*/ 294 h 313"/>
                  <a:gd name="T4" fmla="*/ 57 w 499"/>
                  <a:gd name="T5" fmla="*/ 259 h 313"/>
                  <a:gd name="T6" fmla="*/ 408 w 499"/>
                  <a:gd name="T7" fmla="*/ 141 h 313"/>
                  <a:gd name="T8" fmla="*/ 445 w 499"/>
                  <a:gd name="T9" fmla="*/ 18 h 313"/>
                  <a:gd name="T10" fmla="*/ 499 w 499"/>
                  <a:gd name="T11" fmla="*/ 18 h 313"/>
                  <a:gd name="T12" fmla="*/ 499 w 499"/>
                  <a:gd name="T13" fmla="*/ 0 h 313"/>
                  <a:gd name="T14" fmla="*/ 446 w 499"/>
                  <a:gd name="T15" fmla="*/ 0 h 313"/>
                  <a:gd name="T16" fmla="*/ 446 w 499"/>
                  <a:gd name="T17" fmla="*/ 0 h 313"/>
                  <a:gd name="T18" fmla="*/ 370 w 499"/>
                  <a:gd name="T19" fmla="*/ 0 h 313"/>
                  <a:gd name="T20" fmla="*/ 370 w 499"/>
                  <a:gd name="T21" fmla="*/ 11 h 313"/>
                  <a:gd name="T22" fmla="*/ 343 w 499"/>
                  <a:gd name="T23" fmla="*/ 103 h 313"/>
                  <a:gd name="T24" fmla="*/ 86 w 499"/>
                  <a:gd name="T25" fmla="*/ 189 h 313"/>
                  <a:gd name="T26" fmla="*/ 101 w 499"/>
                  <a:gd name="T27" fmla="*/ 154 h 313"/>
                  <a:gd name="T28" fmla="*/ 53 w 499"/>
                  <a:gd name="T29" fmla="*/ 172 h 313"/>
                  <a:gd name="T30" fmla="*/ 0 w 499"/>
                  <a:gd name="T31" fmla="*/ 192 h 313"/>
                  <a:gd name="T32" fmla="*/ 20 w 499"/>
                  <a:gd name="T33" fmla="*/ 24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9" h="313">
                    <a:moveTo>
                      <a:pt x="20" y="240"/>
                    </a:moveTo>
                    <a:cubicBezTo>
                      <a:pt x="42" y="294"/>
                      <a:pt x="42" y="294"/>
                      <a:pt x="42" y="294"/>
                    </a:cubicBezTo>
                    <a:cubicBezTo>
                      <a:pt x="57" y="259"/>
                      <a:pt x="57" y="259"/>
                      <a:pt x="57" y="259"/>
                    </a:cubicBezTo>
                    <a:cubicBezTo>
                      <a:pt x="185" y="313"/>
                      <a:pt x="337" y="264"/>
                      <a:pt x="408" y="141"/>
                    </a:cubicBezTo>
                    <a:cubicBezTo>
                      <a:pt x="431" y="102"/>
                      <a:pt x="443" y="60"/>
                      <a:pt x="445" y="18"/>
                    </a:cubicBezTo>
                    <a:cubicBezTo>
                      <a:pt x="499" y="18"/>
                      <a:pt x="499" y="18"/>
                      <a:pt x="499" y="18"/>
                    </a:cubicBezTo>
                    <a:cubicBezTo>
                      <a:pt x="499" y="0"/>
                      <a:pt x="499" y="0"/>
                      <a:pt x="499" y="0"/>
                    </a:cubicBezTo>
                    <a:cubicBezTo>
                      <a:pt x="446" y="0"/>
                      <a:pt x="446" y="0"/>
                      <a:pt x="446" y="0"/>
                    </a:cubicBezTo>
                    <a:cubicBezTo>
                      <a:pt x="446" y="0"/>
                      <a:pt x="446" y="0"/>
                      <a:pt x="446" y="0"/>
                    </a:cubicBezTo>
                    <a:cubicBezTo>
                      <a:pt x="370" y="0"/>
                      <a:pt x="370" y="0"/>
                      <a:pt x="370" y="0"/>
                    </a:cubicBezTo>
                    <a:cubicBezTo>
                      <a:pt x="370" y="11"/>
                      <a:pt x="370" y="11"/>
                      <a:pt x="370" y="11"/>
                    </a:cubicBezTo>
                    <a:cubicBezTo>
                      <a:pt x="368" y="42"/>
                      <a:pt x="360" y="74"/>
                      <a:pt x="343" y="103"/>
                    </a:cubicBezTo>
                    <a:cubicBezTo>
                      <a:pt x="290" y="193"/>
                      <a:pt x="180" y="229"/>
                      <a:pt x="86" y="189"/>
                    </a:cubicBezTo>
                    <a:cubicBezTo>
                      <a:pt x="101" y="154"/>
                      <a:pt x="101" y="154"/>
                      <a:pt x="101" y="154"/>
                    </a:cubicBezTo>
                    <a:cubicBezTo>
                      <a:pt x="53" y="172"/>
                      <a:pt x="53" y="172"/>
                      <a:pt x="53" y="172"/>
                    </a:cubicBezTo>
                    <a:cubicBezTo>
                      <a:pt x="0" y="192"/>
                      <a:pt x="0" y="192"/>
                      <a:pt x="0" y="192"/>
                    </a:cubicBezTo>
                    <a:lnTo>
                      <a:pt x="20" y="240"/>
                    </a:lnTo>
                    <a:close/>
                  </a:path>
                </a:pathLst>
              </a:custGeom>
              <a:solidFill>
                <a:schemeClr val="accent3">
                  <a:lumMod val="75000"/>
                </a:schemeClr>
              </a:solidFill>
              <a:ln w="6350">
                <a:solidFill>
                  <a:schemeClr val="accent3">
                    <a:lumMod val="65000"/>
                  </a:schemeClr>
                </a:solidFill>
              </a:ln>
            </p:spPr>
            <p:txBody>
              <a:bodyPr vert="horz" wrap="square" lIns="91440" tIns="45720" rIns="91440" bIns="45720" numCol="1" anchor="t" anchorCtr="0" compatLnSpc="1">
                <a:prstTxWarp prst="textNoShape">
                  <a:avLst/>
                </a:prstTxWarp>
              </a:bodyPr>
              <a:lstStyle/>
              <a:p>
                <a:endParaRPr lang="ko-KR" altLang="en-US" dirty="0"/>
              </a:p>
            </p:txBody>
          </p:sp>
          <p:sp>
            <p:nvSpPr>
              <p:cNvPr id="87" name="TextBox 86"/>
              <p:cNvSpPr txBox="1"/>
              <p:nvPr/>
            </p:nvSpPr>
            <p:spPr>
              <a:xfrm>
                <a:off x="7333617" y="2892043"/>
                <a:ext cx="1089658" cy="825304"/>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 egestas et, augue. Vestibul um tincidunt malesuada tellus. Ut ultrices ultr aces enim. Curabitur sit amen mauris. </a:t>
                </a:r>
                <a:endParaRPr lang="en-US"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88" name="TextBox 18"/>
              <p:cNvSpPr txBox="1"/>
              <p:nvPr/>
            </p:nvSpPr>
            <p:spPr>
              <a:xfrm>
                <a:off x="7333617" y="2678345"/>
                <a:ext cx="1089658" cy="193940"/>
              </a:xfrm>
              <a:prstGeom prst="rect">
                <a:avLst/>
              </a:prstGeom>
              <a:noFill/>
            </p:spPr>
            <p:txBody>
              <a:bodyPr wrap="square" lIns="0" tIns="0" rIns="0" bIns="0" rtlCol="0">
                <a:noAutofit/>
              </a:bodyPr>
              <a:lstStyle/>
              <a:p>
                <a:pPr lvl="0"/>
                <a:r>
                  <a:rPr lang="en-US" altLang="ko-KR" sz="1200" b="1" dirty="0">
                    <a:gradFill>
                      <a:gsLst>
                        <a:gs pos="0">
                          <a:schemeClr val="tx2">
                            <a:alpha val="70000"/>
                          </a:schemeClr>
                        </a:gs>
                        <a:gs pos="100000">
                          <a:schemeClr val="tx2">
                            <a:alpha val="70000"/>
                          </a:schemeClr>
                        </a:gs>
                      </a:gsLst>
                      <a:lin ang="5400000" scaled="0"/>
                    </a:gradFill>
                    <a:latin typeface="Roboto Condensed Regular"/>
                  </a:rPr>
                  <a:t>Lorem Ipsum</a:t>
                </a:r>
                <a:endParaRPr lang="ko-KR" altLang="en-US" sz="1200" b="1" dirty="0">
                  <a:gradFill>
                    <a:gsLst>
                      <a:gs pos="0">
                        <a:schemeClr val="tx2">
                          <a:alpha val="70000"/>
                        </a:schemeClr>
                      </a:gs>
                      <a:gs pos="100000">
                        <a:schemeClr val="tx2">
                          <a:alpha val="70000"/>
                        </a:schemeClr>
                      </a:gs>
                    </a:gsLst>
                    <a:lin ang="5400000" scaled="0"/>
                  </a:gradFill>
                  <a:latin typeface="Roboto Condensed Regular"/>
                </a:endParaRPr>
              </a:p>
            </p:txBody>
          </p:sp>
          <p:cxnSp>
            <p:nvCxnSpPr>
              <p:cNvPr id="89" name="직선 연결선 88"/>
              <p:cNvCxnSpPr/>
              <p:nvPr/>
            </p:nvCxnSpPr>
            <p:spPr>
              <a:xfrm flipH="1">
                <a:off x="7114661" y="2610579"/>
                <a:ext cx="1308614" cy="0"/>
              </a:xfrm>
              <a:prstGeom prst="line">
                <a:avLst/>
              </a:prstGeom>
              <a:ln w="3175">
                <a:solidFill>
                  <a:schemeClr val="accent3">
                    <a:lumMod val="65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grpSp>
            <p:nvGrpSpPr>
              <p:cNvPr id="90" name="그룹 38"/>
              <p:cNvGrpSpPr/>
              <p:nvPr/>
            </p:nvGrpSpPr>
            <p:grpSpPr>
              <a:xfrm>
                <a:off x="3970508" y="2796747"/>
                <a:ext cx="805348" cy="805347"/>
                <a:chOff x="1213389" y="3881517"/>
                <a:chExt cx="805348" cy="805347"/>
              </a:xfrm>
            </p:grpSpPr>
            <p:grpSp>
              <p:nvGrpSpPr>
                <p:cNvPr id="91" name="그룹 33"/>
                <p:cNvGrpSpPr/>
                <p:nvPr/>
              </p:nvGrpSpPr>
              <p:grpSpPr>
                <a:xfrm>
                  <a:off x="1213389" y="3881517"/>
                  <a:ext cx="805348" cy="805347"/>
                  <a:chOff x="5388526" y="1348545"/>
                  <a:chExt cx="805348" cy="805347"/>
                </a:xfrm>
              </p:grpSpPr>
              <p:sp>
                <p:nvSpPr>
                  <p:cNvPr id="93" name="타원 92"/>
                  <p:cNvSpPr/>
                  <p:nvPr/>
                </p:nvSpPr>
                <p:spPr>
                  <a:xfrm>
                    <a:off x="5388526" y="1348545"/>
                    <a:ext cx="805348" cy="805346"/>
                  </a:xfrm>
                  <a:prstGeom prst="ellipse">
                    <a:avLst/>
                  </a:prstGeom>
                  <a:gradFill>
                    <a:gsLst>
                      <a:gs pos="0">
                        <a:schemeClr val="accent3">
                          <a:lumMod val="75000"/>
                        </a:schemeClr>
                      </a:gs>
                      <a:gs pos="100000">
                        <a:schemeClr val="accent3">
                          <a:lumMod val="65000"/>
                        </a:schemeClr>
                      </a:gs>
                    </a:gsLst>
                    <a:lin ang="2700000" scaled="0"/>
                  </a:gradFill>
                  <a:ln w="3175" cap="flat" cmpd="sng" algn="ctr">
                    <a:solidFill>
                      <a:schemeClr val="accent3">
                        <a:lumMod val="65000"/>
                      </a:schemeClr>
                    </a:solidFill>
                    <a:prstDash val="solid"/>
                  </a:ln>
                  <a:effectLst>
                    <a:outerShdw dist="254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lnSpc>
                        <a:spcPts val="1200"/>
                      </a:lnSpc>
                    </a:pPr>
                    <a:endParaRPr lang="ko-KR" altLang="en-US" sz="5500" dirty="0">
                      <a:gradFill>
                        <a:gsLst>
                          <a:gs pos="0">
                            <a:schemeClr val="bg2"/>
                          </a:gs>
                          <a:gs pos="100000">
                            <a:schemeClr val="bg2"/>
                          </a:gs>
                        </a:gsLst>
                        <a:lin ang="0" scaled="1"/>
                      </a:gradFill>
                      <a:latin typeface="Entypo" pitchFamily="50" charset="0"/>
                      <a:ea typeface="Roboto Light" pitchFamily="2" charset="0"/>
                      <a:cs typeface="Roboto Condensed Regular"/>
                    </a:endParaRPr>
                  </a:p>
                </p:txBody>
              </p:sp>
              <p:sp>
                <p:nvSpPr>
                  <p:cNvPr id="94" name="타원 111"/>
                  <p:cNvSpPr/>
                  <p:nvPr/>
                </p:nvSpPr>
                <p:spPr>
                  <a:xfrm>
                    <a:off x="5605916" y="1521893"/>
                    <a:ext cx="587958" cy="631999"/>
                  </a:xfrm>
                  <a:custGeom>
                    <a:avLst/>
                    <a:gdLst/>
                    <a:ahLst/>
                    <a:cxnLst/>
                    <a:rect l="l" t="t" r="r" b="b"/>
                    <a:pathLst>
                      <a:path w="587958" h="631999">
                        <a:moveTo>
                          <a:pt x="515732" y="0"/>
                        </a:moveTo>
                        <a:cubicBezTo>
                          <a:pt x="561413" y="64854"/>
                          <a:pt x="587958" y="143990"/>
                          <a:pt x="587958" y="229326"/>
                        </a:cubicBezTo>
                        <a:cubicBezTo>
                          <a:pt x="587958" y="451716"/>
                          <a:pt x="407675" y="631999"/>
                          <a:pt x="185284" y="631999"/>
                        </a:cubicBezTo>
                        <a:cubicBezTo>
                          <a:pt x="118132" y="631999"/>
                          <a:pt x="54819" y="615561"/>
                          <a:pt x="0" y="584861"/>
                        </a:cubicBezTo>
                        <a:cubicBezTo>
                          <a:pt x="34632" y="595451"/>
                          <a:pt x="71363" y="600249"/>
                          <a:pt x="109215" y="600249"/>
                        </a:cubicBezTo>
                        <a:cubicBezTo>
                          <a:pt x="351271" y="600249"/>
                          <a:pt x="547496" y="404024"/>
                          <a:pt x="547496" y="161969"/>
                        </a:cubicBezTo>
                        <a:cubicBezTo>
                          <a:pt x="547496" y="104644"/>
                          <a:pt x="536490" y="49889"/>
                          <a:pt x="515732" y="0"/>
                        </a:cubicBezTo>
                        <a:close/>
                      </a:path>
                    </a:pathLst>
                  </a:custGeom>
                  <a:solidFill>
                    <a:srgbClr val="000000">
                      <a:alpha val="10196"/>
                    </a:srgb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92" name="TextBox 91"/>
                <p:cNvSpPr txBox="1"/>
                <p:nvPr/>
              </p:nvSpPr>
              <p:spPr>
                <a:xfrm>
                  <a:off x="1225532" y="4372825"/>
                  <a:ext cx="781061" cy="193940"/>
                </a:xfrm>
                <a:prstGeom prst="rect">
                  <a:avLst/>
                </a:prstGeom>
                <a:noFill/>
              </p:spPr>
              <p:txBody>
                <a:bodyPr wrap="square" lIns="0" tIns="0" rIns="0" bIns="0" rtlCol="0">
                  <a:noAutofit/>
                </a:bodyPr>
                <a:lstStyle/>
                <a:p>
                  <a:pPr algn="ctr"/>
                  <a:r>
                    <a:rPr lang="en-US" altLang="ko-KR" sz="900" b="1" dirty="0">
                      <a:gradFill>
                        <a:gsLst>
                          <a:gs pos="0">
                            <a:schemeClr val="bg2"/>
                          </a:gs>
                          <a:gs pos="100000">
                            <a:schemeClr val="bg2"/>
                          </a:gs>
                        </a:gsLst>
                        <a:lin ang="5400000" scaled="0"/>
                      </a:gradFill>
                      <a:latin typeface="Roboto Condensed Regular"/>
                    </a:rPr>
                    <a:t>Insert Title</a:t>
                  </a:r>
                  <a:endParaRPr lang="ko-KR" altLang="en-US" sz="900" b="1" dirty="0">
                    <a:gradFill>
                      <a:gsLst>
                        <a:gs pos="0">
                          <a:schemeClr val="bg2"/>
                        </a:gs>
                        <a:gs pos="100000">
                          <a:schemeClr val="bg2"/>
                        </a:gs>
                      </a:gsLst>
                      <a:lin ang="5400000" scaled="0"/>
                    </a:gradFill>
                    <a:latin typeface="Roboto Condensed Regular"/>
                  </a:endParaRPr>
                </a:p>
              </p:txBody>
            </p:sp>
          </p:grpSp>
        </p:grpSp>
        <p:sp>
          <p:nvSpPr>
            <p:cNvPr id="85" name="Freeform 53"/>
            <p:cNvSpPr>
              <a:spLocks noEditPoints="1"/>
            </p:cNvSpPr>
            <p:nvPr/>
          </p:nvSpPr>
          <p:spPr bwMode="auto">
            <a:xfrm>
              <a:off x="4217511" y="2909453"/>
              <a:ext cx="307361" cy="342680"/>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257720291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fltVal val="0"/>
                                          </p:val>
                                        </p:tav>
                                        <p:tav tm="100000">
                                          <p:val>
                                            <p:strVal val="#ppt_w"/>
                                          </p:val>
                                        </p:tav>
                                      </p:tavLst>
                                    </p:anim>
                                    <p:anim calcmode="lin" valueType="num">
                                      <p:cBhvr>
                                        <p:cTn id="8" dur="500" fill="hold"/>
                                        <p:tgtEl>
                                          <p:spTgt spid="67"/>
                                        </p:tgtEl>
                                        <p:attrNameLst>
                                          <p:attrName>ppt_h</p:attrName>
                                        </p:attrNameLst>
                                      </p:cBhvr>
                                      <p:tavLst>
                                        <p:tav tm="0">
                                          <p:val>
                                            <p:fltVal val="0"/>
                                          </p:val>
                                        </p:tav>
                                        <p:tav tm="100000">
                                          <p:val>
                                            <p:strVal val="#ppt_h"/>
                                          </p:val>
                                        </p:tav>
                                      </p:tavLst>
                                    </p:anim>
                                    <p:animEffect transition="in" filter="fade">
                                      <p:cBhvr>
                                        <p:cTn id="9" dur="500"/>
                                        <p:tgtEl>
                                          <p:spTgt spid="67"/>
                                        </p:tgtEl>
                                      </p:cBhvr>
                                    </p:animEffect>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70"/>
                                        </p:tgtEl>
                                        <p:attrNameLst>
                                          <p:attrName>style.visibility</p:attrName>
                                        </p:attrNameLst>
                                      </p:cBhvr>
                                      <p:to>
                                        <p:strVal val="visible"/>
                                      </p:to>
                                    </p:set>
                                    <p:animEffect transition="in" filter="fade">
                                      <p:cBhvr>
                                        <p:cTn id="13" dur="500"/>
                                        <p:tgtEl>
                                          <p:spTgt spid="70"/>
                                        </p:tgtEl>
                                      </p:cBhvr>
                                    </p:animEffect>
                                    <p:anim calcmode="lin" valueType="num">
                                      <p:cBhvr>
                                        <p:cTn id="14" dur="500" fill="hold"/>
                                        <p:tgtEl>
                                          <p:spTgt spid="70"/>
                                        </p:tgtEl>
                                        <p:attrNameLst>
                                          <p:attrName>ppt_x</p:attrName>
                                        </p:attrNameLst>
                                      </p:cBhvr>
                                      <p:tavLst>
                                        <p:tav tm="0">
                                          <p:val>
                                            <p:strVal val="#ppt_x"/>
                                          </p:val>
                                        </p:tav>
                                        <p:tav tm="100000">
                                          <p:val>
                                            <p:strVal val="#ppt_x"/>
                                          </p:val>
                                        </p:tav>
                                      </p:tavLst>
                                    </p:anim>
                                    <p:anim calcmode="lin" valueType="num">
                                      <p:cBhvr>
                                        <p:cTn id="15" dur="500" fill="hold"/>
                                        <p:tgtEl>
                                          <p:spTgt spid="70"/>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83"/>
                                        </p:tgtEl>
                                        <p:attrNameLst>
                                          <p:attrName>style.visibility</p:attrName>
                                        </p:attrNameLst>
                                      </p:cBhvr>
                                      <p:to>
                                        <p:strVal val="visible"/>
                                      </p:to>
                                    </p:set>
                                    <p:animEffect transition="in" filter="fade">
                                      <p:cBhvr>
                                        <p:cTn id="18" dur="500"/>
                                        <p:tgtEl>
                                          <p:spTgt spid="83"/>
                                        </p:tgtEl>
                                      </p:cBhvr>
                                    </p:animEffect>
                                    <p:anim calcmode="lin" valueType="num">
                                      <p:cBhvr>
                                        <p:cTn id="19" dur="500" fill="hold"/>
                                        <p:tgtEl>
                                          <p:spTgt spid="83"/>
                                        </p:tgtEl>
                                        <p:attrNameLst>
                                          <p:attrName>ppt_x</p:attrName>
                                        </p:attrNameLst>
                                      </p:cBhvr>
                                      <p:tavLst>
                                        <p:tav tm="0">
                                          <p:val>
                                            <p:strVal val="#ppt_x"/>
                                          </p:val>
                                        </p:tav>
                                        <p:tav tm="100000">
                                          <p:val>
                                            <p:strVal val="#ppt_x"/>
                                          </p:val>
                                        </p:tav>
                                      </p:tavLst>
                                    </p:anim>
                                    <p:anim calcmode="lin" valueType="num">
                                      <p:cBhvr>
                                        <p:cTn id="20" dur="500" fill="hold"/>
                                        <p:tgtEl>
                                          <p:spTgt spid="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Freeform 11"/>
          <p:cNvSpPr>
            <a:spLocks/>
          </p:cNvSpPr>
          <p:nvPr/>
        </p:nvSpPr>
        <p:spPr bwMode="auto">
          <a:xfrm>
            <a:off x="847768" y="4273681"/>
            <a:ext cx="168730" cy="168902"/>
          </a:xfrm>
          <a:custGeom>
            <a:avLst/>
            <a:gdLst>
              <a:gd name="T0" fmla="*/ 1552 w 1552"/>
              <a:gd name="T1" fmla="*/ 1446 h 1446"/>
              <a:gd name="T2" fmla="*/ 71 w 1552"/>
              <a:gd name="T3" fmla="*/ 1446 h 1446"/>
              <a:gd name="T4" fmla="*/ 0 w 1552"/>
              <a:gd name="T5" fmla="*/ 1375 h 1446"/>
              <a:gd name="T6" fmla="*/ 0 w 1552"/>
              <a:gd name="T7" fmla="*/ 0 h 1446"/>
              <a:gd name="connsiteX0" fmla="*/ 10000 w 10000"/>
              <a:gd name="connsiteY0" fmla="*/ 491 h 491"/>
              <a:gd name="connsiteX1" fmla="*/ 457 w 10000"/>
              <a:gd name="connsiteY1" fmla="*/ 491 h 491"/>
              <a:gd name="connsiteX2" fmla="*/ 0 w 10000"/>
              <a:gd name="connsiteY2" fmla="*/ 0 h 491"/>
              <a:gd name="connsiteX0" fmla="*/ 457 w 457"/>
              <a:gd name="connsiteY0" fmla="*/ 10000 h 10000"/>
              <a:gd name="connsiteX1" fmla="*/ 0 w 457"/>
              <a:gd name="connsiteY1" fmla="*/ 0 h 10000"/>
            </a:gdLst>
            <a:ahLst/>
            <a:cxnLst>
              <a:cxn ang="0">
                <a:pos x="connsiteX0" y="connsiteY0"/>
              </a:cxn>
              <a:cxn ang="0">
                <a:pos x="connsiteX1" y="connsiteY1"/>
              </a:cxn>
            </a:cxnLst>
            <a:rect l="l" t="t" r="r" b="b"/>
            <a:pathLst>
              <a:path w="457" h="10000">
                <a:moveTo>
                  <a:pt x="457" y="10000"/>
                </a:moveTo>
                <a:cubicBezTo>
                  <a:pt x="206" y="10000"/>
                  <a:pt x="0" y="5499"/>
                  <a:pt x="0" y="0"/>
                </a:cubicBezTo>
              </a:path>
            </a:pathLst>
          </a:custGeom>
          <a:noFill/>
          <a:ln w="3175" cap="flat">
            <a:solidFill>
              <a:schemeClr val="tx2">
                <a:alpha val="5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sz="2514" dirty="0">
              <a:solidFill>
                <a:schemeClr val="accent3">
                  <a:lumMod val="50000"/>
                </a:schemeClr>
              </a:solidFill>
            </a:endParaRPr>
          </a:p>
        </p:txBody>
      </p:sp>
      <p:sp>
        <p:nvSpPr>
          <p:cNvPr id="11" name="Title 10"/>
          <p:cNvSpPr>
            <a:spLocks noGrp="1"/>
          </p:cNvSpPr>
          <p:nvPr>
            <p:ph type="title"/>
          </p:nvPr>
        </p:nvSpPr>
        <p:spPr/>
        <p:txBody>
          <a:bodyPr/>
          <a:lstStyle/>
          <a:p>
            <a:r>
              <a:rPr lang="en-US" dirty="0"/>
              <a:t>Dot Chart</a:t>
            </a:r>
          </a:p>
        </p:txBody>
      </p:sp>
      <p:sp>
        <p:nvSpPr>
          <p:cNvPr id="47" name="모서리가 둥근 직사각형 46"/>
          <p:cNvSpPr/>
          <p:nvPr/>
        </p:nvSpPr>
        <p:spPr>
          <a:xfrm>
            <a:off x="958496" y="1003300"/>
            <a:ext cx="3625850" cy="3333750"/>
          </a:xfrm>
          <a:prstGeom prst="roundRect">
            <a:avLst>
              <a:gd name="adj" fmla="val 3355"/>
            </a:avLst>
          </a:prstGeom>
          <a:pattFill prst="smGrid">
            <a:fgClr>
              <a:schemeClr val="accent6">
                <a:lumMod val="95000"/>
              </a:schemeClr>
            </a:fgClr>
            <a:bgClr>
              <a:schemeClr val="accent6"/>
            </a:bgClr>
          </a:pattFill>
          <a:ln w="31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cxnSp>
        <p:nvCxnSpPr>
          <p:cNvPr id="4" name="직선 연결선 3"/>
          <p:cNvCxnSpPr/>
          <p:nvPr/>
        </p:nvCxnSpPr>
        <p:spPr>
          <a:xfrm>
            <a:off x="847767" y="999796"/>
            <a:ext cx="0" cy="3229309"/>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64250" y="941828"/>
            <a:ext cx="186244" cy="92333"/>
          </a:xfrm>
          <a:prstGeom prst="rect">
            <a:avLst/>
          </a:prstGeom>
          <a:noFill/>
        </p:spPr>
        <p:txBody>
          <a:bodyPr wrap="square" lIns="0" tIns="0" rIns="0" bIns="0" rtlCol="0">
            <a:spAutoFit/>
          </a:bodyPr>
          <a:lstStyle/>
          <a:p>
            <a:pPr algn="r"/>
            <a:r>
              <a:rPr lang="nb-NO" altLang="ko-KR" sz="600" b="1" dirty="0">
                <a:gradFill>
                  <a:gsLst>
                    <a:gs pos="0">
                      <a:schemeClr val="tx2"/>
                    </a:gs>
                    <a:gs pos="100000">
                      <a:schemeClr val="tx2"/>
                    </a:gs>
                  </a:gsLst>
                  <a:lin ang="5400000" scaled="0"/>
                </a:gradFill>
                <a:latin typeface="Roboto Condensed Regular"/>
                <a:ea typeface="Roboto Light" pitchFamily="2" charset="0"/>
                <a:cs typeface="Roboto Condensed Regular"/>
              </a:rPr>
              <a:t>High</a:t>
            </a:r>
            <a:endParaRPr lang="ko-KR" altLang="en-US" sz="600" b="1" dirty="0">
              <a:gradFill>
                <a:gsLst>
                  <a:gs pos="0">
                    <a:schemeClr val="tx2"/>
                  </a:gs>
                  <a:gs pos="100000">
                    <a:schemeClr val="tx2"/>
                  </a:gs>
                </a:gsLst>
                <a:lin ang="5400000" scaled="0"/>
              </a:gradFill>
              <a:latin typeface="Roboto Condensed Regular"/>
              <a:ea typeface="Roboto Light" pitchFamily="2" charset="0"/>
              <a:cs typeface="Roboto Condensed Regular"/>
            </a:endParaRPr>
          </a:p>
        </p:txBody>
      </p:sp>
      <p:sp>
        <p:nvSpPr>
          <p:cNvPr id="19" name="TextBox 18"/>
          <p:cNvSpPr txBox="1"/>
          <p:nvPr/>
        </p:nvSpPr>
        <p:spPr>
          <a:xfrm>
            <a:off x="564250" y="4197116"/>
            <a:ext cx="186244" cy="92333"/>
          </a:xfrm>
          <a:prstGeom prst="rect">
            <a:avLst/>
          </a:prstGeom>
          <a:noFill/>
        </p:spPr>
        <p:txBody>
          <a:bodyPr wrap="square" lIns="0" tIns="0" rIns="0" bIns="0" rtlCol="0">
            <a:spAutoFit/>
          </a:bodyPr>
          <a:lstStyle/>
          <a:p>
            <a:pPr algn="r"/>
            <a:r>
              <a:rPr lang="nb-NO" altLang="ko-KR" sz="600" b="1" dirty="0">
                <a:gradFill>
                  <a:gsLst>
                    <a:gs pos="0">
                      <a:schemeClr val="tx2"/>
                    </a:gs>
                    <a:gs pos="100000">
                      <a:schemeClr val="tx2"/>
                    </a:gs>
                  </a:gsLst>
                  <a:lin ang="5400000" scaled="0"/>
                </a:gradFill>
                <a:latin typeface="Roboto Condensed Regular"/>
                <a:ea typeface="Roboto Light" pitchFamily="2" charset="0"/>
                <a:cs typeface="Roboto Condensed Regular"/>
              </a:rPr>
              <a:t>Low</a:t>
            </a:r>
            <a:endParaRPr lang="ko-KR" altLang="en-US" sz="600" b="1" dirty="0">
              <a:gradFill>
                <a:gsLst>
                  <a:gs pos="0">
                    <a:schemeClr val="tx2"/>
                  </a:gs>
                  <a:gs pos="100000">
                    <a:schemeClr val="tx2"/>
                  </a:gs>
                </a:gsLst>
                <a:lin ang="5400000" scaled="0"/>
              </a:gradFill>
              <a:latin typeface="Roboto Condensed Regular"/>
              <a:ea typeface="Roboto Light" pitchFamily="2" charset="0"/>
              <a:cs typeface="Roboto Condensed Regular"/>
            </a:endParaRPr>
          </a:p>
        </p:txBody>
      </p:sp>
      <p:sp>
        <p:nvSpPr>
          <p:cNvPr id="21" name="TextBox 20"/>
          <p:cNvSpPr txBox="1"/>
          <p:nvPr/>
        </p:nvSpPr>
        <p:spPr>
          <a:xfrm rot="16200000">
            <a:off x="240066" y="2545201"/>
            <a:ext cx="100435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Firtst Keyword</a:t>
            </a:r>
            <a:endParaRPr lang="ko-KR" altLang="en-US" sz="900" b="1" dirty="0">
              <a:gradFill>
                <a:gsLst>
                  <a:gs pos="0">
                    <a:schemeClr val="tx2"/>
                  </a:gs>
                  <a:gs pos="100000">
                    <a:schemeClr val="tx2"/>
                  </a:gs>
                </a:gsLst>
                <a:lin ang="5400000" scaled="0"/>
              </a:gradFill>
            </a:endParaRPr>
          </a:p>
        </p:txBody>
      </p:sp>
      <p:cxnSp>
        <p:nvCxnSpPr>
          <p:cNvPr id="22" name="직선 연결선 21"/>
          <p:cNvCxnSpPr/>
          <p:nvPr/>
        </p:nvCxnSpPr>
        <p:spPr>
          <a:xfrm>
            <a:off x="847767" y="2281070"/>
            <a:ext cx="0" cy="66675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5400000">
            <a:off x="2797951" y="2678580"/>
            <a:ext cx="0" cy="352800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295777" y="4490057"/>
            <a:ext cx="100435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Second Keyword</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34" name="직선 연결선 33"/>
          <p:cNvCxnSpPr/>
          <p:nvPr/>
        </p:nvCxnSpPr>
        <p:spPr>
          <a:xfrm flipH="1">
            <a:off x="2415680" y="4442580"/>
            <a:ext cx="764551"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2848755" y="4676780"/>
            <a:ext cx="1763713" cy="219075"/>
          </a:xfrm>
          <a:prstGeom prst="rect">
            <a:avLst/>
          </a:prstGeom>
          <a:noFill/>
        </p:spPr>
        <p:txBody>
          <a:bodyPr wrap="square" lIns="0" tIns="0" rIns="0" bIns="0" rtlCol="0">
            <a:noAutofit/>
          </a:bodyPr>
          <a:lstStyle/>
          <a:p>
            <a:pPr algn="r">
              <a:spcAft>
                <a:spcPts val="300"/>
              </a:spcAft>
            </a:pPr>
            <a:r>
              <a:rPr lang="fr-FR"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rPr>
              <a:t>(Quisque cursus, metus vitae pharetra auctor.)</a:t>
            </a:r>
            <a:endParaRPr lang="en-US" sz="700" dirty="0">
              <a:gradFill>
                <a:gsLst>
                  <a:gs pos="0">
                    <a:schemeClr val="tx2">
                      <a:alpha val="50000"/>
                    </a:schemeClr>
                  </a:gs>
                  <a:gs pos="100000">
                    <a:schemeClr val="tx2">
                      <a:alpha val="50000"/>
                    </a:schemeClr>
                  </a:gs>
                </a:gsLst>
                <a:lin ang="5400000" scaled="0"/>
              </a:gradFill>
              <a:latin typeface="Roboto Condensed Regular"/>
              <a:cs typeface="Roboto Condensed Regular"/>
            </a:endParaRPr>
          </a:p>
        </p:txBody>
      </p:sp>
      <p:sp>
        <p:nvSpPr>
          <p:cNvPr id="32" name="TextBox 31"/>
          <p:cNvSpPr txBox="1"/>
          <p:nvPr/>
        </p:nvSpPr>
        <p:spPr>
          <a:xfrm>
            <a:off x="923428" y="4518253"/>
            <a:ext cx="186244" cy="92333"/>
          </a:xfrm>
          <a:prstGeom prst="rect">
            <a:avLst/>
          </a:prstGeom>
          <a:noFill/>
        </p:spPr>
        <p:txBody>
          <a:bodyPr wrap="square" lIns="0" tIns="0" rIns="0" bIns="0" rtlCol="0">
            <a:spAutoFit/>
          </a:bodyPr>
          <a:lstStyle/>
          <a:p>
            <a:pPr algn="ctr"/>
            <a:r>
              <a:rPr lang="nb-NO" altLang="ko-KR" sz="600" b="1" dirty="0">
                <a:gradFill>
                  <a:gsLst>
                    <a:gs pos="0">
                      <a:schemeClr val="tx2"/>
                    </a:gs>
                    <a:gs pos="100000">
                      <a:schemeClr val="tx2"/>
                    </a:gs>
                  </a:gsLst>
                  <a:lin ang="5400000" scaled="0"/>
                </a:gradFill>
                <a:latin typeface="Roboto Condensed Regular"/>
                <a:ea typeface="Roboto Light" pitchFamily="2" charset="0"/>
                <a:cs typeface="Roboto Condensed Regular"/>
              </a:rPr>
              <a:t>Low</a:t>
            </a:r>
            <a:endParaRPr lang="ko-KR" altLang="en-US" sz="600" b="1" dirty="0">
              <a:gradFill>
                <a:gsLst>
                  <a:gs pos="0">
                    <a:schemeClr val="tx2"/>
                  </a:gs>
                  <a:gs pos="100000">
                    <a:schemeClr val="tx2"/>
                  </a:gs>
                </a:gsLst>
                <a:lin ang="5400000" scaled="0"/>
              </a:gradFill>
              <a:latin typeface="Roboto Condensed Regular"/>
              <a:ea typeface="Roboto Light" pitchFamily="2" charset="0"/>
              <a:cs typeface="Roboto Condensed Regular"/>
            </a:endParaRPr>
          </a:p>
        </p:txBody>
      </p:sp>
      <p:grpSp>
        <p:nvGrpSpPr>
          <p:cNvPr id="41" name="그룹 40"/>
          <p:cNvGrpSpPr/>
          <p:nvPr/>
        </p:nvGrpSpPr>
        <p:grpSpPr>
          <a:xfrm>
            <a:off x="4486234" y="4372341"/>
            <a:ext cx="186244" cy="238248"/>
            <a:chOff x="6594787" y="4372334"/>
            <a:chExt cx="186244" cy="238247"/>
          </a:xfrm>
        </p:grpSpPr>
        <p:sp>
          <p:nvSpPr>
            <p:cNvPr id="35" name="Freeform 7"/>
            <p:cNvSpPr>
              <a:spLocks noEditPoints="1"/>
            </p:cNvSpPr>
            <p:nvPr/>
          </p:nvSpPr>
          <p:spPr bwMode="auto">
            <a:xfrm rot="5400000">
              <a:off x="6617663" y="4371372"/>
              <a:ext cx="140493" cy="142418"/>
            </a:xfrm>
            <a:custGeom>
              <a:avLst/>
              <a:gdLst>
                <a:gd name="T0" fmla="*/ 31 w 61"/>
                <a:gd name="T1" fmla="*/ 0 h 60"/>
                <a:gd name="T2" fmla="*/ 0 w 61"/>
                <a:gd name="T3" fmla="*/ 30 h 60"/>
                <a:gd name="T4" fmla="*/ 31 w 61"/>
                <a:gd name="T5" fmla="*/ 60 h 60"/>
                <a:gd name="T6" fmla="*/ 61 w 61"/>
                <a:gd name="T7" fmla="*/ 30 h 60"/>
                <a:gd name="T8" fmla="*/ 31 w 61"/>
                <a:gd name="T9" fmla="*/ 0 h 60"/>
                <a:gd name="T10" fmla="*/ 37 w 61"/>
                <a:gd name="T11" fmla="*/ 53 h 60"/>
                <a:gd name="T12" fmla="*/ 37 w 61"/>
                <a:gd name="T13" fmla="*/ 32 h 60"/>
                <a:gd name="T14" fmla="*/ 47 w 61"/>
                <a:gd name="T15" fmla="*/ 32 h 60"/>
                <a:gd name="T16" fmla="*/ 31 w 61"/>
                <a:gd name="T17" fmla="*/ 13 h 60"/>
                <a:gd name="T18" fmla="*/ 14 w 61"/>
                <a:gd name="T19" fmla="*/ 32 h 60"/>
                <a:gd name="T20" fmla="*/ 24 w 61"/>
                <a:gd name="T21" fmla="*/ 32 h 60"/>
                <a:gd name="T22" fmla="*/ 24 w 61"/>
                <a:gd name="T23" fmla="*/ 53 h 60"/>
                <a:gd name="T24" fmla="*/ 6 w 61"/>
                <a:gd name="T25" fmla="*/ 30 h 60"/>
                <a:gd name="T26" fmla="*/ 31 w 61"/>
                <a:gd name="T27" fmla="*/ 6 h 60"/>
                <a:gd name="T28" fmla="*/ 55 w 61"/>
                <a:gd name="T29" fmla="*/ 30 h 60"/>
                <a:gd name="T30" fmla="*/ 37 w 61"/>
                <a:gd name="T31"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31" y="0"/>
                  </a:moveTo>
                  <a:cubicBezTo>
                    <a:pt x="14" y="0"/>
                    <a:pt x="0" y="13"/>
                    <a:pt x="0" y="30"/>
                  </a:cubicBezTo>
                  <a:cubicBezTo>
                    <a:pt x="0" y="46"/>
                    <a:pt x="14" y="60"/>
                    <a:pt x="31" y="60"/>
                  </a:cubicBezTo>
                  <a:cubicBezTo>
                    <a:pt x="47" y="60"/>
                    <a:pt x="61" y="46"/>
                    <a:pt x="61" y="30"/>
                  </a:cubicBezTo>
                  <a:cubicBezTo>
                    <a:pt x="61" y="13"/>
                    <a:pt x="47" y="0"/>
                    <a:pt x="31" y="0"/>
                  </a:cubicBezTo>
                  <a:close/>
                  <a:moveTo>
                    <a:pt x="37" y="53"/>
                  </a:moveTo>
                  <a:cubicBezTo>
                    <a:pt x="37" y="32"/>
                    <a:pt x="37" y="32"/>
                    <a:pt x="37" y="32"/>
                  </a:cubicBezTo>
                  <a:cubicBezTo>
                    <a:pt x="47" y="32"/>
                    <a:pt x="47" y="32"/>
                    <a:pt x="47" y="32"/>
                  </a:cubicBezTo>
                  <a:cubicBezTo>
                    <a:pt x="31" y="13"/>
                    <a:pt x="31" y="13"/>
                    <a:pt x="31" y="13"/>
                  </a:cubicBezTo>
                  <a:cubicBezTo>
                    <a:pt x="14" y="32"/>
                    <a:pt x="14" y="32"/>
                    <a:pt x="14" y="32"/>
                  </a:cubicBezTo>
                  <a:cubicBezTo>
                    <a:pt x="24" y="32"/>
                    <a:pt x="24" y="32"/>
                    <a:pt x="24" y="32"/>
                  </a:cubicBezTo>
                  <a:cubicBezTo>
                    <a:pt x="24" y="53"/>
                    <a:pt x="24" y="53"/>
                    <a:pt x="24" y="53"/>
                  </a:cubicBezTo>
                  <a:cubicBezTo>
                    <a:pt x="14" y="50"/>
                    <a:pt x="6" y="41"/>
                    <a:pt x="6" y="30"/>
                  </a:cubicBezTo>
                  <a:cubicBezTo>
                    <a:pt x="6" y="17"/>
                    <a:pt x="17" y="6"/>
                    <a:pt x="31" y="6"/>
                  </a:cubicBezTo>
                  <a:cubicBezTo>
                    <a:pt x="44" y="6"/>
                    <a:pt x="55" y="17"/>
                    <a:pt x="55" y="30"/>
                  </a:cubicBezTo>
                  <a:cubicBezTo>
                    <a:pt x="55" y="41"/>
                    <a:pt x="47" y="50"/>
                    <a:pt x="37" y="5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0" name="TextBox 39"/>
            <p:cNvSpPr txBox="1"/>
            <p:nvPr/>
          </p:nvSpPr>
          <p:spPr>
            <a:xfrm>
              <a:off x="6594787" y="4518248"/>
              <a:ext cx="186244" cy="92333"/>
            </a:xfrm>
            <a:prstGeom prst="rect">
              <a:avLst/>
            </a:prstGeom>
            <a:noFill/>
          </p:spPr>
          <p:txBody>
            <a:bodyPr wrap="square" lIns="0" tIns="0" rIns="0" bIns="0" rtlCol="0">
              <a:spAutoFit/>
            </a:bodyPr>
            <a:lstStyle/>
            <a:p>
              <a:pPr algn="ctr"/>
              <a:r>
                <a:rPr lang="nb-NO" altLang="ko-KR" sz="600" b="1" dirty="0">
                  <a:gradFill>
                    <a:gsLst>
                      <a:gs pos="0">
                        <a:schemeClr val="tx2"/>
                      </a:gs>
                      <a:gs pos="100000">
                        <a:schemeClr val="tx2"/>
                      </a:gs>
                    </a:gsLst>
                    <a:lin ang="5400000" scaled="0"/>
                  </a:gradFill>
                  <a:latin typeface="Roboto Condensed Regular"/>
                  <a:ea typeface="Roboto Light" pitchFamily="2" charset="0"/>
                  <a:cs typeface="Roboto Condensed Regular"/>
                </a:rPr>
                <a:t>High</a:t>
              </a:r>
              <a:endParaRPr lang="ko-KR" altLang="en-US" sz="600" b="1" dirty="0">
                <a:gradFill>
                  <a:gsLst>
                    <a:gs pos="0">
                      <a:schemeClr val="tx2"/>
                    </a:gs>
                    <a:gs pos="100000">
                      <a:schemeClr val="tx2"/>
                    </a:gs>
                  </a:gsLst>
                  <a:lin ang="5400000" scaled="0"/>
                </a:gradFill>
                <a:latin typeface="Roboto Condensed Regular"/>
                <a:ea typeface="Roboto Light" pitchFamily="2" charset="0"/>
                <a:cs typeface="Roboto Condensed Regular"/>
              </a:endParaRPr>
            </a:p>
          </p:txBody>
        </p:sp>
      </p:grpSp>
      <p:grpSp>
        <p:nvGrpSpPr>
          <p:cNvPr id="60" name="그룹 59"/>
          <p:cNvGrpSpPr/>
          <p:nvPr/>
        </p:nvGrpSpPr>
        <p:grpSpPr>
          <a:xfrm>
            <a:off x="1085659" y="3766962"/>
            <a:ext cx="534079" cy="189106"/>
            <a:chOff x="3259060" y="3851267"/>
            <a:chExt cx="534079" cy="189106"/>
          </a:xfrm>
        </p:grpSpPr>
        <p:sp>
          <p:nvSpPr>
            <p:cNvPr id="59" name="십자형 58"/>
            <p:cNvSpPr/>
            <p:nvPr/>
          </p:nvSpPr>
          <p:spPr>
            <a:xfrm>
              <a:off x="3488633" y="3965440"/>
              <a:ext cx="74933" cy="74933"/>
            </a:xfrm>
            <a:prstGeom prst="plus">
              <a:avLst>
                <a:gd name="adj" fmla="val 37851"/>
              </a:avLst>
            </a:prstGeom>
            <a:solidFill>
              <a:schemeClr val="bg2"/>
            </a:solidFill>
            <a:ln w="3175"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dirty="0"/>
            </a:p>
          </p:txBody>
        </p:sp>
        <p:sp>
          <p:nvSpPr>
            <p:cNvPr id="61" name="TextBox 60"/>
            <p:cNvSpPr txBox="1"/>
            <p:nvPr/>
          </p:nvSpPr>
          <p:spPr>
            <a:xfrm>
              <a:off x="3259060" y="3851267"/>
              <a:ext cx="534079" cy="92333"/>
            </a:xfrm>
            <a:prstGeom prst="rect">
              <a:avLst/>
            </a:prstGeom>
            <a:noFill/>
          </p:spPr>
          <p:txBody>
            <a:bodyPr wrap="square" lIns="0" tIns="0" rIns="0" bIns="0" rtlCol="0">
              <a:spAutoFit/>
            </a:bodyPr>
            <a:lstStyle/>
            <a:p>
              <a:pPr algn="ctr"/>
              <a:r>
                <a:rPr lang="nb-NO" altLang="ko-KR" sz="600" dirty="0">
                  <a:gradFill>
                    <a:gsLst>
                      <a:gs pos="0">
                        <a:schemeClr val="tx2"/>
                      </a:gs>
                      <a:gs pos="100000">
                        <a:schemeClr val="tx2"/>
                      </a:gs>
                    </a:gsLst>
                    <a:lin ang="5400000" scaled="0"/>
                  </a:gradFill>
                  <a:latin typeface="Roboto Condensed Regular"/>
                  <a:ea typeface="Roboto Light" pitchFamily="2" charset="0"/>
                </a:rPr>
                <a:t>Keyword</a:t>
              </a:r>
              <a:endParaRPr lang="ko-KR" altLang="en-US" sz="600" dirty="0">
                <a:gradFill>
                  <a:gsLst>
                    <a:gs pos="0">
                      <a:schemeClr val="tx2"/>
                    </a:gs>
                    <a:gs pos="100000">
                      <a:schemeClr val="tx2"/>
                    </a:gs>
                  </a:gsLst>
                  <a:lin ang="5400000" scaled="0"/>
                </a:gradFill>
              </a:endParaRPr>
            </a:p>
          </p:txBody>
        </p:sp>
      </p:grpSp>
      <p:grpSp>
        <p:nvGrpSpPr>
          <p:cNvPr id="63" name="그룹 62"/>
          <p:cNvGrpSpPr/>
          <p:nvPr/>
        </p:nvGrpSpPr>
        <p:grpSpPr>
          <a:xfrm>
            <a:off x="1675803" y="3403797"/>
            <a:ext cx="534079" cy="189106"/>
            <a:chOff x="3259060" y="3851267"/>
            <a:chExt cx="534079" cy="189106"/>
          </a:xfrm>
        </p:grpSpPr>
        <p:sp>
          <p:nvSpPr>
            <p:cNvPr id="64" name="십자형 63"/>
            <p:cNvSpPr/>
            <p:nvPr/>
          </p:nvSpPr>
          <p:spPr>
            <a:xfrm>
              <a:off x="3488633" y="3965440"/>
              <a:ext cx="74933" cy="74933"/>
            </a:xfrm>
            <a:prstGeom prst="plus">
              <a:avLst>
                <a:gd name="adj" fmla="val 37851"/>
              </a:avLst>
            </a:prstGeom>
            <a:solidFill>
              <a:schemeClr val="bg2"/>
            </a:solidFill>
            <a:ln w="3175"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dirty="0"/>
            </a:p>
          </p:txBody>
        </p:sp>
        <p:sp>
          <p:nvSpPr>
            <p:cNvPr id="65" name="TextBox 64"/>
            <p:cNvSpPr txBox="1"/>
            <p:nvPr/>
          </p:nvSpPr>
          <p:spPr>
            <a:xfrm>
              <a:off x="3259060" y="3851267"/>
              <a:ext cx="534079" cy="92333"/>
            </a:xfrm>
            <a:prstGeom prst="rect">
              <a:avLst/>
            </a:prstGeom>
            <a:noFill/>
          </p:spPr>
          <p:txBody>
            <a:bodyPr wrap="square" lIns="0" tIns="0" rIns="0" bIns="0" rtlCol="0">
              <a:spAutoFit/>
            </a:bodyPr>
            <a:lstStyle/>
            <a:p>
              <a:pPr algn="ctr"/>
              <a:r>
                <a:rPr lang="nb-NO" altLang="ko-KR" sz="600" dirty="0">
                  <a:gradFill>
                    <a:gsLst>
                      <a:gs pos="0">
                        <a:schemeClr val="tx2"/>
                      </a:gs>
                      <a:gs pos="100000">
                        <a:schemeClr val="tx2"/>
                      </a:gs>
                    </a:gsLst>
                    <a:lin ang="5400000" scaled="0"/>
                  </a:gradFill>
                  <a:latin typeface="Roboto Condensed Regular"/>
                  <a:ea typeface="Roboto Light" pitchFamily="2" charset="0"/>
                </a:rPr>
                <a:t>Keyword</a:t>
              </a:r>
              <a:endParaRPr lang="ko-KR" altLang="en-US" sz="600" dirty="0">
                <a:gradFill>
                  <a:gsLst>
                    <a:gs pos="0">
                      <a:schemeClr val="tx2"/>
                    </a:gs>
                    <a:gs pos="100000">
                      <a:schemeClr val="tx2"/>
                    </a:gs>
                  </a:gsLst>
                  <a:lin ang="5400000" scaled="0"/>
                </a:gradFill>
                <a:latin typeface="Roboto Condensed Regular"/>
                <a:ea typeface="Roboto Light" pitchFamily="2" charset="0"/>
              </a:endParaRPr>
            </a:p>
          </p:txBody>
        </p:sp>
      </p:grpSp>
      <p:sp>
        <p:nvSpPr>
          <p:cNvPr id="67" name="타원 66"/>
          <p:cNvSpPr/>
          <p:nvPr/>
        </p:nvSpPr>
        <p:spPr>
          <a:xfrm>
            <a:off x="2813646" y="1147868"/>
            <a:ext cx="1634247" cy="1634247"/>
          </a:xfrm>
          <a:prstGeom prst="ellipse">
            <a:avLst/>
          </a:prstGeom>
          <a:pattFill prst="pct5">
            <a:fgClr>
              <a:schemeClr val="accent1">
                <a:lumMod val="75000"/>
              </a:schemeClr>
            </a:fgClr>
            <a:bgClr>
              <a:schemeClr val="accent6"/>
            </a:bgClr>
          </a:pattFill>
          <a:ln w="31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2" name="타원 61"/>
          <p:cNvSpPr/>
          <p:nvPr/>
        </p:nvSpPr>
        <p:spPr>
          <a:xfrm>
            <a:off x="3436215" y="1264598"/>
            <a:ext cx="901431" cy="901431"/>
          </a:xfrm>
          <a:prstGeom prst="ellipse">
            <a:avLst/>
          </a:prstGeom>
          <a:pattFill prst="dkDnDiag">
            <a:fgClr>
              <a:schemeClr val="accent1"/>
            </a:fgClr>
            <a:bgClr>
              <a:schemeClr val="bg2"/>
            </a:bgClr>
          </a:patt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66" name="그룹 65"/>
          <p:cNvGrpSpPr/>
          <p:nvPr/>
        </p:nvGrpSpPr>
        <p:grpSpPr>
          <a:xfrm>
            <a:off x="2456610" y="4072303"/>
            <a:ext cx="648217" cy="92333"/>
            <a:chOff x="4565160" y="4072263"/>
            <a:chExt cx="648217" cy="92332"/>
          </a:xfrm>
        </p:grpSpPr>
        <p:sp>
          <p:nvSpPr>
            <p:cNvPr id="69" name="십자형 68"/>
            <p:cNvSpPr/>
            <p:nvPr/>
          </p:nvSpPr>
          <p:spPr>
            <a:xfrm>
              <a:off x="4565160" y="4088657"/>
              <a:ext cx="74933" cy="74933"/>
            </a:xfrm>
            <a:prstGeom prst="plus">
              <a:avLst>
                <a:gd name="adj" fmla="val 37851"/>
              </a:avLst>
            </a:prstGeom>
            <a:solidFill>
              <a:schemeClr val="bg2"/>
            </a:solidFill>
            <a:ln w="3175"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dirty="0"/>
            </a:p>
          </p:txBody>
        </p:sp>
        <p:sp>
          <p:nvSpPr>
            <p:cNvPr id="70" name="TextBox 69"/>
            <p:cNvSpPr txBox="1"/>
            <p:nvPr/>
          </p:nvSpPr>
          <p:spPr>
            <a:xfrm>
              <a:off x="4679298" y="4072263"/>
              <a:ext cx="534079" cy="92332"/>
            </a:xfrm>
            <a:prstGeom prst="rect">
              <a:avLst/>
            </a:prstGeom>
            <a:noFill/>
          </p:spPr>
          <p:txBody>
            <a:bodyPr wrap="square" lIns="0" tIns="0" rIns="0" bIns="0" rtlCol="0">
              <a:spAutoFit/>
            </a:bodyPr>
            <a:lstStyle/>
            <a:p>
              <a:r>
                <a:rPr lang="nb-NO" altLang="ko-KR" sz="600" dirty="0">
                  <a:gradFill>
                    <a:gsLst>
                      <a:gs pos="0">
                        <a:schemeClr val="tx2"/>
                      </a:gs>
                      <a:gs pos="100000">
                        <a:schemeClr val="tx2"/>
                      </a:gs>
                    </a:gsLst>
                    <a:lin ang="5400000" scaled="0"/>
                  </a:gradFill>
                  <a:latin typeface="Roboto Condensed Regular"/>
                  <a:ea typeface="Roboto Light" pitchFamily="2" charset="0"/>
                </a:rPr>
                <a:t>Keyword</a:t>
              </a:r>
              <a:endParaRPr lang="ko-KR" altLang="en-US" sz="600"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72" name="그룹 71"/>
          <p:cNvGrpSpPr/>
          <p:nvPr/>
        </p:nvGrpSpPr>
        <p:grpSpPr>
          <a:xfrm>
            <a:off x="1451419" y="3987997"/>
            <a:ext cx="648217" cy="92333"/>
            <a:chOff x="4565160" y="4072263"/>
            <a:chExt cx="648217" cy="92332"/>
          </a:xfrm>
        </p:grpSpPr>
        <p:sp>
          <p:nvSpPr>
            <p:cNvPr id="73" name="십자형 72"/>
            <p:cNvSpPr/>
            <p:nvPr/>
          </p:nvSpPr>
          <p:spPr>
            <a:xfrm>
              <a:off x="4565160" y="4088657"/>
              <a:ext cx="74933" cy="74933"/>
            </a:xfrm>
            <a:prstGeom prst="plus">
              <a:avLst>
                <a:gd name="adj" fmla="val 37851"/>
              </a:avLst>
            </a:prstGeom>
            <a:solidFill>
              <a:schemeClr val="bg2"/>
            </a:solidFill>
            <a:ln w="3175"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dirty="0"/>
            </a:p>
          </p:txBody>
        </p:sp>
        <p:sp>
          <p:nvSpPr>
            <p:cNvPr id="74" name="TextBox 73"/>
            <p:cNvSpPr txBox="1"/>
            <p:nvPr/>
          </p:nvSpPr>
          <p:spPr>
            <a:xfrm>
              <a:off x="4679298" y="4072263"/>
              <a:ext cx="534079" cy="92332"/>
            </a:xfrm>
            <a:prstGeom prst="rect">
              <a:avLst/>
            </a:prstGeom>
            <a:noFill/>
          </p:spPr>
          <p:txBody>
            <a:bodyPr wrap="square" lIns="0" tIns="0" rIns="0" bIns="0" rtlCol="0">
              <a:spAutoFit/>
            </a:bodyPr>
            <a:lstStyle/>
            <a:p>
              <a:r>
                <a:rPr lang="nb-NO" altLang="ko-KR" sz="600" dirty="0">
                  <a:gradFill>
                    <a:gsLst>
                      <a:gs pos="0">
                        <a:schemeClr val="tx2"/>
                      </a:gs>
                      <a:gs pos="100000">
                        <a:schemeClr val="tx2"/>
                      </a:gs>
                    </a:gsLst>
                    <a:lin ang="5400000" scaled="0"/>
                  </a:gradFill>
                  <a:latin typeface="Roboto Condensed Regular"/>
                  <a:ea typeface="Roboto Light" pitchFamily="2" charset="0"/>
                </a:rPr>
                <a:t>Keyword</a:t>
              </a:r>
              <a:endParaRPr lang="ko-KR" altLang="en-US" sz="600"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75" name="그룹 74"/>
          <p:cNvGrpSpPr/>
          <p:nvPr/>
        </p:nvGrpSpPr>
        <p:grpSpPr>
          <a:xfrm>
            <a:off x="2411214" y="3170872"/>
            <a:ext cx="648217" cy="92333"/>
            <a:chOff x="4565160" y="4072263"/>
            <a:chExt cx="648217" cy="92332"/>
          </a:xfrm>
        </p:grpSpPr>
        <p:sp>
          <p:nvSpPr>
            <p:cNvPr id="76" name="십자형 75"/>
            <p:cNvSpPr/>
            <p:nvPr/>
          </p:nvSpPr>
          <p:spPr>
            <a:xfrm>
              <a:off x="4565160" y="4088657"/>
              <a:ext cx="74933" cy="74933"/>
            </a:xfrm>
            <a:prstGeom prst="plus">
              <a:avLst>
                <a:gd name="adj" fmla="val 37851"/>
              </a:avLst>
            </a:prstGeom>
            <a:solidFill>
              <a:schemeClr val="bg2"/>
            </a:solidFill>
            <a:ln w="3175"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dirty="0"/>
            </a:p>
          </p:txBody>
        </p:sp>
        <p:sp>
          <p:nvSpPr>
            <p:cNvPr id="77" name="TextBox 76"/>
            <p:cNvSpPr txBox="1"/>
            <p:nvPr/>
          </p:nvSpPr>
          <p:spPr>
            <a:xfrm>
              <a:off x="4679298" y="4072263"/>
              <a:ext cx="534079" cy="92332"/>
            </a:xfrm>
            <a:prstGeom prst="rect">
              <a:avLst/>
            </a:prstGeom>
            <a:noFill/>
          </p:spPr>
          <p:txBody>
            <a:bodyPr wrap="square" lIns="0" tIns="0" rIns="0" bIns="0" rtlCol="0">
              <a:spAutoFit/>
            </a:bodyPr>
            <a:lstStyle/>
            <a:p>
              <a:r>
                <a:rPr lang="nb-NO" altLang="ko-KR" sz="600" dirty="0">
                  <a:gradFill>
                    <a:gsLst>
                      <a:gs pos="0">
                        <a:schemeClr val="tx2"/>
                      </a:gs>
                      <a:gs pos="100000">
                        <a:schemeClr val="tx2"/>
                      </a:gs>
                    </a:gsLst>
                    <a:lin ang="5400000" scaled="0"/>
                  </a:gradFill>
                  <a:latin typeface="Roboto Condensed Regular"/>
                  <a:ea typeface="Roboto Light" pitchFamily="2" charset="0"/>
                </a:rPr>
                <a:t>Keyword</a:t>
              </a:r>
              <a:endParaRPr lang="ko-KR" altLang="en-US" sz="600"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71" name="그룹 70"/>
          <p:cNvGrpSpPr/>
          <p:nvPr/>
        </p:nvGrpSpPr>
        <p:grpSpPr>
          <a:xfrm>
            <a:off x="1844411" y="2502892"/>
            <a:ext cx="641732" cy="92333"/>
            <a:chOff x="3952965" y="2502867"/>
            <a:chExt cx="641732" cy="92332"/>
          </a:xfrm>
        </p:grpSpPr>
        <p:sp>
          <p:nvSpPr>
            <p:cNvPr id="79" name="십자형 78"/>
            <p:cNvSpPr/>
            <p:nvPr/>
          </p:nvSpPr>
          <p:spPr>
            <a:xfrm>
              <a:off x="4519764" y="2519261"/>
              <a:ext cx="74933" cy="74933"/>
            </a:xfrm>
            <a:prstGeom prst="plus">
              <a:avLst>
                <a:gd name="adj" fmla="val 37851"/>
              </a:avLst>
            </a:prstGeom>
            <a:solidFill>
              <a:schemeClr val="bg2"/>
            </a:solidFill>
            <a:ln w="3175"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dirty="0"/>
            </a:p>
          </p:txBody>
        </p:sp>
        <p:sp>
          <p:nvSpPr>
            <p:cNvPr id="80" name="TextBox 79"/>
            <p:cNvSpPr txBox="1"/>
            <p:nvPr/>
          </p:nvSpPr>
          <p:spPr>
            <a:xfrm>
              <a:off x="3952965" y="2502867"/>
              <a:ext cx="534079" cy="92332"/>
            </a:xfrm>
            <a:prstGeom prst="rect">
              <a:avLst/>
            </a:prstGeom>
            <a:noFill/>
          </p:spPr>
          <p:txBody>
            <a:bodyPr wrap="square" lIns="0" tIns="0" rIns="0" bIns="0" rtlCol="0">
              <a:spAutoFit/>
            </a:bodyPr>
            <a:lstStyle/>
            <a:p>
              <a:pPr algn="r"/>
              <a:r>
                <a:rPr lang="nb-NO" altLang="ko-KR" sz="600" dirty="0">
                  <a:gradFill>
                    <a:gsLst>
                      <a:gs pos="0">
                        <a:schemeClr val="tx2"/>
                      </a:gs>
                      <a:gs pos="100000">
                        <a:schemeClr val="tx2"/>
                      </a:gs>
                    </a:gsLst>
                    <a:lin ang="5400000" scaled="0"/>
                  </a:gradFill>
                  <a:latin typeface="Roboto Condensed Regular"/>
                  <a:ea typeface="Roboto Light" pitchFamily="2" charset="0"/>
                </a:rPr>
                <a:t>Keyword</a:t>
              </a:r>
              <a:endParaRPr lang="ko-KR" altLang="en-US" sz="600"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81" name="그룹 80"/>
          <p:cNvGrpSpPr/>
          <p:nvPr/>
        </p:nvGrpSpPr>
        <p:grpSpPr>
          <a:xfrm>
            <a:off x="3241305" y="2484186"/>
            <a:ext cx="667305" cy="121265"/>
            <a:chOff x="5349857" y="2484167"/>
            <a:chExt cx="667305" cy="121264"/>
          </a:xfrm>
        </p:grpSpPr>
        <p:sp>
          <p:nvSpPr>
            <p:cNvPr id="83" name="십자형 82"/>
            <p:cNvSpPr/>
            <p:nvPr/>
          </p:nvSpPr>
          <p:spPr>
            <a:xfrm>
              <a:off x="5349857" y="2506291"/>
              <a:ext cx="74933" cy="74933"/>
            </a:xfrm>
            <a:prstGeom prst="plus">
              <a:avLst>
                <a:gd name="adj" fmla="val 37851"/>
              </a:avLst>
            </a:prstGeom>
            <a:solidFill>
              <a:schemeClr val="accent1"/>
            </a:solidFill>
            <a:ln w="3175" cap="flat" cmpd="sng" algn="ctr">
              <a:solidFill>
                <a:schemeClr val="accent1">
                  <a:lumMod val="75000"/>
                  <a:alpha val="99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dirty="0"/>
            </a:p>
          </p:txBody>
        </p:sp>
        <p:sp>
          <p:nvSpPr>
            <p:cNvPr id="84" name="TextBox 83"/>
            <p:cNvSpPr txBox="1"/>
            <p:nvPr/>
          </p:nvSpPr>
          <p:spPr>
            <a:xfrm>
              <a:off x="5448362" y="2484167"/>
              <a:ext cx="568800" cy="121264"/>
            </a:xfrm>
            <a:prstGeom prst="roundRect">
              <a:avLst>
                <a:gd name="adj" fmla="val 20000"/>
              </a:avLst>
            </a:prstGeom>
            <a:solidFill>
              <a:schemeClr val="accent1"/>
            </a:solidFill>
            <a:ln w="3175">
              <a:solidFill>
                <a:schemeClr val="accent1">
                  <a:lumMod val="75000"/>
                </a:schemeClr>
              </a:solidFill>
            </a:ln>
            <a:effectLst>
              <a:outerShdw dist="12700" dir="2700000" algn="ctr" rotWithShape="0">
                <a:prstClr val="black">
                  <a:alpha val="10000"/>
                </a:prstClr>
              </a:outerShdw>
            </a:effectLst>
          </p:spPr>
          <p:txBody>
            <a:bodyPr wrap="square" lIns="0" tIns="0" rIns="0" bIns="0" rtlCol="0">
              <a:spAutoFit/>
            </a:bodyPr>
            <a:lstStyle>
              <a:defPPr>
                <a:defRPr lang="ko-KR"/>
              </a:defPPr>
              <a:lvl1pPr algn="ctr">
                <a:defRPr sz="700" b="1">
                  <a:gradFill>
                    <a:gsLst>
                      <a:gs pos="0">
                        <a:schemeClr val="bg2"/>
                      </a:gs>
                      <a:gs pos="100000">
                        <a:schemeClr val="bg2"/>
                      </a:gs>
                    </a:gsLst>
                    <a:lin ang="5400000" scaled="0"/>
                  </a:gradFill>
                  <a:latin typeface="Roboto Condensed Regular"/>
                  <a:ea typeface="Roboto Light" pitchFamily="2" charset="0"/>
                </a:defRPr>
              </a:lvl1pPr>
            </a:lstStyle>
            <a:p>
              <a:r>
                <a:rPr lang="nb-NO" altLang="ko-KR" dirty="0"/>
                <a:t>Main Keyword</a:t>
              </a:r>
              <a:endParaRPr lang="ko-KR" altLang="en-US" dirty="0"/>
            </a:p>
          </p:txBody>
        </p:sp>
      </p:grpSp>
      <p:grpSp>
        <p:nvGrpSpPr>
          <p:cNvPr id="86" name="그룹 85"/>
          <p:cNvGrpSpPr/>
          <p:nvPr/>
        </p:nvGrpSpPr>
        <p:grpSpPr>
          <a:xfrm>
            <a:off x="3874353" y="2046524"/>
            <a:ext cx="464789" cy="121265"/>
            <a:chOff x="5349857" y="2484167"/>
            <a:chExt cx="464789" cy="121264"/>
          </a:xfrm>
        </p:grpSpPr>
        <p:sp>
          <p:nvSpPr>
            <p:cNvPr id="87" name="십자형 86"/>
            <p:cNvSpPr/>
            <p:nvPr/>
          </p:nvSpPr>
          <p:spPr>
            <a:xfrm>
              <a:off x="5349857" y="2506291"/>
              <a:ext cx="74933" cy="74933"/>
            </a:xfrm>
            <a:prstGeom prst="plus">
              <a:avLst>
                <a:gd name="adj" fmla="val 37851"/>
              </a:avLst>
            </a:prstGeom>
            <a:solidFill>
              <a:schemeClr val="accent1"/>
            </a:solidFill>
            <a:ln w="3175" cap="flat" cmpd="sng" algn="ctr">
              <a:solidFill>
                <a:schemeClr val="accent1">
                  <a:lumMod val="75000"/>
                  <a:alpha val="99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dirty="0"/>
            </a:p>
          </p:txBody>
        </p:sp>
        <p:sp>
          <p:nvSpPr>
            <p:cNvPr id="88" name="TextBox 87"/>
            <p:cNvSpPr txBox="1"/>
            <p:nvPr/>
          </p:nvSpPr>
          <p:spPr>
            <a:xfrm>
              <a:off x="5456179" y="2484167"/>
              <a:ext cx="358467" cy="121264"/>
            </a:xfrm>
            <a:prstGeom prst="roundRect">
              <a:avLst>
                <a:gd name="adj" fmla="val 20000"/>
              </a:avLst>
            </a:prstGeom>
            <a:solidFill>
              <a:schemeClr val="bg2"/>
            </a:solidFill>
            <a:ln w="3175">
              <a:solidFill>
                <a:schemeClr val="accent1"/>
              </a:solidFill>
            </a:ln>
            <a:effectLst>
              <a:outerShdw dist="12700" dir="2700000" algn="ctr" rotWithShape="0">
                <a:prstClr val="black">
                  <a:alpha val="10000"/>
                </a:prstClr>
              </a:outerShdw>
            </a:effectLst>
          </p:spPr>
          <p:txBody>
            <a:bodyPr wrap="square" lIns="0" tIns="0" rIns="0" bIns="0" rtlCol="0">
              <a:spAutoFit/>
            </a:bodyPr>
            <a:lstStyle>
              <a:defPPr>
                <a:defRPr lang="ko-KR"/>
              </a:defPPr>
              <a:lvl1pPr algn="ctr">
                <a:defRPr sz="700" b="1">
                  <a:gradFill>
                    <a:gsLst>
                      <a:gs pos="0">
                        <a:schemeClr val="accent1"/>
                      </a:gs>
                      <a:gs pos="100000">
                        <a:schemeClr val="accent1"/>
                      </a:gs>
                    </a:gsLst>
                    <a:lin ang="5400000" scaled="0"/>
                  </a:gradFill>
                  <a:latin typeface="Roboto Condensed Regular"/>
                  <a:ea typeface="Roboto Light" pitchFamily="2" charset="0"/>
                </a:defRPr>
              </a:lvl1pPr>
            </a:lstStyle>
            <a:p>
              <a:r>
                <a:rPr lang="nb-NO" altLang="ko-KR" dirty="0"/>
                <a:t>Keyword</a:t>
              </a:r>
              <a:endParaRPr lang="ko-KR" altLang="en-US" dirty="0"/>
            </a:p>
          </p:txBody>
        </p:sp>
      </p:grpSp>
      <p:grpSp>
        <p:nvGrpSpPr>
          <p:cNvPr id="85" name="그룹 84"/>
          <p:cNvGrpSpPr/>
          <p:nvPr/>
        </p:nvGrpSpPr>
        <p:grpSpPr>
          <a:xfrm>
            <a:off x="2855259" y="2015255"/>
            <a:ext cx="358467" cy="222101"/>
            <a:chOff x="4963810" y="2015246"/>
            <a:chExt cx="358467" cy="222101"/>
          </a:xfrm>
        </p:grpSpPr>
        <p:sp>
          <p:nvSpPr>
            <p:cNvPr id="90" name="십자형 89"/>
            <p:cNvSpPr/>
            <p:nvPr/>
          </p:nvSpPr>
          <p:spPr>
            <a:xfrm>
              <a:off x="5107580" y="2162414"/>
              <a:ext cx="74933" cy="74933"/>
            </a:xfrm>
            <a:prstGeom prst="plus">
              <a:avLst>
                <a:gd name="adj" fmla="val 37851"/>
              </a:avLst>
            </a:prstGeom>
            <a:solidFill>
              <a:schemeClr val="accent1"/>
            </a:solidFill>
            <a:ln w="3175" cap="flat" cmpd="sng" algn="ctr">
              <a:solidFill>
                <a:schemeClr val="accent1">
                  <a:lumMod val="75000"/>
                  <a:alpha val="99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dirty="0"/>
            </a:p>
          </p:txBody>
        </p:sp>
        <p:sp>
          <p:nvSpPr>
            <p:cNvPr id="91" name="TextBox 90"/>
            <p:cNvSpPr txBox="1"/>
            <p:nvPr/>
          </p:nvSpPr>
          <p:spPr>
            <a:xfrm>
              <a:off x="4963810" y="2015246"/>
              <a:ext cx="358467" cy="121265"/>
            </a:xfrm>
            <a:prstGeom prst="roundRect">
              <a:avLst>
                <a:gd name="adj" fmla="val 20000"/>
              </a:avLst>
            </a:prstGeom>
            <a:solidFill>
              <a:schemeClr val="bg2"/>
            </a:solidFill>
            <a:ln w="3175">
              <a:solidFill>
                <a:schemeClr val="accent1"/>
              </a:solidFill>
            </a:ln>
            <a:effectLst>
              <a:outerShdw dist="12700" dir="2700000" algn="ctr" rotWithShape="0">
                <a:prstClr val="black">
                  <a:alpha val="10000"/>
                </a:prstClr>
              </a:outerShdw>
            </a:effectLst>
          </p:spPr>
          <p:txBody>
            <a:bodyPr wrap="square" lIns="0" tIns="0" rIns="0" bIns="0" rtlCol="0">
              <a:spAutoFit/>
            </a:bodyPr>
            <a:lstStyle>
              <a:defPPr>
                <a:defRPr lang="ko-KR"/>
              </a:defPPr>
              <a:lvl1pPr algn="ctr">
                <a:defRPr sz="700" b="1">
                  <a:gradFill>
                    <a:gsLst>
                      <a:gs pos="0">
                        <a:schemeClr val="accent1"/>
                      </a:gs>
                      <a:gs pos="100000">
                        <a:schemeClr val="accent1"/>
                      </a:gs>
                    </a:gsLst>
                    <a:lin ang="5400000" scaled="0"/>
                  </a:gradFill>
                  <a:latin typeface="Roboto Condensed Regular"/>
                  <a:ea typeface="Roboto Light" pitchFamily="2" charset="0"/>
                </a:defRPr>
              </a:lvl1pPr>
            </a:lstStyle>
            <a:p>
              <a:r>
                <a:rPr lang="nb-NO" altLang="ko-KR" dirty="0"/>
                <a:t>Keyword</a:t>
              </a:r>
              <a:endParaRPr lang="ko-KR" altLang="en-US" dirty="0"/>
            </a:p>
          </p:txBody>
        </p:sp>
      </p:grpSp>
      <p:grpSp>
        <p:nvGrpSpPr>
          <p:cNvPr id="93" name="그룹 92"/>
          <p:cNvGrpSpPr/>
          <p:nvPr/>
        </p:nvGrpSpPr>
        <p:grpSpPr>
          <a:xfrm>
            <a:off x="3886890" y="1718272"/>
            <a:ext cx="358467" cy="222101"/>
            <a:chOff x="4963810" y="2015246"/>
            <a:chExt cx="358467" cy="222101"/>
          </a:xfrm>
        </p:grpSpPr>
        <p:sp>
          <p:nvSpPr>
            <p:cNvPr id="94" name="십자형 93"/>
            <p:cNvSpPr/>
            <p:nvPr/>
          </p:nvSpPr>
          <p:spPr>
            <a:xfrm>
              <a:off x="5107580" y="2162414"/>
              <a:ext cx="74933" cy="74933"/>
            </a:xfrm>
            <a:prstGeom prst="plus">
              <a:avLst>
                <a:gd name="adj" fmla="val 37851"/>
              </a:avLst>
            </a:prstGeom>
            <a:solidFill>
              <a:schemeClr val="accent1"/>
            </a:solidFill>
            <a:ln w="3175" cap="flat" cmpd="sng" algn="ctr">
              <a:solidFill>
                <a:schemeClr val="accent1">
                  <a:lumMod val="75000"/>
                  <a:alpha val="99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dirty="0"/>
            </a:p>
          </p:txBody>
        </p:sp>
        <p:sp>
          <p:nvSpPr>
            <p:cNvPr id="95" name="TextBox 94"/>
            <p:cNvSpPr txBox="1"/>
            <p:nvPr/>
          </p:nvSpPr>
          <p:spPr>
            <a:xfrm>
              <a:off x="4963810" y="2015246"/>
              <a:ext cx="358467" cy="121265"/>
            </a:xfrm>
            <a:prstGeom prst="roundRect">
              <a:avLst>
                <a:gd name="adj" fmla="val 20000"/>
              </a:avLst>
            </a:prstGeom>
            <a:solidFill>
              <a:schemeClr val="bg2"/>
            </a:solidFill>
            <a:ln w="3175">
              <a:solidFill>
                <a:schemeClr val="accent1"/>
              </a:solidFill>
            </a:ln>
            <a:effectLst>
              <a:outerShdw dist="12700" dir="2700000" algn="ctr" rotWithShape="0">
                <a:prstClr val="black">
                  <a:alpha val="10000"/>
                </a:prstClr>
              </a:outerShdw>
            </a:effectLst>
          </p:spPr>
          <p:txBody>
            <a:bodyPr wrap="square" lIns="0" tIns="0" rIns="0" bIns="0" rtlCol="0">
              <a:spAutoFit/>
            </a:bodyPr>
            <a:lstStyle>
              <a:defPPr>
                <a:defRPr lang="ko-KR"/>
              </a:defPPr>
              <a:lvl1pPr algn="ctr">
                <a:defRPr sz="700" b="1">
                  <a:gradFill>
                    <a:gsLst>
                      <a:gs pos="0">
                        <a:schemeClr val="accent1"/>
                      </a:gs>
                      <a:gs pos="100000">
                        <a:schemeClr val="accent1"/>
                      </a:gs>
                    </a:gsLst>
                    <a:lin ang="5400000" scaled="0"/>
                  </a:gradFill>
                  <a:latin typeface="Roboto Condensed Regular"/>
                  <a:ea typeface="Roboto Light" pitchFamily="2" charset="0"/>
                </a:defRPr>
              </a:lvl1pPr>
            </a:lstStyle>
            <a:p>
              <a:r>
                <a:rPr lang="nb-NO" altLang="ko-KR" dirty="0"/>
                <a:t>Keyword</a:t>
              </a:r>
              <a:endParaRPr lang="ko-KR" altLang="en-US" dirty="0"/>
            </a:p>
          </p:txBody>
        </p:sp>
      </p:grpSp>
      <p:grpSp>
        <p:nvGrpSpPr>
          <p:cNvPr id="92" name="그룹 91"/>
          <p:cNvGrpSpPr/>
          <p:nvPr/>
        </p:nvGrpSpPr>
        <p:grpSpPr>
          <a:xfrm>
            <a:off x="2894332" y="2343506"/>
            <a:ext cx="460980" cy="121265"/>
            <a:chOff x="5041964" y="2249706"/>
            <a:chExt cx="460980" cy="121265"/>
          </a:xfrm>
        </p:grpSpPr>
        <p:sp>
          <p:nvSpPr>
            <p:cNvPr id="97" name="십자형 96"/>
            <p:cNvSpPr/>
            <p:nvPr/>
          </p:nvSpPr>
          <p:spPr>
            <a:xfrm>
              <a:off x="5428011" y="2272872"/>
              <a:ext cx="74933" cy="74933"/>
            </a:xfrm>
            <a:prstGeom prst="plus">
              <a:avLst>
                <a:gd name="adj" fmla="val 37851"/>
              </a:avLst>
            </a:prstGeom>
            <a:solidFill>
              <a:schemeClr val="accent1"/>
            </a:solidFill>
            <a:ln w="3175" cap="flat" cmpd="sng" algn="ctr">
              <a:solidFill>
                <a:schemeClr val="accent1">
                  <a:lumMod val="75000"/>
                  <a:alpha val="99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dirty="0"/>
            </a:p>
          </p:txBody>
        </p:sp>
        <p:sp>
          <p:nvSpPr>
            <p:cNvPr id="98" name="TextBox 97"/>
            <p:cNvSpPr txBox="1"/>
            <p:nvPr/>
          </p:nvSpPr>
          <p:spPr>
            <a:xfrm>
              <a:off x="5041964" y="2249706"/>
              <a:ext cx="358467" cy="121265"/>
            </a:xfrm>
            <a:prstGeom prst="roundRect">
              <a:avLst>
                <a:gd name="adj" fmla="val 20000"/>
              </a:avLst>
            </a:prstGeom>
            <a:solidFill>
              <a:schemeClr val="bg2"/>
            </a:solidFill>
            <a:ln w="3175">
              <a:solidFill>
                <a:schemeClr val="accent1"/>
              </a:solidFill>
            </a:ln>
            <a:effectLst>
              <a:outerShdw dist="12700" dir="2700000" algn="ctr" rotWithShape="0">
                <a:prstClr val="black">
                  <a:alpha val="10000"/>
                </a:prstClr>
              </a:outerShdw>
            </a:effectLst>
          </p:spPr>
          <p:txBody>
            <a:bodyPr wrap="square" lIns="0" tIns="0" rIns="0" bIns="0" rtlCol="0">
              <a:spAutoFit/>
            </a:bodyPr>
            <a:lstStyle>
              <a:defPPr>
                <a:defRPr lang="ko-KR"/>
              </a:defPPr>
              <a:lvl1pPr algn="ctr">
                <a:defRPr sz="700" b="1">
                  <a:gradFill>
                    <a:gsLst>
                      <a:gs pos="0">
                        <a:schemeClr val="accent1"/>
                      </a:gs>
                      <a:gs pos="100000">
                        <a:schemeClr val="accent1"/>
                      </a:gs>
                    </a:gsLst>
                    <a:lin ang="5400000" scaled="0"/>
                  </a:gradFill>
                  <a:latin typeface="Roboto Condensed Regular"/>
                  <a:ea typeface="Roboto Light" pitchFamily="2" charset="0"/>
                </a:defRPr>
              </a:lvl1pPr>
            </a:lstStyle>
            <a:p>
              <a:r>
                <a:rPr lang="nb-NO" altLang="ko-KR" dirty="0"/>
                <a:t>Keyword</a:t>
              </a:r>
              <a:endParaRPr lang="ko-KR" altLang="en-US" dirty="0"/>
            </a:p>
          </p:txBody>
        </p:sp>
      </p:grpSp>
      <p:grpSp>
        <p:nvGrpSpPr>
          <p:cNvPr id="100" name="그룹 99"/>
          <p:cNvGrpSpPr/>
          <p:nvPr/>
        </p:nvGrpSpPr>
        <p:grpSpPr>
          <a:xfrm>
            <a:off x="3343717" y="1921475"/>
            <a:ext cx="460980" cy="121265"/>
            <a:chOff x="5041964" y="2249706"/>
            <a:chExt cx="460980" cy="121265"/>
          </a:xfrm>
        </p:grpSpPr>
        <p:sp>
          <p:nvSpPr>
            <p:cNvPr id="101" name="십자형 100"/>
            <p:cNvSpPr/>
            <p:nvPr/>
          </p:nvSpPr>
          <p:spPr>
            <a:xfrm>
              <a:off x="5428011" y="2272872"/>
              <a:ext cx="74933" cy="74933"/>
            </a:xfrm>
            <a:prstGeom prst="plus">
              <a:avLst>
                <a:gd name="adj" fmla="val 37851"/>
              </a:avLst>
            </a:prstGeom>
            <a:solidFill>
              <a:schemeClr val="accent1"/>
            </a:solidFill>
            <a:ln w="3175" cap="flat" cmpd="sng" algn="ctr">
              <a:solidFill>
                <a:schemeClr val="accent1">
                  <a:lumMod val="75000"/>
                  <a:alpha val="99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dirty="0"/>
            </a:p>
          </p:txBody>
        </p:sp>
        <p:sp>
          <p:nvSpPr>
            <p:cNvPr id="102" name="TextBox 101"/>
            <p:cNvSpPr txBox="1"/>
            <p:nvPr/>
          </p:nvSpPr>
          <p:spPr>
            <a:xfrm>
              <a:off x="5041964" y="2249706"/>
              <a:ext cx="358467" cy="121265"/>
            </a:xfrm>
            <a:prstGeom prst="roundRect">
              <a:avLst>
                <a:gd name="adj" fmla="val 20000"/>
              </a:avLst>
            </a:prstGeom>
            <a:solidFill>
              <a:schemeClr val="bg2"/>
            </a:solidFill>
            <a:ln w="3175">
              <a:solidFill>
                <a:schemeClr val="accent1"/>
              </a:solidFill>
            </a:ln>
            <a:effectLst>
              <a:outerShdw dist="12700" dir="2700000" algn="ctr" rotWithShape="0">
                <a:prstClr val="black">
                  <a:alpha val="10000"/>
                </a:prstClr>
              </a:outerShdw>
            </a:effectLst>
          </p:spPr>
          <p:txBody>
            <a:bodyPr wrap="square" lIns="0" tIns="0" rIns="0" bIns="0" rtlCol="0">
              <a:spAutoFit/>
            </a:bodyPr>
            <a:lstStyle>
              <a:defPPr>
                <a:defRPr lang="ko-KR"/>
              </a:defPPr>
              <a:lvl1pPr algn="ctr">
                <a:defRPr sz="700" b="1">
                  <a:gradFill>
                    <a:gsLst>
                      <a:gs pos="0">
                        <a:schemeClr val="accent1"/>
                      </a:gs>
                      <a:gs pos="100000">
                        <a:schemeClr val="accent1"/>
                      </a:gs>
                    </a:gsLst>
                    <a:lin ang="5400000" scaled="0"/>
                  </a:gradFill>
                  <a:latin typeface="Roboto Condensed Regular"/>
                  <a:ea typeface="Roboto Light" pitchFamily="2" charset="0"/>
                </a:defRPr>
              </a:lvl1pPr>
            </a:lstStyle>
            <a:p>
              <a:r>
                <a:rPr lang="nb-NO" altLang="ko-KR" dirty="0"/>
                <a:t>Keyword</a:t>
              </a:r>
              <a:endParaRPr lang="ko-KR" altLang="en-US" dirty="0"/>
            </a:p>
          </p:txBody>
        </p:sp>
      </p:grpSp>
      <p:grpSp>
        <p:nvGrpSpPr>
          <p:cNvPr id="99" name="그룹 98"/>
          <p:cNvGrpSpPr/>
          <p:nvPr/>
        </p:nvGrpSpPr>
        <p:grpSpPr>
          <a:xfrm>
            <a:off x="3732944" y="1194640"/>
            <a:ext cx="568760" cy="222101"/>
            <a:chOff x="5841497" y="1194631"/>
            <a:chExt cx="568760" cy="222101"/>
          </a:xfrm>
        </p:grpSpPr>
        <p:sp>
          <p:nvSpPr>
            <p:cNvPr id="104" name="십자형 103"/>
            <p:cNvSpPr/>
            <p:nvPr/>
          </p:nvSpPr>
          <p:spPr>
            <a:xfrm>
              <a:off x="6088411" y="1341799"/>
              <a:ext cx="74933" cy="74933"/>
            </a:xfrm>
            <a:prstGeom prst="plus">
              <a:avLst>
                <a:gd name="adj" fmla="val 37851"/>
              </a:avLst>
            </a:prstGeom>
            <a:solidFill>
              <a:schemeClr val="accent1"/>
            </a:solidFill>
            <a:ln w="3175" cap="flat" cmpd="sng" algn="ctr">
              <a:solidFill>
                <a:schemeClr val="accent1">
                  <a:lumMod val="75000"/>
                  <a:alpha val="99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00" dirty="0"/>
            </a:p>
          </p:txBody>
        </p:sp>
        <p:sp>
          <p:nvSpPr>
            <p:cNvPr id="105" name="TextBox 104"/>
            <p:cNvSpPr txBox="1"/>
            <p:nvPr/>
          </p:nvSpPr>
          <p:spPr>
            <a:xfrm>
              <a:off x="5841497" y="1194631"/>
              <a:ext cx="568760" cy="121265"/>
            </a:xfrm>
            <a:prstGeom prst="roundRect">
              <a:avLst>
                <a:gd name="adj" fmla="val 20000"/>
              </a:avLst>
            </a:prstGeom>
            <a:solidFill>
              <a:schemeClr val="accent1"/>
            </a:solidFill>
            <a:ln w="3175">
              <a:solidFill>
                <a:schemeClr val="accent1">
                  <a:lumMod val="75000"/>
                </a:schemeClr>
              </a:solidFill>
            </a:ln>
            <a:effectLst>
              <a:outerShdw dist="12700" dir="2700000" algn="ctr" rotWithShape="0">
                <a:prstClr val="black">
                  <a:alpha val="10000"/>
                </a:prstClr>
              </a:outerShdw>
            </a:effectLst>
          </p:spPr>
          <p:txBody>
            <a:bodyPr wrap="square" lIns="0" tIns="0" rIns="0" bIns="0" rtlCol="0">
              <a:spAutoFit/>
            </a:bodyPr>
            <a:lstStyle/>
            <a:p>
              <a:pPr algn="ctr"/>
              <a:r>
                <a:rPr lang="nb-NO" altLang="ko-KR" sz="700" b="1" dirty="0">
                  <a:gradFill>
                    <a:gsLst>
                      <a:gs pos="0">
                        <a:schemeClr val="bg2"/>
                      </a:gs>
                      <a:gs pos="100000">
                        <a:schemeClr val="bg2"/>
                      </a:gs>
                    </a:gsLst>
                    <a:lin ang="5400000" scaled="0"/>
                  </a:gradFill>
                  <a:latin typeface="Roboto Condensed Regular"/>
                  <a:ea typeface="Roboto Light" pitchFamily="2" charset="0"/>
                </a:rPr>
                <a:t>Main Keyword</a:t>
              </a:r>
              <a:endParaRPr lang="ko-KR" altLang="en-US" sz="700" b="1" dirty="0">
                <a:gradFill>
                  <a:gsLst>
                    <a:gs pos="0">
                      <a:schemeClr val="bg2"/>
                    </a:gs>
                    <a:gs pos="100000">
                      <a:schemeClr val="bg2"/>
                    </a:gs>
                  </a:gsLst>
                  <a:lin ang="5400000" scaled="0"/>
                </a:gradFill>
              </a:endParaRPr>
            </a:p>
          </p:txBody>
        </p:sp>
      </p:grpSp>
      <p:sp>
        <p:nvSpPr>
          <p:cNvPr id="114" name="TextBox 113"/>
          <p:cNvSpPr txBox="1"/>
          <p:nvPr/>
        </p:nvSpPr>
        <p:spPr>
          <a:xfrm>
            <a:off x="5096585" y="1169185"/>
            <a:ext cx="952765" cy="193940"/>
          </a:xfrm>
          <a:prstGeom prst="rect">
            <a:avLst/>
          </a:prstGeom>
          <a:noFill/>
        </p:spPr>
        <p:txBody>
          <a:bodyPr wrap="square" lIns="72000" tIns="0" rIns="72000" bIns="0" rtlCol="0">
            <a:noAutofit/>
          </a:bodyPr>
          <a:lstStyle/>
          <a:p>
            <a:pPr lvl="0"/>
            <a:r>
              <a:rPr lang="en-US" altLang="ko-KR" sz="1000" b="1" dirty="0">
                <a:gradFill>
                  <a:gsLst>
                    <a:gs pos="0">
                      <a:schemeClr val="accent1"/>
                    </a:gs>
                    <a:gs pos="100000">
                      <a:schemeClr val="accent1"/>
                    </a:gs>
                  </a:gsLst>
                  <a:lin ang="5400000" scaled="0"/>
                </a:gradFill>
                <a:latin typeface="Roboto Condensed Regular"/>
              </a:rPr>
              <a:t>Lorem Ipsum</a:t>
            </a:r>
            <a:endParaRPr lang="ko-KR" altLang="en-US" sz="1000" b="1" dirty="0">
              <a:gradFill>
                <a:gsLst>
                  <a:gs pos="0">
                    <a:schemeClr val="accent1"/>
                  </a:gs>
                  <a:gs pos="100000">
                    <a:schemeClr val="accent1"/>
                  </a:gs>
                </a:gsLst>
                <a:lin ang="5400000" scaled="0"/>
              </a:gradFill>
              <a:latin typeface="Roboto Condensed Regular"/>
            </a:endParaRPr>
          </a:p>
        </p:txBody>
      </p:sp>
      <p:sp>
        <p:nvSpPr>
          <p:cNvPr id="115" name="TextBox 114"/>
          <p:cNvSpPr txBox="1"/>
          <p:nvPr/>
        </p:nvSpPr>
        <p:spPr>
          <a:xfrm>
            <a:off x="5096582" y="1363833"/>
            <a:ext cx="1218140" cy="541168"/>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cxnSp>
        <p:nvCxnSpPr>
          <p:cNvPr id="116" name="직선 연결선 115"/>
          <p:cNvCxnSpPr/>
          <p:nvPr/>
        </p:nvCxnSpPr>
        <p:spPr>
          <a:xfrm flipH="1">
            <a:off x="4304947" y="1251108"/>
            <a:ext cx="501648" cy="0"/>
          </a:xfrm>
          <a:prstGeom prst="line">
            <a:avLst/>
          </a:prstGeom>
          <a:ln w="3175">
            <a:solidFill>
              <a:schemeClr val="accent1">
                <a:lumMod val="75000"/>
              </a:schemeClr>
            </a:solidFill>
            <a:prstDash val="dash"/>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23" name="TextBox 122"/>
          <p:cNvSpPr txBox="1"/>
          <p:nvPr/>
        </p:nvSpPr>
        <p:spPr>
          <a:xfrm>
            <a:off x="5096585" y="2464585"/>
            <a:ext cx="952765" cy="193940"/>
          </a:xfrm>
          <a:prstGeom prst="rect">
            <a:avLst/>
          </a:prstGeom>
          <a:noFill/>
        </p:spPr>
        <p:txBody>
          <a:bodyPr wrap="square" lIns="72000" tIns="0" rIns="72000" bIns="0" rtlCol="0">
            <a:noAutofit/>
          </a:bodyPr>
          <a:lstStyle/>
          <a:p>
            <a:pPr lvl="0"/>
            <a:r>
              <a:rPr lang="en-US" altLang="ko-KR" sz="1000" b="1" dirty="0">
                <a:gradFill>
                  <a:gsLst>
                    <a:gs pos="0">
                      <a:schemeClr val="accent1"/>
                    </a:gs>
                    <a:gs pos="100000">
                      <a:schemeClr val="accent1"/>
                    </a:gs>
                  </a:gsLst>
                  <a:lin ang="5400000" scaled="0"/>
                </a:gradFill>
                <a:latin typeface="Roboto Condensed Regular"/>
              </a:rPr>
              <a:t>Lorem Ipsum</a:t>
            </a:r>
            <a:endParaRPr lang="ko-KR" altLang="en-US" sz="1000" b="1" dirty="0">
              <a:gradFill>
                <a:gsLst>
                  <a:gs pos="0">
                    <a:schemeClr val="accent1"/>
                  </a:gs>
                  <a:gs pos="100000">
                    <a:schemeClr val="accent1"/>
                  </a:gs>
                </a:gsLst>
                <a:lin ang="5400000" scaled="0"/>
              </a:gradFill>
              <a:latin typeface="Roboto Condensed Regular"/>
            </a:endParaRPr>
          </a:p>
        </p:txBody>
      </p:sp>
      <p:sp>
        <p:nvSpPr>
          <p:cNvPr id="124" name="TextBox 123"/>
          <p:cNvSpPr txBox="1"/>
          <p:nvPr/>
        </p:nvSpPr>
        <p:spPr>
          <a:xfrm>
            <a:off x="5096582" y="2659233"/>
            <a:ext cx="1218140" cy="541168"/>
          </a:xfrm>
          <a:prstGeom prst="rect">
            <a:avLst/>
          </a:prstGeom>
          <a:noFill/>
        </p:spPr>
        <p:txBody>
          <a:bodyPr wrap="square" lIns="72000" tIns="0" rIns="72000" bIns="0" rtlCol="0">
            <a:noAutofit/>
          </a:bodyPr>
          <a:lstStyle/>
          <a:p>
            <a:pPr lvl="0">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 malesuada tellus. </a:t>
            </a:r>
          </a:p>
        </p:txBody>
      </p:sp>
      <p:cxnSp>
        <p:nvCxnSpPr>
          <p:cNvPr id="125" name="직선 연결선 124"/>
          <p:cNvCxnSpPr>
            <a:endCxn id="84" idx="3"/>
          </p:cNvCxnSpPr>
          <p:nvPr/>
        </p:nvCxnSpPr>
        <p:spPr>
          <a:xfrm flipH="1" flipV="1">
            <a:off x="3908610" y="2544819"/>
            <a:ext cx="897990" cy="1694"/>
          </a:xfrm>
          <a:prstGeom prst="line">
            <a:avLst/>
          </a:prstGeom>
          <a:ln w="3175">
            <a:solidFill>
              <a:schemeClr val="accent1">
                <a:lumMod val="75000"/>
              </a:schemeClr>
            </a:solidFill>
            <a:prstDash val="dash"/>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19" name="Freeform 7"/>
          <p:cNvSpPr>
            <a:spLocks noEditPoints="1"/>
          </p:cNvSpPr>
          <p:nvPr/>
        </p:nvSpPr>
        <p:spPr bwMode="auto">
          <a:xfrm>
            <a:off x="777525" y="916783"/>
            <a:ext cx="140493" cy="142418"/>
          </a:xfrm>
          <a:custGeom>
            <a:avLst/>
            <a:gdLst>
              <a:gd name="T0" fmla="*/ 31 w 61"/>
              <a:gd name="T1" fmla="*/ 0 h 60"/>
              <a:gd name="T2" fmla="*/ 0 w 61"/>
              <a:gd name="T3" fmla="*/ 30 h 60"/>
              <a:gd name="T4" fmla="*/ 31 w 61"/>
              <a:gd name="T5" fmla="*/ 60 h 60"/>
              <a:gd name="T6" fmla="*/ 61 w 61"/>
              <a:gd name="T7" fmla="*/ 30 h 60"/>
              <a:gd name="T8" fmla="*/ 31 w 61"/>
              <a:gd name="T9" fmla="*/ 0 h 60"/>
              <a:gd name="T10" fmla="*/ 37 w 61"/>
              <a:gd name="T11" fmla="*/ 53 h 60"/>
              <a:gd name="T12" fmla="*/ 37 w 61"/>
              <a:gd name="T13" fmla="*/ 32 h 60"/>
              <a:gd name="T14" fmla="*/ 47 w 61"/>
              <a:gd name="T15" fmla="*/ 32 h 60"/>
              <a:gd name="T16" fmla="*/ 31 w 61"/>
              <a:gd name="T17" fmla="*/ 13 h 60"/>
              <a:gd name="T18" fmla="*/ 14 w 61"/>
              <a:gd name="T19" fmla="*/ 32 h 60"/>
              <a:gd name="T20" fmla="*/ 24 w 61"/>
              <a:gd name="T21" fmla="*/ 32 h 60"/>
              <a:gd name="T22" fmla="*/ 24 w 61"/>
              <a:gd name="T23" fmla="*/ 53 h 60"/>
              <a:gd name="T24" fmla="*/ 6 w 61"/>
              <a:gd name="T25" fmla="*/ 30 h 60"/>
              <a:gd name="T26" fmla="*/ 31 w 61"/>
              <a:gd name="T27" fmla="*/ 6 h 60"/>
              <a:gd name="T28" fmla="*/ 55 w 61"/>
              <a:gd name="T29" fmla="*/ 30 h 60"/>
              <a:gd name="T30" fmla="*/ 37 w 61"/>
              <a:gd name="T31"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31" y="0"/>
                </a:moveTo>
                <a:cubicBezTo>
                  <a:pt x="14" y="0"/>
                  <a:pt x="0" y="13"/>
                  <a:pt x="0" y="30"/>
                </a:cubicBezTo>
                <a:cubicBezTo>
                  <a:pt x="0" y="46"/>
                  <a:pt x="14" y="60"/>
                  <a:pt x="31" y="60"/>
                </a:cubicBezTo>
                <a:cubicBezTo>
                  <a:pt x="47" y="60"/>
                  <a:pt x="61" y="46"/>
                  <a:pt x="61" y="30"/>
                </a:cubicBezTo>
                <a:cubicBezTo>
                  <a:pt x="61" y="13"/>
                  <a:pt x="47" y="0"/>
                  <a:pt x="31" y="0"/>
                </a:cubicBezTo>
                <a:close/>
                <a:moveTo>
                  <a:pt x="37" y="53"/>
                </a:moveTo>
                <a:cubicBezTo>
                  <a:pt x="37" y="32"/>
                  <a:pt x="37" y="32"/>
                  <a:pt x="37" y="32"/>
                </a:cubicBezTo>
                <a:cubicBezTo>
                  <a:pt x="47" y="32"/>
                  <a:pt x="47" y="32"/>
                  <a:pt x="47" y="32"/>
                </a:cubicBezTo>
                <a:cubicBezTo>
                  <a:pt x="31" y="13"/>
                  <a:pt x="31" y="13"/>
                  <a:pt x="31" y="13"/>
                </a:cubicBezTo>
                <a:cubicBezTo>
                  <a:pt x="14" y="32"/>
                  <a:pt x="14" y="32"/>
                  <a:pt x="14" y="32"/>
                </a:cubicBezTo>
                <a:cubicBezTo>
                  <a:pt x="24" y="32"/>
                  <a:pt x="24" y="32"/>
                  <a:pt x="24" y="32"/>
                </a:cubicBezTo>
                <a:cubicBezTo>
                  <a:pt x="24" y="53"/>
                  <a:pt x="24" y="53"/>
                  <a:pt x="24" y="53"/>
                </a:cubicBezTo>
                <a:cubicBezTo>
                  <a:pt x="14" y="50"/>
                  <a:pt x="6" y="41"/>
                  <a:pt x="6" y="30"/>
                </a:cubicBezTo>
                <a:cubicBezTo>
                  <a:pt x="6" y="17"/>
                  <a:pt x="17" y="6"/>
                  <a:pt x="31" y="6"/>
                </a:cubicBezTo>
                <a:cubicBezTo>
                  <a:pt x="44" y="6"/>
                  <a:pt x="55" y="17"/>
                  <a:pt x="55" y="30"/>
                </a:cubicBezTo>
                <a:cubicBezTo>
                  <a:pt x="55" y="41"/>
                  <a:pt x="47" y="50"/>
                  <a:pt x="37" y="5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0" name="Freeform 7"/>
          <p:cNvSpPr>
            <a:spLocks noEditPoints="1"/>
          </p:cNvSpPr>
          <p:nvPr/>
        </p:nvSpPr>
        <p:spPr bwMode="auto">
          <a:xfrm flipV="1">
            <a:off x="777525" y="4172071"/>
            <a:ext cx="140493" cy="142418"/>
          </a:xfrm>
          <a:custGeom>
            <a:avLst/>
            <a:gdLst>
              <a:gd name="T0" fmla="*/ 31 w 61"/>
              <a:gd name="T1" fmla="*/ 0 h 60"/>
              <a:gd name="T2" fmla="*/ 0 w 61"/>
              <a:gd name="T3" fmla="*/ 30 h 60"/>
              <a:gd name="T4" fmla="*/ 31 w 61"/>
              <a:gd name="T5" fmla="*/ 60 h 60"/>
              <a:gd name="T6" fmla="*/ 61 w 61"/>
              <a:gd name="T7" fmla="*/ 30 h 60"/>
              <a:gd name="T8" fmla="*/ 31 w 61"/>
              <a:gd name="T9" fmla="*/ 0 h 60"/>
              <a:gd name="T10" fmla="*/ 37 w 61"/>
              <a:gd name="T11" fmla="*/ 53 h 60"/>
              <a:gd name="T12" fmla="*/ 37 w 61"/>
              <a:gd name="T13" fmla="*/ 32 h 60"/>
              <a:gd name="T14" fmla="*/ 47 w 61"/>
              <a:gd name="T15" fmla="*/ 32 h 60"/>
              <a:gd name="T16" fmla="*/ 31 w 61"/>
              <a:gd name="T17" fmla="*/ 13 h 60"/>
              <a:gd name="T18" fmla="*/ 14 w 61"/>
              <a:gd name="T19" fmla="*/ 32 h 60"/>
              <a:gd name="T20" fmla="*/ 24 w 61"/>
              <a:gd name="T21" fmla="*/ 32 h 60"/>
              <a:gd name="T22" fmla="*/ 24 w 61"/>
              <a:gd name="T23" fmla="*/ 53 h 60"/>
              <a:gd name="T24" fmla="*/ 6 w 61"/>
              <a:gd name="T25" fmla="*/ 30 h 60"/>
              <a:gd name="T26" fmla="*/ 31 w 61"/>
              <a:gd name="T27" fmla="*/ 6 h 60"/>
              <a:gd name="T28" fmla="*/ 55 w 61"/>
              <a:gd name="T29" fmla="*/ 30 h 60"/>
              <a:gd name="T30" fmla="*/ 37 w 61"/>
              <a:gd name="T31"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31" y="0"/>
                </a:moveTo>
                <a:cubicBezTo>
                  <a:pt x="14" y="0"/>
                  <a:pt x="0" y="13"/>
                  <a:pt x="0" y="30"/>
                </a:cubicBezTo>
                <a:cubicBezTo>
                  <a:pt x="0" y="46"/>
                  <a:pt x="14" y="60"/>
                  <a:pt x="31" y="60"/>
                </a:cubicBezTo>
                <a:cubicBezTo>
                  <a:pt x="47" y="60"/>
                  <a:pt x="61" y="46"/>
                  <a:pt x="61" y="30"/>
                </a:cubicBezTo>
                <a:cubicBezTo>
                  <a:pt x="61" y="13"/>
                  <a:pt x="47" y="0"/>
                  <a:pt x="31" y="0"/>
                </a:cubicBezTo>
                <a:close/>
                <a:moveTo>
                  <a:pt x="37" y="53"/>
                </a:moveTo>
                <a:cubicBezTo>
                  <a:pt x="37" y="32"/>
                  <a:pt x="37" y="32"/>
                  <a:pt x="37" y="32"/>
                </a:cubicBezTo>
                <a:cubicBezTo>
                  <a:pt x="47" y="32"/>
                  <a:pt x="47" y="32"/>
                  <a:pt x="47" y="32"/>
                </a:cubicBezTo>
                <a:cubicBezTo>
                  <a:pt x="31" y="13"/>
                  <a:pt x="31" y="13"/>
                  <a:pt x="31" y="13"/>
                </a:cubicBezTo>
                <a:cubicBezTo>
                  <a:pt x="14" y="32"/>
                  <a:pt x="14" y="32"/>
                  <a:pt x="14" y="32"/>
                </a:cubicBezTo>
                <a:cubicBezTo>
                  <a:pt x="24" y="32"/>
                  <a:pt x="24" y="32"/>
                  <a:pt x="24" y="32"/>
                </a:cubicBezTo>
                <a:cubicBezTo>
                  <a:pt x="24" y="53"/>
                  <a:pt x="24" y="53"/>
                  <a:pt x="24" y="53"/>
                </a:cubicBezTo>
                <a:cubicBezTo>
                  <a:pt x="14" y="50"/>
                  <a:pt x="6" y="41"/>
                  <a:pt x="6" y="30"/>
                </a:cubicBezTo>
                <a:cubicBezTo>
                  <a:pt x="6" y="17"/>
                  <a:pt x="17" y="6"/>
                  <a:pt x="31" y="6"/>
                </a:cubicBezTo>
                <a:cubicBezTo>
                  <a:pt x="44" y="6"/>
                  <a:pt x="55" y="17"/>
                  <a:pt x="55" y="30"/>
                </a:cubicBezTo>
                <a:cubicBezTo>
                  <a:pt x="55" y="41"/>
                  <a:pt x="47" y="50"/>
                  <a:pt x="37" y="5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1" name="Freeform 7"/>
          <p:cNvSpPr>
            <a:spLocks noEditPoints="1"/>
          </p:cNvSpPr>
          <p:nvPr/>
        </p:nvSpPr>
        <p:spPr bwMode="auto">
          <a:xfrm rot="5400000" flipV="1">
            <a:off x="946305" y="4371373"/>
            <a:ext cx="140493" cy="142418"/>
          </a:xfrm>
          <a:custGeom>
            <a:avLst/>
            <a:gdLst>
              <a:gd name="T0" fmla="*/ 31 w 61"/>
              <a:gd name="T1" fmla="*/ 0 h 60"/>
              <a:gd name="T2" fmla="*/ 0 w 61"/>
              <a:gd name="T3" fmla="*/ 30 h 60"/>
              <a:gd name="T4" fmla="*/ 31 w 61"/>
              <a:gd name="T5" fmla="*/ 60 h 60"/>
              <a:gd name="T6" fmla="*/ 61 w 61"/>
              <a:gd name="T7" fmla="*/ 30 h 60"/>
              <a:gd name="T8" fmla="*/ 31 w 61"/>
              <a:gd name="T9" fmla="*/ 0 h 60"/>
              <a:gd name="T10" fmla="*/ 37 w 61"/>
              <a:gd name="T11" fmla="*/ 53 h 60"/>
              <a:gd name="T12" fmla="*/ 37 w 61"/>
              <a:gd name="T13" fmla="*/ 32 h 60"/>
              <a:gd name="T14" fmla="*/ 47 w 61"/>
              <a:gd name="T15" fmla="*/ 32 h 60"/>
              <a:gd name="T16" fmla="*/ 31 w 61"/>
              <a:gd name="T17" fmla="*/ 13 h 60"/>
              <a:gd name="T18" fmla="*/ 14 w 61"/>
              <a:gd name="T19" fmla="*/ 32 h 60"/>
              <a:gd name="T20" fmla="*/ 24 w 61"/>
              <a:gd name="T21" fmla="*/ 32 h 60"/>
              <a:gd name="T22" fmla="*/ 24 w 61"/>
              <a:gd name="T23" fmla="*/ 53 h 60"/>
              <a:gd name="T24" fmla="*/ 6 w 61"/>
              <a:gd name="T25" fmla="*/ 30 h 60"/>
              <a:gd name="T26" fmla="*/ 31 w 61"/>
              <a:gd name="T27" fmla="*/ 6 h 60"/>
              <a:gd name="T28" fmla="*/ 55 w 61"/>
              <a:gd name="T29" fmla="*/ 30 h 60"/>
              <a:gd name="T30" fmla="*/ 37 w 61"/>
              <a:gd name="T31"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31" y="0"/>
                </a:moveTo>
                <a:cubicBezTo>
                  <a:pt x="14" y="0"/>
                  <a:pt x="0" y="13"/>
                  <a:pt x="0" y="30"/>
                </a:cubicBezTo>
                <a:cubicBezTo>
                  <a:pt x="0" y="46"/>
                  <a:pt x="14" y="60"/>
                  <a:pt x="31" y="60"/>
                </a:cubicBezTo>
                <a:cubicBezTo>
                  <a:pt x="47" y="60"/>
                  <a:pt x="61" y="46"/>
                  <a:pt x="61" y="30"/>
                </a:cubicBezTo>
                <a:cubicBezTo>
                  <a:pt x="61" y="13"/>
                  <a:pt x="47" y="0"/>
                  <a:pt x="31" y="0"/>
                </a:cubicBezTo>
                <a:close/>
                <a:moveTo>
                  <a:pt x="37" y="53"/>
                </a:moveTo>
                <a:cubicBezTo>
                  <a:pt x="37" y="32"/>
                  <a:pt x="37" y="32"/>
                  <a:pt x="37" y="32"/>
                </a:cubicBezTo>
                <a:cubicBezTo>
                  <a:pt x="47" y="32"/>
                  <a:pt x="47" y="32"/>
                  <a:pt x="47" y="32"/>
                </a:cubicBezTo>
                <a:cubicBezTo>
                  <a:pt x="31" y="13"/>
                  <a:pt x="31" y="13"/>
                  <a:pt x="31" y="13"/>
                </a:cubicBezTo>
                <a:cubicBezTo>
                  <a:pt x="14" y="32"/>
                  <a:pt x="14" y="32"/>
                  <a:pt x="14" y="32"/>
                </a:cubicBezTo>
                <a:cubicBezTo>
                  <a:pt x="24" y="32"/>
                  <a:pt x="24" y="32"/>
                  <a:pt x="24" y="32"/>
                </a:cubicBezTo>
                <a:cubicBezTo>
                  <a:pt x="24" y="53"/>
                  <a:pt x="24" y="53"/>
                  <a:pt x="24" y="53"/>
                </a:cubicBezTo>
                <a:cubicBezTo>
                  <a:pt x="14" y="50"/>
                  <a:pt x="6" y="41"/>
                  <a:pt x="6" y="30"/>
                </a:cubicBezTo>
                <a:cubicBezTo>
                  <a:pt x="6" y="17"/>
                  <a:pt x="17" y="6"/>
                  <a:pt x="31" y="6"/>
                </a:cubicBezTo>
                <a:cubicBezTo>
                  <a:pt x="44" y="6"/>
                  <a:pt x="55" y="17"/>
                  <a:pt x="55" y="30"/>
                </a:cubicBezTo>
                <a:cubicBezTo>
                  <a:pt x="55" y="41"/>
                  <a:pt x="47" y="50"/>
                  <a:pt x="37" y="5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78" name="Freeform 34"/>
          <p:cNvSpPr>
            <a:spLocks noEditPoints="1"/>
          </p:cNvSpPr>
          <p:nvPr/>
        </p:nvSpPr>
        <p:spPr bwMode="auto">
          <a:xfrm>
            <a:off x="4868265" y="1102470"/>
            <a:ext cx="230976" cy="230976"/>
          </a:xfrm>
          <a:custGeom>
            <a:avLst/>
            <a:gdLst/>
            <a:ahLst/>
            <a:cxnLst>
              <a:cxn ang="0">
                <a:pos x="175" y="56"/>
              </a:cxn>
              <a:cxn ang="0">
                <a:pos x="96" y="3"/>
              </a:cxn>
              <a:cxn ang="0">
                <a:pos x="83" y="3"/>
              </a:cxn>
              <a:cxn ang="0">
                <a:pos x="5" y="56"/>
              </a:cxn>
              <a:cxn ang="0">
                <a:pos x="0" y="66"/>
              </a:cxn>
              <a:cxn ang="0">
                <a:pos x="0" y="167"/>
              </a:cxn>
              <a:cxn ang="0">
                <a:pos x="11" y="179"/>
              </a:cxn>
              <a:cxn ang="0">
                <a:pos x="168" y="179"/>
              </a:cxn>
              <a:cxn ang="0">
                <a:pos x="180" y="167"/>
              </a:cxn>
              <a:cxn ang="0">
                <a:pos x="180" y="66"/>
              </a:cxn>
              <a:cxn ang="0">
                <a:pos x="175" y="56"/>
              </a:cxn>
              <a:cxn ang="0">
                <a:pos x="168" y="82"/>
              </a:cxn>
              <a:cxn ang="0">
                <a:pos x="90" y="135"/>
              </a:cxn>
              <a:cxn ang="0">
                <a:pos x="11" y="82"/>
              </a:cxn>
              <a:cxn ang="0">
                <a:pos x="11" y="71"/>
              </a:cxn>
              <a:cxn ang="0">
                <a:pos x="17" y="65"/>
              </a:cxn>
              <a:cxn ang="0">
                <a:pos x="162" y="65"/>
              </a:cxn>
              <a:cxn ang="0">
                <a:pos x="168" y="71"/>
              </a:cxn>
              <a:cxn ang="0">
                <a:pos x="168" y="82"/>
              </a:cxn>
              <a:cxn ang="0">
                <a:pos x="97" y="84"/>
              </a:cxn>
              <a:cxn ang="0">
                <a:pos x="90" y="77"/>
              </a:cxn>
              <a:cxn ang="0">
                <a:pos x="82" y="84"/>
              </a:cxn>
              <a:cxn ang="0">
                <a:pos x="82" y="109"/>
              </a:cxn>
              <a:cxn ang="0">
                <a:pos x="66" y="109"/>
              </a:cxn>
              <a:cxn ang="0">
                <a:pos x="90" y="125"/>
              </a:cxn>
              <a:cxn ang="0">
                <a:pos x="113" y="109"/>
              </a:cxn>
              <a:cxn ang="0">
                <a:pos x="97" y="109"/>
              </a:cxn>
              <a:cxn ang="0">
                <a:pos x="97" y="84"/>
              </a:cxn>
            </a:cxnLst>
            <a:rect l="0" t="0" r="r" b="b"/>
            <a:pathLst>
              <a:path w="180" h="179">
                <a:moveTo>
                  <a:pt x="175" y="56"/>
                </a:moveTo>
                <a:cubicBezTo>
                  <a:pt x="96" y="3"/>
                  <a:pt x="96" y="3"/>
                  <a:pt x="96" y="3"/>
                </a:cubicBezTo>
                <a:cubicBezTo>
                  <a:pt x="92" y="0"/>
                  <a:pt x="87" y="0"/>
                  <a:pt x="83" y="3"/>
                </a:cubicBezTo>
                <a:cubicBezTo>
                  <a:pt x="5" y="56"/>
                  <a:pt x="5" y="56"/>
                  <a:pt x="5" y="56"/>
                </a:cubicBezTo>
                <a:cubicBezTo>
                  <a:pt x="2" y="58"/>
                  <a:pt x="0" y="62"/>
                  <a:pt x="0" y="66"/>
                </a:cubicBezTo>
                <a:cubicBezTo>
                  <a:pt x="0" y="167"/>
                  <a:pt x="0" y="167"/>
                  <a:pt x="0" y="167"/>
                </a:cubicBezTo>
                <a:cubicBezTo>
                  <a:pt x="0" y="174"/>
                  <a:pt x="5" y="179"/>
                  <a:pt x="11" y="179"/>
                </a:cubicBezTo>
                <a:cubicBezTo>
                  <a:pt x="168" y="179"/>
                  <a:pt x="168" y="179"/>
                  <a:pt x="168" y="179"/>
                </a:cubicBezTo>
                <a:cubicBezTo>
                  <a:pt x="175" y="179"/>
                  <a:pt x="180" y="174"/>
                  <a:pt x="180" y="167"/>
                </a:cubicBezTo>
                <a:cubicBezTo>
                  <a:pt x="180" y="66"/>
                  <a:pt x="180" y="66"/>
                  <a:pt x="180" y="66"/>
                </a:cubicBezTo>
                <a:cubicBezTo>
                  <a:pt x="180" y="62"/>
                  <a:pt x="178" y="58"/>
                  <a:pt x="175" y="56"/>
                </a:cubicBezTo>
                <a:close/>
                <a:moveTo>
                  <a:pt x="168" y="82"/>
                </a:moveTo>
                <a:cubicBezTo>
                  <a:pt x="90" y="135"/>
                  <a:pt x="90" y="135"/>
                  <a:pt x="90" y="135"/>
                </a:cubicBezTo>
                <a:cubicBezTo>
                  <a:pt x="11" y="82"/>
                  <a:pt x="11" y="82"/>
                  <a:pt x="11" y="82"/>
                </a:cubicBezTo>
                <a:cubicBezTo>
                  <a:pt x="11" y="71"/>
                  <a:pt x="11" y="71"/>
                  <a:pt x="11" y="71"/>
                </a:cubicBezTo>
                <a:cubicBezTo>
                  <a:pt x="11" y="68"/>
                  <a:pt x="14" y="65"/>
                  <a:pt x="17" y="65"/>
                </a:cubicBezTo>
                <a:cubicBezTo>
                  <a:pt x="162" y="65"/>
                  <a:pt x="162" y="65"/>
                  <a:pt x="162" y="65"/>
                </a:cubicBezTo>
                <a:cubicBezTo>
                  <a:pt x="166" y="65"/>
                  <a:pt x="168" y="68"/>
                  <a:pt x="168" y="71"/>
                </a:cubicBezTo>
                <a:lnTo>
                  <a:pt x="168" y="82"/>
                </a:lnTo>
                <a:close/>
                <a:moveTo>
                  <a:pt x="97" y="84"/>
                </a:moveTo>
                <a:cubicBezTo>
                  <a:pt x="97" y="80"/>
                  <a:pt x="94" y="77"/>
                  <a:pt x="90" y="77"/>
                </a:cubicBezTo>
                <a:cubicBezTo>
                  <a:pt x="86" y="77"/>
                  <a:pt x="82" y="80"/>
                  <a:pt x="82" y="84"/>
                </a:cubicBezTo>
                <a:cubicBezTo>
                  <a:pt x="82" y="109"/>
                  <a:pt x="82" y="109"/>
                  <a:pt x="82" y="109"/>
                </a:cubicBezTo>
                <a:cubicBezTo>
                  <a:pt x="66" y="109"/>
                  <a:pt x="66" y="109"/>
                  <a:pt x="66" y="109"/>
                </a:cubicBezTo>
                <a:cubicBezTo>
                  <a:pt x="90" y="125"/>
                  <a:pt x="90" y="125"/>
                  <a:pt x="90" y="125"/>
                </a:cubicBezTo>
                <a:cubicBezTo>
                  <a:pt x="113" y="109"/>
                  <a:pt x="113" y="109"/>
                  <a:pt x="113" y="109"/>
                </a:cubicBezTo>
                <a:cubicBezTo>
                  <a:pt x="97" y="109"/>
                  <a:pt x="97" y="109"/>
                  <a:pt x="97" y="109"/>
                </a:cubicBezTo>
                <a:lnTo>
                  <a:pt x="97" y="8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82" name="Freeform 50"/>
          <p:cNvSpPr>
            <a:spLocks noEditPoints="1"/>
          </p:cNvSpPr>
          <p:nvPr/>
        </p:nvSpPr>
        <p:spPr bwMode="auto">
          <a:xfrm>
            <a:off x="4880609" y="2425824"/>
            <a:ext cx="206288" cy="259828"/>
          </a:xfrm>
          <a:custGeom>
            <a:avLst/>
            <a:gdLst/>
            <a:ahLst/>
            <a:cxnLst>
              <a:cxn ang="0">
                <a:pos x="187" y="135"/>
              </a:cxn>
              <a:cxn ang="0">
                <a:pos x="44" y="135"/>
              </a:cxn>
              <a:cxn ang="0">
                <a:pos x="44" y="156"/>
              </a:cxn>
              <a:cxn ang="0">
                <a:pos x="187" y="156"/>
              </a:cxn>
              <a:cxn ang="0">
                <a:pos x="187" y="135"/>
              </a:cxn>
              <a:cxn ang="0">
                <a:pos x="187" y="95"/>
              </a:cxn>
              <a:cxn ang="0">
                <a:pos x="44" y="95"/>
              </a:cxn>
              <a:cxn ang="0">
                <a:pos x="44" y="115"/>
              </a:cxn>
              <a:cxn ang="0">
                <a:pos x="187" y="115"/>
              </a:cxn>
              <a:cxn ang="0">
                <a:pos x="187" y="95"/>
              </a:cxn>
              <a:cxn ang="0">
                <a:pos x="187" y="54"/>
              </a:cxn>
              <a:cxn ang="0">
                <a:pos x="44" y="54"/>
              </a:cxn>
              <a:cxn ang="0">
                <a:pos x="44" y="75"/>
              </a:cxn>
              <a:cxn ang="0">
                <a:pos x="187" y="75"/>
              </a:cxn>
              <a:cxn ang="0">
                <a:pos x="187" y="54"/>
              </a:cxn>
              <a:cxn ang="0">
                <a:pos x="44" y="196"/>
              </a:cxn>
              <a:cxn ang="0">
                <a:pos x="116" y="196"/>
              </a:cxn>
              <a:cxn ang="0">
                <a:pos x="116" y="176"/>
              </a:cxn>
              <a:cxn ang="0">
                <a:pos x="44" y="176"/>
              </a:cxn>
              <a:cxn ang="0">
                <a:pos x="44" y="196"/>
              </a:cxn>
              <a:cxn ang="0">
                <a:pos x="233" y="29"/>
              </a:cxn>
              <a:cxn ang="0">
                <a:pos x="233" y="0"/>
              </a:cxn>
              <a:cxn ang="0">
                <a:pos x="0" y="0"/>
              </a:cxn>
              <a:cxn ang="0">
                <a:pos x="0" y="301"/>
              </a:cxn>
              <a:cxn ang="0">
                <a:pos x="29" y="301"/>
              </a:cxn>
              <a:cxn ang="0">
                <a:pos x="29" y="330"/>
              </a:cxn>
              <a:cxn ang="0">
                <a:pos x="262" y="330"/>
              </a:cxn>
              <a:cxn ang="0">
                <a:pos x="262" y="29"/>
              </a:cxn>
              <a:cxn ang="0">
                <a:pos x="233" y="29"/>
              </a:cxn>
              <a:cxn ang="0">
                <a:pos x="15" y="286"/>
              </a:cxn>
              <a:cxn ang="0">
                <a:pos x="15" y="16"/>
              </a:cxn>
              <a:cxn ang="0">
                <a:pos x="216" y="16"/>
              </a:cxn>
              <a:cxn ang="0">
                <a:pos x="216" y="216"/>
              </a:cxn>
              <a:cxn ang="0">
                <a:pos x="148" y="216"/>
              </a:cxn>
              <a:cxn ang="0">
                <a:pos x="148" y="286"/>
              </a:cxn>
              <a:cxn ang="0">
                <a:pos x="15" y="286"/>
              </a:cxn>
              <a:cxn ang="0">
                <a:pos x="245" y="315"/>
              </a:cxn>
              <a:cxn ang="0">
                <a:pos x="44" y="315"/>
              </a:cxn>
              <a:cxn ang="0">
                <a:pos x="44" y="301"/>
              </a:cxn>
              <a:cxn ang="0">
                <a:pos x="155" y="301"/>
              </a:cxn>
              <a:cxn ang="0">
                <a:pos x="233" y="225"/>
              </a:cxn>
              <a:cxn ang="0">
                <a:pos x="233" y="45"/>
              </a:cxn>
              <a:cxn ang="0">
                <a:pos x="245" y="45"/>
              </a:cxn>
              <a:cxn ang="0">
                <a:pos x="245" y="315"/>
              </a:cxn>
            </a:cxnLst>
            <a:rect l="0" t="0" r="r" b="b"/>
            <a:pathLst>
              <a:path w="262" h="330">
                <a:moveTo>
                  <a:pt x="187" y="135"/>
                </a:moveTo>
                <a:lnTo>
                  <a:pt x="44" y="135"/>
                </a:lnTo>
                <a:lnTo>
                  <a:pt x="44" y="156"/>
                </a:lnTo>
                <a:lnTo>
                  <a:pt x="187" y="156"/>
                </a:lnTo>
                <a:lnTo>
                  <a:pt x="187" y="135"/>
                </a:lnTo>
                <a:close/>
                <a:moveTo>
                  <a:pt x="187" y="95"/>
                </a:moveTo>
                <a:lnTo>
                  <a:pt x="44" y="95"/>
                </a:lnTo>
                <a:lnTo>
                  <a:pt x="44" y="115"/>
                </a:lnTo>
                <a:lnTo>
                  <a:pt x="187" y="115"/>
                </a:lnTo>
                <a:lnTo>
                  <a:pt x="187" y="95"/>
                </a:lnTo>
                <a:close/>
                <a:moveTo>
                  <a:pt x="187" y="54"/>
                </a:moveTo>
                <a:lnTo>
                  <a:pt x="44" y="54"/>
                </a:lnTo>
                <a:lnTo>
                  <a:pt x="44" y="75"/>
                </a:lnTo>
                <a:lnTo>
                  <a:pt x="187" y="75"/>
                </a:lnTo>
                <a:lnTo>
                  <a:pt x="187" y="54"/>
                </a:lnTo>
                <a:close/>
                <a:moveTo>
                  <a:pt x="44" y="196"/>
                </a:moveTo>
                <a:lnTo>
                  <a:pt x="116" y="196"/>
                </a:lnTo>
                <a:lnTo>
                  <a:pt x="116" y="176"/>
                </a:lnTo>
                <a:lnTo>
                  <a:pt x="44" y="176"/>
                </a:lnTo>
                <a:lnTo>
                  <a:pt x="44" y="196"/>
                </a:lnTo>
                <a:close/>
                <a:moveTo>
                  <a:pt x="233" y="29"/>
                </a:moveTo>
                <a:lnTo>
                  <a:pt x="233" y="0"/>
                </a:lnTo>
                <a:lnTo>
                  <a:pt x="0" y="0"/>
                </a:lnTo>
                <a:lnTo>
                  <a:pt x="0" y="301"/>
                </a:lnTo>
                <a:lnTo>
                  <a:pt x="29" y="301"/>
                </a:lnTo>
                <a:lnTo>
                  <a:pt x="29" y="330"/>
                </a:lnTo>
                <a:lnTo>
                  <a:pt x="262" y="330"/>
                </a:lnTo>
                <a:lnTo>
                  <a:pt x="262" y="29"/>
                </a:lnTo>
                <a:lnTo>
                  <a:pt x="233" y="29"/>
                </a:lnTo>
                <a:close/>
                <a:moveTo>
                  <a:pt x="15" y="286"/>
                </a:moveTo>
                <a:lnTo>
                  <a:pt x="15" y="16"/>
                </a:lnTo>
                <a:lnTo>
                  <a:pt x="216" y="16"/>
                </a:lnTo>
                <a:lnTo>
                  <a:pt x="216" y="216"/>
                </a:lnTo>
                <a:lnTo>
                  <a:pt x="148" y="216"/>
                </a:lnTo>
                <a:lnTo>
                  <a:pt x="148" y="286"/>
                </a:lnTo>
                <a:lnTo>
                  <a:pt x="15" y="286"/>
                </a:lnTo>
                <a:close/>
                <a:moveTo>
                  <a:pt x="245" y="315"/>
                </a:moveTo>
                <a:lnTo>
                  <a:pt x="44" y="315"/>
                </a:lnTo>
                <a:lnTo>
                  <a:pt x="44" y="301"/>
                </a:lnTo>
                <a:lnTo>
                  <a:pt x="155" y="301"/>
                </a:lnTo>
                <a:lnTo>
                  <a:pt x="233" y="225"/>
                </a:lnTo>
                <a:lnTo>
                  <a:pt x="233" y="45"/>
                </a:lnTo>
                <a:lnTo>
                  <a:pt x="245" y="45"/>
                </a:lnTo>
                <a:lnTo>
                  <a:pt x="245" y="315"/>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Tree>
    <p:extLst>
      <p:ext uri="{BB962C8B-B14F-4D97-AF65-F5344CB8AC3E}">
        <p14:creationId xmlns:p14="http://schemas.microsoft.com/office/powerpoint/2010/main" val="1689577030"/>
      </p:ext>
    </p:extLst>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그룹 74"/>
          <p:cNvGrpSpPr/>
          <p:nvPr/>
        </p:nvGrpSpPr>
        <p:grpSpPr>
          <a:xfrm>
            <a:off x="837283" y="1392201"/>
            <a:ext cx="5412978" cy="1981390"/>
            <a:chOff x="2956322" y="1392201"/>
            <a:chExt cx="5412978" cy="1981390"/>
          </a:xfrm>
        </p:grpSpPr>
        <p:sp>
          <p:nvSpPr>
            <p:cNvPr id="82" name="직사각형 81"/>
            <p:cNvSpPr>
              <a:spLocks/>
            </p:cNvSpPr>
            <p:nvPr/>
          </p:nvSpPr>
          <p:spPr>
            <a:xfrm>
              <a:off x="7573963" y="1395413"/>
              <a:ext cx="335809" cy="1978178"/>
            </a:xfrm>
            <a:prstGeom prst="rect">
              <a:avLst/>
            </a:prstGeom>
            <a:pattFill prst="wdUpDiag">
              <a:fgClr>
                <a:schemeClr val="accent6">
                  <a:lumMod val="9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28" name="직사각형 127"/>
            <p:cNvSpPr>
              <a:spLocks/>
            </p:cNvSpPr>
            <p:nvPr/>
          </p:nvSpPr>
          <p:spPr>
            <a:xfrm>
              <a:off x="6556997" y="1395413"/>
              <a:ext cx="335809" cy="1978178"/>
            </a:xfrm>
            <a:prstGeom prst="rect">
              <a:avLst/>
            </a:prstGeom>
            <a:pattFill prst="wdUpDiag">
              <a:fgClr>
                <a:schemeClr val="accent6">
                  <a:lumMod val="9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37" name="직사각형 136"/>
            <p:cNvSpPr>
              <a:spLocks/>
            </p:cNvSpPr>
            <p:nvPr/>
          </p:nvSpPr>
          <p:spPr>
            <a:xfrm>
              <a:off x="5540030" y="1395413"/>
              <a:ext cx="335809" cy="1978178"/>
            </a:xfrm>
            <a:prstGeom prst="rect">
              <a:avLst/>
            </a:prstGeom>
            <a:pattFill prst="wdUpDiag">
              <a:fgClr>
                <a:schemeClr val="accent6">
                  <a:lumMod val="9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6" name="직사각형 145"/>
            <p:cNvSpPr>
              <a:spLocks/>
            </p:cNvSpPr>
            <p:nvPr/>
          </p:nvSpPr>
          <p:spPr>
            <a:xfrm>
              <a:off x="4523063" y="1395413"/>
              <a:ext cx="335809" cy="1978178"/>
            </a:xfrm>
            <a:prstGeom prst="rect">
              <a:avLst/>
            </a:prstGeom>
            <a:pattFill prst="wdUpDiag">
              <a:fgClr>
                <a:schemeClr val="accent6">
                  <a:lumMod val="9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55" name="직사각형 154"/>
            <p:cNvSpPr>
              <a:spLocks/>
            </p:cNvSpPr>
            <p:nvPr/>
          </p:nvSpPr>
          <p:spPr>
            <a:xfrm>
              <a:off x="3506096" y="1395413"/>
              <a:ext cx="335809" cy="1978178"/>
            </a:xfrm>
            <a:prstGeom prst="rect">
              <a:avLst/>
            </a:prstGeom>
            <a:pattFill prst="wdUpDiag">
              <a:fgClr>
                <a:schemeClr val="accent6">
                  <a:lumMod val="9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3" name="그룹 2"/>
            <p:cNvGrpSpPr/>
            <p:nvPr/>
          </p:nvGrpSpPr>
          <p:grpSpPr>
            <a:xfrm>
              <a:off x="2956322" y="1392201"/>
              <a:ext cx="5412978" cy="1782088"/>
              <a:chOff x="2956322" y="1392201"/>
              <a:chExt cx="5412978" cy="1782088"/>
            </a:xfrm>
          </p:grpSpPr>
          <p:cxnSp>
            <p:nvCxnSpPr>
              <p:cNvPr id="101" name="직선 연결선 100"/>
              <p:cNvCxnSpPr/>
              <p:nvPr/>
            </p:nvCxnSpPr>
            <p:spPr>
              <a:xfrm flipH="1">
                <a:off x="2956322" y="3174289"/>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4" name="직선 연결선 103"/>
              <p:cNvCxnSpPr/>
              <p:nvPr/>
            </p:nvCxnSpPr>
            <p:spPr>
              <a:xfrm flipH="1">
                <a:off x="2956322" y="297628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5" name="직선 연결선 104"/>
              <p:cNvCxnSpPr/>
              <p:nvPr/>
            </p:nvCxnSpPr>
            <p:spPr>
              <a:xfrm flipH="1">
                <a:off x="2956322" y="277827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6" name="직선 연결선 105"/>
              <p:cNvCxnSpPr/>
              <p:nvPr/>
            </p:nvCxnSpPr>
            <p:spPr>
              <a:xfrm flipH="1">
                <a:off x="2956322" y="258026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7" name="직선 연결선 106"/>
              <p:cNvCxnSpPr/>
              <p:nvPr/>
            </p:nvCxnSpPr>
            <p:spPr>
              <a:xfrm flipH="1">
                <a:off x="2956322" y="238225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8" name="직선 연결선 107"/>
              <p:cNvCxnSpPr/>
              <p:nvPr/>
            </p:nvCxnSpPr>
            <p:spPr>
              <a:xfrm flipH="1">
                <a:off x="2956322" y="218424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9" name="직선 연결선 108"/>
              <p:cNvCxnSpPr/>
              <p:nvPr/>
            </p:nvCxnSpPr>
            <p:spPr>
              <a:xfrm flipH="1">
                <a:off x="2956322" y="198623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0" name="직선 연결선 109"/>
              <p:cNvCxnSpPr/>
              <p:nvPr/>
            </p:nvCxnSpPr>
            <p:spPr>
              <a:xfrm flipH="1">
                <a:off x="2956322" y="178822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1" name="직선 연결선 110"/>
              <p:cNvCxnSpPr/>
              <p:nvPr/>
            </p:nvCxnSpPr>
            <p:spPr>
              <a:xfrm flipH="1">
                <a:off x="2956322" y="159021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3" name="직선 연결선 112"/>
              <p:cNvCxnSpPr/>
              <p:nvPr/>
            </p:nvCxnSpPr>
            <p:spPr>
              <a:xfrm flipH="1">
                <a:off x="2956322" y="139220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1" name="Title 10"/>
          <p:cNvSpPr>
            <a:spLocks noGrp="1"/>
          </p:cNvSpPr>
          <p:nvPr>
            <p:ph type="title"/>
          </p:nvPr>
        </p:nvSpPr>
        <p:spPr/>
        <p:txBody>
          <a:bodyPr/>
          <a:lstStyle/>
          <a:p>
            <a:r>
              <a:rPr lang="en-US" dirty="0"/>
              <a:t>Bar Chart</a:t>
            </a:r>
          </a:p>
        </p:txBody>
      </p:sp>
      <p:grpSp>
        <p:nvGrpSpPr>
          <p:cNvPr id="69" name="그룹 68"/>
          <p:cNvGrpSpPr/>
          <p:nvPr/>
        </p:nvGrpSpPr>
        <p:grpSpPr>
          <a:xfrm>
            <a:off x="5270749" y="1568607"/>
            <a:ext cx="704160" cy="1805657"/>
            <a:chOff x="7389788" y="1568604"/>
            <a:chExt cx="704160" cy="1805657"/>
          </a:xfrm>
        </p:grpSpPr>
        <p:sp>
          <p:nvSpPr>
            <p:cNvPr id="85" name="한쪽 모서리가 둥근 사각형 84"/>
            <p:cNvSpPr>
              <a:spLocks/>
            </p:cNvSpPr>
            <p:nvPr/>
          </p:nvSpPr>
          <p:spPr>
            <a:xfrm>
              <a:off x="7573963" y="1753270"/>
              <a:ext cx="335809" cy="1620991"/>
            </a:xfrm>
            <a:prstGeom prst="round1Rect">
              <a:avLst>
                <a:gd name="adj" fmla="val 50000"/>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6" name="TextBox 85"/>
            <p:cNvSpPr txBox="1"/>
            <p:nvPr/>
          </p:nvSpPr>
          <p:spPr>
            <a:xfrm>
              <a:off x="7389788" y="1568604"/>
              <a:ext cx="704160" cy="184666"/>
            </a:xfrm>
            <a:prstGeom prst="rect">
              <a:avLst/>
            </a:prstGeom>
            <a:noFill/>
          </p:spPr>
          <p:txBody>
            <a:bodyPr wrap="square" lIns="0" tIns="0" rIns="0" bIns="0" rtlCol="0" anchor="b">
              <a:spAutoFit/>
            </a:bodyPr>
            <a:lstStyle/>
            <a:p>
              <a:pPr algn="ctr"/>
              <a:r>
                <a:rPr lang="nb-NO" altLang="ko-KR" sz="1200" b="1" dirty="0">
                  <a:gradFill>
                    <a:gsLst>
                      <a:gs pos="0">
                        <a:schemeClr val="accent1"/>
                      </a:gs>
                      <a:gs pos="100000">
                        <a:schemeClr val="accent1"/>
                      </a:gs>
                    </a:gsLst>
                    <a:lin ang="5400000" scaled="0"/>
                  </a:gradFill>
                  <a:latin typeface="Roboto Condensed Regular"/>
                  <a:ea typeface="Roboto Light" pitchFamily="2" charset="0"/>
                </a:rPr>
                <a:t>82</a:t>
              </a:r>
              <a:r>
                <a:rPr lang="nb-NO" altLang="ko-KR" sz="1200" dirty="0">
                  <a:gradFill>
                    <a:gsLst>
                      <a:gs pos="0">
                        <a:schemeClr val="accent1"/>
                      </a:gs>
                      <a:gs pos="100000">
                        <a:schemeClr val="accent1"/>
                      </a:gs>
                    </a:gsLst>
                    <a:lin ang="5400000" scaled="0"/>
                  </a:gradFill>
                  <a:latin typeface="Roboto Condensed Regular"/>
                  <a:ea typeface="Roboto Light" pitchFamily="2" charset="0"/>
                </a:rPr>
                <a:t>%</a:t>
              </a:r>
              <a:endParaRPr lang="ko-KR" altLang="en-US" sz="1200" dirty="0">
                <a:gradFill>
                  <a:gsLst>
                    <a:gs pos="0">
                      <a:schemeClr val="accent1"/>
                    </a:gs>
                    <a:gs pos="100000">
                      <a:schemeClr val="accent1"/>
                    </a:gs>
                  </a:gsLst>
                  <a:lin ang="5400000" scaled="0"/>
                </a:gradFill>
              </a:endParaRPr>
            </a:p>
          </p:txBody>
        </p:sp>
      </p:grpSp>
      <p:grpSp>
        <p:nvGrpSpPr>
          <p:cNvPr id="65" name="그룹 64"/>
          <p:cNvGrpSpPr/>
          <p:nvPr/>
        </p:nvGrpSpPr>
        <p:grpSpPr>
          <a:xfrm>
            <a:off x="4253783" y="1917188"/>
            <a:ext cx="704160" cy="1456404"/>
            <a:chOff x="6372822" y="1917186"/>
            <a:chExt cx="704160" cy="1456405"/>
          </a:xfrm>
        </p:grpSpPr>
        <p:sp>
          <p:nvSpPr>
            <p:cNvPr id="132" name="한쪽 모서리가 둥근 사각형 131"/>
            <p:cNvSpPr>
              <a:spLocks/>
            </p:cNvSpPr>
            <p:nvPr/>
          </p:nvSpPr>
          <p:spPr>
            <a:xfrm>
              <a:off x="6556997" y="2101850"/>
              <a:ext cx="335809" cy="1271741"/>
            </a:xfrm>
            <a:prstGeom prst="round1Rect">
              <a:avLst>
                <a:gd name="adj" fmla="val 50000"/>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33" name="TextBox 132"/>
            <p:cNvSpPr txBox="1"/>
            <p:nvPr/>
          </p:nvSpPr>
          <p:spPr>
            <a:xfrm>
              <a:off x="6372822" y="1917186"/>
              <a:ext cx="704160" cy="184666"/>
            </a:xfrm>
            <a:prstGeom prst="rect">
              <a:avLst/>
            </a:prstGeom>
            <a:noFill/>
          </p:spPr>
          <p:txBody>
            <a:bodyPr wrap="square" lIns="0" tIns="0" rIns="0" bIns="0" rtlCol="0" anchor="b">
              <a:spAutoFit/>
            </a:bodyPr>
            <a:lstStyle/>
            <a:p>
              <a:pPr algn="ctr"/>
              <a:r>
                <a:rPr lang="nb-NO" altLang="ko-KR" sz="12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64</a:t>
              </a:r>
              <a:r>
                <a:rPr lang="nb-NO" altLang="ko-KR"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grpSp>
      <p:grpSp>
        <p:nvGrpSpPr>
          <p:cNvPr id="64" name="그룹 63"/>
          <p:cNvGrpSpPr/>
          <p:nvPr/>
        </p:nvGrpSpPr>
        <p:grpSpPr>
          <a:xfrm>
            <a:off x="3236816" y="2037837"/>
            <a:ext cx="704160" cy="1335757"/>
            <a:chOff x="5355855" y="2037834"/>
            <a:chExt cx="704160" cy="1335757"/>
          </a:xfrm>
        </p:grpSpPr>
        <p:sp>
          <p:nvSpPr>
            <p:cNvPr id="141" name="한쪽 모서리가 둥근 사각형 140"/>
            <p:cNvSpPr>
              <a:spLocks/>
            </p:cNvSpPr>
            <p:nvPr/>
          </p:nvSpPr>
          <p:spPr>
            <a:xfrm>
              <a:off x="5540030" y="2222500"/>
              <a:ext cx="335809" cy="1151091"/>
            </a:xfrm>
            <a:prstGeom prst="round1Rect">
              <a:avLst>
                <a:gd name="adj" fmla="val 50000"/>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2" name="TextBox 141"/>
            <p:cNvSpPr txBox="1"/>
            <p:nvPr/>
          </p:nvSpPr>
          <p:spPr>
            <a:xfrm>
              <a:off x="5355855" y="2037834"/>
              <a:ext cx="704160" cy="184666"/>
            </a:xfrm>
            <a:prstGeom prst="rect">
              <a:avLst/>
            </a:prstGeom>
            <a:noFill/>
          </p:spPr>
          <p:txBody>
            <a:bodyPr wrap="square" lIns="0" tIns="0" rIns="0" bIns="0" rtlCol="0" anchor="b">
              <a:spAutoFit/>
            </a:bodyPr>
            <a:lstStyle/>
            <a:p>
              <a:pPr algn="ctr"/>
              <a:r>
                <a:rPr lang="nb-NO" altLang="ko-KR" sz="12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58</a:t>
              </a:r>
              <a:r>
                <a:rPr lang="nb-NO" altLang="ko-KR"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grpSp>
      <p:grpSp>
        <p:nvGrpSpPr>
          <p:cNvPr id="63" name="그룹 62"/>
          <p:cNvGrpSpPr/>
          <p:nvPr/>
        </p:nvGrpSpPr>
        <p:grpSpPr>
          <a:xfrm>
            <a:off x="2219849" y="2362358"/>
            <a:ext cx="704160" cy="1011235"/>
            <a:chOff x="4338888" y="2362355"/>
            <a:chExt cx="704160" cy="1011236"/>
          </a:xfrm>
        </p:grpSpPr>
        <p:sp>
          <p:nvSpPr>
            <p:cNvPr id="150" name="한쪽 모서리가 둥근 사각형 149"/>
            <p:cNvSpPr>
              <a:spLocks/>
            </p:cNvSpPr>
            <p:nvPr/>
          </p:nvSpPr>
          <p:spPr>
            <a:xfrm>
              <a:off x="4523063" y="2545902"/>
              <a:ext cx="335809" cy="827689"/>
            </a:xfrm>
            <a:prstGeom prst="round1Rect">
              <a:avLst>
                <a:gd name="adj" fmla="val 50000"/>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51" name="TextBox 150"/>
            <p:cNvSpPr txBox="1"/>
            <p:nvPr/>
          </p:nvSpPr>
          <p:spPr>
            <a:xfrm>
              <a:off x="4338888" y="2362355"/>
              <a:ext cx="704160" cy="184666"/>
            </a:xfrm>
            <a:prstGeom prst="rect">
              <a:avLst/>
            </a:prstGeom>
            <a:noFill/>
          </p:spPr>
          <p:txBody>
            <a:bodyPr wrap="square" lIns="0" tIns="0" rIns="0" bIns="0" rtlCol="0" anchor="b">
              <a:spAutoFit/>
            </a:bodyPr>
            <a:lstStyle/>
            <a:p>
              <a:pPr algn="ctr"/>
              <a:r>
                <a:rPr lang="nb-NO" altLang="ko-KR" sz="12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41</a:t>
              </a:r>
              <a:r>
                <a:rPr lang="nb-NO" altLang="ko-KR"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grpSp>
      <p:grpSp>
        <p:nvGrpSpPr>
          <p:cNvPr id="62" name="그룹 61"/>
          <p:cNvGrpSpPr/>
          <p:nvPr/>
        </p:nvGrpSpPr>
        <p:grpSpPr>
          <a:xfrm>
            <a:off x="1202882" y="2666491"/>
            <a:ext cx="704160" cy="707108"/>
            <a:chOff x="3321921" y="2666484"/>
            <a:chExt cx="704160" cy="707107"/>
          </a:xfrm>
        </p:grpSpPr>
        <p:sp>
          <p:nvSpPr>
            <p:cNvPr id="159" name="한쪽 모서리가 둥근 사각형 158"/>
            <p:cNvSpPr>
              <a:spLocks/>
            </p:cNvSpPr>
            <p:nvPr/>
          </p:nvSpPr>
          <p:spPr>
            <a:xfrm>
              <a:off x="3506096" y="2851150"/>
              <a:ext cx="335809" cy="522441"/>
            </a:xfrm>
            <a:prstGeom prst="round1Rect">
              <a:avLst>
                <a:gd name="adj" fmla="val 50000"/>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0" name="TextBox 159"/>
            <p:cNvSpPr txBox="1"/>
            <p:nvPr/>
          </p:nvSpPr>
          <p:spPr>
            <a:xfrm>
              <a:off x="3321921" y="2666484"/>
              <a:ext cx="704160" cy="184666"/>
            </a:xfrm>
            <a:prstGeom prst="rect">
              <a:avLst/>
            </a:prstGeom>
            <a:noFill/>
          </p:spPr>
          <p:txBody>
            <a:bodyPr wrap="square" lIns="0" tIns="0" rIns="0" bIns="0" rtlCol="0" anchor="b">
              <a:spAutoFit/>
            </a:bodyPr>
            <a:lstStyle/>
            <a:p>
              <a:pPr algn="ctr"/>
              <a:r>
                <a:rPr lang="nb-NO" altLang="ko-KR" sz="12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27</a:t>
              </a:r>
              <a:r>
                <a:rPr lang="nb-NO" altLang="ko-KR"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grpSp>
      <p:grpSp>
        <p:nvGrpSpPr>
          <p:cNvPr id="74" name="그룹 73"/>
          <p:cNvGrpSpPr/>
          <p:nvPr/>
        </p:nvGrpSpPr>
        <p:grpSpPr>
          <a:xfrm>
            <a:off x="553764" y="1042185"/>
            <a:ext cx="5750472" cy="3396466"/>
            <a:chOff x="2672803" y="1042184"/>
            <a:chExt cx="5750472" cy="3396466"/>
          </a:xfrm>
        </p:grpSpPr>
        <p:sp>
          <p:nvSpPr>
            <p:cNvPr id="61" name="TextBox 60"/>
            <p:cNvSpPr txBox="1"/>
            <p:nvPr/>
          </p:nvSpPr>
          <p:spPr>
            <a:xfrm>
              <a:off x="6659562" y="4219575"/>
              <a:ext cx="1763713" cy="219075"/>
            </a:xfrm>
            <a:prstGeom prst="rect">
              <a:avLst/>
            </a:prstGeom>
            <a:noFill/>
          </p:spPr>
          <p:txBody>
            <a:bodyPr wrap="square" lIns="0" tIns="0" rIns="0" bIns="0" rtlCol="0">
              <a:noAutofit/>
            </a:bodyPr>
            <a:lstStyle/>
            <a:p>
              <a:pPr algn="r">
                <a:spcAft>
                  <a:spcPts val="300"/>
                </a:spcAft>
              </a:pPr>
              <a:r>
                <a:rPr lang="fr-FR"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rPr>
                <a:t>(Quisque cursus, metus vitae pharetra auctor.)</a:t>
              </a:r>
              <a:endParaRPr lang="en-US"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endParaRPr>
            </a:p>
          </p:txBody>
        </p:sp>
        <p:sp>
          <p:nvSpPr>
            <p:cNvPr id="80" name="TextBox 79"/>
            <p:cNvSpPr txBox="1"/>
            <p:nvPr/>
          </p:nvSpPr>
          <p:spPr>
            <a:xfrm>
              <a:off x="2868480" y="1042184"/>
              <a:ext cx="2751270" cy="284966"/>
            </a:xfrm>
            <a:prstGeom prst="rect">
              <a:avLst/>
            </a:prstGeom>
            <a:noFill/>
          </p:spPr>
          <p:txBody>
            <a:bodyPr wrap="square" lIns="0" tIns="0" rIns="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Bar Chart  Main Title Here</a:t>
              </a:r>
              <a:endParaRPr lang="ko-KR" altLang="en-US" sz="1200" b="1" dirty="0">
                <a:gradFill>
                  <a:gsLst>
                    <a:gs pos="0">
                      <a:schemeClr val="accent1"/>
                    </a:gs>
                    <a:gs pos="100000">
                      <a:schemeClr val="accent1"/>
                    </a:gs>
                  </a:gsLst>
                  <a:lin ang="5400000" scaled="0"/>
                </a:gradFill>
                <a:latin typeface="Roboto Condensed Regular"/>
              </a:endParaRPr>
            </a:p>
          </p:txBody>
        </p:sp>
        <p:sp>
          <p:nvSpPr>
            <p:cNvPr id="89" name="TextBox 88"/>
            <p:cNvSpPr txBox="1"/>
            <p:nvPr/>
          </p:nvSpPr>
          <p:spPr>
            <a:xfrm>
              <a:off x="7372350"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accent1"/>
                      </a:gs>
                      <a:gs pos="100000">
                        <a:schemeClr val="accent1"/>
                      </a:gs>
                    </a:gsLst>
                    <a:lin ang="5400000" scaled="0"/>
                  </a:gradFill>
                  <a:ea typeface="Roboto Light" pitchFamily="2" charset="0"/>
                  <a:cs typeface="Roboto Condensed Regular"/>
                </a:rPr>
                <a:t>Donec lacus nunc, viverra nec, blandit vel, egestas et, augue. Vestibulum tincidunt.</a:t>
              </a:r>
            </a:p>
          </p:txBody>
        </p:sp>
        <p:sp>
          <p:nvSpPr>
            <p:cNvPr id="126" name="TextBox 125"/>
            <p:cNvSpPr txBox="1"/>
            <p:nvPr/>
          </p:nvSpPr>
          <p:spPr>
            <a:xfrm>
              <a:off x="6355384"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135" name="TextBox 134"/>
            <p:cNvSpPr txBox="1"/>
            <p:nvPr/>
          </p:nvSpPr>
          <p:spPr>
            <a:xfrm>
              <a:off x="5338417"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144" name="TextBox 143"/>
            <p:cNvSpPr txBox="1"/>
            <p:nvPr/>
          </p:nvSpPr>
          <p:spPr>
            <a:xfrm>
              <a:off x="4321450"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153" name="TextBox 152"/>
            <p:cNvSpPr txBox="1"/>
            <p:nvPr/>
          </p:nvSpPr>
          <p:spPr>
            <a:xfrm>
              <a:off x="3304483"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52" name="Freeform 11"/>
            <p:cNvSpPr>
              <a:spLocks/>
            </p:cNvSpPr>
            <p:nvPr/>
          </p:nvSpPr>
          <p:spPr bwMode="auto">
            <a:xfrm>
              <a:off x="2956322" y="3204691"/>
              <a:ext cx="168730" cy="168902"/>
            </a:xfrm>
            <a:custGeom>
              <a:avLst/>
              <a:gdLst>
                <a:gd name="T0" fmla="*/ 1552 w 1552"/>
                <a:gd name="T1" fmla="*/ 1446 h 1446"/>
                <a:gd name="T2" fmla="*/ 71 w 1552"/>
                <a:gd name="T3" fmla="*/ 1446 h 1446"/>
                <a:gd name="T4" fmla="*/ 0 w 1552"/>
                <a:gd name="T5" fmla="*/ 1375 h 1446"/>
                <a:gd name="T6" fmla="*/ 0 w 1552"/>
                <a:gd name="T7" fmla="*/ 0 h 1446"/>
                <a:gd name="connsiteX0" fmla="*/ 10000 w 10000"/>
                <a:gd name="connsiteY0" fmla="*/ 491 h 491"/>
                <a:gd name="connsiteX1" fmla="*/ 457 w 10000"/>
                <a:gd name="connsiteY1" fmla="*/ 491 h 491"/>
                <a:gd name="connsiteX2" fmla="*/ 0 w 10000"/>
                <a:gd name="connsiteY2" fmla="*/ 0 h 491"/>
                <a:gd name="connsiteX0" fmla="*/ 457 w 457"/>
                <a:gd name="connsiteY0" fmla="*/ 10000 h 10000"/>
                <a:gd name="connsiteX1" fmla="*/ 0 w 457"/>
                <a:gd name="connsiteY1" fmla="*/ 0 h 10000"/>
              </a:gdLst>
              <a:ahLst/>
              <a:cxnLst>
                <a:cxn ang="0">
                  <a:pos x="connsiteX0" y="connsiteY0"/>
                </a:cxn>
                <a:cxn ang="0">
                  <a:pos x="connsiteX1" y="connsiteY1"/>
                </a:cxn>
              </a:cxnLst>
              <a:rect l="l" t="t" r="r" b="b"/>
              <a:pathLst>
                <a:path w="457" h="10000">
                  <a:moveTo>
                    <a:pt x="457" y="10000"/>
                  </a:moveTo>
                  <a:cubicBezTo>
                    <a:pt x="206" y="10000"/>
                    <a:pt x="0" y="5499"/>
                    <a:pt x="0" y="0"/>
                  </a:cubicBezTo>
                </a:path>
              </a:pathLst>
            </a:custGeom>
            <a:noFill/>
            <a:ln w="3175" cap="flat">
              <a:solidFill>
                <a:schemeClr val="tx2">
                  <a:alpha val="5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sz="2514" dirty="0">
                <a:solidFill>
                  <a:schemeClr val="accent3">
                    <a:lumMod val="50000"/>
                  </a:schemeClr>
                </a:solidFill>
              </a:endParaRPr>
            </a:p>
          </p:txBody>
        </p:sp>
        <p:cxnSp>
          <p:nvCxnSpPr>
            <p:cNvPr id="53" name="직선 연결선 52"/>
            <p:cNvCxnSpPr/>
            <p:nvPr/>
          </p:nvCxnSpPr>
          <p:spPr>
            <a:xfrm>
              <a:off x="2956322" y="1403350"/>
              <a:ext cx="0" cy="175753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nvGrpSpPr>
            <p:cNvPr id="87" name="그룹 86"/>
            <p:cNvGrpSpPr/>
            <p:nvPr/>
          </p:nvGrpSpPr>
          <p:grpSpPr>
            <a:xfrm>
              <a:off x="2781544" y="1781070"/>
              <a:ext cx="174778" cy="1004355"/>
              <a:chOff x="2781544" y="1801120"/>
              <a:chExt cx="174778" cy="1004355"/>
            </a:xfrm>
          </p:grpSpPr>
          <p:sp>
            <p:nvSpPr>
              <p:cNvPr id="56" name="TextBox 55"/>
              <p:cNvSpPr txBox="1"/>
              <p:nvPr/>
            </p:nvSpPr>
            <p:spPr>
              <a:xfrm rot="16200000">
                <a:off x="2348616" y="2234048"/>
                <a:ext cx="100435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Keyword</a:t>
                </a:r>
                <a:endParaRPr lang="ko-KR" altLang="en-US" sz="900" b="1" dirty="0">
                  <a:gradFill>
                    <a:gsLst>
                      <a:gs pos="0">
                        <a:schemeClr val="tx2"/>
                      </a:gs>
                      <a:gs pos="100000">
                        <a:schemeClr val="tx2"/>
                      </a:gs>
                    </a:gsLst>
                    <a:lin ang="5400000" scaled="0"/>
                  </a:gradFill>
                </a:endParaRPr>
              </a:p>
            </p:txBody>
          </p:sp>
          <p:cxnSp>
            <p:nvCxnSpPr>
              <p:cNvPr id="57" name="직선 연결선 56"/>
              <p:cNvCxnSpPr/>
              <p:nvPr/>
            </p:nvCxnSpPr>
            <p:spPr>
              <a:xfrm>
                <a:off x="2956322" y="2077160"/>
                <a:ext cx="0" cy="45227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58" name="직선 연결선 57"/>
            <p:cNvCxnSpPr/>
            <p:nvPr/>
          </p:nvCxnSpPr>
          <p:spPr>
            <a:xfrm flipH="1">
              <a:off x="3142506" y="3373591"/>
              <a:ext cx="5137894"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73" name="Freeform 7"/>
            <p:cNvSpPr>
              <a:spLocks noEditPoints="1"/>
            </p:cNvSpPr>
            <p:nvPr/>
          </p:nvSpPr>
          <p:spPr bwMode="auto">
            <a:xfrm rot="5400000" flipV="1">
              <a:off x="3054857" y="3302383"/>
              <a:ext cx="140493" cy="142418"/>
            </a:xfrm>
            <a:custGeom>
              <a:avLst/>
              <a:gdLst>
                <a:gd name="T0" fmla="*/ 31 w 61"/>
                <a:gd name="T1" fmla="*/ 0 h 60"/>
                <a:gd name="T2" fmla="*/ 0 w 61"/>
                <a:gd name="T3" fmla="*/ 30 h 60"/>
                <a:gd name="T4" fmla="*/ 31 w 61"/>
                <a:gd name="T5" fmla="*/ 60 h 60"/>
                <a:gd name="T6" fmla="*/ 61 w 61"/>
                <a:gd name="T7" fmla="*/ 30 h 60"/>
                <a:gd name="T8" fmla="*/ 31 w 61"/>
                <a:gd name="T9" fmla="*/ 0 h 60"/>
                <a:gd name="T10" fmla="*/ 37 w 61"/>
                <a:gd name="T11" fmla="*/ 53 h 60"/>
                <a:gd name="T12" fmla="*/ 37 w 61"/>
                <a:gd name="T13" fmla="*/ 32 h 60"/>
                <a:gd name="T14" fmla="*/ 47 w 61"/>
                <a:gd name="T15" fmla="*/ 32 h 60"/>
                <a:gd name="T16" fmla="*/ 31 w 61"/>
                <a:gd name="T17" fmla="*/ 13 h 60"/>
                <a:gd name="T18" fmla="*/ 14 w 61"/>
                <a:gd name="T19" fmla="*/ 32 h 60"/>
                <a:gd name="T20" fmla="*/ 24 w 61"/>
                <a:gd name="T21" fmla="*/ 32 h 60"/>
                <a:gd name="T22" fmla="*/ 24 w 61"/>
                <a:gd name="T23" fmla="*/ 53 h 60"/>
                <a:gd name="T24" fmla="*/ 6 w 61"/>
                <a:gd name="T25" fmla="*/ 30 h 60"/>
                <a:gd name="T26" fmla="*/ 31 w 61"/>
                <a:gd name="T27" fmla="*/ 6 h 60"/>
                <a:gd name="T28" fmla="*/ 55 w 61"/>
                <a:gd name="T29" fmla="*/ 30 h 60"/>
                <a:gd name="T30" fmla="*/ 37 w 61"/>
                <a:gd name="T31"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31" y="0"/>
                  </a:moveTo>
                  <a:cubicBezTo>
                    <a:pt x="14" y="0"/>
                    <a:pt x="0" y="13"/>
                    <a:pt x="0" y="30"/>
                  </a:cubicBezTo>
                  <a:cubicBezTo>
                    <a:pt x="0" y="46"/>
                    <a:pt x="14" y="60"/>
                    <a:pt x="31" y="60"/>
                  </a:cubicBezTo>
                  <a:cubicBezTo>
                    <a:pt x="47" y="60"/>
                    <a:pt x="61" y="46"/>
                    <a:pt x="61" y="30"/>
                  </a:cubicBezTo>
                  <a:cubicBezTo>
                    <a:pt x="61" y="13"/>
                    <a:pt x="47" y="0"/>
                    <a:pt x="31" y="0"/>
                  </a:cubicBezTo>
                  <a:close/>
                  <a:moveTo>
                    <a:pt x="37" y="53"/>
                  </a:moveTo>
                  <a:cubicBezTo>
                    <a:pt x="37" y="32"/>
                    <a:pt x="37" y="32"/>
                    <a:pt x="37" y="32"/>
                  </a:cubicBezTo>
                  <a:cubicBezTo>
                    <a:pt x="47" y="32"/>
                    <a:pt x="47" y="32"/>
                    <a:pt x="47" y="32"/>
                  </a:cubicBezTo>
                  <a:cubicBezTo>
                    <a:pt x="31" y="13"/>
                    <a:pt x="31" y="13"/>
                    <a:pt x="31" y="13"/>
                  </a:cubicBezTo>
                  <a:cubicBezTo>
                    <a:pt x="14" y="32"/>
                    <a:pt x="14" y="32"/>
                    <a:pt x="14" y="32"/>
                  </a:cubicBezTo>
                  <a:cubicBezTo>
                    <a:pt x="24" y="32"/>
                    <a:pt x="24" y="32"/>
                    <a:pt x="24" y="32"/>
                  </a:cubicBezTo>
                  <a:cubicBezTo>
                    <a:pt x="24" y="53"/>
                    <a:pt x="24" y="53"/>
                    <a:pt x="24" y="53"/>
                  </a:cubicBezTo>
                  <a:cubicBezTo>
                    <a:pt x="14" y="50"/>
                    <a:pt x="6" y="41"/>
                    <a:pt x="6" y="30"/>
                  </a:cubicBezTo>
                  <a:cubicBezTo>
                    <a:pt x="6" y="17"/>
                    <a:pt x="17" y="6"/>
                    <a:pt x="31" y="6"/>
                  </a:cubicBezTo>
                  <a:cubicBezTo>
                    <a:pt x="44" y="6"/>
                    <a:pt x="55" y="17"/>
                    <a:pt x="55" y="30"/>
                  </a:cubicBezTo>
                  <a:cubicBezTo>
                    <a:pt x="55" y="41"/>
                    <a:pt x="47" y="50"/>
                    <a:pt x="37" y="5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71" name="Freeform 7"/>
            <p:cNvSpPr>
              <a:spLocks noEditPoints="1"/>
            </p:cNvSpPr>
            <p:nvPr/>
          </p:nvSpPr>
          <p:spPr bwMode="auto">
            <a:xfrm rot="5400000">
              <a:off x="8259907" y="3302383"/>
              <a:ext cx="140493" cy="142418"/>
            </a:xfrm>
            <a:custGeom>
              <a:avLst/>
              <a:gdLst>
                <a:gd name="T0" fmla="*/ 31 w 61"/>
                <a:gd name="T1" fmla="*/ 0 h 60"/>
                <a:gd name="T2" fmla="*/ 0 w 61"/>
                <a:gd name="T3" fmla="*/ 30 h 60"/>
                <a:gd name="T4" fmla="*/ 31 w 61"/>
                <a:gd name="T5" fmla="*/ 60 h 60"/>
                <a:gd name="T6" fmla="*/ 61 w 61"/>
                <a:gd name="T7" fmla="*/ 30 h 60"/>
                <a:gd name="T8" fmla="*/ 31 w 61"/>
                <a:gd name="T9" fmla="*/ 0 h 60"/>
                <a:gd name="T10" fmla="*/ 37 w 61"/>
                <a:gd name="T11" fmla="*/ 53 h 60"/>
                <a:gd name="T12" fmla="*/ 37 w 61"/>
                <a:gd name="T13" fmla="*/ 32 h 60"/>
                <a:gd name="T14" fmla="*/ 47 w 61"/>
                <a:gd name="T15" fmla="*/ 32 h 60"/>
                <a:gd name="T16" fmla="*/ 31 w 61"/>
                <a:gd name="T17" fmla="*/ 13 h 60"/>
                <a:gd name="T18" fmla="*/ 14 w 61"/>
                <a:gd name="T19" fmla="*/ 32 h 60"/>
                <a:gd name="T20" fmla="*/ 24 w 61"/>
                <a:gd name="T21" fmla="*/ 32 h 60"/>
                <a:gd name="T22" fmla="*/ 24 w 61"/>
                <a:gd name="T23" fmla="*/ 53 h 60"/>
                <a:gd name="T24" fmla="*/ 6 w 61"/>
                <a:gd name="T25" fmla="*/ 30 h 60"/>
                <a:gd name="T26" fmla="*/ 31 w 61"/>
                <a:gd name="T27" fmla="*/ 6 h 60"/>
                <a:gd name="T28" fmla="*/ 55 w 61"/>
                <a:gd name="T29" fmla="*/ 30 h 60"/>
                <a:gd name="T30" fmla="*/ 37 w 61"/>
                <a:gd name="T31"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31" y="0"/>
                  </a:moveTo>
                  <a:cubicBezTo>
                    <a:pt x="14" y="0"/>
                    <a:pt x="0" y="13"/>
                    <a:pt x="0" y="30"/>
                  </a:cubicBezTo>
                  <a:cubicBezTo>
                    <a:pt x="0" y="46"/>
                    <a:pt x="14" y="60"/>
                    <a:pt x="31" y="60"/>
                  </a:cubicBezTo>
                  <a:cubicBezTo>
                    <a:pt x="47" y="60"/>
                    <a:pt x="61" y="46"/>
                    <a:pt x="61" y="30"/>
                  </a:cubicBezTo>
                  <a:cubicBezTo>
                    <a:pt x="61" y="13"/>
                    <a:pt x="47" y="0"/>
                    <a:pt x="31" y="0"/>
                  </a:cubicBezTo>
                  <a:close/>
                  <a:moveTo>
                    <a:pt x="37" y="53"/>
                  </a:moveTo>
                  <a:cubicBezTo>
                    <a:pt x="37" y="32"/>
                    <a:pt x="37" y="32"/>
                    <a:pt x="37" y="32"/>
                  </a:cubicBezTo>
                  <a:cubicBezTo>
                    <a:pt x="47" y="32"/>
                    <a:pt x="47" y="32"/>
                    <a:pt x="47" y="32"/>
                  </a:cubicBezTo>
                  <a:cubicBezTo>
                    <a:pt x="31" y="13"/>
                    <a:pt x="31" y="13"/>
                    <a:pt x="31" y="13"/>
                  </a:cubicBezTo>
                  <a:cubicBezTo>
                    <a:pt x="14" y="32"/>
                    <a:pt x="14" y="32"/>
                    <a:pt x="14" y="32"/>
                  </a:cubicBezTo>
                  <a:cubicBezTo>
                    <a:pt x="24" y="32"/>
                    <a:pt x="24" y="32"/>
                    <a:pt x="24" y="32"/>
                  </a:cubicBezTo>
                  <a:cubicBezTo>
                    <a:pt x="24" y="53"/>
                    <a:pt x="24" y="53"/>
                    <a:pt x="24" y="53"/>
                  </a:cubicBezTo>
                  <a:cubicBezTo>
                    <a:pt x="14" y="50"/>
                    <a:pt x="6" y="41"/>
                    <a:pt x="6" y="30"/>
                  </a:cubicBezTo>
                  <a:cubicBezTo>
                    <a:pt x="6" y="17"/>
                    <a:pt x="17" y="6"/>
                    <a:pt x="31" y="6"/>
                  </a:cubicBezTo>
                  <a:cubicBezTo>
                    <a:pt x="44" y="6"/>
                    <a:pt x="55" y="17"/>
                    <a:pt x="55" y="30"/>
                  </a:cubicBezTo>
                  <a:cubicBezTo>
                    <a:pt x="55" y="41"/>
                    <a:pt x="47" y="50"/>
                    <a:pt x="37" y="53"/>
                  </a:cubicBezTo>
                  <a:close/>
                </a:path>
              </a:pathLst>
            </a:custGeom>
            <a:solidFill>
              <a:schemeClr val="accent3">
                <a:lumMod val="5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4" name="TextBox 53"/>
            <p:cNvSpPr txBox="1"/>
            <p:nvPr/>
          </p:nvSpPr>
          <p:spPr>
            <a:xfrm>
              <a:off x="2672803" y="1346034"/>
              <a:ext cx="186244" cy="92333"/>
            </a:xfrm>
            <a:prstGeom prst="rect">
              <a:avLst/>
            </a:prstGeom>
            <a:noFill/>
          </p:spPr>
          <p:txBody>
            <a:bodyPr wrap="square" lIns="0" tIns="0" rIns="0" bIns="0" rtlCol="0">
              <a:spAutoFit/>
            </a:bodyPr>
            <a:lstStyle/>
            <a:p>
              <a:pPr algn="r"/>
              <a:r>
                <a:rPr lang="nb-NO" altLang="ko-KR" sz="600" b="1" dirty="0">
                  <a:gradFill>
                    <a:gsLst>
                      <a:gs pos="0">
                        <a:schemeClr val="tx2"/>
                      </a:gs>
                      <a:gs pos="100000">
                        <a:schemeClr val="tx2"/>
                      </a:gs>
                    </a:gsLst>
                    <a:lin ang="5400000" scaled="0"/>
                  </a:gradFill>
                  <a:latin typeface="Roboto Condensed Regular"/>
                  <a:ea typeface="Roboto Light" pitchFamily="2" charset="0"/>
                  <a:cs typeface="Roboto Condensed Regular"/>
                </a:rPr>
                <a:t>High</a:t>
              </a:r>
              <a:endParaRPr lang="ko-KR" altLang="en-US" sz="600" b="1" dirty="0">
                <a:gradFill>
                  <a:gsLst>
                    <a:gs pos="0">
                      <a:schemeClr val="tx2"/>
                    </a:gs>
                    <a:gs pos="100000">
                      <a:schemeClr val="tx2"/>
                    </a:gs>
                  </a:gsLst>
                  <a:lin ang="5400000" scaled="0"/>
                </a:gradFill>
                <a:latin typeface="Roboto Condensed Regular"/>
                <a:ea typeface="Roboto Light" pitchFamily="2" charset="0"/>
                <a:cs typeface="Roboto Condensed Regular"/>
              </a:endParaRPr>
            </a:p>
          </p:txBody>
        </p:sp>
        <p:sp>
          <p:nvSpPr>
            <p:cNvPr id="67" name="타원 66"/>
            <p:cNvSpPr/>
            <p:nvPr/>
          </p:nvSpPr>
          <p:spPr>
            <a:xfrm>
              <a:off x="2893322" y="1329201"/>
              <a:ext cx="126000" cy="126000"/>
            </a:xfrm>
            <a:prstGeom prst="ellips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8" name="Freeform 7"/>
            <p:cNvSpPr>
              <a:spLocks noEditPoints="1"/>
            </p:cNvSpPr>
            <p:nvPr/>
          </p:nvSpPr>
          <p:spPr bwMode="auto">
            <a:xfrm>
              <a:off x="2886076" y="1320992"/>
              <a:ext cx="140493" cy="142418"/>
            </a:xfrm>
            <a:custGeom>
              <a:avLst/>
              <a:gdLst>
                <a:gd name="T0" fmla="*/ 31 w 61"/>
                <a:gd name="T1" fmla="*/ 0 h 60"/>
                <a:gd name="T2" fmla="*/ 0 w 61"/>
                <a:gd name="T3" fmla="*/ 30 h 60"/>
                <a:gd name="T4" fmla="*/ 31 w 61"/>
                <a:gd name="T5" fmla="*/ 60 h 60"/>
                <a:gd name="T6" fmla="*/ 61 w 61"/>
                <a:gd name="T7" fmla="*/ 30 h 60"/>
                <a:gd name="T8" fmla="*/ 31 w 61"/>
                <a:gd name="T9" fmla="*/ 0 h 60"/>
                <a:gd name="T10" fmla="*/ 37 w 61"/>
                <a:gd name="T11" fmla="*/ 53 h 60"/>
                <a:gd name="T12" fmla="*/ 37 w 61"/>
                <a:gd name="T13" fmla="*/ 32 h 60"/>
                <a:gd name="T14" fmla="*/ 47 w 61"/>
                <a:gd name="T15" fmla="*/ 32 h 60"/>
                <a:gd name="T16" fmla="*/ 31 w 61"/>
                <a:gd name="T17" fmla="*/ 13 h 60"/>
                <a:gd name="T18" fmla="*/ 14 w 61"/>
                <a:gd name="T19" fmla="*/ 32 h 60"/>
                <a:gd name="T20" fmla="*/ 24 w 61"/>
                <a:gd name="T21" fmla="*/ 32 h 60"/>
                <a:gd name="T22" fmla="*/ 24 w 61"/>
                <a:gd name="T23" fmla="*/ 53 h 60"/>
                <a:gd name="T24" fmla="*/ 6 w 61"/>
                <a:gd name="T25" fmla="*/ 30 h 60"/>
                <a:gd name="T26" fmla="*/ 31 w 61"/>
                <a:gd name="T27" fmla="*/ 6 h 60"/>
                <a:gd name="T28" fmla="*/ 55 w 61"/>
                <a:gd name="T29" fmla="*/ 30 h 60"/>
                <a:gd name="T30" fmla="*/ 37 w 61"/>
                <a:gd name="T31"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31" y="0"/>
                  </a:moveTo>
                  <a:cubicBezTo>
                    <a:pt x="14" y="0"/>
                    <a:pt x="0" y="13"/>
                    <a:pt x="0" y="30"/>
                  </a:cubicBezTo>
                  <a:cubicBezTo>
                    <a:pt x="0" y="46"/>
                    <a:pt x="14" y="60"/>
                    <a:pt x="31" y="60"/>
                  </a:cubicBezTo>
                  <a:cubicBezTo>
                    <a:pt x="47" y="60"/>
                    <a:pt x="61" y="46"/>
                    <a:pt x="61" y="30"/>
                  </a:cubicBezTo>
                  <a:cubicBezTo>
                    <a:pt x="61" y="13"/>
                    <a:pt x="47" y="0"/>
                    <a:pt x="31" y="0"/>
                  </a:cubicBezTo>
                  <a:close/>
                  <a:moveTo>
                    <a:pt x="37" y="53"/>
                  </a:moveTo>
                  <a:cubicBezTo>
                    <a:pt x="37" y="32"/>
                    <a:pt x="37" y="32"/>
                    <a:pt x="37" y="32"/>
                  </a:cubicBezTo>
                  <a:cubicBezTo>
                    <a:pt x="47" y="32"/>
                    <a:pt x="47" y="32"/>
                    <a:pt x="47" y="32"/>
                  </a:cubicBezTo>
                  <a:cubicBezTo>
                    <a:pt x="31" y="13"/>
                    <a:pt x="31" y="13"/>
                    <a:pt x="31" y="13"/>
                  </a:cubicBezTo>
                  <a:cubicBezTo>
                    <a:pt x="14" y="32"/>
                    <a:pt x="14" y="32"/>
                    <a:pt x="14" y="32"/>
                  </a:cubicBezTo>
                  <a:cubicBezTo>
                    <a:pt x="24" y="32"/>
                    <a:pt x="24" y="32"/>
                    <a:pt x="24" y="32"/>
                  </a:cubicBezTo>
                  <a:cubicBezTo>
                    <a:pt x="24" y="53"/>
                    <a:pt x="24" y="53"/>
                    <a:pt x="24" y="53"/>
                  </a:cubicBezTo>
                  <a:cubicBezTo>
                    <a:pt x="14" y="50"/>
                    <a:pt x="6" y="41"/>
                    <a:pt x="6" y="30"/>
                  </a:cubicBezTo>
                  <a:cubicBezTo>
                    <a:pt x="6" y="17"/>
                    <a:pt x="17" y="6"/>
                    <a:pt x="31" y="6"/>
                  </a:cubicBezTo>
                  <a:cubicBezTo>
                    <a:pt x="44" y="6"/>
                    <a:pt x="55" y="17"/>
                    <a:pt x="55" y="30"/>
                  </a:cubicBezTo>
                  <a:cubicBezTo>
                    <a:pt x="55" y="41"/>
                    <a:pt x="47" y="50"/>
                    <a:pt x="37" y="5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5" name="TextBox 54"/>
            <p:cNvSpPr txBox="1"/>
            <p:nvPr/>
          </p:nvSpPr>
          <p:spPr>
            <a:xfrm>
              <a:off x="2672803" y="3128122"/>
              <a:ext cx="186244" cy="92333"/>
            </a:xfrm>
            <a:prstGeom prst="rect">
              <a:avLst/>
            </a:prstGeom>
            <a:noFill/>
          </p:spPr>
          <p:txBody>
            <a:bodyPr wrap="square" lIns="0" tIns="0" rIns="0" bIns="0" rtlCol="0">
              <a:spAutoFit/>
            </a:bodyPr>
            <a:lstStyle/>
            <a:p>
              <a:pPr algn="r"/>
              <a:r>
                <a:rPr lang="nb-NO" altLang="ko-KR" sz="600" b="1" dirty="0">
                  <a:gradFill>
                    <a:gsLst>
                      <a:gs pos="0">
                        <a:schemeClr val="tx2"/>
                      </a:gs>
                      <a:gs pos="100000">
                        <a:schemeClr val="tx2"/>
                      </a:gs>
                    </a:gsLst>
                    <a:lin ang="5400000" scaled="0"/>
                  </a:gradFill>
                  <a:latin typeface="Roboto Condensed Regular"/>
                  <a:ea typeface="Roboto Light" pitchFamily="2" charset="0"/>
                  <a:cs typeface="Roboto Condensed Regular"/>
                </a:rPr>
                <a:t>Low</a:t>
              </a:r>
              <a:endParaRPr lang="ko-KR" altLang="en-US" sz="600" b="1" dirty="0">
                <a:gradFill>
                  <a:gsLst>
                    <a:gs pos="0">
                      <a:schemeClr val="tx2"/>
                    </a:gs>
                    <a:gs pos="100000">
                      <a:schemeClr val="tx2"/>
                    </a:gs>
                  </a:gsLst>
                  <a:lin ang="5400000" scaled="0"/>
                </a:gradFill>
                <a:latin typeface="Roboto Condensed Regular"/>
                <a:ea typeface="Roboto Light" pitchFamily="2" charset="0"/>
                <a:cs typeface="Roboto Condensed Regular"/>
              </a:endParaRPr>
            </a:p>
          </p:txBody>
        </p:sp>
        <p:sp>
          <p:nvSpPr>
            <p:cNvPr id="66" name="Freeform 7"/>
            <p:cNvSpPr>
              <a:spLocks noEditPoints="1"/>
            </p:cNvSpPr>
            <p:nvPr/>
          </p:nvSpPr>
          <p:spPr bwMode="auto">
            <a:xfrm flipV="1">
              <a:off x="2886076" y="3103080"/>
              <a:ext cx="140493" cy="142418"/>
            </a:xfrm>
            <a:custGeom>
              <a:avLst/>
              <a:gdLst>
                <a:gd name="T0" fmla="*/ 31 w 61"/>
                <a:gd name="T1" fmla="*/ 0 h 60"/>
                <a:gd name="T2" fmla="*/ 0 w 61"/>
                <a:gd name="T3" fmla="*/ 30 h 60"/>
                <a:gd name="T4" fmla="*/ 31 w 61"/>
                <a:gd name="T5" fmla="*/ 60 h 60"/>
                <a:gd name="T6" fmla="*/ 61 w 61"/>
                <a:gd name="T7" fmla="*/ 30 h 60"/>
                <a:gd name="T8" fmla="*/ 31 w 61"/>
                <a:gd name="T9" fmla="*/ 0 h 60"/>
                <a:gd name="T10" fmla="*/ 37 w 61"/>
                <a:gd name="T11" fmla="*/ 53 h 60"/>
                <a:gd name="T12" fmla="*/ 37 w 61"/>
                <a:gd name="T13" fmla="*/ 32 h 60"/>
                <a:gd name="T14" fmla="*/ 47 w 61"/>
                <a:gd name="T15" fmla="*/ 32 h 60"/>
                <a:gd name="T16" fmla="*/ 31 w 61"/>
                <a:gd name="T17" fmla="*/ 13 h 60"/>
                <a:gd name="T18" fmla="*/ 14 w 61"/>
                <a:gd name="T19" fmla="*/ 32 h 60"/>
                <a:gd name="T20" fmla="*/ 24 w 61"/>
                <a:gd name="T21" fmla="*/ 32 h 60"/>
                <a:gd name="T22" fmla="*/ 24 w 61"/>
                <a:gd name="T23" fmla="*/ 53 h 60"/>
                <a:gd name="T24" fmla="*/ 6 w 61"/>
                <a:gd name="T25" fmla="*/ 30 h 60"/>
                <a:gd name="T26" fmla="*/ 31 w 61"/>
                <a:gd name="T27" fmla="*/ 6 h 60"/>
                <a:gd name="T28" fmla="*/ 55 w 61"/>
                <a:gd name="T29" fmla="*/ 30 h 60"/>
                <a:gd name="T30" fmla="*/ 37 w 61"/>
                <a:gd name="T31"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31" y="0"/>
                  </a:moveTo>
                  <a:cubicBezTo>
                    <a:pt x="14" y="0"/>
                    <a:pt x="0" y="13"/>
                    <a:pt x="0" y="30"/>
                  </a:cubicBezTo>
                  <a:cubicBezTo>
                    <a:pt x="0" y="46"/>
                    <a:pt x="14" y="60"/>
                    <a:pt x="31" y="60"/>
                  </a:cubicBezTo>
                  <a:cubicBezTo>
                    <a:pt x="47" y="60"/>
                    <a:pt x="61" y="46"/>
                    <a:pt x="61" y="30"/>
                  </a:cubicBezTo>
                  <a:cubicBezTo>
                    <a:pt x="61" y="13"/>
                    <a:pt x="47" y="0"/>
                    <a:pt x="31" y="0"/>
                  </a:cubicBezTo>
                  <a:close/>
                  <a:moveTo>
                    <a:pt x="37" y="53"/>
                  </a:moveTo>
                  <a:cubicBezTo>
                    <a:pt x="37" y="32"/>
                    <a:pt x="37" y="32"/>
                    <a:pt x="37" y="32"/>
                  </a:cubicBezTo>
                  <a:cubicBezTo>
                    <a:pt x="47" y="32"/>
                    <a:pt x="47" y="32"/>
                    <a:pt x="47" y="32"/>
                  </a:cubicBezTo>
                  <a:cubicBezTo>
                    <a:pt x="31" y="13"/>
                    <a:pt x="31" y="13"/>
                    <a:pt x="31" y="13"/>
                  </a:cubicBezTo>
                  <a:cubicBezTo>
                    <a:pt x="14" y="32"/>
                    <a:pt x="14" y="32"/>
                    <a:pt x="14" y="32"/>
                  </a:cubicBezTo>
                  <a:cubicBezTo>
                    <a:pt x="24" y="32"/>
                    <a:pt x="24" y="32"/>
                    <a:pt x="24" y="32"/>
                  </a:cubicBezTo>
                  <a:cubicBezTo>
                    <a:pt x="24" y="53"/>
                    <a:pt x="24" y="53"/>
                    <a:pt x="24" y="53"/>
                  </a:cubicBezTo>
                  <a:cubicBezTo>
                    <a:pt x="14" y="50"/>
                    <a:pt x="6" y="41"/>
                    <a:pt x="6" y="30"/>
                  </a:cubicBezTo>
                  <a:cubicBezTo>
                    <a:pt x="6" y="17"/>
                    <a:pt x="17" y="6"/>
                    <a:pt x="31" y="6"/>
                  </a:cubicBezTo>
                  <a:cubicBezTo>
                    <a:pt x="44" y="6"/>
                    <a:pt x="55" y="17"/>
                    <a:pt x="55" y="30"/>
                  </a:cubicBezTo>
                  <a:cubicBezTo>
                    <a:pt x="55" y="41"/>
                    <a:pt x="47" y="50"/>
                    <a:pt x="37" y="5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9" name="TextBox 58"/>
            <p:cNvSpPr txBox="1"/>
            <p:nvPr/>
          </p:nvSpPr>
          <p:spPr>
            <a:xfrm>
              <a:off x="7389788" y="3421063"/>
              <a:ext cx="704160" cy="138499"/>
            </a:xfrm>
            <a:prstGeom prst="rect">
              <a:avLst/>
            </a:prstGeom>
            <a:noFill/>
          </p:spPr>
          <p:txBody>
            <a:bodyPr wrap="square" lIns="0" tIns="0" rIns="0" bIns="0" rtlCol="0">
              <a:spAutoFit/>
            </a:bodyPr>
            <a:lstStyle/>
            <a:p>
              <a:pPr algn="ctr"/>
              <a:r>
                <a:rPr lang="nb-NO" altLang="ko-KR" sz="900" b="1" dirty="0">
                  <a:gradFill>
                    <a:gsLst>
                      <a:gs pos="0">
                        <a:schemeClr val="accent1"/>
                      </a:gs>
                      <a:gs pos="100000">
                        <a:schemeClr val="accent1"/>
                      </a:gs>
                    </a:gsLst>
                    <a:lin ang="5400000" scaled="0"/>
                  </a:gradFill>
                  <a:latin typeface="Roboto Condensed Regular"/>
                  <a:ea typeface="Roboto Light" pitchFamily="2" charset="0"/>
                </a:rPr>
                <a:t>2014</a:t>
              </a:r>
              <a:endParaRPr lang="ko-KR" altLang="en-US" sz="900" b="1" dirty="0">
                <a:gradFill>
                  <a:gsLst>
                    <a:gs pos="0">
                      <a:schemeClr val="accent1"/>
                    </a:gs>
                    <a:gs pos="100000">
                      <a:schemeClr val="accent1"/>
                    </a:gs>
                  </a:gsLst>
                  <a:lin ang="5400000" scaled="0"/>
                </a:gradFill>
              </a:endParaRPr>
            </a:p>
          </p:txBody>
        </p:sp>
        <p:cxnSp>
          <p:nvCxnSpPr>
            <p:cNvPr id="60" name="직선 연결선 59"/>
            <p:cNvCxnSpPr/>
            <p:nvPr/>
          </p:nvCxnSpPr>
          <p:spPr>
            <a:xfrm flipH="1">
              <a:off x="7512515" y="3373591"/>
              <a:ext cx="458706"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9" name="TextBox 128"/>
            <p:cNvSpPr txBox="1"/>
            <p:nvPr/>
          </p:nvSpPr>
          <p:spPr>
            <a:xfrm>
              <a:off x="6372822" y="34210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2013</a:t>
              </a:r>
              <a:endParaRPr lang="ko-KR" altLang="en-US" sz="900" b="1" dirty="0">
                <a:gradFill>
                  <a:gsLst>
                    <a:gs pos="0">
                      <a:schemeClr val="tx2"/>
                    </a:gs>
                    <a:gs pos="100000">
                      <a:schemeClr val="tx2"/>
                    </a:gs>
                  </a:gsLst>
                  <a:lin ang="5400000" scaled="0"/>
                </a:gradFill>
              </a:endParaRPr>
            </a:p>
          </p:txBody>
        </p:sp>
        <p:cxnSp>
          <p:nvCxnSpPr>
            <p:cNvPr id="131" name="직선 연결선 130"/>
            <p:cNvCxnSpPr/>
            <p:nvPr/>
          </p:nvCxnSpPr>
          <p:spPr>
            <a:xfrm flipH="1">
              <a:off x="6495549" y="3373591"/>
              <a:ext cx="45870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38" name="TextBox 137"/>
            <p:cNvSpPr txBox="1"/>
            <p:nvPr/>
          </p:nvSpPr>
          <p:spPr>
            <a:xfrm>
              <a:off x="5355855" y="34210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2012</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140" name="직선 연결선 139"/>
            <p:cNvCxnSpPr/>
            <p:nvPr/>
          </p:nvCxnSpPr>
          <p:spPr>
            <a:xfrm flipH="1">
              <a:off x="5478582" y="3373591"/>
              <a:ext cx="45870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47" name="TextBox 146"/>
            <p:cNvSpPr txBox="1"/>
            <p:nvPr/>
          </p:nvSpPr>
          <p:spPr>
            <a:xfrm>
              <a:off x="4338888" y="34210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2011</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149" name="직선 연결선 148"/>
            <p:cNvCxnSpPr/>
            <p:nvPr/>
          </p:nvCxnSpPr>
          <p:spPr>
            <a:xfrm flipH="1">
              <a:off x="4461615" y="3373591"/>
              <a:ext cx="45870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6" name="TextBox 155"/>
            <p:cNvSpPr txBox="1"/>
            <p:nvPr/>
          </p:nvSpPr>
          <p:spPr>
            <a:xfrm>
              <a:off x="3321921" y="34210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2010</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158" name="직선 연결선 157"/>
            <p:cNvCxnSpPr/>
            <p:nvPr/>
          </p:nvCxnSpPr>
          <p:spPr>
            <a:xfrm flipH="1">
              <a:off x="3444648" y="3373591"/>
              <a:ext cx="45870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500"/>
                                        <p:tgtEl>
                                          <p:spTgt spid="75"/>
                                        </p:tgtEl>
                                      </p:cBhvr>
                                    </p:animEffect>
                                    <p:anim calcmode="lin" valueType="num">
                                      <p:cBhvr>
                                        <p:cTn id="8" dur="500" fill="hold"/>
                                        <p:tgtEl>
                                          <p:spTgt spid="75"/>
                                        </p:tgtEl>
                                        <p:attrNameLst>
                                          <p:attrName>ppt_x</p:attrName>
                                        </p:attrNameLst>
                                      </p:cBhvr>
                                      <p:tavLst>
                                        <p:tav tm="0">
                                          <p:val>
                                            <p:strVal val="#ppt_x"/>
                                          </p:val>
                                        </p:tav>
                                        <p:tav tm="100000">
                                          <p:val>
                                            <p:strVal val="#ppt_x"/>
                                          </p:val>
                                        </p:tav>
                                      </p:tavLst>
                                    </p:anim>
                                    <p:anim calcmode="lin" valueType="num">
                                      <p:cBhvr>
                                        <p:cTn id="9" dur="500" fill="hold"/>
                                        <p:tgtEl>
                                          <p:spTgt spid="75"/>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500"/>
                                        <p:tgtEl>
                                          <p:spTgt spid="74"/>
                                        </p:tgtEl>
                                      </p:cBhvr>
                                    </p:animEffect>
                                    <p:anim calcmode="lin" valueType="num">
                                      <p:cBhvr>
                                        <p:cTn id="13" dur="500" fill="hold"/>
                                        <p:tgtEl>
                                          <p:spTgt spid="74"/>
                                        </p:tgtEl>
                                        <p:attrNameLst>
                                          <p:attrName>ppt_x</p:attrName>
                                        </p:attrNameLst>
                                      </p:cBhvr>
                                      <p:tavLst>
                                        <p:tav tm="0">
                                          <p:val>
                                            <p:strVal val="#ppt_x"/>
                                          </p:val>
                                        </p:tav>
                                        <p:tav tm="100000">
                                          <p:val>
                                            <p:strVal val="#ppt_x"/>
                                          </p:val>
                                        </p:tav>
                                      </p:tavLst>
                                    </p:anim>
                                    <p:anim calcmode="lin" valueType="num">
                                      <p:cBhvr>
                                        <p:cTn id="14" dur="500" fill="hold"/>
                                        <p:tgtEl>
                                          <p:spTgt spid="74"/>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2" presetClass="entr" presetSubtype="4" fill="hold" nodeType="after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slide(fromBottom)">
                                      <p:cBhvr>
                                        <p:cTn id="18" dur="500"/>
                                        <p:tgtEl>
                                          <p:spTgt spid="62"/>
                                        </p:tgtEl>
                                      </p:cBhvr>
                                    </p:animEffect>
                                  </p:childTnLst>
                                </p:cTn>
                              </p:par>
                            </p:childTnLst>
                          </p:cTn>
                        </p:par>
                        <p:par>
                          <p:cTn id="19" fill="hold">
                            <p:stCondLst>
                              <p:cond delay="1000"/>
                            </p:stCondLst>
                            <p:childTnLst>
                              <p:par>
                                <p:cTn id="20" presetID="12" presetClass="entr" presetSubtype="4" fill="hold" nodeType="after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slide(fromBottom)">
                                      <p:cBhvr>
                                        <p:cTn id="22" dur="500"/>
                                        <p:tgtEl>
                                          <p:spTgt spid="63"/>
                                        </p:tgtEl>
                                      </p:cBhvr>
                                    </p:animEffect>
                                  </p:childTnLst>
                                </p:cTn>
                              </p:par>
                            </p:childTnLst>
                          </p:cTn>
                        </p:par>
                        <p:par>
                          <p:cTn id="23" fill="hold">
                            <p:stCondLst>
                              <p:cond delay="1500"/>
                            </p:stCondLst>
                            <p:childTnLst>
                              <p:par>
                                <p:cTn id="24" presetID="12" presetClass="entr" presetSubtype="4" fill="hold" nodeType="afterEffect">
                                  <p:stCondLst>
                                    <p:cond delay="0"/>
                                  </p:stCondLst>
                                  <p:childTnLst>
                                    <p:set>
                                      <p:cBhvr>
                                        <p:cTn id="25" dur="1" fill="hold">
                                          <p:stCondLst>
                                            <p:cond delay="0"/>
                                          </p:stCondLst>
                                        </p:cTn>
                                        <p:tgtEl>
                                          <p:spTgt spid="64"/>
                                        </p:tgtEl>
                                        <p:attrNameLst>
                                          <p:attrName>style.visibility</p:attrName>
                                        </p:attrNameLst>
                                      </p:cBhvr>
                                      <p:to>
                                        <p:strVal val="visible"/>
                                      </p:to>
                                    </p:set>
                                    <p:animEffect transition="in" filter="slide(fromBottom)">
                                      <p:cBhvr>
                                        <p:cTn id="26" dur="500"/>
                                        <p:tgtEl>
                                          <p:spTgt spid="64"/>
                                        </p:tgtEl>
                                      </p:cBhvr>
                                    </p:animEffect>
                                  </p:childTnLst>
                                </p:cTn>
                              </p:par>
                            </p:childTnLst>
                          </p:cTn>
                        </p:par>
                        <p:par>
                          <p:cTn id="27" fill="hold">
                            <p:stCondLst>
                              <p:cond delay="2000"/>
                            </p:stCondLst>
                            <p:childTnLst>
                              <p:par>
                                <p:cTn id="28" presetID="12" presetClass="entr" presetSubtype="4" fill="hold" nodeType="after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slide(fromBottom)">
                                      <p:cBhvr>
                                        <p:cTn id="30" dur="500"/>
                                        <p:tgtEl>
                                          <p:spTgt spid="65"/>
                                        </p:tgtEl>
                                      </p:cBhvr>
                                    </p:animEffect>
                                  </p:childTnLst>
                                </p:cTn>
                              </p:par>
                            </p:childTnLst>
                          </p:cTn>
                        </p:par>
                        <p:par>
                          <p:cTn id="31" fill="hold">
                            <p:stCondLst>
                              <p:cond delay="2500"/>
                            </p:stCondLst>
                            <p:childTnLst>
                              <p:par>
                                <p:cTn id="32" presetID="12" presetClass="entr" presetSubtype="4" fill="hold" nodeType="afterEffect">
                                  <p:stCondLst>
                                    <p:cond delay="0"/>
                                  </p:stCondLst>
                                  <p:childTnLst>
                                    <p:set>
                                      <p:cBhvr>
                                        <p:cTn id="33" dur="1" fill="hold">
                                          <p:stCondLst>
                                            <p:cond delay="0"/>
                                          </p:stCondLst>
                                        </p:cTn>
                                        <p:tgtEl>
                                          <p:spTgt spid="69"/>
                                        </p:tgtEl>
                                        <p:attrNameLst>
                                          <p:attrName>style.visibility</p:attrName>
                                        </p:attrNameLst>
                                      </p:cBhvr>
                                      <p:to>
                                        <p:strVal val="visible"/>
                                      </p:to>
                                    </p:set>
                                    <p:animEffect transition="in" filter="slide(fromBottom)">
                                      <p:cBhvr>
                                        <p:cTn id="34"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그룹 99"/>
          <p:cNvGrpSpPr/>
          <p:nvPr/>
        </p:nvGrpSpPr>
        <p:grpSpPr>
          <a:xfrm>
            <a:off x="837283" y="1578175"/>
            <a:ext cx="5412978" cy="1910180"/>
            <a:chOff x="2956322" y="1578173"/>
            <a:chExt cx="5412978" cy="1910180"/>
          </a:xfrm>
        </p:grpSpPr>
        <p:grpSp>
          <p:nvGrpSpPr>
            <p:cNvPr id="240" name="그룹 239"/>
            <p:cNvGrpSpPr/>
            <p:nvPr/>
          </p:nvGrpSpPr>
          <p:grpSpPr>
            <a:xfrm>
              <a:off x="3503001" y="1578173"/>
              <a:ext cx="4409867" cy="1906968"/>
              <a:chOff x="3503001" y="1506963"/>
              <a:chExt cx="4409867" cy="1978178"/>
            </a:xfrm>
          </p:grpSpPr>
          <p:sp>
            <p:nvSpPr>
              <p:cNvPr id="82" name="직사각형 81"/>
              <p:cNvSpPr>
                <a:spLocks/>
              </p:cNvSpPr>
              <p:nvPr/>
            </p:nvSpPr>
            <p:spPr>
              <a:xfrm flipV="1">
                <a:off x="3503001" y="1506963"/>
                <a:ext cx="342000" cy="1978178"/>
              </a:xfrm>
              <a:prstGeom prst="rect">
                <a:avLst/>
              </a:prstGeom>
              <a:pattFill prst="wdUpDiag">
                <a:fgClr>
                  <a:schemeClr val="accent6">
                    <a:lumMod val="9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1" name="직사각형 160"/>
              <p:cNvSpPr>
                <a:spLocks/>
              </p:cNvSpPr>
              <p:nvPr/>
            </p:nvSpPr>
            <p:spPr>
              <a:xfrm flipV="1">
                <a:off x="4519968" y="1506963"/>
                <a:ext cx="342000" cy="1978178"/>
              </a:xfrm>
              <a:prstGeom prst="rect">
                <a:avLst/>
              </a:prstGeom>
              <a:pattFill prst="wdUpDiag">
                <a:fgClr>
                  <a:schemeClr val="accent6">
                    <a:lumMod val="9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7" name="직사각형 176"/>
              <p:cNvSpPr>
                <a:spLocks/>
              </p:cNvSpPr>
              <p:nvPr/>
            </p:nvSpPr>
            <p:spPr>
              <a:xfrm flipV="1">
                <a:off x="5536935" y="1506963"/>
                <a:ext cx="342000" cy="1978178"/>
              </a:xfrm>
              <a:prstGeom prst="rect">
                <a:avLst/>
              </a:prstGeom>
              <a:pattFill prst="wdUpDiag">
                <a:fgClr>
                  <a:schemeClr val="accent6">
                    <a:lumMod val="9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93" name="직사각형 192"/>
              <p:cNvSpPr>
                <a:spLocks/>
              </p:cNvSpPr>
              <p:nvPr/>
            </p:nvSpPr>
            <p:spPr>
              <a:xfrm flipV="1">
                <a:off x="6553902" y="1506963"/>
                <a:ext cx="342000" cy="1978178"/>
              </a:xfrm>
              <a:prstGeom prst="rect">
                <a:avLst/>
              </a:prstGeom>
              <a:pattFill prst="wdUpDiag">
                <a:fgClr>
                  <a:schemeClr val="accent6">
                    <a:lumMod val="9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25" name="직사각형 224"/>
              <p:cNvSpPr>
                <a:spLocks/>
              </p:cNvSpPr>
              <p:nvPr/>
            </p:nvSpPr>
            <p:spPr>
              <a:xfrm flipV="1">
                <a:off x="7570868" y="1506963"/>
                <a:ext cx="342000" cy="1978178"/>
              </a:xfrm>
              <a:prstGeom prst="rect">
                <a:avLst/>
              </a:prstGeom>
              <a:pattFill prst="wdUpDiag">
                <a:fgClr>
                  <a:schemeClr val="accent6">
                    <a:lumMod val="9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23" name="그룹 22"/>
            <p:cNvGrpSpPr/>
            <p:nvPr/>
          </p:nvGrpSpPr>
          <p:grpSpPr>
            <a:xfrm flipV="1">
              <a:off x="2956322" y="1706265"/>
              <a:ext cx="5412978" cy="1782088"/>
              <a:chOff x="2956322" y="1462051"/>
              <a:chExt cx="5412978" cy="1782088"/>
            </a:xfrm>
          </p:grpSpPr>
          <p:cxnSp>
            <p:nvCxnSpPr>
              <p:cNvPr id="68" name="직선 연결선 67"/>
              <p:cNvCxnSpPr/>
              <p:nvPr/>
            </p:nvCxnSpPr>
            <p:spPr>
              <a:xfrm flipH="1">
                <a:off x="2956322" y="3244139"/>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9" name="직선 연결선 68"/>
              <p:cNvCxnSpPr/>
              <p:nvPr/>
            </p:nvCxnSpPr>
            <p:spPr>
              <a:xfrm flipH="1">
                <a:off x="2956322" y="304613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직선 연결선 69"/>
              <p:cNvCxnSpPr/>
              <p:nvPr/>
            </p:nvCxnSpPr>
            <p:spPr>
              <a:xfrm flipH="1">
                <a:off x="2956322" y="284812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1" name="직선 연결선 70"/>
              <p:cNvCxnSpPr/>
              <p:nvPr/>
            </p:nvCxnSpPr>
            <p:spPr>
              <a:xfrm flipH="1">
                <a:off x="2956322" y="265011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2" name="직선 연결선 71"/>
              <p:cNvCxnSpPr/>
              <p:nvPr/>
            </p:nvCxnSpPr>
            <p:spPr>
              <a:xfrm flipH="1">
                <a:off x="2956322" y="245210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3" name="직선 연결선 72"/>
              <p:cNvCxnSpPr/>
              <p:nvPr/>
            </p:nvCxnSpPr>
            <p:spPr>
              <a:xfrm flipH="1">
                <a:off x="2956322" y="225409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4" name="직선 연결선 73"/>
              <p:cNvCxnSpPr/>
              <p:nvPr/>
            </p:nvCxnSpPr>
            <p:spPr>
              <a:xfrm flipH="1">
                <a:off x="2956322" y="205608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5" name="직선 연결선 74"/>
              <p:cNvCxnSpPr/>
              <p:nvPr/>
            </p:nvCxnSpPr>
            <p:spPr>
              <a:xfrm flipH="1">
                <a:off x="2956322" y="185807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6" name="직선 연결선 75"/>
              <p:cNvCxnSpPr/>
              <p:nvPr/>
            </p:nvCxnSpPr>
            <p:spPr>
              <a:xfrm flipH="1">
                <a:off x="2956322" y="166006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7" name="직선 연결선 76"/>
              <p:cNvCxnSpPr/>
              <p:nvPr/>
            </p:nvCxnSpPr>
            <p:spPr>
              <a:xfrm flipH="1">
                <a:off x="2956322" y="1462051"/>
                <a:ext cx="5412978"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1" name="Title 10"/>
          <p:cNvSpPr>
            <a:spLocks noGrp="1"/>
          </p:cNvSpPr>
          <p:nvPr>
            <p:ph type="title"/>
          </p:nvPr>
        </p:nvSpPr>
        <p:spPr/>
        <p:txBody>
          <a:bodyPr/>
          <a:lstStyle/>
          <a:p>
            <a:r>
              <a:rPr lang="en-US" dirty="0"/>
              <a:t>Bar Chart</a:t>
            </a:r>
          </a:p>
        </p:txBody>
      </p:sp>
      <p:grpSp>
        <p:nvGrpSpPr>
          <p:cNvPr id="247" name="그룹 246"/>
          <p:cNvGrpSpPr/>
          <p:nvPr/>
        </p:nvGrpSpPr>
        <p:grpSpPr>
          <a:xfrm>
            <a:off x="1202882" y="1506964"/>
            <a:ext cx="704160" cy="1415624"/>
            <a:chOff x="3321921" y="1506963"/>
            <a:chExt cx="704160" cy="1415624"/>
          </a:xfrm>
        </p:grpSpPr>
        <p:sp>
          <p:nvSpPr>
            <p:cNvPr id="7" name="Rectangle 17"/>
            <p:cNvSpPr>
              <a:spLocks noChangeArrowheads="1"/>
            </p:cNvSpPr>
            <p:nvPr/>
          </p:nvSpPr>
          <p:spPr bwMode="auto">
            <a:xfrm>
              <a:off x="3502101" y="1608562"/>
              <a:ext cx="342900" cy="810787"/>
            </a:xfrm>
            <a:prstGeom prst="rect">
              <a:avLst/>
            </a:prstGeom>
            <a:solidFill>
              <a:schemeClr val="accent3">
                <a:lumMod val="6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86" name="그룹 85"/>
            <p:cNvGrpSpPr/>
            <p:nvPr/>
          </p:nvGrpSpPr>
          <p:grpSpPr>
            <a:xfrm>
              <a:off x="3502101" y="2419349"/>
              <a:ext cx="342900" cy="503238"/>
              <a:chOff x="3502101" y="2218163"/>
              <a:chExt cx="342900" cy="503238"/>
            </a:xfrm>
          </p:grpSpPr>
          <p:sp>
            <p:nvSpPr>
              <p:cNvPr id="4" name="Freeform 15"/>
              <p:cNvSpPr>
                <a:spLocks/>
              </p:cNvSpPr>
              <p:nvPr/>
            </p:nvSpPr>
            <p:spPr bwMode="auto">
              <a:xfrm>
                <a:off x="3583064" y="2218163"/>
                <a:ext cx="196850" cy="503238"/>
              </a:xfrm>
              <a:custGeom>
                <a:avLst/>
                <a:gdLst>
                  <a:gd name="T0" fmla="*/ 0 w 51"/>
                  <a:gd name="T1" fmla="*/ 0 h 133"/>
                  <a:gd name="T2" fmla="*/ 0 w 51"/>
                  <a:gd name="T3" fmla="*/ 46 h 133"/>
                  <a:gd name="T4" fmla="*/ 15 w 51"/>
                  <a:gd name="T5" fmla="*/ 81 h 133"/>
                  <a:gd name="T6" fmla="*/ 23 w 51"/>
                  <a:gd name="T7" fmla="*/ 128 h 133"/>
                  <a:gd name="T8" fmla="*/ 39 w 51"/>
                  <a:gd name="T9" fmla="*/ 84 h 133"/>
                  <a:gd name="T10" fmla="*/ 35 w 51"/>
                  <a:gd name="T11" fmla="*/ 51 h 133"/>
                  <a:gd name="T12" fmla="*/ 35 w 51"/>
                  <a:gd name="T13" fmla="*/ 0 h 133"/>
                  <a:gd name="T14" fmla="*/ 0 w 51"/>
                  <a:gd name="T15" fmla="*/ 0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133">
                    <a:moveTo>
                      <a:pt x="0" y="0"/>
                    </a:moveTo>
                    <a:cubicBezTo>
                      <a:pt x="0" y="46"/>
                      <a:pt x="0" y="46"/>
                      <a:pt x="0" y="46"/>
                    </a:cubicBezTo>
                    <a:cubicBezTo>
                      <a:pt x="0" y="46"/>
                      <a:pt x="22" y="59"/>
                      <a:pt x="15" y="81"/>
                    </a:cubicBezTo>
                    <a:cubicBezTo>
                      <a:pt x="9" y="104"/>
                      <a:pt x="8" y="123"/>
                      <a:pt x="23" y="128"/>
                    </a:cubicBezTo>
                    <a:cubicBezTo>
                      <a:pt x="39" y="133"/>
                      <a:pt x="51" y="104"/>
                      <a:pt x="39" y="84"/>
                    </a:cubicBezTo>
                    <a:cubicBezTo>
                      <a:pt x="26" y="63"/>
                      <a:pt x="31" y="52"/>
                      <a:pt x="35" y="51"/>
                    </a:cubicBezTo>
                    <a:cubicBezTo>
                      <a:pt x="35" y="0"/>
                      <a:pt x="35" y="0"/>
                      <a:pt x="35" y="0"/>
                    </a:cubicBezTo>
                    <a:cubicBezTo>
                      <a:pt x="0" y="0"/>
                      <a:pt x="0" y="0"/>
                      <a:pt x="0" y="0"/>
                    </a:cubicBezTo>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5" name="Freeform 16"/>
              <p:cNvSpPr>
                <a:spLocks/>
              </p:cNvSpPr>
              <p:nvPr/>
            </p:nvSpPr>
            <p:spPr bwMode="auto">
              <a:xfrm>
                <a:off x="3613226" y="2570588"/>
                <a:ext cx="77788" cy="120650"/>
              </a:xfrm>
              <a:custGeom>
                <a:avLst/>
                <a:gdLst>
                  <a:gd name="T0" fmla="*/ 7 w 20"/>
                  <a:gd name="T1" fmla="*/ 0 h 32"/>
                  <a:gd name="T2" fmla="*/ 20 w 20"/>
                  <a:gd name="T3" fmla="*/ 32 h 32"/>
                  <a:gd name="T4" fmla="*/ 7 w 20"/>
                  <a:gd name="T5" fmla="*/ 0 h 32"/>
                </a:gdLst>
                <a:ahLst/>
                <a:cxnLst>
                  <a:cxn ang="0">
                    <a:pos x="T0" y="T1"/>
                  </a:cxn>
                  <a:cxn ang="0">
                    <a:pos x="T2" y="T3"/>
                  </a:cxn>
                  <a:cxn ang="0">
                    <a:pos x="T4" y="T5"/>
                  </a:cxn>
                </a:cxnLst>
                <a:rect l="0" t="0" r="r" b="b"/>
                <a:pathLst>
                  <a:path w="20" h="32">
                    <a:moveTo>
                      <a:pt x="7" y="0"/>
                    </a:moveTo>
                    <a:cubicBezTo>
                      <a:pt x="7" y="3"/>
                      <a:pt x="0" y="30"/>
                      <a:pt x="20" y="32"/>
                    </a:cubicBezTo>
                    <a:cubicBezTo>
                      <a:pt x="15" y="32"/>
                      <a:pt x="4" y="21"/>
                      <a:pt x="7" y="0"/>
                    </a:cubicBezTo>
                  </a:path>
                </a:pathLst>
              </a:custGeom>
              <a:solidFill>
                <a:schemeClr val="bg2">
                  <a:alpha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9" name="Freeform 19"/>
              <p:cNvSpPr>
                <a:spLocks/>
              </p:cNvSpPr>
              <p:nvPr/>
            </p:nvSpPr>
            <p:spPr bwMode="auto">
              <a:xfrm>
                <a:off x="3502101" y="2218163"/>
                <a:ext cx="342900" cy="196850"/>
              </a:xfrm>
              <a:custGeom>
                <a:avLst/>
                <a:gdLst>
                  <a:gd name="T0" fmla="*/ 89 w 89"/>
                  <a:gd name="T1" fmla="*/ 0 h 52"/>
                  <a:gd name="T2" fmla="*/ 89 w 89"/>
                  <a:gd name="T3" fmla="*/ 8 h 52"/>
                  <a:gd name="T4" fmla="*/ 44 w 89"/>
                  <a:gd name="T5" fmla="*/ 52 h 52"/>
                  <a:gd name="T6" fmla="*/ 0 w 89"/>
                  <a:gd name="T7" fmla="*/ 8 h 52"/>
                  <a:gd name="T8" fmla="*/ 0 w 89"/>
                  <a:gd name="T9" fmla="*/ 0 h 52"/>
                  <a:gd name="T10" fmla="*/ 89 w 89"/>
                  <a:gd name="T11" fmla="*/ 0 h 52"/>
                </a:gdLst>
                <a:ahLst/>
                <a:cxnLst>
                  <a:cxn ang="0">
                    <a:pos x="T0" y="T1"/>
                  </a:cxn>
                  <a:cxn ang="0">
                    <a:pos x="T2" y="T3"/>
                  </a:cxn>
                  <a:cxn ang="0">
                    <a:pos x="T4" y="T5"/>
                  </a:cxn>
                  <a:cxn ang="0">
                    <a:pos x="T6" y="T7"/>
                  </a:cxn>
                  <a:cxn ang="0">
                    <a:pos x="T8" y="T9"/>
                  </a:cxn>
                  <a:cxn ang="0">
                    <a:pos x="T10" y="T11"/>
                  </a:cxn>
                </a:cxnLst>
                <a:rect l="0" t="0" r="r" b="b"/>
                <a:pathLst>
                  <a:path w="89" h="52">
                    <a:moveTo>
                      <a:pt x="89" y="0"/>
                    </a:moveTo>
                    <a:cubicBezTo>
                      <a:pt x="89" y="8"/>
                      <a:pt x="89" y="8"/>
                      <a:pt x="89" y="8"/>
                    </a:cubicBezTo>
                    <a:cubicBezTo>
                      <a:pt x="89" y="32"/>
                      <a:pt x="69" y="52"/>
                      <a:pt x="44" y="52"/>
                    </a:cubicBezTo>
                    <a:cubicBezTo>
                      <a:pt x="20" y="52"/>
                      <a:pt x="0" y="32"/>
                      <a:pt x="0" y="8"/>
                    </a:cubicBezTo>
                    <a:cubicBezTo>
                      <a:pt x="0" y="0"/>
                      <a:pt x="0" y="0"/>
                      <a:pt x="0" y="0"/>
                    </a:cubicBezTo>
                    <a:cubicBezTo>
                      <a:pt x="89" y="0"/>
                      <a:pt x="89" y="0"/>
                      <a:pt x="89" y="0"/>
                    </a:cubicBezTo>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0" name="Freeform 20"/>
              <p:cNvSpPr>
                <a:spLocks/>
              </p:cNvSpPr>
              <p:nvPr/>
            </p:nvSpPr>
            <p:spPr bwMode="auto">
              <a:xfrm>
                <a:off x="3537026" y="2218163"/>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2" name="Freeform 21"/>
              <p:cNvSpPr>
                <a:spLocks/>
              </p:cNvSpPr>
              <p:nvPr/>
            </p:nvSpPr>
            <p:spPr bwMode="auto">
              <a:xfrm>
                <a:off x="3524326" y="2218163"/>
                <a:ext cx="263525" cy="174625"/>
              </a:xfrm>
              <a:custGeom>
                <a:avLst/>
                <a:gdLst>
                  <a:gd name="T0" fmla="*/ 3 w 68"/>
                  <a:gd name="T1" fmla="*/ 0 h 46"/>
                  <a:gd name="T2" fmla="*/ 3 w 68"/>
                  <a:gd name="T3" fmla="*/ 0 h 46"/>
                  <a:gd name="T4" fmla="*/ 1 w 68"/>
                  <a:gd name="T5" fmla="*/ 2 h 46"/>
                  <a:gd name="T6" fmla="*/ 0 w 68"/>
                  <a:gd name="T7" fmla="*/ 8 h 46"/>
                  <a:gd name="T8" fmla="*/ 38 w 68"/>
                  <a:gd name="T9" fmla="*/ 46 h 46"/>
                  <a:gd name="T10" fmla="*/ 68 w 68"/>
                  <a:gd name="T11" fmla="*/ 32 h 46"/>
                  <a:gd name="T12" fmla="*/ 44 w 68"/>
                  <a:gd name="T13" fmla="*/ 41 h 46"/>
                  <a:gd name="T14" fmla="*/ 5 w 68"/>
                  <a:gd name="T15" fmla="*/ 2 h 46"/>
                  <a:gd name="T16" fmla="*/ 5 w 68"/>
                  <a:gd name="T17" fmla="*/ 2 h 46"/>
                  <a:gd name="T18" fmla="*/ 3 w 68"/>
                  <a:gd name="T19" fmla="*/ 0 h 46"/>
                  <a:gd name="T20" fmla="*/ 3 w 68"/>
                  <a:gd name="T21"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46">
                    <a:moveTo>
                      <a:pt x="3" y="0"/>
                    </a:moveTo>
                    <a:cubicBezTo>
                      <a:pt x="3" y="0"/>
                      <a:pt x="3" y="0"/>
                      <a:pt x="3" y="0"/>
                    </a:cubicBezTo>
                    <a:cubicBezTo>
                      <a:pt x="2" y="0"/>
                      <a:pt x="1" y="1"/>
                      <a:pt x="1" y="2"/>
                    </a:cubicBezTo>
                    <a:cubicBezTo>
                      <a:pt x="0" y="4"/>
                      <a:pt x="0" y="6"/>
                      <a:pt x="0" y="8"/>
                    </a:cubicBezTo>
                    <a:cubicBezTo>
                      <a:pt x="0" y="29"/>
                      <a:pt x="17" y="46"/>
                      <a:pt x="38" y="46"/>
                    </a:cubicBezTo>
                    <a:cubicBezTo>
                      <a:pt x="50" y="46"/>
                      <a:pt x="61" y="40"/>
                      <a:pt x="68" y="32"/>
                    </a:cubicBezTo>
                    <a:cubicBezTo>
                      <a:pt x="61" y="37"/>
                      <a:pt x="53" y="41"/>
                      <a:pt x="44" y="41"/>
                    </a:cubicBezTo>
                    <a:cubicBezTo>
                      <a:pt x="22" y="41"/>
                      <a:pt x="5" y="23"/>
                      <a:pt x="5" y="2"/>
                    </a:cubicBezTo>
                    <a:cubicBezTo>
                      <a:pt x="5" y="2"/>
                      <a:pt x="5" y="2"/>
                      <a:pt x="5" y="2"/>
                    </a:cubicBezTo>
                    <a:cubicBezTo>
                      <a:pt x="5" y="1"/>
                      <a:pt x="4" y="0"/>
                      <a:pt x="3" y="0"/>
                    </a:cubicBezTo>
                    <a:cubicBezTo>
                      <a:pt x="3" y="0"/>
                      <a:pt x="3" y="0"/>
                      <a:pt x="3" y="0"/>
                    </a:cubicBezTo>
                  </a:path>
                </a:pathLst>
              </a:custGeom>
              <a:solidFill>
                <a:schemeClr val="bg2">
                  <a:alpha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13" name="Freeform 22"/>
            <p:cNvSpPr>
              <a:spLocks/>
            </p:cNvSpPr>
            <p:nvPr/>
          </p:nvSpPr>
          <p:spPr bwMode="auto">
            <a:xfrm>
              <a:off x="3397326" y="1506963"/>
              <a:ext cx="447675" cy="101600"/>
            </a:xfrm>
            <a:custGeom>
              <a:avLst/>
              <a:gdLst>
                <a:gd name="T0" fmla="*/ 116 w 116"/>
                <a:gd name="T1" fmla="*/ 27 h 27"/>
                <a:gd name="T2" fmla="*/ 89 w 116"/>
                <a:gd name="T3" fmla="*/ 0 h 27"/>
                <a:gd name="T4" fmla="*/ 0 w 116"/>
                <a:gd name="T5" fmla="*/ 0 h 27"/>
                <a:gd name="T6" fmla="*/ 27 w 116"/>
                <a:gd name="T7" fmla="*/ 27 h 27"/>
                <a:gd name="T8" fmla="*/ 116 w 116"/>
                <a:gd name="T9" fmla="*/ 27 h 27"/>
              </a:gdLst>
              <a:ahLst/>
              <a:cxnLst>
                <a:cxn ang="0">
                  <a:pos x="T0" y="T1"/>
                </a:cxn>
                <a:cxn ang="0">
                  <a:pos x="T2" y="T3"/>
                </a:cxn>
                <a:cxn ang="0">
                  <a:pos x="T4" y="T5"/>
                </a:cxn>
                <a:cxn ang="0">
                  <a:pos x="T6" y="T7"/>
                </a:cxn>
                <a:cxn ang="0">
                  <a:pos x="T8" y="T9"/>
                </a:cxn>
              </a:cxnLst>
              <a:rect l="0" t="0" r="r" b="b"/>
              <a:pathLst>
                <a:path w="116" h="27">
                  <a:moveTo>
                    <a:pt x="116" y="27"/>
                  </a:moveTo>
                  <a:cubicBezTo>
                    <a:pt x="116" y="12"/>
                    <a:pt x="104" y="0"/>
                    <a:pt x="89" y="0"/>
                  </a:cubicBezTo>
                  <a:cubicBezTo>
                    <a:pt x="0" y="0"/>
                    <a:pt x="0" y="0"/>
                    <a:pt x="0" y="0"/>
                  </a:cubicBezTo>
                  <a:cubicBezTo>
                    <a:pt x="15" y="0"/>
                    <a:pt x="27" y="12"/>
                    <a:pt x="27" y="27"/>
                  </a:cubicBezTo>
                  <a:cubicBezTo>
                    <a:pt x="116" y="27"/>
                    <a:pt x="116" y="27"/>
                    <a:pt x="116" y="27"/>
                  </a:cubicBezTo>
                </a:path>
              </a:pathLst>
            </a:custGeom>
            <a:gradFill>
              <a:gsLst>
                <a:gs pos="0">
                  <a:schemeClr val="accent3">
                    <a:lumMod val="50000"/>
                  </a:schemeClr>
                </a:gs>
                <a:gs pos="100000">
                  <a:schemeClr val="accent3">
                    <a:lumMod val="65000"/>
                  </a:scheme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48" name="TextBox 47"/>
            <p:cNvSpPr txBox="1"/>
            <p:nvPr/>
          </p:nvSpPr>
          <p:spPr>
            <a:xfrm>
              <a:off x="3321921" y="2234683"/>
              <a:ext cx="704160"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-70</a:t>
              </a:r>
              <a:endParaRPr lang="ko-KR" altLang="en-US" sz="12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254" name="그룹 253"/>
          <p:cNvGrpSpPr/>
          <p:nvPr/>
        </p:nvGrpSpPr>
        <p:grpSpPr>
          <a:xfrm>
            <a:off x="2219849" y="1506968"/>
            <a:ext cx="704160" cy="837775"/>
            <a:chOff x="4338888" y="1506963"/>
            <a:chExt cx="704160" cy="837775"/>
          </a:xfrm>
        </p:grpSpPr>
        <p:sp>
          <p:nvSpPr>
            <p:cNvPr id="162" name="Rectangle 18"/>
            <p:cNvSpPr>
              <a:spLocks noChangeArrowheads="1"/>
            </p:cNvSpPr>
            <p:nvPr/>
          </p:nvSpPr>
          <p:spPr bwMode="auto">
            <a:xfrm>
              <a:off x="4519068" y="1608563"/>
              <a:ext cx="342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66" name="Rectangle 17"/>
            <p:cNvSpPr>
              <a:spLocks noChangeArrowheads="1"/>
            </p:cNvSpPr>
            <p:nvPr/>
          </p:nvSpPr>
          <p:spPr bwMode="auto">
            <a:xfrm>
              <a:off x="4519068" y="1608563"/>
              <a:ext cx="342900" cy="232937"/>
            </a:xfrm>
            <a:prstGeom prst="rect">
              <a:avLst/>
            </a:prstGeom>
            <a:solidFill>
              <a:schemeClr val="accent3">
                <a:lumMod val="6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68" name="Freeform 22"/>
            <p:cNvSpPr>
              <a:spLocks/>
            </p:cNvSpPr>
            <p:nvPr/>
          </p:nvSpPr>
          <p:spPr bwMode="auto">
            <a:xfrm>
              <a:off x="4414293" y="1506963"/>
              <a:ext cx="447675" cy="101600"/>
            </a:xfrm>
            <a:custGeom>
              <a:avLst/>
              <a:gdLst>
                <a:gd name="T0" fmla="*/ 116 w 116"/>
                <a:gd name="T1" fmla="*/ 27 h 27"/>
                <a:gd name="T2" fmla="*/ 89 w 116"/>
                <a:gd name="T3" fmla="*/ 0 h 27"/>
                <a:gd name="T4" fmla="*/ 0 w 116"/>
                <a:gd name="T5" fmla="*/ 0 h 27"/>
                <a:gd name="T6" fmla="*/ 27 w 116"/>
                <a:gd name="T7" fmla="*/ 27 h 27"/>
                <a:gd name="T8" fmla="*/ 116 w 116"/>
                <a:gd name="T9" fmla="*/ 27 h 27"/>
              </a:gdLst>
              <a:ahLst/>
              <a:cxnLst>
                <a:cxn ang="0">
                  <a:pos x="T0" y="T1"/>
                </a:cxn>
                <a:cxn ang="0">
                  <a:pos x="T2" y="T3"/>
                </a:cxn>
                <a:cxn ang="0">
                  <a:pos x="T4" y="T5"/>
                </a:cxn>
                <a:cxn ang="0">
                  <a:pos x="T6" y="T7"/>
                </a:cxn>
                <a:cxn ang="0">
                  <a:pos x="T8" y="T9"/>
                </a:cxn>
              </a:cxnLst>
              <a:rect l="0" t="0" r="r" b="b"/>
              <a:pathLst>
                <a:path w="116" h="27">
                  <a:moveTo>
                    <a:pt x="116" y="27"/>
                  </a:moveTo>
                  <a:cubicBezTo>
                    <a:pt x="116" y="12"/>
                    <a:pt x="104" y="0"/>
                    <a:pt x="89" y="0"/>
                  </a:cubicBezTo>
                  <a:cubicBezTo>
                    <a:pt x="0" y="0"/>
                    <a:pt x="0" y="0"/>
                    <a:pt x="0" y="0"/>
                  </a:cubicBezTo>
                  <a:cubicBezTo>
                    <a:pt x="15" y="0"/>
                    <a:pt x="27" y="12"/>
                    <a:pt x="27" y="27"/>
                  </a:cubicBezTo>
                  <a:cubicBezTo>
                    <a:pt x="116" y="27"/>
                    <a:pt x="116" y="27"/>
                    <a:pt x="116" y="27"/>
                  </a:cubicBezTo>
                </a:path>
              </a:pathLst>
            </a:custGeom>
            <a:gradFill>
              <a:gsLst>
                <a:gs pos="0">
                  <a:schemeClr val="accent3">
                    <a:lumMod val="50000"/>
                  </a:schemeClr>
                </a:gs>
                <a:gs pos="100000">
                  <a:schemeClr val="accent3">
                    <a:lumMod val="65000"/>
                  </a:scheme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252" name="그룹 251"/>
            <p:cNvGrpSpPr/>
            <p:nvPr/>
          </p:nvGrpSpPr>
          <p:grpSpPr>
            <a:xfrm>
              <a:off x="4519068" y="1841500"/>
              <a:ext cx="342900" cy="503238"/>
              <a:chOff x="4519068" y="1701800"/>
              <a:chExt cx="342900" cy="503238"/>
            </a:xfrm>
          </p:grpSpPr>
          <p:sp>
            <p:nvSpPr>
              <p:cNvPr id="171" name="Freeform 15"/>
              <p:cNvSpPr>
                <a:spLocks/>
              </p:cNvSpPr>
              <p:nvPr/>
            </p:nvSpPr>
            <p:spPr bwMode="auto">
              <a:xfrm>
                <a:off x="4600031" y="1701800"/>
                <a:ext cx="196850" cy="503238"/>
              </a:xfrm>
              <a:custGeom>
                <a:avLst/>
                <a:gdLst>
                  <a:gd name="T0" fmla="*/ 0 w 51"/>
                  <a:gd name="T1" fmla="*/ 0 h 133"/>
                  <a:gd name="T2" fmla="*/ 0 w 51"/>
                  <a:gd name="T3" fmla="*/ 46 h 133"/>
                  <a:gd name="T4" fmla="*/ 15 w 51"/>
                  <a:gd name="T5" fmla="*/ 81 h 133"/>
                  <a:gd name="T6" fmla="*/ 23 w 51"/>
                  <a:gd name="T7" fmla="*/ 128 h 133"/>
                  <a:gd name="T8" fmla="*/ 39 w 51"/>
                  <a:gd name="T9" fmla="*/ 84 h 133"/>
                  <a:gd name="T10" fmla="*/ 35 w 51"/>
                  <a:gd name="T11" fmla="*/ 51 h 133"/>
                  <a:gd name="T12" fmla="*/ 35 w 51"/>
                  <a:gd name="T13" fmla="*/ 0 h 133"/>
                  <a:gd name="T14" fmla="*/ 0 w 51"/>
                  <a:gd name="T15" fmla="*/ 0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133">
                    <a:moveTo>
                      <a:pt x="0" y="0"/>
                    </a:moveTo>
                    <a:cubicBezTo>
                      <a:pt x="0" y="46"/>
                      <a:pt x="0" y="46"/>
                      <a:pt x="0" y="46"/>
                    </a:cubicBezTo>
                    <a:cubicBezTo>
                      <a:pt x="0" y="46"/>
                      <a:pt x="22" y="59"/>
                      <a:pt x="15" y="81"/>
                    </a:cubicBezTo>
                    <a:cubicBezTo>
                      <a:pt x="9" y="104"/>
                      <a:pt x="8" y="123"/>
                      <a:pt x="23" y="128"/>
                    </a:cubicBezTo>
                    <a:cubicBezTo>
                      <a:pt x="39" y="133"/>
                      <a:pt x="51" y="104"/>
                      <a:pt x="39" y="84"/>
                    </a:cubicBezTo>
                    <a:cubicBezTo>
                      <a:pt x="26" y="63"/>
                      <a:pt x="31" y="52"/>
                      <a:pt x="35" y="51"/>
                    </a:cubicBezTo>
                    <a:cubicBezTo>
                      <a:pt x="35" y="0"/>
                      <a:pt x="35" y="0"/>
                      <a:pt x="35" y="0"/>
                    </a:cubicBezTo>
                    <a:cubicBezTo>
                      <a:pt x="0" y="0"/>
                      <a:pt x="0" y="0"/>
                      <a:pt x="0" y="0"/>
                    </a:cubicBezTo>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72" name="Freeform 16"/>
              <p:cNvSpPr>
                <a:spLocks/>
              </p:cNvSpPr>
              <p:nvPr/>
            </p:nvSpPr>
            <p:spPr bwMode="auto">
              <a:xfrm>
                <a:off x="4630193" y="2054225"/>
                <a:ext cx="77788" cy="120650"/>
              </a:xfrm>
              <a:custGeom>
                <a:avLst/>
                <a:gdLst>
                  <a:gd name="T0" fmla="*/ 7 w 20"/>
                  <a:gd name="T1" fmla="*/ 0 h 32"/>
                  <a:gd name="T2" fmla="*/ 20 w 20"/>
                  <a:gd name="T3" fmla="*/ 32 h 32"/>
                  <a:gd name="T4" fmla="*/ 7 w 20"/>
                  <a:gd name="T5" fmla="*/ 0 h 32"/>
                </a:gdLst>
                <a:ahLst/>
                <a:cxnLst>
                  <a:cxn ang="0">
                    <a:pos x="T0" y="T1"/>
                  </a:cxn>
                  <a:cxn ang="0">
                    <a:pos x="T2" y="T3"/>
                  </a:cxn>
                  <a:cxn ang="0">
                    <a:pos x="T4" y="T5"/>
                  </a:cxn>
                </a:cxnLst>
                <a:rect l="0" t="0" r="r" b="b"/>
                <a:pathLst>
                  <a:path w="20" h="32">
                    <a:moveTo>
                      <a:pt x="7" y="0"/>
                    </a:moveTo>
                    <a:cubicBezTo>
                      <a:pt x="7" y="3"/>
                      <a:pt x="0" y="30"/>
                      <a:pt x="20" y="32"/>
                    </a:cubicBezTo>
                    <a:cubicBezTo>
                      <a:pt x="15" y="32"/>
                      <a:pt x="4" y="21"/>
                      <a:pt x="7" y="0"/>
                    </a:cubicBezTo>
                  </a:path>
                </a:pathLst>
              </a:custGeom>
              <a:solidFill>
                <a:schemeClr val="bg2">
                  <a:alpha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73" name="Freeform 19"/>
              <p:cNvSpPr>
                <a:spLocks/>
              </p:cNvSpPr>
              <p:nvPr/>
            </p:nvSpPr>
            <p:spPr bwMode="auto">
              <a:xfrm>
                <a:off x="4519068" y="1701800"/>
                <a:ext cx="342900" cy="196850"/>
              </a:xfrm>
              <a:custGeom>
                <a:avLst/>
                <a:gdLst>
                  <a:gd name="T0" fmla="*/ 89 w 89"/>
                  <a:gd name="T1" fmla="*/ 0 h 52"/>
                  <a:gd name="T2" fmla="*/ 89 w 89"/>
                  <a:gd name="T3" fmla="*/ 8 h 52"/>
                  <a:gd name="T4" fmla="*/ 44 w 89"/>
                  <a:gd name="T5" fmla="*/ 52 h 52"/>
                  <a:gd name="T6" fmla="*/ 0 w 89"/>
                  <a:gd name="T7" fmla="*/ 8 h 52"/>
                  <a:gd name="T8" fmla="*/ 0 w 89"/>
                  <a:gd name="T9" fmla="*/ 0 h 52"/>
                  <a:gd name="T10" fmla="*/ 89 w 89"/>
                  <a:gd name="T11" fmla="*/ 0 h 52"/>
                </a:gdLst>
                <a:ahLst/>
                <a:cxnLst>
                  <a:cxn ang="0">
                    <a:pos x="T0" y="T1"/>
                  </a:cxn>
                  <a:cxn ang="0">
                    <a:pos x="T2" y="T3"/>
                  </a:cxn>
                  <a:cxn ang="0">
                    <a:pos x="T4" y="T5"/>
                  </a:cxn>
                  <a:cxn ang="0">
                    <a:pos x="T6" y="T7"/>
                  </a:cxn>
                  <a:cxn ang="0">
                    <a:pos x="T8" y="T9"/>
                  </a:cxn>
                  <a:cxn ang="0">
                    <a:pos x="T10" y="T11"/>
                  </a:cxn>
                </a:cxnLst>
                <a:rect l="0" t="0" r="r" b="b"/>
                <a:pathLst>
                  <a:path w="89" h="52">
                    <a:moveTo>
                      <a:pt x="89" y="0"/>
                    </a:moveTo>
                    <a:cubicBezTo>
                      <a:pt x="89" y="8"/>
                      <a:pt x="89" y="8"/>
                      <a:pt x="89" y="8"/>
                    </a:cubicBezTo>
                    <a:cubicBezTo>
                      <a:pt x="89" y="32"/>
                      <a:pt x="69" y="52"/>
                      <a:pt x="44" y="52"/>
                    </a:cubicBezTo>
                    <a:cubicBezTo>
                      <a:pt x="20" y="52"/>
                      <a:pt x="0" y="32"/>
                      <a:pt x="0" y="8"/>
                    </a:cubicBezTo>
                    <a:cubicBezTo>
                      <a:pt x="0" y="0"/>
                      <a:pt x="0" y="0"/>
                      <a:pt x="0" y="0"/>
                    </a:cubicBezTo>
                    <a:cubicBezTo>
                      <a:pt x="89" y="0"/>
                      <a:pt x="89" y="0"/>
                      <a:pt x="89" y="0"/>
                    </a:cubicBezTo>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74" name="Freeform 20"/>
              <p:cNvSpPr>
                <a:spLocks/>
              </p:cNvSpPr>
              <p:nvPr/>
            </p:nvSpPr>
            <p:spPr bwMode="auto">
              <a:xfrm>
                <a:off x="4553993" y="1701800"/>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75" name="Freeform 21"/>
              <p:cNvSpPr>
                <a:spLocks/>
              </p:cNvSpPr>
              <p:nvPr/>
            </p:nvSpPr>
            <p:spPr bwMode="auto">
              <a:xfrm>
                <a:off x="4541293" y="1701800"/>
                <a:ext cx="263525" cy="174625"/>
              </a:xfrm>
              <a:custGeom>
                <a:avLst/>
                <a:gdLst>
                  <a:gd name="T0" fmla="*/ 3 w 68"/>
                  <a:gd name="T1" fmla="*/ 0 h 46"/>
                  <a:gd name="T2" fmla="*/ 3 w 68"/>
                  <a:gd name="T3" fmla="*/ 0 h 46"/>
                  <a:gd name="T4" fmla="*/ 1 w 68"/>
                  <a:gd name="T5" fmla="*/ 2 h 46"/>
                  <a:gd name="T6" fmla="*/ 0 w 68"/>
                  <a:gd name="T7" fmla="*/ 8 h 46"/>
                  <a:gd name="T8" fmla="*/ 38 w 68"/>
                  <a:gd name="T9" fmla="*/ 46 h 46"/>
                  <a:gd name="T10" fmla="*/ 68 w 68"/>
                  <a:gd name="T11" fmla="*/ 32 h 46"/>
                  <a:gd name="T12" fmla="*/ 44 w 68"/>
                  <a:gd name="T13" fmla="*/ 41 h 46"/>
                  <a:gd name="T14" fmla="*/ 5 w 68"/>
                  <a:gd name="T15" fmla="*/ 2 h 46"/>
                  <a:gd name="T16" fmla="*/ 5 w 68"/>
                  <a:gd name="T17" fmla="*/ 2 h 46"/>
                  <a:gd name="T18" fmla="*/ 3 w 68"/>
                  <a:gd name="T19" fmla="*/ 0 h 46"/>
                  <a:gd name="T20" fmla="*/ 3 w 68"/>
                  <a:gd name="T21"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46">
                    <a:moveTo>
                      <a:pt x="3" y="0"/>
                    </a:moveTo>
                    <a:cubicBezTo>
                      <a:pt x="3" y="0"/>
                      <a:pt x="3" y="0"/>
                      <a:pt x="3" y="0"/>
                    </a:cubicBezTo>
                    <a:cubicBezTo>
                      <a:pt x="2" y="0"/>
                      <a:pt x="1" y="1"/>
                      <a:pt x="1" y="2"/>
                    </a:cubicBezTo>
                    <a:cubicBezTo>
                      <a:pt x="0" y="4"/>
                      <a:pt x="0" y="6"/>
                      <a:pt x="0" y="8"/>
                    </a:cubicBezTo>
                    <a:cubicBezTo>
                      <a:pt x="0" y="29"/>
                      <a:pt x="17" y="46"/>
                      <a:pt x="38" y="46"/>
                    </a:cubicBezTo>
                    <a:cubicBezTo>
                      <a:pt x="50" y="46"/>
                      <a:pt x="61" y="40"/>
                      <a:pt x="68" y="32"/>
                    </a:cubicBezTo>
                    <a:cubicBezTo>
                      <a:pt x="61" y="37"/>
                      <a:pt x="53" y="41"/>
                      <a:pt x="44" y="41"/>
                    </a:cubicBezTo>
                    <a:cubicBezTo>
                      <a:pt x="22" y="41"/>
                      <a:pt x="5" y="23"/>
                      <a:pt x="5" y="2"/>
                    </a:cubicBezTo>
                    <a:cubicBezTo>
                      <a:pt x="5" y="2"/>
                      <a:pt x="5" y="2"/>
                      <a:pt x="5" y="2"/>
                    </a:cubicBezTo>
                    <a:cubicBezTo>
                      <a:pt x="5" y="1"/>
                      <a:pt x="4" y="0"/>
                      <a:pt x="3" y="0"/>
                    </a:cubicBezTo>
                    <a:cubicBezTo>
                      <a:pt x="3" y="0"/>
                      <a:pt x="3" y="0"/>
                      <a:pt x="3" y="0"/>
                    </a:cubicBezTo>
                  </a:path>
                </a:pathLst>
              </a:custGeom>
              <a:solidFill>
                <a:schemeClr val="bg2">
                  <a:alpha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170" name="TextBox 169"/>
            <p:cNvSpPr txBox="1"/>
            <p:nvPr/>
          </p:nvSpPr>
          <p:spPr>
            <a:xfrm>
              <a:off x="4338888" y="1656837"/>
              <a:ext cx="704160"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-41</a:t>
              </a:r>
              <a:endParaRPr lang="ko-KR" altLang="en-US" sz="12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245" name="그룹 244"/>
          <p:cNvGrpSpPr/>
          <p:nvPr/>
        </p:nvGrpSpPr>
        <p:grpSpPr>
          <a:xfrm>
            <a:off x="3236816" y="1506968"/>
            <a:ext cx="704160" cy="1504525"/>
            <a:chOff x="5355855" y="1506963"/>
            <a:chExt cx="704160" cy="1504525"/>
          </a:xfrm>
        </p:grpSpPr>
        <p:sp>
          <p:nvSpPr>
            <p:cNvPr id="182" name="Rectangle 17"/>
            <p:cNvSpPr>
              <a:spLocks noChangeArrowheads="1"/>
            </p:cNvSpPr>
            <p:nvPr/>
          </p:nvSpPr>
          <p:spPr bwMode="auto">
            <a:xfrm>
              <a:off x="5536035" y="1608563"/>
              <a:ext cx="342900" cy="899687"/>
            </a:xfrm>
            <a:prstGeom prst="rect">
              <a:avLst/>
            </a:prstGeom>
            <a:solidFill>
              <a:schemeClr val="accent3">
                <a:lumMod val="6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183" name="그룹 182"/>
            <p:cNvGrpSpPr/>
            <p:nvPr/>
          </p:nvGrpSpPr>
          <p:grpSpPr>
            <a:xfrm>
              <a:off x="5536035" y="2508250"/>
              <a:ext cx="342900" cy="503238"/>
              <a:chOff x="3502101" y="2218163"/>
              <a:chExt cx="342900" cy="503238"/>
            </a:xfrm>
          </p:grpSpPr>
          <p:sp>
            <p:nvSpPr>
              <p:cNvPr id="187" name="Freeform 15"/>
              <p:cNvSpPr>
                <a:spLocks/>
              </p:cNvSpPr>
              <p:nvPr/>
            </p:nvSpPr>
            <p:spPr bwMode="auto">
              <a:xfrm>
                <a:off x="3583064" y="2218163"/>
                <a:ext cx="196850" cy="503238"/>
              </a:xfrm>
              <a:custGeom>
                <a:avLst/>
                <a:gdLst>
                  <a:gd name="T0" fmla="*/ 0 w 51"/>
                  <a:gd name="T1" fmla="*/ 0 h 133"/>
                  <a:gd name="T2" fmla="*/ 0 w 51"/>
                  <a:gd name="T3" fmla="*/ 46 h 133"/>
                  <a:gd name="T4" fmla="*/ 15 w 51"/>
                  <a:gd name="T5" fmla="*/ 81 h 133"/>
                  <a:gd name="T6" fmla="*/ 23 w 51"/>
                  <a:gd name="T7" fmla="*/ 128 h 133"/>
                  <a:gd name="T8" fmla="*/ 39 w 51"/>
                  <a:gd name="T9" fmla="*/ 84 h 133"/>
                  <a:gd name="T10" fmla="*/ 35 w 51"/>
                  <a:gd name="T11" fmla="*/ 51 h 133"/>
                  <a:gd name="T12" fmla="*/ 35 w 51"/>
                  <a:gd name="T13" fmla="*/ 0 h 133"/>
                  <a:gd name="T14" fmla="*/ 0 w 51"/>
                  <a:gd name="T15" fmla="*/ 0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133">
                    <a:moveTo>
                      <a:pt x="0" y="0"/>
                    </a:moveTo>
                    <a:cubicBezTo>
                      <a:pt x="0" y="46"/>
                      <a:pt x="0" y="46"/>
                      <a:pt x="0" y="46"/>
                    </a:cubicBezTo>
                    <a:cubicBezTo>
                      <a:pt x="0" y="46"/>
                      <a:pt x="22" y="59"/>
                      <a:pt x="15" y="81"/>
                    </a:cubicBezTo>
                    <a:cubicBezTo>
                      <a:pt x="9" y="104"/>
                      <a:pt x="8" y="123"/>
                      <a:pt x="23" y="128"/>
                    </a:cubicBezTo>
                    <a:cubicBezTo>
                      <a:pt x="39" y="133"/>
                      <a:pt x="51" y="104"/>
                      <a:pt x="39" y="84"/>
                    </a:cubicBezTo>
                    <a:cubicBezTo>
                      <a:pt x="26" y="63"/>
                      <a:pt x="31" y="52"/>
                      <a:pt x="35" y="51"/>
                    </a:cubicBezTo>
                    <a:cubicBezTo>
                      <a:pt x="35" y="0"/>
                      <a:pt x="35" y="0"/>
                      <a:pt x="35" y="0"/>
                    </a:cubicBezTo>
                    <a:cubicBezTo>
                      <a:pt x="0" y="0"/>
                      <a:pt x="0" y="0"/>
                      <a:pt x="0" y="0"/>
                    </a:cubicBezTo>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88" name="Freeform 16"/>
              <p:cNvSpPr>
                <a:spLocks/>
              </p:cNvSpPr>
              <p:nvPr/>
            </p:nvSpPr>
            <p:spPr bwMode="auto">
              <a:xfrm>
                <a:off x="3613226" y="2570588"/>
                <a:ext cx="77788" cy="120650"/>
              </a:xfrm>
              <a:custGeom>
                <a:avLst/>
                <a:gdLst>
                  <a:gd name="T0" fmla="*/ 7 w 20"/>
                  <a:gd name="T1" fmla="*/ 0 h 32"/>
                  <a:gd name="T2" fmla="*/ 20 w 20"/>
                  <a:gd name="T3" fmla="*/ 32 h 32"/>
                  <a:gd name="T4" fmla="*/ 7 w 20"/>
                  <a:gd name="T5" fmla="*/ 0 h 32"/>
                </a:gdLst>
                <a:ahLst/>
                <a:cxnLst>
                  <a:cxn ang="0">
                    <a:pos x="T0" y="T1"/>
                  </a:cxn>
                  <a:cxn ang="0">
                    <a:pos x="T2" y="T3"/>
                  </a:cxn>
                  <a:cxn ang="0">
                    <a:pos x="T4" y="T5"/>
                  </a:cxn>
                </a:cxnLst>
                <a:rect l="0" t="0" r="r" b="b"/>
                <a:pathLst>
                  <a:path w="20" h="32">
                    <a:moveTo>
                      <a:pt x="7" y="0"/>
                    </a:moveTo>
                    <a:cubicBezTo>
                      <a:pt x="7" y="3"/>
                      <a:pt x="0" y="30"/>
                      <a:pt x="20" y="32"/>
                    </a:cubicBezTo>
                    <a:cubicBezTo>
                      <a:pt x="15" y="32"/>
                      <a:pt x="4" y="21"/>
                      <a:pt x="7" y="0"/>
                    </a:cubicBezTo>
                  </a:path>
                </a:pathLst>
              </a:custGeom>
              <a:solidFill>
                <a:schemeClr val="bg2">
                  <a:alpha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89" name="Freeform 19"/>
              <p:cNvSpPr>
                <a:spLocks/>
              </p:cNvSpPr>
              <p:nvPr/>
            </p:nvSpPr>
            <p:spPr bwMode="auto">
              <a:xfrm>
                <a:off x="3502101" y="2218163"/>
                <a:ext cx="342900" cy="196850"/>
              </a:xfrm>
              <a:custGeom>
                <a:avLst/>
                <a:gdLst>
                  <a:gd name="T0" fmla="*/ 89 w 89"/>
                  <a:gd name="T1" fmla="*/ 0 h 52"/>
                  <a:gd name="T2" fmla="*/ 89 w 89"/>
                  <a:gd name="T3" fmla="*/ 8 h 52"/>
                  <a:gd name="T4" fmla="*/ 44 w 89"/>
                  <a:gd name="T5" fmla="*/ 52 h 52"/>
                  <a:gd name="T6" fmla="*/ 0 w 89"/>
                  <a:gd name="T7" fmla="*/ 8 h 52"/>
                  <a:gd name="T8" fmla="*/ 0 w 89"/>
                  <a:gd name="T9" fmla="*/ 0 h 52"/>
                  <a:gd name="T10" fmla="*/ 89 w 89"/>
                  <a:gd name="T11" fmla="*/ 0 h 52"/>
                </a:gdLst>
                <a:ahLst/>
                <a:cxnLst>
                  <a:cxn ang="0">
                    <a:pos x="T0" y="T1"/>
                  </a:cxn>
                  <a:cxn ang="0">
                    <a:pos x="T2" y="T3"/>
                  </a:cxn>
                  <a:cxn ang="0">
                    <a:pos x="T4" y="T5"/>
                  </a:cxn>
                  <a:cxn ang="0">
                    <a:pos x="T6" y="T7"/>
                  </a:cxn>
                  <a:cxn ang="0">
                    <a:pos x="T8" y="T9"/>
                  </a:cxn>
                  <a:cxn ang="0">
                    <a:pos x="T10" y="T11"/>
                  </a:cxn>
                </a:cxnLst>
                <a:rect l="0" t="0" r="r" b="b"/>
                <a:pathLst>
                  <a:path w="89" h="52">
                    <a:moveTo>
                      <a:pt x="89" y="0"/>
                    </a:moveTo>
                    <a:cubicBezTo>
                      <a:pt x="89" y="8"/>
                      <a:pt x="89" y="8"/>
                      <a:pt x="89" y="8"/>
                    </a:cubicBezTo>
                    <a:cubicBezTo>
                      <a:pt x="89" y="32"/>
                      <a:pt x="69" y="52"/>
                      <a:pt x="44" y="52"/>
                    </a:cubicBezTo>
                    <a:cubicBezTo>
                      <a:pt x="20" y="52"/>
                      <a:pt x="0" y="32"/>
                      <a:pt x="0" y="8"/>
                    </a:cubicBezTo>
                    <a:cubicBezTo>
                      <a:pt x="0" y="0"/>
                      <a:pt x="0" y="0"/>
                      <a:pt x="0" y="0"/>
                    </a:cubicBezTo>
                    <a:cubicBezTo>
                      <a:pt x="89" y="0"/>
                      <a:pt x="89" y="0"/>
                      <a:pt x="89" y="0"/>
                    </a:cubicBezTo>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90" name="Freeform 20"/>
              <p:cNvSpPr>
                <a:spLocks/>
              </p:cNvSpPr>
              <p:nvPr/>
            </p:nvSpPr>
            <p:spPr bwMode="auto">
              <a:xfrm>
                <a:off x="3537026" y="2218163"/>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91" name="Freeform 21"/>
              <p:cNvSpPr>
                <a:spLocks/>
              </p:cNvSpPr>
              <p:nvPr/>
            </p:nvSpPr>
            <p:spPr bwMode="auto">
              <a:xfrm>
                <a:off x="3524326" y="2218163"/>
                <a:ext cx="263525" cy="174625"/>
              </a:xfrm>
              <a:custGeom>
                <a:avLst/>
                <a:gdLst>
                  <a:gd name="T0" fmla="*/ 3 w 68"/>
                  <a:gd name="T1" fmla="*/ 0 h 46"/>
                  <a:gd name="T2" fmla="*/ 3 w 68"/>
                  <a:gd name="T3" fmla="*/ 0 h 46"/>
                  <a:gd name="T4" fmla="*/ 1 w 68"/>
                  <a:gd name="T5" fmla="*/ 2 h 46"/>
                  <a:gd name="T6" fmla="*/ 0 w 68"/>
                  <a:gd name="T7" fmla="*/ 8 h 46"/>
                  <a:gd name="T8" fmla="*/ 38 w 68"/>
                  <a:gd name="T9" fmla="*/ 46 h 46"/>
                  <a:gd name="T10" fmla="*/ 68 w 68"/>
                  <a:gd name="T11" fmla="*/ 32 h 46"/>
                  <a:gd name="T12" fmla="*/ 44 w 68"/>
                  <a:gd name="T13" fmla="*/ 41 h 46"/>
                  <a:gd name="T14" fmla="*/ 5 w 68"/>
                  <a:gd name="T15" fmla="*/ 2 h 46"/>
                  <a:gd name="T16" fmla="*/ 5 w 68"/>
                  <a:gd name="T17" fmla="*/ 2 h 46"/>
                  <a:gd name="T18" fmla="*/ 3 w 68"/>
                  <a:gd name="T19" fmla="*/ 0 h 46"/>
                  <a:gd name="T20" fmla="*/ 3 w 68"/>
                  <a:gd name="T21"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46">
                    <a:moveTo>
                      <a:pt x="3" y="0"/>
                    </a:moveTo>
                    <a:cubicBezTo>
                      <a:pt x="3" y="0"/>
                      <a:pt x="3" y="0"/>
                      <a:pt x="3" y="0"/>
                    </a:cubicBezTo>
                    <a:cubicBezTo>
                      <a:pt x="2" y="0"/>
                      <a:pt x="1" y="1"/>
                      <a:pt x="1" y="2"/>
                    </a:cubicBezTo>
                    <a:cubicBezTo>
                      <a:pt x="0" y="4"/>
                      <a:pt x="0" y="6"/>
                      <a:pt x="0" y="8"/>
                    </a:cubicBezTo>
                    <a:cubicBezTo>
                      <a:pt x="0" y="29"/>
                      <a:pt x="17" y="46"/>
                      <a:pt x="38" y="46"/>
                    </a:cubicBezTo>
                    <a:cubicBezTo>
                      <a:pt x="50" y="46"/>
                      <a:pt x="61" y="40"/>
                      <a:pt x="68" y="32"/>
                    </a:cubicBezTo>
                    <a:cubicBezTo>
                      <a:pt x="61" y="37"/>
                      <a:pt x="53" y="41"/>
                      <a:pt x="44" y="41"/>
                    </a:cubicBezTo>
                    <a:cubicBezTo>
                      <a:pt x="22" y="41"/>
                      <a:pt x="5" y="23"/>
                      <a:pt x="5" y="2"/>
                    </a:cubicBezTo>
                    <a:cubicBezTo>
                      <a:pt x="5" y="2"/>
                      <a:pt x="5" y="2"/>
                      <a:pt x="5" y="2"/>
                    </a:cubicBezTo>
                    <a:cubicBezTo>
                      <a:pt x="5" y="1"/>
                      <a:pt x="4" y="0"/>
                      <a:pt x="3" y="0"/>
                    </a:cubicBezTo>
                    <a:cubicBezTo>
                      <a:pt x="3" y="0"/>
                      <a:pt x="3" y="0"/>
                      <a:pt x="3" y="0"/>
                    </a:cubicBezTo>
                  </a:path>
                </a:pathLst>
              </a:custGeom>
              <a:solidFill>
                <a:schemeClr val="bg2">
                  <a:alpha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184" name="Freeform 22"/>
            <p:cNvSpPr>
              <a:spLocks/>
            </p:cNvSpPr>
            <p:nvPr/>
          </p:nvSpPr>
          <p:spPr bwMode="auto">
            <a:xfrm>
              <a:off x="5431260" y="1506963"/>
              <a:ext cx="447675" cy="101600"/>
            </a:xfrm>
            <a:custGeom>
              <a:avLst/>
              <a:gdLst>
                <a:gd name="T0" fmla="*/ 116 w 116"/>
                <a:gd name="T1" fmla="*/ 27 h 27"/>
                <a:gd name="T2" fmla="*/ 89 w 116"/>
                <a:gd name="T3" fmla="*/ 0 h 27"/>
                <a:gd name="T4" fmla="*/ 0 w 116"/>
                <a:gd name="T5" fmla="*/ 0 h 27"/>
                <a:gd name="T6" fmla="*/ 27 w 116"/>
                <a:gd name="T7" fmla="*/ 27 h 27"/>
                <a:gd name="T8" fmla="*/ 116 w 116"/>
                <a:gd name="T9" fmla="*/ 27 h 27"/>
              </a:gdLst>
              <a:ahLst/>
              <a:cxnLst>
                <a:cxn ang="0">
                  <a:pos x="T0" y="T1"/>
                </a:cxn>
                <a:cxn ang="0">
                  <a:pos x="T2" y="T3"/>
                </a:cxn>
                <a:cxn ang="0">
                  <a:pos x="T4" y="T5"/>
                </a:cxn>
                <a:cxn ang="0">
                  <a:pos x="T6" y="T7"/>
                </a:cxn>
                <a:cxn ang="0">
                  <a:pos x="T8" y="T9"/>
                </a:cxn>
              </a:cxnLst>
              <a:rect l="0" t="0" r="r" b="b"/>
              <a:pathLst>
                <a:path w="116" h="27">
                  <a:moveTo>
                    <a:pt x="116" y="27"/>
                  </a:moveTo>
                  <a:cubicBezTo>
                    <a:pt x="116" y="12"/>
                    <a:pt x="104" y="0"/>
                    <a:pt x="89" y="0"/>
                  </a:cubicBezTo>
                  <a:cubicBezTo>
                    <a:pt x="0" y="0"/>
                    <a:pt x="0" y="0"/>
                    <a:pt x="0" y="0"/>
                  </a:cubicBezTo>
                  <a:cubicBezTo>
                    <a:pt x="15" y="0"/>
                    <a:pt x="27" y="12"/>
                    <a:pt x="27" y="27"/>
                  </a:cubicBezTo>
                  <a:cubicBezTo>
                    <a:pt x="116" y="27"/>
                    <a:pt x="116" y="27"/>
                    <a:pt x="116" y="27"/>
                  </a:cubicBezTo>
                </a:path>
              </a:pathLst>
            </a:custGeom>
            <a:gradFill>
              <a:gsLst>
                <a:gs pos="0">
                  <a:schemeClr val="accent3">
                    <a:lumMod val="50000"/>
                  </a:schemeClr>
                </a:gs>
                <a:gs pos="100000">
                  <a:schemeClr val="accent3">
                    <a:lumMod val="65000"/>
                  </a:scheme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86" name="TextBox 185"/>
            <p:cNvSpPr txBox="1"/>
            <p:nvPr/>
          </p:nvSpPr>
          <p:spPr>
            <a:xfrm>
              <a:off x="5355855" y="2323584"/>
              <a:ext cx="704160"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-74</a:t>
              </a:r>
              <a:endParaRPr lang="ko-KR" altLang="en-US" sz="12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246" name="그룹 245"/>
          <p:cNvGrpSpPr/>
          <p:nvPr/>
        </p:nvGrpSpPr>
        <p:grpSpPr>
          <a:xfrm>
            <a:off x="4253783" y="1506964"/>
            <a:ext cx="704160" cy="1214438"/>
            <a:chOff x="6372822" y="1506963"/>
            <a:chExt cx="704160" cy="1214438"/>
          </a:xfrm>
        </p:grpSpPr>
        <p:sp>
          <p:nvSpPr>
            <p:cNvPr id="198" name="Rectangle 17"/>
            <p:cNvSpPr>
              <a:spLocks noChangeArrowheads="1"/>
            </p:cNvSpPr>
            <p:nvPr/>
          </p:nvSpPr>
          <p:spPr bwMode="auto">
            <a:xfrm>
              <a:off x="6553002" y="1608563"/>
              <a:ext cx="342900" cy="609600"/>
            </a:xfrm>
            <a:prstGeom prst="rect">
              <a:avLst/>
            </a:prstGeom>
            <a:solidFill>
              <a:schemeClr val="accent3">
                <a:lumMod val="6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199" name="그룹 198"/>
            <p:cNvGrpSpPr/>
            <p:nvPr/>
          </p:nvGrpSpPr>
          <p:grpSpPr>
            <a:xfrm>
              <a:off x="6553002" y="2218163"/>
              <a:ext cx="342900" cy="503238"/>
              <a:chOff x="3502101" y="2218163"/>
              <a:chExt cx="342900" cy="503238"/>
            </a:xfrm>
          </p:grpSpPr>
          <p:sp>
            <p:nvSpPr>
              <p:cNvPr id="203" name="Freeform 15"/>
              <p:cNvSpPr>
                <a:spLocks/>
              </p:cNvSpPr>
              <p:nvPr/>
            </p:nvSpPr>
            <p:spPr bwMode="auto">
              <a:xfrm>
                <a:off x="3583064" y="2218163"/>
                <a:ext cx="196850" cy="503238"/>
              </a:xfrm>
              <a:custGeom>
                <a:avLst/>
                <a:gdLst>
                  <a:gd name="T0" fmla="*/ 0 w 51"/>
                  <a:gd name="T1" fmla="*/ 0 h 133"/>
                  <a:gd name="T2" fmla="*/ 0 w 51"/>
                  <a:gd name="T3" fmla="*/ 46 h 133"/>
                  <a:gd name="T4" fmla="*/ 15 w 51"/>
                  <a:gd name="T5" fmla="*/ 81 h 133"/>
                  <a:gd name="T6" fmla="*/ 23 w 51"/>
                  <a:gd name="T7" fmla="*/ 128 h 133"/>
                  <a:gd name="T8" fmla="*/ 39 w 51"/>
                  <a:gd name="T9" fmla="*/ 84 h 133"/>
                  <a:gd name="T10" fmla="*/ 35 w 51"/>
                  <a:gd name="T11" fmla="*/ 51 h 133"/>
                  <a:gd name="T12" fmla="*/ 35 w 51"/>
                  <a:gd name="T13" fmla="*/ 0 h 133"/>
                  <a:gd name="T14" fmla="*/ 0 w 51"/>
                  <a:gd name="T15" fmla="*/ 0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133">
                    <a:moveTo>
                      <a:pt x="0" y="0"/>
                    </a:moveTo>
                    <a:cubicBezTo>
                      <a:pt x="0" y="46"/>
                      <a:pt x="0" y="46"/>
                      <a:pt x="0" y="46"/>
                    </a:cubicBezTo>
                    <a:cubicBezTo>
                      <a:pt x="0" y="46"/>
                      <a:pt x="22" y="59"/>
                      <a:pt x="15" y="81"/>
                    </a:cubicBezTo>
                    <a:cubicBezTo>
                      <a:pt x="9" y="104"/>
                      <a:pt x="8" y="123"/>
                      <a:pt x="23" y="128"/>
                    </a:cubicBezTo>
                    <a:cubicBezTo>
                      <a:pt x="39" y="133"/>
                      <a:pt x="51" y="104"/>
                      <a:pt x="39" y="84"/>
                    </a:cubicBezTo>
                    <a:cubicBezTo>
                      <a:pt x="26" y="63"/>
                      <a:pt x="31" y="52"/>
                      <a:pt x="35" y="51"/>
                    </a:cubicBezTo>
                    <a:cubicBezTo>
                      <a:pt x="35" y="0"/>
                      <a:pt x="35" y="0"/>
                      <a:pt x="35" y="0"/>
                    </a:cubicBezTo>
                    <a:cubicBezTo>
                      <a:pt x="0" y="0"/>
                      <a:pt x="0" y="0"/>
                      <a:pt x="0" y="0"/>
                    </a:cubicBezTo>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04" name="Freeform 16"/>
              <p:cNvSpPr>
                <a:spLocks/>
              </p:cNvSpPr>
              <p:nvPr/>
            </p:nvSpPr>
            <p:spPr bwMode="auto">
              <a:xfrm>
                <a:off x="3613226" y="2570588"/>
                <a:ext cx="77788" cy="120650"/>
              </a:xfrm>
              <a:custGeom>
                <a:avLst/>
                <a:gdLst>
                  <a:gd name="T0" fmla="*/ 7 w 20"/>
                  <a:gd name="T1" fmla="*/ 0 h 32"/>
                  <a:gd name="T2" fmla="*/ 20 w 20"/>
                  <a:gd name="T3" fmla="*/ 32 h 32"/>
                  <a:gd name="T4" fmla="*/ 7 w 20"/>
                  <a:gd name="T5" fmla="*/ 0 h 32"/>
                </a:gdLst>
                <a:ahLst/>
                <a:cxnLst>
                  <a:cxn ang="0">
                    <a:pos x="T0" y="T1"/>
                  </a:cxn>
                  <a:cxn ang="0">
                    <a:pos x="T2" y="T3"/>
                  </a:cxn>
                  <a:cxn ang="0">
                    <a:pos x="T4" y="T5"/>
                  </a:cxn>
                </a:cxnLst>
                <a:rect l="0" t="0" r="r" b="b"/>
                <a:pathLst>
                  <a:path w="20" h="32">
                    <a:moveTo>
                      <a:pt x="7" y="0"/>
                    </a:moveTo>
                    <a:cubicBezTo>
                      <a:pt x="7" y="3"/>
                      <a:pt x="0" y="30"/>
                      <a:pt x="20" y="32"/>
                    </a:cubicBezTo>
                    <a:cubicBezTo>
                      <a:pt x="15" y="32"/>
                      <a:pt x="4" y="21"/>
                      <a:pt x="7" y="0"/>
                    </a:cubicBezTo>
                  </a:path>
                </a:pathLst>
              </a:custGeom>
              <a:solidFill>
                <a:schemeClr val="bg2">
                  <a:alpha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05" name="Freeform 19"/>
              <p:cNvSpPr>
                <a:spLocks/>
              </p:cNvSpPr>
              <p:nvPr/>
            </p:nvSpPr>
            <p:spPr bwMode="auto">
              <a:xfrm>
                <a:off x="3502101" y="2218163"/>
                <a:ext cx="342900" cy="196850"/>
              </a:xfrm>
              <a:custGeom>
                <a:avLst/>
                <a:gdLst>
                  <a:gd name="T0" fmla="*/ 89 w 89"/>
                  <a:gd name="T1" fmla="*/ 0 h 52"/>
                  <a:gd name="T2" fmla="*/ 89 w 89"/>
                  <a:gd name="T3" fmla="*/ 8 h 52"/>
                  <a:gd name="T4" fmla="*/ 44 w 89"/>
                  <a:gd name="T5" fmla="*/ 52 h 52"/>
                  <a:gd name="T6" fmla="*/ 0 w 89"/>
                  <a:gd name="T7" fmla="*/ 8 h 52"/>
                  <a:gd name="T8" fmla="*/ 0 w 89"/>
                  <a:gd name="T9" fmla="*/ 0 h 52"/>
                  <a:gd name="T10" fmla="*/ 89 w 89"/>
                  <a:gd name="T11" fmla="*/ 0 h 52"/>
                </a:gdLst>
                <a:ahLst/>
                <a:cxnLst>
                  <a:cxn ang="0">
                    <a:pos x="T0" y="T1"/>
                  </a:cxn>
                  <a:cxn ang="0">
                    <a:pos x="T2" y="T3"/>
                  </a:cxn>
                  <a:cxn ang="0">
                    <a:pos x="T4" y="T5"/>
                  </a:cxn>
                  <a:cxn ang="0">
                    <a:pos x="T6" y="T7"/>
                  </a:cxn>
                  <a:cxn ang="0">
                    <a:pos x="T8" y="T9"/>
                  </a:cxn>
                  <a:cxn ang="0">
                    <a:pos x="T10" y="T11"/>
                  </a:cxn>
                </a:cxnLst>
                <a:rect l="0" t="0" r="r" b="b"/>
                <a:pathLst>
                  <a:path w="89" h="52">
                    <a:moveTo>
                      <a:pt x="89" y="0"/>
                    </a:moveTo>
                    <a:cubicBezTo>
                      <a:pt x="89" y="8"/>
                      <a:pt x="89" y="8"/>
                      <a:pt x="89" y="8"/>
                    </a:cubicBezTo>
                    <a:cubicBezTo>
                      <a:pt x="89" y="32"/>
                      <a:pt x="69" y="52"/>
                      <a:pt x="44" y="52"/>
                    </a:cubicBezTo>
                    <a:cubicBezTo>
                      <a:pt x="20" y="52"/>
                      <a:pt x="0" y="32"/>
                      <a:pt x="0" y="8"/>
                    </a:cubicBezTo>
                    <a:cubicBezTo>
                      <a:pt x="0" y="0"/>
                      <a:pt x="0" y="0"/>
                      <a:pt x="0" y="0"/>
                    </a:cubicBezTo>
                    <a:cubicBezTo>
                      <a:pt x="89" y="0"/>
                      <a:pt x="89" y="0"/>
                      <a:pt x="89" y="0"/>
                    </a:cubicBezTo>
                  </a:path>
                </a:pathLst>
              </a:custGeom>
              <a:solidFill>
                <a:schemeClr val="accent3">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06" name="Freeform 20"/>
              <p:cNvSpPr>
                <a:spLocks/>
              </p:cNvSpPr>
              <p:nvPr/>
            </p:nvSpPr>
            <p:spPr bwMode="auto">
              <a:xfrm>
                <a:off x="3537026" y="2218163"/>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07" name="Freeform 21"/>
              <p:cNvSpPr>
                <a:spLocks/>
              </p:cNvSpPr>
              <p:nvPr/>
            </p:nvSpPr>
            <p:spPr bwMode="auto">
              <a:xfrm>
                <a:off x="3524326" y="2218163"/>
                <a:ext cx="263525" cy="174625"/>
              </a:xfrm>
              <a:custGeom>
                <a:avLst/>
                <a:gdLst>
                  <a:gd name="T0" fmla="*/ 3 w 68"/>
                  <a:gd name="T1" fmla="*/ 0 h 46"/>
                  <a:gd name="T2" fmla="*/ 3 w 68"/>
                  <a:gd name="T3" fmla="*/ 0 h 46"/>
                  <a:gd name="T4" fmla="*/ 1 w 68"/>
                  <a:gd name="T5" fmla="*/ 2 h 46"/>
                  <a:gd name="T6" fmla="*/ 0 w 68"/>
                  <a:gd name="T7" fmla="*/ 8 h 46"/>
                  <a:gd name="T8" fmla="*/ 38 w 68"/>
                  <a:gd name="T9" fmla="*/ 46 h 46"/>
                  <a:gd name="T10" fmla="*/ 68 w 68"/>
                  <a:gd name="T11" fmla="*/ 32 h 46"/>
                  <a:gd name="T12" fmla="*/ 44 w 68"/>
                  <a:gd name="T13" fmla="*/ 41 h 46"/>
                  <a:gd name="T14" fmla="*/ 5 w 68"/>
                  <a:gd name="T15" fmla="*/ 2 h 46"/>
                  <a:gd name="T16" fmla="*/ 5 w 68"/>
                  <a:gd name="T17" fmla="*/ 2 h 46"/>
                  <a:gd name="T18" fmla="*/ 3 w 68"/>
                  <a:gd name="T19" fmla="*/ 0 h 46"/>
                  <a:gd name="T20" fmla="*/ 3 w 68"/>
                  <a:gd name="T21"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46">
                    <a:moveTo>
                      <a:pt x="3" y="0"/>
                    </a:moveTo>
                    <a:cubicBezTo>
                      <a:pt x="3" y="0"/>
                      <a:pt x="3" y="0"/>
                      <a:pt x="3" y="0"/>
                    </a:cubicBezTo>
                    <a:cubicBezTo>
                      <a:pt x="2" y="0"/>
                      <a:pt x="1" y="1"/>
                      <a:pt x="1" y="2"/>
                    </a:cubicBezTo>
                    <a:cubicBezTo>
                      <a:pt x="0" y="4"/>
                      <a:pt x="0" y="6"/>
                      <a:pt x="0" y="8"/>
                    </a:cubicBezTo>
                    <a:cubicBezTo>
                      <a:pt x="0" y="29"/>
                      <a:pt x="17" y="46"/>
                      <a:pt x="38" y="46"/>
                    </a:cubicBezTo>
                    <a:cubicBezTo>
                      <a:pt x="50" y="46"/>
                      <a:pt x="61" y="40"/>
                      <a:pt x="68" y="32"/>
                    </a:cubicBezTo>
                    <a:cubicBezTo>
                      <a:pt x="61" y="37"/>
                      <a:pt x="53" y="41"/>
                      <a:pt x="44" y="41"/>
                    </a:cubicBezTo>
                    <a:cubicBezTo>
                      <a:pt x="22" y="41"/>
                      <a:pt x="5" y="23"/>
                      <a:pt x="5" y="2"/>
                    </a:cubicBezTo>
                    <a:cubicBezTo>
                      <a:pt x="5" y="2"/>
                      <a:pt x="5" y="2"/>
                      <a:pt x="5" y="2"/>
                    </a:cubicBezTo>
                    <a:cubicBezTo>
                      <a:pt x="5" y="1"/>
                      <a:pt x="4" y="0"/>
                      <a:pt x="3" y="0"/>
                    </a:cubicBezTo>
                    <a:cubicBezTo>
                      <a:pt x="3" y="0"/>
                      <a:pt x="3" y="0"/>
                      <a:pt x="3" y="0"/>
                    </a:cubicBezTo>
                  </a:path>
                </a:pathLst>
              </a:custGeom>
              <a:solidFill>
                <a:schemeClr val="bg2">
                  <a:alpha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200" name="Freeform 22"/>
            <p:cNvSpPr>
              <a:spLocks/>
            </p:cNvSpPr>
            <p:nvPr/>
          </p:nvSpPr>
          <p:spPr bwMode="auto">
            <a:xfrm>
              <a:off x="6448227" y="1506963"/>
              <a:ext cx="447675" cy="101600"/>
            </a:xfrm>
            <a:custGeom>
              <a:avLst/>
              <a:gdLst>
                <a:gd name="T0" fmla="*/ 116 w 116"/>
                <a:gd name="T1" fmla="*/ 27 h 27"/>
                <a:gd name="T2" fmla="*/ 89 w 116"/>
                <a:gd name="T3" fmla="*/ 0 h 27"/>
                <a:gd name="T4" fmla="*/ 0 w 116"/>
                <a:gd name="T5" fmla="*/ 0 h 27"/>
                <a:gd name="T6" fmla="*/ 27 w 116"/>
                <a:gd name="T7" fmla="*/ 27 h 27"/>
                <a:gd name="T8" fmla="*/ 116 w 116"/>
                <a:gd name="T9" fmla="*/ 27 h 27"/>
              </a:gdLst>
              <a:ahLst/>
              <a:cxnLst>
                <a:cxn ang="0">
                  <a:pos x="T0" y="T1"/>
                </a:cxn>
                <a:cxn ang="0">
                  <a:pos x="T2" y="T3"/>
                </a:cxn>
                <a:cxn ang="0">
                  <a:pos x="T4" y="T5"/>
                </a:cxn>
                <a:cxn ang="0">
                  <a:pos x="T6" y="T7"/>
                </a:cxn>
                <a:cxn ang="0">
                  <a:pos x="T8" y="T9"/>
                </a:cxn>
              </a:cxnLst>
              <a:rect l="0" t="0" r="r" b="b"/>
              <a:pathLst>
                <a:path w="116" h="27">
                  <a:moveTo>
                    <a:pt x="116" y="27"/>
                  </a:moveTo>
                  <a:cubicBezTo>
                    <a:pt x="116" y="12"/>
                    <a:pt x="104" y="0"/>
                    <a:pt x="89" y="0"/>
                  </a:cubicBezTo>
                  <a:cubicBezTo>
                    <a:pt x="0" y="0"/>
                    <a:pt x="0" y="0"/>
                    <a:pt x="0" y="0"/>
                  </a:cubicBezTo>
                  <a:cubicBezTo>
                    <a:pt x="15" y="0"/>
                    <a:pt x="27" y="12"/>
                    <a:pt x="27" y="27"/>
                  </a:cubicBezTo>
                  <a:cubicBezTo>
                    <a:pt x="116" y="27"/>
                    <a:pt x="116" y="27"/>
                    <a:pt x="116" y="27"/>
                  </a:cubicBezTo>
                </a:path>
              </a:pathLst>
            </a:custGeom>
            <a:gradFill>
              <a:gsLst>
                <a:gs pos="0">
                  <a:schemeClr val="accent3">
                    <a:lumMod val="50000"/>
                  </a:schemeClr>
                </a:gs>
                <a:gs pos="100000">
                  <a:schemeClr val="accent3">
                    <a:lumMod val="65000"/>
                  </a:scheme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02" name="TextBox 201"/>
            <p:cNvSpPr txBox="1"/>
            <p:nvPr/>
          </p:nvSpPr>
          <p:spPr>
            <a:xfrm>
              <a:off x="6372822" y="2033496"/>
              <a:ext cx="704160"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-60</a:t>
              </a:r>
              <a:endParaRPr lang="ko-KR" altLang="en-US" sz="12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250" name="그룹 249"/>
          <p:cNvGrpSpPr/>
          <p:nvPr/>
        </p:nvGrpSpPr>
        <p:grpSpPr>
          <a:xfrm>
            <a:off x="5270749" y="1506968"/>
            <a:ext cx="704160" cy="1824125"/>
            <a:chOff x="7389788" y="1506963"/>
            <a:chExt cx="704160" cy="1824125"/>
          </a:xfrm>
        </p:grpSpPr>
        <p:sp>
          <p:nvSpPr>
            <p:cNvPr id="226" name="Rectangle 18"/>
            <p:cNvSpPr>
              <a:spLocks noChangeArrowheads="1"/>
            </p:cNvSpPr>
            <p:nvPr/>
          </p:nvSpPr>
          <p:spPr bwMode="auto">
            <a:xfrm>
              <a:off x="7569968" y="1608563"/>
              <a:ext cx="342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0" name="Rectangle 17"/>
            <p:cNvSpPr>
              <a:spLocks noChangeArrowheads="1"/>
            </p:cNvSpPr>
            <p:nvPr/>
          </p:nvSpPr>
          <p:spPr bwMode="auto">
            <a:xfrm>
              <a:off x="7569968" y="1608562"/>
              <a:ext cx="342900" cy="12235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231" name="그룹 230"/>
            <p:cNvGrpSpPr>
              <a:grpSpLocks/>
            </p:cNvGrpSpPr>
            <p:nvPr/>
          </p:nvGrpSpPr>
          <p:grpSpPr>
            <a:xfrm>
              <a:off x="7569968" y="2827850"/>
              <a:ext cx="342900" cy="503238"/>
              <a:chOff x="3502101" y="2211900"/>
              <a:chExt cx="342900" cy="503238"/>
            </a:xfrm>
          </p:grpSpPr>
          <p:sp>
            <p:nvSpPr>
              <p:cNvPr id="235" name="Freeform 15"/>
              <p:cNvSpPr>
                <a:spLocks/>
              </p:cNvSpPr>
              <p:nvPr/>
            </p:nvSpPr>
            <p:spPr bwMode="auto">
              <a:xfrm>
                <a:off x="3583064" y="2211900"/>
                <a:ext cx="196850" cy="503238"/>
              </a:xfrm>
              <a:custGeom>
                <a:avLst/>
                <a:gdLst>
                  <a:gd name="T0" fmla="*/ 0 w 51"/>
                  <a:gd name="T1" fmla="*/ 0 h 133"/>
                  <a:gd name="T2" fmla="*/ 0 w 51"/>
                  <a:gd name="T3" fmla="*/ 46 h 133"/>
                  <a:gd name="T4" fmla="*/ 15 w 51"/>
                  <a:gd name="T5" fmla="*/ 81 h 133"/>
                  <a:gd name="T6" fmla="*/ 23 w 51"/>
                  <a:gd name="T7" fmla="*/ 128 h 133"/>
                  <a:gd name="T8" fmla="*/ 39 w 51"/>
                  <a:gd name="T9" fmla="*/ 84 h 133"/>
                  <a:gd name="T10" fmla="*/ 35 w 51"/>
                  <a:gd name="T11" fmla="*/ 51 h 133"/>
                  <a:gd name="T12" fmla="*/ 35 w 51"/>
                  <a:gd name="T13" fmla="*/ 0 h 133"/>
                  <a:gd name="T14" fmla="*/ 0 w 51"/>
                  <a:gd name="T15" fmla="*/ 0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133">
                    <a:moveTo>
                      <a:pt x="0" y="0"/>
                    </a:moveTo>
                    <a:cubicBezTo>
                      <a:pt x="0" y="46"/>
                      <a:pt x="0" y="46"/>
                      <a:pt x="0" y="46"/>
                    </a:cubicBezTo>
                    <a:cubicBezTo>
                      <a:pt x="0" y="46"/>
                      <a:pt x="22" y="59"/>
                      <a:pt x="15" y="81"/>
                    </a:cubicBezTo>
                    <a:cubicBezTo>
                      <a:pt x="9" y="104"/>
                      <a:pt x="8" y="123"/>
                      <a:pt x="23" y="128"/>
                    </a:cubicBezTo>
                    <a:cubicBezTo>
                      <a:pt x="39" y="133"/>
                      <a:pt x="51" y="104"/>
                      <a:pt x="39" y="84"/>
                    </a:cubicBezTo>
                    <a:cubicBezTo>
                      <a:pt x="26" y="63"/>
                      <a:pt x="31" y="52"/>
                      <a:pt x="35" y="51"/>
                    </a:cubicBezTo>
                    <a:cubicBezTo>
                      <a:pt x="35" y="0"/>
                      <a:pt x="35" y="0"/>
                      <a:pt x="35" y="0"/>
                    </a:cubicBezTo>
                    <a:cubicBezTo>
                      <a:pt x="0" y="0"/>
                      <a:pt x="0" y="0"/>
                      <a:pt x="0" y="0"/>
                    </a:cubicBez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6" name="Freeform 16"/>
              <p:cNvSpPr>
                <a:spLocks/>
              </p:cNvSpPr>
              <p:nvPr/>
            </p:nvSpPr>
            <p:spPr bwMode="auto">
              <a:xfrm>
                <a:off x="3613226" y="2570588"/>
                <a:ext cx="77788" cy="120650"/>
              </a:xfrm>
              <a:custGeom>
                <a:avLst/>
                <a:gdLst>
                  <a:gd name="T0" fmla="*/ 7 w 20"/>
                  <a:gd name="T1" fmla="*/ 0 h 32"/>
                  <a:gd name="T2" fmla="*/ 20 w 20"/>
                  <a:gd name="T3" fmla="*/ 32 h 32"/>
                  <a:gd name="T4" fmla="*/ 7 w 20"/>
                  <a:gd name="T5" fmla="*/ 0 h 32"/>
                </a:gdLst>
                <a:ahLst/>
                <a:cxnLst>
                  <a:cxn ang="0">
                    <a:pos x="T0" y="T1"/>
                  </a:cxn>
                  <a:cxn ang="0">
                    <a:pos x="T2" y="T3"/>
                  </a:cxn>
                  <a:cxn ang="0">
                    <a:pos x="T4" y="T5"/>
                  </a:cxn>
                </a:cxnLst>
                <a:rect l="0" t="0" r="r" b="b"/>
                <a:pathLst>
                  <a:path w="20" h="32">
                    <a:moveTo>
                      <a:pt x="7" y="0"/>
                    </a:moveTo>
                    <a:cubicBezTo>
                      <a:pt x="7" y="3"/>
                      <a:pt x="0" y="30"/>
                      <a:pt x="20" y="32"/>
                    </a:cubicBezTo>
                    <a:cubicBezTo>
                      <a:pt x="15" y="32"/>
                      <a:pt x="4" y="21"/>
                      <a:pt x="7" y="0"/>
                    </a:cubicBezTo>
                  </a:path>
                </a:pathLst>
              </a:custGeom>
              <a:solidFill>
                <a:schemeClr val="accent3">
                  <a:alpha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7" name="Freeform 19"/>
              <p:cNvSpPr>
                <a:spLocks/>
              </p:cNvSpPr>
              <p:nvPr/>
            </p:nvSpPr>
            <p:spPr bwMode="auto">
              <a:xfrm>
                <a:off x="3502101" y="2211900"/>
                <a:ext cx="342900" cy="196850"/>
              </a:xfrm>
              <a:custGeom>
                <a:avLst/>
                <a:gdLst>
                  <a:gd name="T0" fmla="*/ 89 w 89"/>
                  <a:gd name="T1" fmla="*/ 0 h 52"/>
                  <a:gd name="T2" fmla="*/ 89 w 89"/>
                  <a:gd name="T3" fmla="*/ 8 h 52"/>
                  <a:gd name="T4" fmla="*/ 44 w 89"/>
                  <a:gd name="T5" fmla="*/ 52 h 52"/>
                  <a:gd name="T6" fmla="*/ 0 w 89"/>
                  <a:gd name="T7" fmla="*/ 8 h 52"/>
                  <a:gd name="T8" fmla="*/ 0 w 89"/>
                  <a:gd name="T9" fmla="*/ 0 h 52"/>
                  <a:gd name="T10" fmla="*/ 89 w 89"/>
                  <a:gd name="T11" fmla="*/ 0 h 52"/>
                </a:gdLst>
                <a:ahLst/>
                <a:cxnLst>
                  <a:cxn ang="0">
                    <a:pos x="T0" y="T1"/>
                  </a:cxn>
                  <a:cxn ang="0">
                    <a:pos x="T2" y="T3"/>
                  </a:cxn>
                  <a:cxn ang="0">
                    <a:pos x="T4" y="T5"/>
                  </a:cxn>
                  <a:cxn ang="0">
                    <a:pos x="T6" y="T7"/>
                  </a:cxn>
                  <a:cxn ang="0">
                    <a:pos x="T8" y="T9"/>
                  </a:cxn>
                  <a:cxn ang="0">
                    <a:pos x="T10" y="T11"/>
                  </a:cxn>
                </a:cxnLst>
                <a:rect l="0" t="0" r="r" b="b"/>
                <a:pathLst>
                  <a:path w="89" h="52">
                    <a:moveTo>
                      <a:pt x="89" y="0"/>
                    </a:moveTo>
                    <a:cubicBezTo>
                      <a:pt x="89" y="8"/>
                      <a:pt x="89" y="8"/>
                      <a:pt x="89" y="8"/>
                    </a:cubicBezTo>
                    <a:cubicBezTo>
                      <a:pt x="89" y="32"/>
                      <a:pt x="69" y="52"/>
                      <a:pt x="44" y="52"/>
                    </a:cubicBezTo>
                    <a:cubicBezTo>
                      <a:pt x="20" y="52"/>
                      <a:pt x="0" y="32"/>
                      <a:pt x="0" y="8"/>
                    </a:cubicBezTo>
                    <a:cubicBezTo>
                      <a:pt x="0" y="0"/>
                      <a:pt x="0" y="0"/>
                      <a:pt x="0" y="0"/>
                    </a:cubicBezTo>
                    <a:cubicBezTo>
                      <a:pt x="89" y="0"/>
                      <a:pt x="89" y="0"/>
                      <a:pt x="89" y="0"/>
                    </a:cubicBez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8" name="Freeform 20"/>
              <p:cNvSpPr>
                <a:spLocks/>
              </p:cNvSpPr>
              <p:nvPr/>
            </p:nvSpPr>
            <p:spPr bwMode="auto">
              <a:xfrm>
                <a:off x="3537026" y="2218163"/>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9" name="Freeform 21"/>
              <p:cNvSpPr>
                <a:spLocks/>
              </p:cNvSpPr>
              <p:nvPr/>
            </p:nvSpPr>
            <p:spPr bwMode="auto">
              <a:xfrm>
                <a:off x="3524326" y="2211900"/>
                <a:ext cx="263525" cy="174625"/>
              </a:xfrm>
              <a:custGeom>
                <a:avLst/>
                <a:gdLst>
                  <a:gd name="T0" fmla="*/ 3 w 68"/>
                  <a:gd name="T1" fmla="*/ 0 h 46"/>
                  <a:gd name="T2" fmla="*/ 3 w 68"/>
                  <a:gd name="T3" fmla="*/ 0 h 46"/>
                  <a:gd name="T4" fmla="*/ 1 w 68"/>
                  <a:gd name="T5" fmla="*/ 2 h 46"/>
                  <a:gd name="T6" fmla="*/ 0 w 68"/>
                  <a:gd name="T7" fmla="*/ 8 h 46"/>
                  <a:gd name="T8" fmla="*/ 38 w 68"/>
                  <a:gd name="T9" fmla="*/ 46 h 46"/>
                  <a:gd name="T10" fmla="*/ 68 w 68"/>
                  <a:gd name="T11" fmla="*/ 32 h 46"/>
                  <a:gd name="T12" fmla="*/ 44 w 68"/>
                  <a:gd name="T13" fmla="*/ 41 h 46"/>
                  <a:gd name="T14" fmla="*/ 5 w 68"/>
                  <a:gd name="T15" fmla="*/ 2 h 46"/>
                  <a:gd name="T16" fmla="*/ 5 w 68"/>
                  <a:gd name="T17" fmla="*/ 2 h 46"/>
                  <a:gd name="T18" fmla="*/ 3 w 68"/>
                  <a:gd name="T19" fmla="*/ 0 h 46"/>
                  <a:gd name="T20" fmla="*/ 3 w 68"/>
                  <a:gd name="T21"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46">
                    <a:moveTo>
                      <a:pt x="3" y="0"/>
                    </a:moveTo>
                    <a:cubicBezTo>
                      <a:pt x="3" y="0"/>
                      <a:pt x="3" y="0"/>
                      <a:pt x="3" y="0"/>
                    </a:cubicBezTo>
                    <a:cubicBezTo>
                      <a:pt x="2" y="0"/>
                      <a:pt x="1" y="1"/>
                      <a:pt x="1" y="2"/>
                    </a:cubicBezTo>
                    <a:cubicBezTo>
                      <a:pt x="0" y="4"/>
                      <a:pt x="0" y="6"/>
                      <a:pt x="0" y="8"/>
                    </a:cubicBezTo>
                    <a:cubicBezTo>
                      <a:pt x="0" y="29"/>
                      <a:pt x="17" y="46"/>
                      <a:pt x="38" y="46"/>
                    </a:cubicBezTo>
                    <a:cubicBezTo>
                      <a:pt x="50" y="46"/>
                      <a:pt x="61" y="40"/>
                      <a:pt x="68" y="32"/>
                    </a:cubicBezTo>
                    <a:cubicBezTo>
                      <a:pt x="61" y="37"/>
                      <a:pt x="53" y="41"/>
                      <a:pt x="44" y="41"/>
                    </a:cubicBezTo>
                    <a:cubicBezTo>
                      <a:pt x="22" y="41"/>
                      <a:pt x="5" y="23"/>
                      <a:pt x="5" y="2"/>
                    </a:cubicBezTo>
                    <a:cubicBezTo>
                      <a:pt x="5" y="2"/>
                      <a:pt x="5" y="2"/>
                      <a:pt x="5" y="2"/>
                    </a:cubicBezTo>
                    <a:cubicBezTo>
                      <a:pt x="5" y="1"/>
                      <a:pt x="4" y="0"/>
                      <a:pt x="3" y="0"/>
                    </a:cubicBezTo>
                    <a:cubicBezTo>
                      <a:pt x="3" y="0"/>
                      <a:pt x="3" y="0"/>
                      <a:pt x="3" y="0"/>
                    </a:cubicBezTo>
                  </a:path>
                </a:pathLst>
              </a:custGeom>
              <a:solidFill>
                <a:schemeClr val="accent3">
                  <a:alpha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232" name="Freeform 22"/>
            <p:cNvSpPr>
              <a:spLocks/>
            </p:cNvSpPr>
            <p:nvPr/>
          </p:nvSpPr>
          <p:spPr bwMode="auto">
            <a:xfrm>
              <a:off x="7465193" y="1506963"/>
              <a:ext cx="447675" cy="101600"/>
            </a:xfrm>
            <a:custGeom>
              <a:avLst/>
              <a:gdLst>
                <a:gd name="T0" fmla="*/ 116 w 116"/>
                <a:gd name="T1" fmla="*/ 27 h 27"/>
                <a:gd name="T2" fmla="*/ 89 w 116"/>
                <a:gd name="T3" fmla="*/ 0 h 27"/>
                <a:gd name="T4" fmla="*/ 0 w 116"/>
                <a:gd name="T5" fmla="*/ 0 h 27"/>
                <a:gd name="T6" fmla="*/ 27 w 116"/>
                <a:gd name="T7" fmla="*/ 27 h 27"/>
                <a:gd name="T8" fmla="*/ 116 w 116"/>
                <a:gd name="T9" fmla="*/ 27 h 27"/>
              </a:gdLst>
              <a:ahLst/>
              <a:cxnLst>
                <a:cxn ang="0">
                  <a:pos x="T0" y="T1"/>
                </a:cxn>
                <a:cxn ang="0">
                  <a:pos x="T2" y="T3"/>
                </a:cxn>
                <a:cxn ang="0">
                  <a:pos x="T4" y="T5"/>
                </a:cxn>
                <a:cxn ang="0">
                  <a:pos x="T6" y="T7"/>
                </a:cxn>
                <a:cxn ang="0">
                  <a:pos x="T8" y="T9"/>
                </a:cxn>
              </a:cxnLst>
              <a:rect l="0" t="0" r="r" b="b"/>
              <a:pathLst>
                <a:path w="116" h="27">
                  <a:moveTo>
                    <a:pt x="116" y="27"/>
                  </a:moveTo>
                  <a:cubicBezTo>
                    <a:pt x="116" y="12"/>
                    <a:pt x="104" y="0"/>
                    <a:pt x="89" y="0"/>
                  </a:cubicBezTo>
                  <a:cubicBezTo>
                    <a:pt x="0" y="0"/>
                    <a:pt x="0" y="0"/>
                    <a:pt x="0" y="0"/>
                  </a:cubicBezTo>
                  <a:cubicBezTo>
                    <a:pt x="15" y="0"/>
                    <a:pt x="27" y="12"/>
                    <a:pt x="27" y="27"/>
                  </a:cubicBezTo>
                  <a:cubicBezTo>
                    <a:pt x="116" y="27"/>
                    <a:pt x="116" y="27"/>
                    <a:pt x="116" y="27"/>
                  </a:cubicBezTo>
                </a:path>
              </a:pathLst>
            </a:custGeom>
            <a:gradFill>
              <a:gsLst>
                <a:gs pos="0">
                  <a:schemeClr val="accent1">
                    <a:lumMod val="75000"/>
                  </a:schemeClr>
                </a:gs>
                <a:gs pos="100000">
                  <a:schemeClr val="accent1"/>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4" name="TextBox 233"/>
            <p:cNvSpPr txBox="1"/>
            <p:nvPr/>
          </p:nvSpPr>
          <p:spPr>
            <a:xfrm>
              <a:off x="7389788" y="2649448"/>
              <a:ext cx="704160"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-92</a:t>
              </a:r>
              <a:endParaRPr lang="ko-KR" altLang="en-US" sz="12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102" name="그룹 101"/>
          <p:cNvGrpSpPr/>
          <p:nvPr/>
        </p:nvGrpSpPr>
        <p:grpSpPr>
          <a:xfrm>
            <a:off x="553764" y="1042185"/>
            <a:ext cx="5750472" cy="3396466"/>
            <a:chOff x="2672803" y="1042184"/>
            <a:chExt cx="5750472" cy="3396466"/>
          </a:xfrm>
        </p:grpSpPr>
        <p:sp>
          <p:nvSpPr>
            <p:cNvPr id="16" name="TextBox 15"/>
            <p:cNvSpPr txBox="1"/>
            <p:nvPr/>
          </p:nvSpPr>
          <p:spPr>
            <a:xfrm>
              <a:off x="6659562" y="4219575"/>
              <a:ext cx="1763713" cy="219075"/>
            </a:xfrm>
            <a:prstGeom prst="rect">
              <a:avLst/>
            </a:prstGeom>
            <a:noFill/>
          </p:spPr>
          <p:txBody>
            <a:bodyPr wrap="square" lIns="0" tIns="0" rIns="0" bIns="0" rtlCol="0">
              <a:noAutofit/>
            </a:bodyPr>
            <a:lstStyle/>
            <a:p>
              <a:pPr algn="r">
                <a:spcAft>
                  <a:spcPts val="300"/>
                </a:spcAft>
              </a:pPr>
              <a:r>
                <a:rPr lang="fr-FR"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rPr>
                <a:t>(Quisque cursus, metus vitae pharetra auctor.)</a:t>
              </a:r>
              <a:endParaRPr lang="en-US"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endParaRPr>
            </a:p>
          </p:txBody>
        </p:sp>
        <p:sp>
          <p:nvSpPr>
            <p:cNvPr id="17" name="TextBox 16"/>
            <p:cNvSpPr txBox="1"/>
            <p:nvPr/>
          </p:nvSpPr>
          <p:spPr>
            <a:xfrm>
              <a:off x="2868480" y="1042184"/>
              <a:ext cx="2751270" cy="284966"/>
            </a:xfrm>
            <a:prstGeom prst="rect">
              <a:avLst/>
            </a:prstGeom>
            <a:noFill/>
          </p:spPr>
          <p:txBody>
            <a:bodyPr wrap="square" lIns="0" tIns="0" rIns="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Bar Chart  Main Title Here</a:t>
              </a:r>
              <a:endParaRPr lang="ko-KR" altLang="en-US" sz="1200" b="1" dirty="0">
                <a:gradFill>
                  <a:gsLst>
                    <a:gs pos="0">
                      <a:schemeClr val="accent1"/>
                    </a:gs>
                    <a:gs pos="100000">
                      <a:schemeClr val="accent1"/>
                    </a:gs>
                  </a:gsLst>
                  <a:lin ang="5400000" scaled="0"/>
                </a:gradFill>
                <a:latin typeface="Roboto Condensed Regular"/>
              </a:endParaRPr>
            </a:p>
          </p:txBody>
        </p:sp>
        <p:grpSp>
          <p:nvGrpSpPr>
            <p:cNvPr id="156" name="그룹 155"/>
            <p:cNvGrpSpPr/>
            <p:nvPr/>
          </p:nvGrpSpPr>
          <p:grpSpPr>
            <a:xfrm flipV="1">
              <a:off x="2672803" y="1660098"/>
              <a:ext cx="283519" cy="1874419"/>
              <a:chOff x="2672803" y="1660101"/>
              <a:chExt cx="283519" cy="1874419"/>
            </a:xfrm>
          </p:grpSpPr>
          <p:cxnSp>
            <p:nvCxnSpPr>
              <p:cNvPr id="25" name="직선 연결선 24"/>
              <p:cNvCxnSpPr/>
              <p:nvPr/>
            </p:nvCxnSpPr>
            <p:spPr>
              <a:xfrm flipV="1">
                <a:off x="2956322" y="1719674"/>
                <a:ext cx="0" cy="175753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flipV="1">
                <a:off x="2672803" y="3442187"/>
                <a:ext cx="186244" cy="92333"/>
              </a:xfrm>
              <a:prstGeom prst="rect">
                <a:avLst/>
              </a:prstGeom>
              <a:noFill/>
            </p:spPr>
            <p:txBody>
              <a:bodyPr wrap="square" lIns="0" tIns="0" rIns="0" bIns="0" rtlCol="0">
                <a:spAutoFit/>
              </a:bodyPr>
              <a:lstStyle/>
              <a:p>
                <a:pPr algn="r"/>
                <a:r>
                  <a:rPr lang="nb-NO" altLang="ko-KR" sz="600" b="1" dirty="0">
                    <a:gradFill>
                      <a:gsLst>
                        <a:gs pos="0">
                          <a:schemeClr val="tx2"/>
                        </a:gs>
                        <a:gs pos="100000">
                          <a:schemeClr val="tx2"/>
                        </a:gs>
                      </a:gsLst>
                      <a:lin ang="5400000" scaled="0"/>
                    </a:gradFill>
                    <a:latin typeface="Roboto Condensed Regular"/>
                    <a:ea typeface="Roboto Light" pitchFamily="2" charset="0"/>
                    <a:cs typeface="Roboto Condensed Regular"/>
                  </a:rPr>
                  <a:t>High</a:t>
                </a:r>
                <a:endParaRPr lang="ko-KR" altLang="en-US" sz="600" b="1" dirty="0">
                  <a:gradFill>
                    <a:gsLst>
                      <a:gs pos="0">
                        <a:schemeClr val="tx2"/>
                      </a:gs>
                      <a:gs pos="100000">
                        <a:schemeClr val="tx2"/>
                      </a:gs>
                    </a:gsLst>
                    <a:lin ang="5400000" scaled="0"/>
                  </a:gradFill>
                  <a:latin typeface="Roboto Condensed Regular"/>
                  <a:ea typeface="Roboto Light" pitchFamily="2" charset="0"/>
                  <a:cs typeface="Roboto Condensed Regular"/>
                </a:endParaRPr>
              </a:p>
            </p:txBody>
          </p:sp>
          <p:sp>
            <p:nvSpPr>
              <p:cNvPr id="54" name="TextBox 53"/>
              <p:cNvSpPr txBox="1"/>
              <p:nvPr/>
            </p:nvSpPr>
            <p:spPr>
              <a:xfrm flipV="1">
                <a:off x="2672803" y="1660101"/>
                <a:ext cx="186244" cy="92333"/>
              </a:xfrm>
              <a:prstGeom prst="rect">
                <a:avLst/>
              </a:prstGeom>
              <a:noFill/>
            </p:spPr>
            <p:txBody>
              <a:bodyPr wrap="square" lIns="0" tIns="0" rIns="0" bIns="0" rtlCol="0">
                <a:spAutoFit/>
              </a:bodyPr>
              <a:lstStyle/>
              <a:p>
                <a:pPr algn="r"/>
                <a:r>
                  <a:rPr lang="nb-NO" altLang="ko-KR" sz="600" b="1" dirty="0">
                    <a:gradFill>
                      <a:gsLst>
                        <a:gs pos="0">
                          <a:schemeClr val="tx2"/>
                        </a:gs>
                        <a:gs pos="100000">
                          <a:schemeClr val="tx2"/>
                        </a:gs>
                      </a:gsLst>
                      <a:lin ang="5400000" scaled="0"/>
                    </a:gradFill>
                    <a:latin typeface="Roboto Condensed Regular"/>
                    <a:ea typeface="Roboto Light" pitchFamily="2" charset="0"/>
                    <a:cs typeface="Roboto Condensed Regular"/>
                  </a:rPr>
                  <a:t>Low</a:t>
                </a:r>
                <a:endParaRPr lang="ko-KR" altLang="en-US" sz="600" b="1" dirty="0">
                  <a:gradFill>
                    <a:gsLst>
                      <a:gs pos="0">
                        <a:schemeClr val="tx2"/>
                      </a:gs>
                      <a:gs pos="100000">
                        <a:schemeClr val="tx2"/>
                      </a:gs>
                    </a:gsLst>
                    <a:lin ang="5400000" scaled="0"/>
                  </a:gradFill>
                  <a:latin typeface="Roboto Condensed Regular"/>
                  <a:ea typeface="Roboto Light" pitchFamily="2" charset="0"/>
                  <a:cs typeface="Roboto Condensed Regular"/>
                </a:endParaRPr>
              </a:p>
            </p:txBody>
          </p:sp>
        </p:grpSp>
        <p:sp>
          <p:nvSpPr>
            <p:cNvPr id="22" name="TextBox 21"/>
            <p:cNvSpPr txBox="1"/>
            <p:nvPr/>
          </p:nvSpPr>
          <p:spPr>
            <a:xfrm>
              <a:off x="3304483"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164" name="TextBox 163"/>
            <p:cNvSpPr txBox="1"/>
            <p:nvPr/>
          </p:nvSpPr>
          <p:spPr>
            <a:xfrm>
              <a:off x="4321450"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180" name="TextBox 179"/>
            <p:cNvSpPr txBox="1"/>
            <p:nvPr/>
          </p:nvSpPr>
          <p:spPr>
            <a:xfrm>
              <a:off x="5338417"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196" name="TextBox 195"/>
            <p:cNvSpPr txBox="1"/>
            <p:nvPr/>
          </p:nvSpPr>
          <p:spPr>
            <a:xfrm>
              <a:off x="6355384"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228" name="TextBox 227"/>
            <p:cNvSpPr txBox="1"/>
            <p:nvPr/>
          </p:nvSpPr>
          <p:spPr>
            <a:xfrm>
              <a:off x="7372350" y="3624432"/>
              <a:ext cx="845934" cy="782468"/>
            </a:xfrm>
            <a:prstGeom prst="rect">
              <a:avLst/>
            </a:prstGeom>
            <a:noFill/>
          </p:spPr>
          <p:txBody>
            <a:bodyPr wrap="square" lIns="0" tIns="0" rIns="0" bIns="0" rtlCol="0">
              <a:noAutofit/>
            </a:bodyPr>
            <a:lstStyle/>
            <a:p>
              <a:pPr>
                <a:buClr>
                  <a:schemeClr val="bg2"/>
                </a:buClr>
              </a:pPr>
              <a:r>
                <a:rPr lang="pt-BR" altLang="ko-KR" sz="700" dirty="0">
                  <a:gradFill>
                    <a:gsLst>
                      <a:gs pos="0">
                        <a:schemeClr val="accent1"/>
                      </a:gs>
                      <a:gs pos="100000">
                        <a:schemeClr val="accent1"/>
                      </a:gs>
                    </a:gsLst>
                    <a:lin ang="5400000" scaled="0"/>
                  </a:gradFill>
                  <a:ea typeface="Roboto Light" pitchFamily="2" charset="0"/>
                  <a:cs typeface="Roboto Condensed Regular"/>
                </a:rPr>
                <a:t>Donec lacus nunc, viverra nec, blandit vel, egestas et, augue. Vestibulum tincidunt.</a:t>
              </a:r>
            </a:p>
          </p:txBody>
        </p:sp>
        <p:grpSp>
          <p:nvGrpSpPr>
            <p:cNvPr id="101" name="그룹 100"/>
            <p:cNvGrpSpPr/>
            <p:nvPr/>
          </p:nvGrpSpPr>
          <p:grpSpPr>
            <a:xfrm>
              <a:off x="2956322" y="1333692"/>
              <a:ext cx="5449499" cy="342171"/>
              <a:chOff x="2956322" y="1333692"/>
              <a:chExt cx="5449499" cy="342171"/>
            </a:xfrm>
          </p:grpSpPr>
          <p:grpSp>
            <p:nvGrpSpPr>
              <p:cNvPr id="242" name="그룹 241"/>
              <p:cNvGrpSpPr/>
              <p:nvPr/>
            </p:nvGrpSpPr>
            <p:grpSpPr>
              <a:xfrm>
                <a:off x="2956322" y="1506961"/>
                <a:ext cx="5449499" cy="168902"/>
                <a:chOff x="2956322" y="1506961"/>
                <a:chExt cx="5449499" cy="168902"/>
              </a:xfrm>
            </p:grpSpPr>
            <p:sp>
              <p:nvSpPr>
                <p:cNvPr id="24" name="Freeform 11"/>
                <p:cNvSpPr>
                  <a:spLocks/>
                </p:cNvSpPr>
                <p:nvPr/>
              </p:nvSpPr>
              <p:spPr bwMode="auto">
                <a:xfrm flipV="1">
                  <a:off x="2956322" y="1506961"/>
                  <a:ext cx="168730" cy="168902"/>
                </a:xfrm>
                <a:custGeom>
                  <a:avLst/>
                  <a:gdLst>
                    <a:gd name="T0" fmla="*/ 1552 w 1552"/>
                    <a:gd name="T1" fmla="*/ 1446 h 1446"/>
                    <a:gd name="T2" fmla="*/ 71 w 1552"/>
                    <a:gd name="T3" fmla="*/ 1446 h 1446"/>
                    <a:gd name="T4" fmla="*/ 0 w 1552"/>
                    <a:gd name="T5" fmla="*/ 1375 h 1446"/>
                    <a:gd name="T6" fmla="*/ 0 w 1552"/>
                    <a:gd name="T7" fmla="*/ 0 h 1446"/>
                    <a:gd name="connsiteX0" fmla="*/ 10000 w 10000"/>
                    <a:gd name="connsiteY0" fmla="*/ 491 h 491"/>
                    <a:gd name="connsiteX1" fmla="*/ 457 w 10000"/>
                    <a:gd name="connsiteY1" fmla="*/ 491 h 491"/>
                    <a:gd name="connsiteX2" fmla="*/ 0 w 10000"/>
                    <a:gd name="connsiteY2" fmla="*/ 0 h 491"/>
                    <a:gd name="connsiteX0" fmla="*/ 457 w 457"/>
                    <a:gd name="connsiteY0" fmla="*/ 10000 h 10000"/>
                    <a:gd name="connsiteX1" fmla="*/ 0 w 457"/>
                    <a:gd name="connsiteY1" fmla="*/ 0 h 10000"/>
                  </a:gdLst>
                  <a:ahLst/>
                  <a:cxnLst>
                    <a:cxn ang="0">
                      <a:pos x="connsiteX0" y="connsiteY0"/>
                    </a:cxn>
                    <a:cxn ang="0">
                      <a:pos x="connsiteX1" y="connsiteY1"/>
                    </a:cxn>
                  </a:cxnLst>
                  <a:rect l="l" t="t" r="r" b="b"/>
                  <a:pathLst>
                    <a:path w="457" h="10000">
                      <a:moveTo>
                        <a:pt x="457" y="10000"/>
                      </a:moveTo>
                      <a:cubicBezTo>
                        <a:pt x="206" y="10000"/>
                        <a:pt x="0" y="5499"/>
                        <a:pt x="0" y="0"/>
                      </a:cubicBezTo>
                    </a:path>
                  </a:pathLst>
                </a:cu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ko-KR" altLang="en-US" sz="2514" dirty="0"/>
                </a:p>
              </p:txBody>
            </p:sp>
            <p:cxnSp>
              <p:nvCxnSpPr>
                <p:cNvPr id="27" name="직선 연결선 26"/>
                <p:cNvCxnSpPr/>
                <p:nvPr/>
              </p:nvCxnSpPr>
              <p:spPr>
                <a:xfrm flipH="1">
                  <a:off x="3125052" y="1506963"/>
                  <a:ext cx="5280769"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3220321" y="1333692"/>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2010</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169" name="TextBox 168"/>
              <p:cNvSpPr txBox="1"/>
              <p:nvPr/>
            </p:nvSpPr>
            <p:spPr>
              <a:xfrm>
                <a:off x="4237288" y="1333692"/>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2011</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185" name="TextBox 184"/>
              <p:cNvSpPr txBox="1"/>
              <p:nvPr/>
            </p:nvSpPr>
            <p:spPr>
              <a:xfrm>
                <a:off x="5254255" y="1333692"/>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2012</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201" name="TextBox 200"/>
              <p:cNvSpPr txBox="1"/>
              <p:nvPr/>
            </p:nvSpPr>
            <p:spPr>
              <a:xfrm>
                <a:off x="6271222" y="1333692"/>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2013</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233" name="TextBox 232"/>
              <p:cNvSpPr txBox="1"/>
              <p:nvPr/>
            </p:nvSpPr>
            <p:spPr>
              <a:xfrm>
                <a:off x="7288188" y="1333692"/>
                <a:ext cx="704160" cy="138499"/>
              </a:xfrm>
              <a:prstGeom prst="rect">
                <a:avLst/>
              </a:prstGeom>
              <a:noFill/>
            </p:spPr>
            <p:txBody>
              <a:bodyPr wrap="square" lIns="0" tIns="0" rIns="0" bIns="0" rtlCol="0">
                <a:spAutoFit/>
              </a:bodyPr>
              <a:lstStyle/>
              <a:p>
                <a:pPr algn="ctr"/>
                <a:r>
                  <a:rPr lang="nb-NO" altLang="ko-KR" sz="900" b="1" dirty="0">
                    <a:gradFill>
                      <a:gsLst>
                        <a:gs pos="0">
                          <a:schemeClr val="accent1"/>
                        </a:gs>
                        <a:gs pos="100000">
                          <a:schemeClr val="accent1"/>
                        </a:gs>
                      </a:gsLst>
                      <a:lin ang="5400000" scaled="0"/>
                    </a:gradFill>
                    <a:latin typeface="Roboto Condensed Regular"/>
                    <a:ea typeface="Roboto Light" pitchFamily="2" charset="0"/>
                  </a:rPr>
                  <a:t>2014</a:t>
                </a:r>
                <a:endParaRPr lang="ko-KR" altLang="en-US" sz="900" b="1" dirty="0">
                  <a:gradFill>
                    <a:gsLst>
                      <a:gs pos="0">
                        <a:schemeClr val="accent1"/>
                      </a:gs>
                      <a:gs pos="100000">
                        <a:schemeClr val="accent1"/>
                      </a:gs>
                    </a:gsLst>
                    <a:lin ang="5400000" scaled="0"/>
                  </a:gradFill>
                  <a:latin typeface="Roboto Condensed Regular"/>
                  <a:ea typeface="Roboto Light" pitchFamily="2" charset="0"/>
                </a:endParaRPr>
              </a:p>
            </p:txBody>
          </p:sp>
        </p:grpSp>
        <p:sp>
          <p:nvSpPr>
            <p:cNvPr id="108" name="Freeform 7"/>
            <p:cNvSpPr>
              <a:spLocks noEditPoints="1"/>
            </p:cNvSpPr>
            <p:nvPr/>
          </p:nvSpPr>
          <p:spPr bwMode="auto">
            <a:xfrm flipV="1">
              <a:off x="2886076" y="3417144"/>
              <a:ext cx="140493" cy="142418"/>
            </a:xfrm>
            <a:custGeom>
              <a:avLst/>
              <a:gdLst>
                <a:gd name="T0" fmla="*/ 31 w 61"/>
                <a:gd name="T1" fmla="*/ 0 h 60"/>
                <a:gd name="T2" fmla="*/ 0 w 61"/>
                <a:gd name="T3" fmla="*/ 30 h 60"/>
                <a:gd name="T4" fmla="*/ 31 w 61"/>
                <a:gd name="T5" fmla="*/ 60 h 60"/>
                <a:gd name="T6" fmla="*/ 61 w 61"/>
                <a:gd name="T7" fmla="*/ 30 h 60"/>
                <a:gd name="T8" fmla="*/ 31 w 61"/>
                <a:gd name="T9" fmla="*/ 0 h 60"/>
                <a:gd name="T10" fmla="*/ 37 w 61"/>
                <a:gd name="T11" fmla="*/ 53 h 60"/>
                <a:gd name="T12" fmla="*/ 37 w 61"/>
                <a:gd name="T13" fmla="*/ 32 h 60"/>
                <a:gd name="T14" fmla="*/ 47 w 61"/>
                <a:gd name="T15" fmla="*/ 32 h 60"/>
                <a:gd name="T16" fmla="*/ 31 w 61"/>
                <a:gd name="T17" fmla="*/ 13 h 60"/>
                <a:gd name="T18" fmla="*/ 14 w 61"/>
                <a:gd name="T19" fmla="*/ 32 h 60"/>
                <a:gd name="T20" fmla="*/ 24 w 61"/>
                <a:gd name="T21" fmla="*/ 32 h 60"/>
                <a:gd name="T22" fmla="*/ 24 w 61"/>
                <a:gd name="T23" fmla="*/ 53 h 60"/>
                <a:gd name="T24" fmla="*/ 6 w 61"/>
                <a:gd name="T25" fmla="*/ 30 h 60"/>
                <a:gd name="T26" fmla="*/ 31 w 61"/>
                <a:gd name="T27" fmla="*/ 6 h 60"/>
                <a:gd name="T28" fmla="*/ 55 w 61"/>
                <a:gd name="T29" fmla="*/ 30 h 60"/>
                <a:gd name="T30" fmla="*/ 37 w 61"/>
                <a:gd name="T31"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31" y="0"/>
                  </a:moveTo>
                  <a:cubicBezTo>
                    <a:pt x="14" y="0"/>
                    <a:pt x="0" y="13"/>
                    <a:pt x="0" y="30"/>
                  </a:cubicBezTo>
                  <a:cubicBezTo>
                    <a:pt x="0" y="46"/>
                    <a:pt x="14" y="60"/>
                    <a:pt x="31" y="60"/>
                  </a:cubicBezTo>
                  <a:cubicBezTo>
                    <a:pt x="47" y="60"/>
                    <a:pt x="61" y="46"/>
                    <a:pt x="61" y="30"/>
                  </a:cubicBezTo>
                  <a:cubicBezTo>
                    <a:pt x="61" y="13"/>
                    <a:pt x="47" y="0"/>
                    <a:pt x="31" y="0"/>
                  </a:cubicBezTo>
                  <a:close/>
                  <a:moveTo>
                    <a:pt x="37" y="53"/>
                  </a:moveTo>
                  <a:cubicBezTo>
                    <a:pt x="37" y="32"/>
                    <a:pt x="37" y="32"/>
                    <a:pt x="37" y="32"/>
                  </a:cubicBezTo>
                  <a:cubicBezTo>
                    <a:pt x="47" y="32"/>
                    <a:pt x="47" y="32"/>
                    <a:pt x="47" y="32"/>
                  </a:cubicBezTo>
                  <a:cubicBezTo>
                    <a:pt x="31" y="13"/>
                    <a:pt x="31" y="13"/>
                    <a:pt x="31" y="13"/>
                  </a:cubicBezTo>
                  <a:cubicBezTo>
                    <a:pt x="14" y="32"/>
                    <a:pt x="14" y="32"/>
                    <a:pt x="14" y="32"/>
                  </a:cubicBezTo>
                  <a:cubicBezTo>
                    <a:pt x="24" y="32"/>
                    <a:pt x="24" y="32"/>
                    <a:pt x="24" y="32"/>
                  </a:cubicBezTo>
                  <a:cubicBezTo>
                    <a:pt x="24" y="53"/>
                    <a:pt x="24" y="53"/>
                    <a:pt x="24" y="53"/>
                  </a:cubicBezTo>
                  <a:cubicBezTo>
                    <a:pt x="14" y="50"/>
                    <a:pt x="6" y="41"/>
                    <a:pt x="6" y="30"/>
                  </a:cubicBezTo>
                  <a:cubicBezTo>
                    <a:pt x="6" y="17"/>
                    <a:pt x="17" y="6"/>
                    <a:pt x="31" y="6"/>
                  </a:cubicBezTo>
                  <a:cubicBezTo>
                    <a:pt x="44" y="6"/>
                    <a:pt x="55" y="17"/>
                    <a:pt x="55" y="30"/>
                  </a:cubicBezTo>
                  <a:cubicBezTo>
                    <a:pt x="55" y="41"/>
                    <a:pt x="47" y="50"/>
                    <a:pt x="37" y="5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09" name="Freeform 7"/>
            <p:cNvSpPr>
              <a:spLocks noEditPoints="1"/>
            </p:cNvSpPr>
            <p:nvPr/>
          </p:nvSpPr>
          <p:spPr bwMode="auto">
            <a:xfrm>
              <a:off x="2886076" y="1635056"/>
              <a:ext cx="140493" cy="142418"/>
            </a:xfrm>
            <a:custGeom>
              <a:avLst/>
              <a:gdLst>
                <a:gd name="T0" fmla="*/ 31 w 61"/>
                <a:gd name="T1" fmla="*/ 0 h 60"/>
                <a:gd name="T2" fmla="*/ 0 w 61"/>
                <a:gd name="T3" fmla="*/ 30 h 60"/>
                <a:gd name="T4" fmla="*/ 31 w 61"/>
                <a:gd name="T5" fmla="*/ 60 h 60"/>
                <a:gd name="T6" fmla="*/ 61 w 61"/>
                <a:gd name="T7" fmla="*/ 30 h 60"/>
                <a:gd name="T8" fmla="*/ 31 w 61"/>
                <a:gd name="T9" fmla="*/ 0 h 60"/>
                <a:gd name="T10" fmla="*/ 37 w 61"/>
                <a:gd name="T11" fmla="*/ 53 h 60"/>
                <a:gd name="T12" fmla="*/ 37 w 61"/>
                <a:gd name="T13" fmla="*/ 32 h 60"/>
                <a:gd name="T14" fmla="*/ 47 w 61"/>
                <a:gd name="T15" fmla="*/ 32 h 60"/>
                <a:gd name="T16" fmla="*/ 31 w 61"/>
                <a:gd name="T17" fmla="*/ 13 h 60"/>
                <a:gd name="T18" fmla="*/ 14 w 61"/>
                <a:gd name="T19" fmla="*/ 32 h 60"/>
                <a:gd name="T20" fmla="*/ 24 w 61"/>
                <a:gd name="T21" fmla="*/ 32 h 60"/>
                <a:gd name="T22" fmla="*/ 24 w 61"/>
                <a:gd name="T23" fmla="*/ 53 h 60"/>
                <a:gd name="T24" fmla="*/ 6 w 61"/>
                <a:gd name="T25" fmla="*/ 30 h 60"/>
                <a:gd name="T26" fmla="*/ 31 w 61"/>
                <a:gd name="T27" fmla="*/ 6 h 60"/>
                <a:gd name="T28" fmla="*/ 55 w 61"/>
                <a:gd name="T29" fmla="*/ 30 h 60"/>
                <a:gd name="T30" fmla="*/ 37 w 61"/>
                <a:gd name="T31"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31" y="0"/>
                  </a:moveTo>
                  <a:cubicBezTo>
                    <a:pt x="14" y="0"/>
                    <a:pt x="0" y="13"/>
                    <a:pt x="0" y="30"/>
                  </a:cubicBezTo>
                  <a:cubicBezTo>
                    <a:pt x="0" y="46"/>
                    <a:pt x="14" y="60"/>
                    <a:pt x="31" y="60"/>
                  </a:cubicBezTo>
                  <a:cubicBezTo>
                    <a:pt x="47" y="60"/>
                    <a:pt x="61" y="46"/>
                    <a:pt x="61" y="30"/>
                  </a:cubicBezTo>
                  <a:cubicBezTo>
                    <a:pt x="61" y="13"/>
                    <a:pt x="47" y="0"/>
                    <a:pt x="31" y="0"/>
                  </a:cubicBezTo>
                  <a:close/>
                  <a:moveTo>
                    <a:pt x="37" y="53"/>
                  </a:moveTo>
                  <a:cubicBezTo>
                    <a:pt x="37" y="32"/>
                    <a:pt x="37" y="32"/>
                    <a:pt x="37" y="32"/>
                  </a:cubicBezTo>
                  <a:cubicBezTo>
                    <a:pt x="47" y="32"/>
                    <a:pt x="47" y="32"/>
                    <a:pt x="47" y="32"/>
                  </a:cubicBezTo>
                  <a:cubicBezTo>
                    <a:pt x="31" y="13"/>
                    <a:pt x="31" y="13"/>
                    <a:pt x="31" y="13"/>
                  </a:cubicBezTo>
                  <a:cubicBezTo>
                    <a:pt x="14" y="32"/>
                    <a:pt x="14" y="32"/>
                    <a:pt x="14" y="32"/>
                  </a:cubicBezTo>
                  <a:cubicBezTo>
                    <a:pt x="24" y="32"/>
                    <a:pt x="24" y="32"/>
                    <a:pt x="24" y="32"/>
                  </a:cubicBezTo>
                  <a:cubicBezTo>
                    <a:pt x="24" y="53"/>
                    <a:pt x="24" y="53"/>
                    <a:pt x="24" y="53"/>
                  </a:cubicBezTo>
                  <a:cubicBezTo>
                    <a:pt x="14" y="50"/>
                    <a:pt x="6" y="41"/>
                    <a:pt x="6" y="30"/>
                  </a:cubicBezTo>
                  <a:cubicBezTo>
                    <a:pt x="6" y="17"/>
                    <a:pt x="17" y="6"/>
                    <a:pt x="31" y="6"/>
                  </a:cubicBezTo>
                  <a:cubicBezTo>
                    <a:pt x="44" y="6"/>
                    <a:pt x="55" y="17"/>
                    <a:pt x="55" y="30"/>
                  </a:cubicBezTo>
                  <a:cubicBezTo>
                    <a:pt x="55" y="41"/>
                    <a:pt x="47" y="50"/>
                    <a:pt x="37" y="5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26" name="그룹 25"/>
            <p:cNvGrpSpPr/>
            <p:nvPr/>
          </p:nvGrpSpPr>
          <p:grpSpPr>
            <a:xfrm flipV="1">
              <a:off x="2781544" y="2095133"/>
              <a:ext cx="174778" cy="1004355"/>
              <a:chOff x="2781544" y="1801116"/>
              <a:chExt cx="174778" cy="1004355"/>
            </a:xfrm>
          </p:grpSpPr>
          <p:sp>
            <p:nvSpPr>
              <p:cNvPr id="66" name="TextBox 65"/>
              <p:cNvSpPr txBox="1"/>
              <p:nvPr/>
            </p:nvSpPr>
            <p:spPr>
              <a:xfrm rot="16200000">
                <a:off x="2348616" y="2234044"/>
                <a:ext cx="100435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Keyword</a:t>
                </a:r>
                <a:endParaRPr lang="ko-KR" altLang="en-US" sz="900" b="1" dirty="0">
                  <a:gradFill>
                    <a:gsLst>
                      <a:gs pos="0">
                        <a:schemeClr val="tx2"/>
                      </a:gs>
                      <a:gs pos="100000">
                        <a:schemeClr val="tx2"/>
                      </a:gs>
                    </a:gsLst>
                    <a:lin ang="5400000" scaled="0"/>
                  </a:gradFill>
                </a:endParaRPr>
              </a:p>
            </p:txBody>
          </p:sp>
          <p:cxnSp>
            <p:nvCxnSpPr>
              <p:cNvPr id="67" name="직선 연결선 66"/>
              <p:cNvCxnSpPr/>
              <p:nvPr/>
            </p:nvCxnSpPr>
            <p:spPr>
              <a:xfrm>
                <a:off x="2956322" y="2077160"/>
                <a:ext cx="0" cy="45227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500"/>
                                        <p:tgtEl>
                                          <p:spTgt spid="102"/>
                                        </p:tgtEl>
                                      </p:cBhvr>
                                    </p:animEffect>
                                    <p:anim calcmode="lin" valueType="num">
                                      <p:cBhvr>
                                        <p:cTn id="8" dur="500" fill="hold"/>
                                        <p:tgtEl>
                                          <p:spTgt spid="102"/>
                                        </p:tgtEl>
                                        <p:attrNameLst>
                                          <p:attrName>ppt_x</p:attrName>
                                        </p:attrNameLst>
                                      </p:cBhvr>
                                      <p:tavLst>
                                        <p:tav tm="0">
                                          <p:val>
                                            <p:strVal val="#ppt_x"/>
                                          </p:val>
                                        </p:tav>
                                        <p:tav tm="100000">
                                          <p:val>
                                            <p:strVal val="#ppt_x"/>
                                          </p:val>
                                        </p:tav>
                                      </p:tavLst>
                                    </p:anim>
                                    <p:anim calcmode="lin" valueType="num">
                                      <p:cBhvr>
                                        <p:cTn id="9" dur="500" fill="hold"/>
                                        <p:tgtEl>
                                          <p:spTgt spid="10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0"/>
                                        </p:tgtEl>
                                        <p:attrNameLst>
                                          <p:attrName>style.visibility</p:attrName>
                                        </p:attrNameLst>
                                      </p:cBhvr>
                                      <p:to>
                                        <p:strVal val="visible"/>
                                      </p:to>
                                    </p:set>
                                    <p:animEffect transition="in" filter="fade">
                                      <p:cBhvr>
                                        <p:cTn id="12" dur="500"/>
                                        <p:tgtEl>
                                          <p:spTgt spid="100"/>
                                        </p:tgtEl>
                                      </p:cBhvr>
                                    </p:animEffect>
                                    <p:anim calcmode="lin" valueType="num">
                                      <p:cBhvr>
                                        <p:cTn id="13" dur="500" fill="hold"/>
                                        <p:tgtEl>
                                          <p:spTgt spid="100"/>
                                        </p:tgtEl>
                                        <p:attrNameLst>
                                          <p:attrName>ppt_x</p:attrName>
                                        </p:attrNameLst>
                                      </p:cBhvr>
                                      <p:tavLst>
                                        <p:tav tm="0">
                                          <p:val>
                                            <p:strVal val="#ppt_x"/>
                                          </p:val>
                                        </p:tav>
                                        <p:tav tm="100000">
                                          <p:val>
                                            <p:strVal val="#ppt_x"/>
                                          </p:val>
                                        </p:tav>
                                      </p:tavLst>
                                    </p:anim>
                                    <p:anim calcmode="lin" valueType="num">
                                      <p:cBhvr>
                                        <p:cTn id="14" dur="500" fill="hold"/>
                                        <p:tgtEl>
                                          <p:spTgt spid="100"/>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2" presetClass="entr" presetSubtype="1" fill="hold" nodeType="afterEffect">
                                  <p:stCondLst>
                                    <p:cond delay="0"/>
                                  </p:stCondLst>
                                  <p:childTnLst>
                                    <p:set>
                                      <p:cBhvr>
                                        <p:cTn id="17" dur="1" fill="hold">
                                          <p:stCondLst>
                                            <p:cond delay="0"/>
                                          </p:stCondLst>
                                        </p:cTn>
                                        <p:tgtEl>
                                          <p:spTgt spid="247"/>
                                        </p:tgtEl>
                                        <p:attrNameLst>
                                          <p:attrName>style.visibility</p:attrName>
                                        </p:attrNameLst>
                                      </p:cBhvr>
                                      <p:to>
                                        <p:strVal val="visible"/>
                                      </p:to>
                                    </p:set>
                                    <p:animEffect transition="in" filter="slide(fromTop)">
                                      <p:cBhvr>
                                        <p:cTn id="18" dur="500"/>
                                        <p:tgtEl>
                                          <p:spTgt spid="247"/>
                                        </p:tgtEl>
                                      </p:cBhvr>
                                    </p:animEffect>
                                  </p:childTnLst>
                                </p:cTn>
                              </p:par>
                            </p:childTnLst>
                          </p:cTn>
                        </p:par>
                        <p:par>
                          <p:cTn id="19" fill="hold">
                            <p:stCondLst>
                              <p:cond delay="1000"/>
                            </p:stCondLst>
                            <p:childTnLst>
                              <p:par>
                                <p:cTn id="20" presetID="12" presetClass="entr" presetSubtype="1" fill="hold" nodeType="afterEffect">
                                  <p:stCondLst>
                                    <p:cond delay="0"/>
                                  </p:stCondLst>
                                  <p:childTnLst>
                                    <p:set>
                                      <p:cBhvr>
                                        <p:cTn id="21" dur="1" fill="hold">
                                          <p:stCondLst>
                                            <p:cond delay="0"/>
                                          </p:stCondLst>
                                        </p:cTn>
                                        <p:tgtEl>
                                          <p:spTgt spid="254"/>
                                        </p:tgtEl>
                                        <p:attrNameLst>
                                          <p:attrName>style.visibility</p:attrName>
                                        </p:attrNameLst>
                                      </p:cBhvr>
                                      <p:to>
                                        <p:strVal val="visible"/>
                                      </p:to>
                                    </p:set>
                                    <p:animEffect transition="in" filter="slide(fromTop)">
                                      <p:cBhvr>
                                        <p:cTn id="22" dur="500"/>
                                        <p:tgtEl>
                                          <p:spTgt spid="254"/>
                                        </p:tgtEl>
                                      </p:cBhvr>
                                    </p:animEffect>
                                  </p:childTnLst>
                                </p:cTn>
                              </p:par>
                            </p:childTnLst>
                          </p:cTn>
                        </p:par>
                        <p:par>
                          <p:cTn id="23" fill="hold">
                            <p:stCondLst>
                              <p:cond delay="1500"/>
                            </p:stCondLst>
                            <p:childTnLst>
                              <p:par>
                                <p:cTn id="24" presetID="12" presetClass="entr" presetSubtype="1" fill="hold" nodeType="afterEffect">
                                  <p:stCondLst>
                                    <p:cond delay="0"/>
                                  </p:stCondLst>
                                  <p:childTnLst>
                                    <p:set>
                                      <p:cBhvr>
                                        <p:cTn id="25" dur="1" fill="hold">
                                          <p:stCondLst>
                                            <p:cond delay="0"/>
                                          </p:stCondLst>
                                        </p:cTn>
                                        <p:tgtEl>
                                          <p:spTgt spid="245"/>
                                        </p:tgtEl>
                                        <p:attrNameLst>
                                          <p:attrName>style.visibility</p:attrName>
                                        </p:attrNameLst>
                                      </p:cBhvr>
                                      <p:to>
                                        <p:strVal val="visible"/>
                                      </p:to>
                                    </p:set>
                                    <p:animEffect transition="in" filter="slide(fromTop)">
                                      <p:cBhvr>
                                        <p:cTn id="26" dur="500"/>
                                        <p:tgtEl>
                                          <p:spTgt spid="245"/>
                                        </p:tgtEl>
                                      </p:cBhvr>
                                    </p:animEffect>
                                  </p:childTnLst>
                                </p:cTn>
                              </p:par>
                            </p:childTnLst>
                          </p:cTn>
                        </p:par>
                        <p:par>
                          <p:cTn id="27" fill="hold">
                            <p:stCondLst>
                              <p:cond delay="2000"/>
                            </p:stCondLst>
                            <p:childTnLst>
                              <p:par>
                                <p:cTn id="28" presetID="12" presetClass="entr" presetSubtype="1" fill="hold" nodeType="afterEffect">
                                  <p:stCondLst>
                                    <p:cond delay="0"/>
                                  </p:stCondLst>
                                  <p:childTnLst>
                                    <p:set>
                                      <p:cBhvr>
                                        <p:cTn id="29" dur="1" fill="hold">
                                          <p:stCondLst>
                                            <p:cond delay="0"/>
                                          </p:stCondLst>
                                        </p:cTn>
                                        <p:tgtEl>
                                          <p:spTgt spid="246"/>
                                        </p:tgtEl>
                                        <p:attrNameLst>
                                          <p:attrName>style.visibility</p:attrName>
                                        </p:attrNameLst>
                                      </p:cBhvr>
                                      <p:to>
                                        <p:strVal val="visible"/>
                                      </p:to>
                                    </p:set>
                                    <p:animEffect transition="in" filter="slide(fromTop)">
                                      <p:cBhvr>
                                        <p:cTn id="30" dur="500"/>
                                        <p:tgtEl>
                                          <p:spTgt spid="246"/>
                                        </p:tgtEl>
                                      </p:cBhvr>
                                    </p:animEffect>
                                  </p:childTnLst>
                                </p:cTn>
                              </p:par>
                            </p:childTnLst>
                          </p:cTn>
                        </p:par>
                        <p:par>
                          <p:cTn id="31" fill="hold">
                            <p:stCondLst>
                              <p:cond delay="2500"/>
                            </p:stCondLst>
                            <p:childTnLst>
                              <p:par>
                                <p:cTn id="32" presetID="12" presetClass="entr" presetSubtype="1" fill="hold" nodeType="afterEffect">
                                  <p:stCondLst>
                                    <p:cond delay="0"/>
                                  </p:stCondLst>
                                  <p:childTnLst>
                                    <p:set>
                                      <p:cBhvr>
                                        <p:cTn id="33" dur="1" fill="hold">
                                          <p:stCondLst>
                                            <p:cond delay="0"/>
                                          </p:stCondLst>
                                        </p:cTn>
                                        <p:tgtEl>
                                          <p:spTgt spid="250"/>
                                        </p:tgtEl>
                                        <p:attrNameLst>
                                          <p:attrName>style.visibility</p:attrName>
                                        </p:attrNameLst>
                                      </p:cBhvr>
                                      <p:to>
                                        <p:strVal val="visible"/>
                                      </p:to>
                                    </p:set>
                                    <p:animEffect transition="in" filter="slide(fromTop)">
                                      <p:cBhvr>
                                        <p:cTn id="34" dur="500"/>
                                        <p:tgtEl>
                                          <p:spTgt spid="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Bar Chart</a:t>
            </a:r>
            <a:endParaRPr lang="en-US" dirty="0"/>
          </a:p>
        </p:txBody>
      </p:sp>
      <p:grpSp>
        <p:nvGrpSpPr>
          <p:cNvPr id="127" name="그룹 126"/>
          <p:cNvGrpSpPr/>
          <p:nvPr/>
        </p:nvGrpSpPr>
        <p:grpSpPr>
          <a:xfrm>
            <a:off x="5464791" y="1433515"/>
            <a:ext cx="868362" cy="1944740"/>
            <a:chOff x="7554913" y="1433513"/>
            <a:chExt cx="868362" cy="1944740"/>
          </a:xfrm>
        </p:grpSpPr>
        <p:grpSp>
          <p:nvGrpSpPr>
            <p:cNvPr id="81" name="그룹 80"/>
            <p:cNvGrpSpPr/>
            <p:nvPr/>
          </p:nvGrpSpPr>
          <p:grpSpPr>
            <a:xfrm>
              <a:off x="7554913" y="1433513"/>
              <a:ext cx="360000" cy="1944740"/>
              <a:chOff x="7554913" y="1433513"/>
              <a:chExt cx="360000" cy="1944740"/>
            </a:xfrm>
          </p:grpSpPr>
          <p:sp>
            <p:nvSpPr>
              <p:cNvPr id="7" name="직사각형 6"/>
              <p:cNvSpPr/>
              <p:nvPr/>
            </p:nvSpPr>
            <p:spPr>
              <a:xfrm>
                <a:off x="7554913" y="2032000"/>
                <a:ext cx="360000" cy="1346253"/>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2100000" lon="18899991" rev="0"/>
                </a:camera>
                <a:lightRig rig="threePt" dir="t"/>
              </a:scene3d>
              <a:sp3d>
                <a:bevelB w="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 name="직사각형 8"/>
              <p:cNvSpPr/>
              <p:nvPr/>
            </p:nvSpPr>
            <p:spPr>
              <a:xfrm>
                <a:off x="7554913" y="1433513"/>
                <a:ext cx="360000" cy="769990"/>
              </a:xfrm>
              <a:prstGeom prst="rect">
                <a:avLst/>
              </a:prstGeom>
              <a:solidFill>
                <a:schemeClr val="accent3">
                  <a:lumMod val="65000"/>
                </a:schemeClr>
              </a:solidFill>
              <a:ln w="25400" cap="flat" cmpd="sng" algn="ctr">
                <a:noFill/>
                <a:prstDash val="solid"/>
              </a:ln>
              <a:effectLst/>
              <a:scene3d>
                <a:camera prst="isometricRightUp">
                  <a:rot lat="2100000" lon="18899991" rev="0"/>
                </a:camera>
                <a:lightRig rig="threePt" dir="t"/>
              </a:scene3d>
              <a:sp3d>
                <a:bevelB w="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5" name="그룹 4"/>
            <p:cNvGrpSpPr/>
            <p:nvPr/>
          </p:nvGrpSpPr>
          <p:grpSpPr>
            <a:xfrm>
              <a:off x="7932021" y="2493089"/>
              <a:ext cx="491254" cy="294562"/>
              <a:chOff x="7932021" y="2493089"/>
              <a:chExt cx="491254" cy="294562"/>
            </a:xfrm>
          </p:grpSpPr>
          <p:sp>
            <p:nvSpPr>
              <p:cNvPr id="76" name="TextBox 75"/>
              <p:cNvSpPr txBox="1"/>
              <p:nvPr/>
            </p:nvSpPr>
            <p:spPr>
              <a:xfrm>
                <a:off x="7932021" y="2602985"/>
                <a:ext cx="491254" cy="184666"/>
              </a:xfrm>
              <a:prstGeom prst="rect">
                <a:avLst/>
              </a:prstGeom>
              <a:noFill/>
            </p:spPr>
            <p:txBody>
              <a:bodyPr wrap="square" lIns="0" tIns="0" rIns="0" bIns="0" rtlCol="0" anchor="b">
                <a:spAutoFit/>
              </a:bodyPr>
              <a:lstStyle/>
              <a:p>
                <a:r>
                  <a:rPr lang="nb-NO" altLang="ko-KR" sz="1200" b="1" dirty="0">
                    <a:gradFill>
                      <a:gsLst>
                        <a:gs pos="0">
                          <a:schemeClr val="accent1"/>
                        </a:gs>
                        <a:gs pos="100000">
                          <a:schemeClr val="accent1"/>
                        </a:gs>
                      </a:gsLst>
                      <a:lin ang="5400000" scaled="0"/>
                    </a:gradFill>
                    <a:latin typeface="Roboto Condensed Regular"/>
                    <a:ea typeface="Roboto Light" pitchFamily="2" charset="0"/>
                  </a:rPr>
                  <a:t>60</a:t>
                </a:r>
                <a:r>
                  <a:rPr lang="nb-NO" altLang="ko-KR" sz="1200" dirty="0">
                    <a:gradFill>
                      <a:gsLst>
                        <a:gs pos="0">
                          <a:schemeClr val="accent1"/>
                        </a:gs>
                        <a:gs pos="100000">
                          <a:schemeClr val="accent1"/>
                        </a:gs>
                      </a:gsLst>
                      <a:lin ang="5400000" scaled="0"/>
                    </a:gradFill>
                    <a:latin typeface="Roboto Condensed Regular"/>
                    <a:ea typeface="Roboto Light" pitchFamily="2" charset="0"/>
                  </a:rPr>
                  <a:t>%</a:t>
                </a:r>
                <a:endParaRPr lang="ko-KR" altLang="en-US" sz="1200" dirty="0">
                  <a:gradFill>
                    <a:gsLst>
                      <a:gs pos="0">
                        <a:schemeClr val="accent1"/>
                      </a:gs>
                      <a:gs pos="100000">
                        <a:schemeClr val="accent1"/>
                      </a:gs>
                    </a:gsLst>
                    <a:lin ang="5400000" scaled="0"/>
                  </a:gradFill>
                  <a:latin typeface="Roboto Condensed Regular"/>
                  <a:ea typeface="Roboto Light" pitchFamily="2" charset="0"/>
                </a:endParaRPr>
              </a:p>
            </p:txBody>
          </p:sp>
          <p:sp>
            <p:nvSpPr>
              <p:cNvPr id="77" name="TextBox 76"/>
              <p:cNvSpPr txBox="1"/>
              <p:nvPr/>
            </p:nvSpPr>
            <p:spPr>
              <a:xfrm>
                <a:off x="7932021" y="2493089"/>
                <a:ext cx="491254" cy="123111"/>
              </a:xfrm>
              <a:prstGeom prst="rect">
                <a:avLst/>
              </a:prstGeom>
              <a:noFill/>
            </p:spPr>
            <p:txBody>
              <a:bodyPr wrap="square" lIns="0" tIns="0" rIns="0" bIns="0" rtlCol="0" anchor="b">
                <a:spAutoFit/>
              </a:bodyPr>
              <a:lstStyle/>
              <a:p>
                <a:r>
                  <a:rPr lang="nb-NO" altLang="ko-KR" sz="800" b="1" dirty="0">
                    <a:gradFill>
                      <a:gsLst>
                        <a:gs pos="0">
                          <a:schemeClr val="accent1"/>
                        </a:gs>
                        <a:gs pos="100000">
                          <a:schemeClr val="accent1"/>
                        </a:gs>
                      </a:gsLst>
                      <a:lin ang="5400000" scaled="0"/>
                    </a:gradFill>
                    <a:latin typeface="Roboto Condensed Regular"/>
                    <a:ea typeface="Roboto Light" pitchFamily="2" charset="0"/>
                  </a:rPr>
                  <a:t>Products</a:t>
                </a:r>
                <a:endParaRPr lang="ko-KR" altLang="en-US" sz="800" b="1" dirty="0">
                  <a:gradFill>
                    <a:gsLst>
                      <a:gs pos="0">
                        <a:schemeClr val="accent1"/>
                      </a:gs>
                      <a:gs pos="100000">
                        <a:schemeClr val="accent1"/>
                      </a:gs>
                    </a:gsLst>
                    <a:lin ang="5400000" scaled="0"/>
                  </a:gradFill>
                  <a:latin typeface="Roboto Condensed Regular"/>
                  <a:ea typeface="Roboto Light" pitchFamily="2" charset="0"/>
                </a:endParaRPr>
              </a:p>
            </p:txBody>
          </p:sp>
        </p:grpSp>
        <p:grpSp>
          <p:nvGrpSpPr>
            <p:cNvPr id="78" name="그룹 77"/>
            <p:cNvGrpSpPr/>
            <p:nvPr/>
          </p:nvGrpSpPr>
          <p:grpSpPr>
            <a:xfrm>
              <a:off x="7932021" y="1629489"/>
              <a:ext cx="491254" cy="294562"/>
              <a:chOff x="7932021" y="2493089"/>
              <a:chExt cx="491254" cy="294562"/>
            </a:xfrm>
          </p:grpSpPr>
          <p:sp>
            <p:nvSpPr>
              <p:cNvPr id="79" name="TextBox 78"/>
              <p:cNvSpPr txBox="1"/>
              <p:nvPr/>
            </p:nvSpPr>
            <p:spPr>
              <a:xfrm>
                <a:off x="7932021" y="2602985"/>
                <a:ext cx="491254" cy="184666"/>
              </a:xfrm>
              <a:prstGeom prst="rect">
                <a:avLst/>
              </a:prstGeom>
              <a:noFill/>
            </p:spPr>
            <p:txBody>
              <a:bodyPr wrap="square" lIns="0" tIns="0" rIns="0" bIns="0" rtlCol="0" anchor="b">
                <a:spAutoFit/>
              </a:bodyPr>
              <a:lstStyle/>
              <a:p>
                <a:r>
                  <a:rPr lang="nb-NO" altLang="ko-KR" sz="12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40</a:t>
                </a:r>
                <a:r>
                  <a:rPr lang="nb-NO" altLang="ko-KR"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sp>
            <p:nvSpPr>
              <p:cNvPr id="80" name="TextBox 79"/>
              <p:cNvSpPr txBox="1"/>
              <p:nvPr/>
            </p:nvSpPr>
            <p:spPr>
              <a:xfrm>
                <a:off x="7932021" y="2493089"/>
                <a:ext cx="491254" cy="123111"/>
              </a:xfrm>
              <a:prstGeom prst="rect">
                <a:avLst/>
              </a:prstGeom>
              <a:noFill/>
            </p:spPr>
            <p:txBody>
              <a:bodyPr wrap="square" lIns="0" tIns="0" rIns="0" bIns="0" rtlCol="0" anchor="b">
                <a:spAutoFit/>
              </a:bodyPr>
              <a:lstStyle/>
              <a:p>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Services</a:t>
                </a:r>
                <a:endParaRPr lang="ko-KR" altLang="en-US"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grpSp>
      </p:grpSp>
      <p:grpSp>
        <p:nvGrpSpPr>
          <p:cNvPr id="126" name="그룹 125"/>
          <p:cNvGrpSpPr/>
          <p:nvPr/>
        </p:nvGrpSpPr>
        <p:grpSpPr>
          <a:xfrm>
            <a:off x="4130762" y="1350965"/>
            <a:ext cx="868362" cy="1949451"/>
            <a:chOff x="6220884" y="1350962"/>
            <a:chExt cx="868362" cy="1949451"/>
          </a:xfrm>
        </p:grpSpPr>
        <p:grpSp>
          <p:nvGrpSpPr>
            <p:cNvPr id="95" name="그룹 94"/>
            <p:cNvGrpSpPr/>
            <p:nvPr/>
          </p:nvGrpSpPr>
          <p:grpSpPr>
            <a:xfrm>
              <a:off x="6220884" y="1350962"/>
              <a:ext cx="360000" cy="1949451"/>
              <a:chOff x="7554913" y="1350962"/>
              <a:chExt cx="360000" cy="1949451"/>
            </a:xfrm>
          </p:grpSpPr>
          <p:sp>
            <p:nvSpPr>
              <p:cNvPr id="96" name="직사각형 95"/>
              <p:cNvSpPr/>
              <p:nvPr/>
            </p:nvSpPr>
            <p:spPr>
              <a:xfrm>
                <a:off x="7554913" y="2760610"/>
                <a:ext cx="360000" cy="539803"/>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2100000" lon="18899991" rev="0"/>
                </a:camera>
                <a:lightRig rig="threePt" dir="t"/>
              </a:scene3d>
              <a:sp3d>
                <a:bevelB w="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7" name="직사각형 96"/>
              <p:cNvSpPr/>
              <p:nvPr/>
            </p:nvSpPr>
            <p:spPr>
              <a:xfrm>
                <a:off x="7554913" y="1350962"/>
                <a:ext cx="360000" cy="1589088"/>
              </a:xfrm>
              <a:prstGeom prst="rect">
                <a:avLst/>
              </a:prstGeom>
              <a:solidFill>
                <a:schemeClr val="accent3">
                  <a:lumMod val="65000"/>
                </a:schemeClr>
              </a:solidFill>
              <a:ln w="25400" cap="flat" cmpd="sng" algn="ctr">
                <a:noFill/>
                <a:prstDash val="solid"/>
              </a:ln>
              <a:effectLst/>
              <a:scene3d>
                <a:camera prst="isometricRightUp">
                  <a:rot lat="2100000" lon="18899991" rev="0"/>
                </a:camera>
                <a:lightRig rig="threePt" dir="t"/>
              </a:scene3d>
              <a:sp3d>
                <a:bevelB w="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86" name="그룹 85"/>
            <p:cNvGrpSpPr/>
            <p:nvPr/>
          </p:nvGrpSpPr>
          <p:grpSpPr>
            <a:xfrm>
              <a:off x="6597992" y="2804239"/>
              <a:ext cx="491254" cy="294562"/>
              <a:chOff x="7932021" y="2493089"/>
              <a:chExt cx="491254" cy="294562"/>
            </a:xfrm>
          </p:grpSpPr>
          <p:sp>
            <p:nvSpPr>
              <p:cNvPr id="90" name="TextBox 89"/>
              <p:cNvSpPr txBox="1"/>
              <p:nvPr/>
            </p:nvSpPr>
            <p:spPr>
              <a:xfrm>
                <a:off x="7932021" y="2602985"/>
                <a:ext cx="491254" cy="184666"/>
              </a:xfrm>
              <a:prstGeom prst="rect">
                <a:avLst/>
              </a:prstGeom>
              <a:noFill/>
            </p:spPr>
            <p:txBody>
              <a:bodyPr wrap="square" lIns="0" tIns="0" rIns="0" bIns="0" rtlCol="0" anchor="b">
                <a:spAutoFit/>
              </a:bodyPr>
              <a:lstStyle/>
              <a:p>
                <a:r>
                  <a:rPr lang="nb-NO" altLang="ko-KR" sz="1200" b="1" dirty="0">
                    <a:gradFill>
                      <a:gsLst>
                        <a:gs pos="0">
                          <a:schemeClr val="accent1"/>
                        </a:gs>
                        <a:gs pos="100000">
                          <a:schemeClr val="accent1"/>
                        </a:gs>
                      </a:gsLst>
                      <a:lin ang="5400000" scaled="0"/>
                    </a:gradFill>
                    <a:latin typeface="Roboto Condensed Regular"/>
                    <a:ea typeface="Roboto Light" pitchFamily="2" charset="0"/>
                  </a:rPr>
                  <a:t>28</a:t>
                </a:r>
                <a:r>
                  <a:rPr lang="nb-NO" altLang="ko-KR" sz="1200" dirty="0">
                    <a:gradFill>
                      <a:gsLst>
                        <a:gs pos="0">
                          <a:schemeClr val="accent1"/>
                        </a:gs>
                        <a:gs pos="100000">
                          <a:schemeClr val="accent1"/>
                        </a:gs>
                      </a:gsLst>
                      <a:lin ang="5400000" scaled="0"/>
                    </a:gradFill>
                    <a:latin typeface="Roboto Condensed Regular"/>
                    <a:ea typeface="Roboto Light" pitchFamily="2" charset="0"/>
                  </a:rPr>
                  <a:t>%</a:t>
                </a:r>
                <a:endParaRPr lang="ko-KR" altLang="en-US" sz="1200" dirty="0">
                  <a:gradFill>
                    <a:gsLst>
                      <a:gs pos="0">
                        <a:schemeClr val="accent1"/>
                      </a:gs>
                      <a:gs pos="100000">
                        <a:schemeClr val="accent1"/>
                      </a:gs>
                    </a:gsLst>
                    <a:lin ang="5400000" scaled="0"/>
                  </a:gradFill>
                  <a:latin typeface="Roboto Condensed Regular"/>
                  <a:ea typeface="Roboto Light" pitchFamily="2" charset="0"/>
                </a:endParaRPr>
              </a:p>
            </p:txBody>
          </p:sp>
          <p:sp>
            <p:nvSpPr>
              <p:cNvPr id="91" name="TextBox 90"/>
              <p:cNvSpPr txBox="1"/>
              <p:nvPr/>
            </p:nvSpPr>
            <p:spPr>
              <a:xfrm>
                <a:off x="7932021" y="2493089"/>
                <a:ext cx="491254" cy="123111"/>
              </a:xfrm>
              <a:prstGeom prst="rect">
                <a:avLst/>
              </a:prstGeom>
              <a:noFill/>
            </p:spPr>
            <p:txBody>
              <a:bodyPr wrap="square" lIns="0" tIns="0" rIns="0" bIns="0" rtlCol="0" anchor="b">
                <a:spAutoFit/>
              </a:bodyPr>
              <a:lstStyle/>
              <a:p>
                <a:r>
                  <a:rPr lang="nb-NO" altLang="ko-KR" sz="800" b="1" dirty="0">
                    <a:gradFill>
                      <a:gsLst>
                        <a:gs pos="0">
                          <a:schemeClr val="accent1"/>
                        </a:gs>
                        <a:gs pos="100000">
                          <a:schemeClr val="accent1"/>
                        </a:gs>
                      </a:gsLst>
                      <a:lin ang="5400000" scaled="0"/>
                    </a:gradFill>
                    <a:latin typeface="Roboto Condensed Regular"/>
                    <a:ea typeface="Roboto Light" pitchFamily="2" charset="0"/>
                  </a:rPr>
                  <a:t>Products</a:t>
                </a:r>
                <a:endParaRPr lang="ko-KR" altLang="en-US" sz="800" b="1" dirty="0">
                  <a:gradFill>
                    <a:gsLst>
                      <a:gs pos="0">
                        <a:schemeClr val="accent1"/>
                      </a:gs>
                      <a:gs pos="100000">
                        <a:schemeClr val="accent1"/>
                      </a:gs>
                    </a:gsLst>
                    <a:lin ang="5400000" scaled="0"/>
                  </a:gradFill>
                  <a:latin typeface="Roboto Condensed Regular"/>
                  <a:ea typeface="Roboto Light" pitchFamily="2" charset="0"/>
                </a:endParaRPr>
              </a:p>
            </p:txBody>
          </p:sp>
        </p:grpSp>
        <p:grpSp>
          <p:nvGrpSpPr>
            <p:cNvPr id="87" name="그룹 86"/>
            <p:cNvGrpSpPr/>
            <p:nvPr/>
          </p:nvGrpSpPr>
          <p:grpSpPr>
            <a:xfrm>
              <a:off x="6597992" y="1959689"/>
              <a:ext cx="491254" cy="294562"/>
              <a:chOff x="7932021" y="2493089"/>
              <a:chExt cx="491254" cy="294562"/>
            </a:xfrm>
          </p:grpSpPr>
          <p:sp>
            <p:nvSpPr>
              <p:cNvPr id="88" name="TextBox 87"/>
              <p:cNvSpPr txBox="1"/>
              <p:nvPr/>
            </p:nvSpPr>
            <p:spPr>
              <a:xfrm>
                <a:off x="7932021" y="2602985"/>
                <a:ext cx="491254" cy="184666"/>
              </a:xfrm>
              <a:prstGeom prst="rect">
                <a:avLst/>
              </a:prstGeom>
              <a:noFill/>
            </p:spPr>
            <p:txBody>
              <a:bodyPr wrap="square" lIns="0" tIns="0" rIns="0" bIns="0" rtlCol="0" anchor="b">
                <a:spAutoFit/>
              </a:bodyPr>
              <a:lstStyle/>
              <a:p>
                <a:r>
                  <a:rPr lang="nb-NO" altLang="ko-KR" sz="12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72</a:t>
                </a:r>
                <a:r>
                  <a:rPr lang="nb-NO" altLang="ko-KR"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sp>
            <p:nvSpPr>
              <p:cNvPr id="89" name="TextBox 88"/>
              <p:cNvSpPr txBox="1"/>
              <p:nvPr/>
            </p:nvSpPr>
            <p:spPr>
              <a:xfrm>
                <a:off x="7932021" y="2493089"/>
                <a:ext cx="491254" cy="123111"/>
              </a:xfrm>
              <a:prstGeom prst="rect">
                <a:avLst/>
              </a:prstGeom>
              <a:noFill/>
            </p:spPr>
            <p:txBody>
              <a:bodyPr wrap="square" lIns="0" tIns="0" rIns="0" bIns="0" rtlCol="0" anchor="b">
                <a:spAutoFit/>
              </a:bodyPr>
              <a:lstStyle/>
              <a:p>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Services</a:t>
                </a:r>
                <a:endParaRPr lang="ko-KR" altLang="en-US"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grpSp>
      </p:grpSp>
      <p:grpSp>
        <p:nvGrpSpPr>
          <p:cNvPr id="85" name="그룹 84"/>
          <p:cNvGrpSpPr/>
          <p:nvPr/>
        </p:nvGrpSpPr>
        <p:grpSpPr>
          <a:xfrm>
            <a:off x="2796733" y="1403711"/>
            <a:ext cx="868362" cy="2018997"/>
            <a:chOff x="4886855" y="1403707"/>
            <a:chExt cx="868362" cy="2018996"/>
          </a:xfrm>
        </p:grpSpPr>
        <p:grpSp>
          <p:nvGrpSpPr>
            <p:cNvPr id="109" name="그룹 108"/>
            <p:cNvGrpSpPr/>
            <p:nvPr/>
          </p:nvGrpSpPr>
          <p:grpSpPr>
            <a:xfrm>
              <a:off x="4886855" y="1471613"/>
              <a:ext cx="360000" cy="1951090"/>
              <a:chOff x="7554913" y="1471613"/>
              <a:chExt cx="360000" cy="1951090"/>
            </a:xfrm>
          </p:grpSpPr>
          <p:sp>
            <p:nvSpPr>
              <p:cNvPr id="110" name="직사각형 109"/>
              <p:cNvSpPr/>
              <p:nvPr/>
            </p:nvSpPr>
            <p:spPr>
              <a:xfrm>
                <a:off x="7554913" y="1606550"/>
                <a:ext cx="360000" cy="1816153"/>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2100000" lon="18899991" rev="0"/>
                </a:camera>
                <a:lightRig rig="threePt" dir="t"/>
              </a:scene3d>
              <a:sp3d>
                <a:bevelB w="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11" name="직사각형 110"/>
              <p:cNvSpPr/>
              <p:nvPr/>
            </p:nvSpPr>
            <p:spPr>
              <a:xfrm>
                <a:off x="7554913" y="1471613"/>
                <a:ext cx="360000" cy="306387"/>
              </a:xfrm>
              <a:prstGeom prst="rect">
                <a:avLst/>
              </a:prstGeom>
              <a:solidFill>
                <a:schemeClr val="accent3">
                  <a:lumMod val="65000"/>
                </a:schemeClr>
              </a:solidFill>
              <a:ln w="25400" cap="flat" cmpd="sng" algn="ctr">
                <a:noFill/>
                <a:prstDash val="solid"/>
              </a:ln>
              <a:effectLst/>
              <a:scene3d>
                <a:camera prst="isometricRightUp">
                  <a:rot lat="2100000" lon="18899991" rev="0"/>
                </a:camera>
                <a:lightRig rig="threePt" dir="t"/>
              </a:scene3d>
              <a:sp3d>
                <a:bevelB w="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00" name="그룹 99"/>
            <p:cNvGrpSpPr/>
            <p:nvPr/>
          </p:nvGrpSpPr>
          <p:grpSpPr>
            <a:xfrm>
              <a:off x="5263963" y="2302589"/>
              <a:ext cx="491254" cy="294562"/>
              <a:chOff x="7932021" y="2302589"/>
              <a:chExt cx="491254" cy="294562"/>
            </a:xfrm>
          </p:grpSpPr>
          <p:sp>
            <p:nvSpPr>
              <p:cNvPr id="104" name="TextBox 103"/>
              <p:cNvSpPr txBox="1"/>
              <p:nvPr/>
            </p:nvSpPr>
            <p:spPr>
              <a:xfrm>
                <a:off x="7932021" y="2412485"/>
                <a:ext cx="491254" cy="184666"/>
              </a:xfrm>
              <a:prstGeom prst="rect">
                <a:avLst/>
              </a:prstGeom>
              <a:noFill/>
            </p:spPr>
            <p:txBody>
              <a:bodyPr wrap="square" lIns="0" tIns="0" rIns="0" bIns="0" rtlCol="0" anchor="b">
                <a:spAutoFit/>
              </a:bodyPr>
              <a:lstStyle/>
              <a:p>
                <a:r>
                  <a:rPr lang="nb-NO" altLang="ko-KR" sz="1200" b="1" dirty="0">
                    <a:gradFill>
                      <a:gsLst>
                        <a:gs pos="0">
                          <a:schemeClr val="accent1"/>
                        </a:gs>
                        <a:gs pos="100000">
                          <a:schemeClr val="accent1"/>
                        </a:gs>
                      </a:gsLst>
                      <a:lin ang="5400000" scaled="0"/>
                    </a:gradFill>
                    <a:latin typeface="Roboto Condensed Regular"/>
                    <a:ea typeface="Roboto Light" pitchFamily="2" charset="0"/>
                  </a:rPr>
                  <a:t>79</a:t>
                </a:r>
                <a:r>
                  <a:rPr lang="nb-NO" altLang="ko-KR" sz="1200" dirty="0">
                    <a:gradFill>
                      <a:gsLst>
                        <a:gs pos="0">
                          <a:schemeClr val="accent1"/>
                        </a:gs>
                        <a:gs pos="100000">
                          <a:schemeClr val="accent1"/>
                        </a:gs>
                      </a:gsLst>
                      <a:lin ang="5400000" scaled="0"/>
                    </a:gradFill>
                    <a:latin typeface="Roboto Condensed Regular"/>
                    <a:ea typeface="Roboto Light" pitchFamily="2" charset="0"/>
                  </a:rPr>
                  <a:t>%</a:t>
                </a:r>
                <a:endParaRPr lang="ko-KR" altLang="en-US" sz="1200" dirty="0">
                  <a:gradFill>
                    <a:gsLst>
                      <a:gs pos="0">
                        <a:schemeClr val="accent1"/>
                      </a:gs>
                      <a:gs pos="100000">
                        <a:schemeClr val="accent1"/>
                      </a:gs>
                    </a:gsLst>
                    <a:lin ang="5400000" scaled="0"/>
                  </a:gradFill>
                  <a:latin typeface="Roboto Condensed Regular"/>
                  <a:ea typeface="Roboto Light" pitchFamily="2" charset="0"/>
                </a:endParaRPr>
              </a:p>
            </p:txBody>
          </p:sp>
          <p:sp>
            <p:nvSpPr>
              <p:cNvPr id="105" name="TextBox 104"/>
              <p:cNvSpPr txBox="1"/>
              <p:nvPr/>
            </p:nvSpPr>
            <p:spPr>
              <a:xfrm>
                <a:off x="7932021" y="2302589"/>
                <a:ext cx="491254" cy="123111"/>
              </a:xfrm>
              <a:prstGeom prst="rect">
                <a:avLst/>
              </a:prstGeom>
              <a:noFill/>
            </p:spPr>
            <p:txBody>
              <a:bodyPr wrap="square" lIns="0" tIns="0" rIns="0" bIns="0" rtlCol="0" anchor="b">
                <a:spAutoFit/>
              </a:bodyPr>
              <a:lstStyle/>
              <a:p>
                <a:r>
                  <a:rPr lang="nb-NO" altLang="ko-KR" sz="800" b="1" dirty="0">
                    <a:gradFill>
                      <a:gsLst>
                        <a:gs pos="0">
                          <a:schemeClr val="accent1"/>
                        </a:gs>
                        <a:gs pos="100000">
                          <a:schemeClr val="accent1"/>
                        </a:gs>
                      </a:gsLst>
                      <a:lin ang="5400000" scaled="0"/>
                    </a:gradFill>
                    <a:latin typeface="Roboto Condensed Regular"/>
                    <a:ea typeface="Roboto Light" pitchFamily="2" charset="0"/>
                  </a:rPr>
                  <a:t>Products</a:t>
                </a:r>
                <a:endParaRPr lang="ko-KR" altLang="en-US" sz="800" b="1" dirty="0">
                  <a:gradFill>
                    <a:gsLst>
                      <a:gs pos="0">
                        <a:schemeClr val="accent1"/>
                      </a:gs>
                      <a:gs pos="100000">
                        <a:schemeClr val="accent1"/>
                      </a:gs>
                    </a:gsLst>
                    <a:lin ang="5400000" scaled="0"/>
                  </a:gradFill>
                  <a:latin typeface="Roboto Condensed Regular"/>
                  <a:ea typeface="Roboto Light" pitchFamily="2" charset="0"/>
                </a:endParaRPr>
              </a:p>
            </p:txBody>
          </p:sp>
        </p:grpSp>
        <p:grpSp>
          <p:nvGrpSpPr>
            <p:cNvPr id="101" name="그룹 100"/>
            <p:cNvGrpSpPr/>
            <p:nvPr/>
          </p:nvGrpSpPr>
          <p:grpSpPr>
            <a:xfrm>
              <a:off x="5263963" y="1403707"/>
              <a:ext cx="491254" cy="294562"/>
              <a:chOff x="7932021" y="2267307"/>
              <a:chExt cx="491254" cy="294562"/>
            </a:xfrm>
          </p:grpSpPr>
          <p:sp>
            <p:nvSpPr>
              <p:cNvPr id="102" name="TextBox 101"/>
              <p:cNvSpPr txBox="1"/>
              <p:nvPr/>
            </p:nvSpPr>
            <p:spPr>
              <a:xfrm>
                <a:off x="7932021" y="2377203"/>
                <a:ext cx="491254" cy="184666"/>
              </a:xfrm>
              <a:prstGeom prst="rect">
                <a:avLst/>
              </a:prstGeom>
              <a:noFill/>
            </p:spPr>
            <p:txBody>
              <a:bodyPr wrap="square" lIns="0" tIns="0" rIns="0" bIns="0" rtlCol="0" anchor="b">
                <a:spAutoFit/>
              </a:bodyPr>
              <a:lstStyle/>
              <a:p>
                <a:r>
                  <a:rPr lang="nb-NO" altLang="ko-KR" sz="12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21</a:t>
                </a:r>
                <a:r>
                  <a:rPr lang="nb-NO" altLang="ko-KR"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sp>
            <p:nvSpPr>
              <p:cNvPr id="103" name="TextBox 102"/>
              <p:cNvSpPr txBox="1"/>
              <p:nvPr/>
            </p:nvSpPr>
            <p:spPr>
              <a:xfrm>
                <a:off x="7932021" y="2267307"/>
                <a:ext cx="491254" cy="123111"/>
              </a:xfrm>
              <a:prstGeom prst="rect">
                <a:avLst/>
              </a:prstGeom>
              <a:noFill/>
            </p:spPr>
            <p:txBody>
              <a:bodyPr wrap="square" lIns="0" tIns="0" rIns="0" bIns="0" rtlCol="0" anchor="b">
                <a:spAutoFit/>
              </a:bodyPr>
              <a:lstStyle/>
              <a:p>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Services</a:t>
                </a:r>
                <a:endParaRPr lang="ko-KR" altLang="en-US"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grpSp>
      </p:grpSp>
      <p:grpSp>
        <p:nvGrpSpPr>
          <p:cNvPr id="128" name="그룹 127"/>
          <p:cNvGrpSpPr/>
          <p:nvPr/>
        </p:nvGrpSpPr>
        <p:grpSpPr>
          <a:xfrm>
            <a:off x="524841" y="1042185"/>
            <a:ext cx="5808317" cy="3396466"/>
            <a:chOff x="2614958" y="1042184"/>
            <a:chExt cx="5808317" cy="3396466"/>
          </a:xfrm>
        </p:grpSpPr>
        <p:grpSp>
          <p:nvGrpSpPr>
            <p:cNvPr id="4" name="그룹 3"/>
            <p:cNvGrpSpPr/>
            <p:nvPr/>
          </p:nvGrpSpPr>
          <p:grpSpPr>
            <a:xfrm>
              <a:off x="2614958" y="1312862"/>
              <a:ext cx="5808317" cy="2054379"/>
              <a:chOff x="2614958" y="1312862"/>
              <a:chExt cx="5808317" cy="2054379"/>
            </a:xfrm>
          </p:grpSpPr>
          <p:grpSp>
            <p:nvGrpSpPr>
              <p:cNvPr id="2" name="그룹 1"/>
              <p:cNvGrpSpPr/>
              <p:nvPr/>
            </p:nvGrpSpPr>
            <p:grpSpPr>
              <a:xfrm>
                <a:off x="2956321" y="1366723"/>
                <a:ext cx="5466953" cy="1600416"/>
                <a:chOff x="2956321" y="1366723"/>
                <a:chExt cx="5466953" cy="1600416"/>
              </a:xfrm>
            </p:grpSpPr>
            <p:cxnSp>
              <p:nvCxnSpPr>
                <p:cNvPr id="70" name="직선 연결선 69"/>
                <p:cNvCxnSpPr/>
                <p:nvPr/>
              </p:nvCxnSpPr>
              <p:spPr>
                <a:xfrm flipH="1">
                  <a:off x="2956321" y="1366723"/>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2956321" y="1766827"/>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2" name="직선 연결선 141"/>
                <p:cNvCxnSpPr/>
                <p:nvPr/>
              </p:nvCxnSpPr>
              <p:spPr>
                <a:xfrm flipH="1">
                  <a:off x="2956321" y="2166931"/>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6" name="직선 연결선 145"/>
                <p:cNvCxnSpPr/>
                <p:nvPr/>
              </p:nvCxnSpPr>
              <p:spPr>
                <a:xfrm flipH="1">
                  <a:off x="2956321" y="2567035"/>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2" name="직선 연결선 151"/>
                <p:cNvCxnSpPr/>
                <p:nvPr/>
              </p:nvCxnSpPr>
              <p:spPr>
                <a:xfrm flipH="1">
                  <a:off x="2956321" y="2967139"/>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33" name="그룹 132"/>
              <p:cNvGrpSpPr/>
              <p:nvPr/>
            </p:nvGrpSpPr>
            <p:grpSpPr>
              <a:xfrm>
                <a:off x="2956322" y="1390650"/>
                <a:ext cx="5466953" cy="1976591"/>
                <a:chOff x="2956322" y="1390650"/>
                <a:chExt cx="5466953" cy="1976591"/>
              </a:xfrm>
            </p:grpSpPr>
            <p:sp>
              <p:nvSpPr>
                <p:cNvPr id="21" name="Freeform 11"/>
                <p:cNvSpPr>
                  <a:spLocks/>
                </p:cNvSpPr>
                <p:nvPr/>
              </p:nvSpPr>
              <p:spPr bwMode="auto">
                <a:xfrm>
                  <a:off x="2956322" y="3198339"/>
                  <a:ext cx="168730" cy="168902"/>
                </a:xfrm>
                <a:custGeom>
                  <a:avLst/>
                  <a:gdLst>
                    <a:gd name="T0" fmla="*/ 1552 w 1552"/>
                    <a:gd name="T1" fmla="*/ 1446 h 1446"/>
                    <a:gd name="T2" fmla="*/ 71 w 1552"/>
                    <a:gd name="T3" fmla="*/ 1446 h 1446"/>
                    <a:gd name="T4" fmla="*/ 0 w 1552"/>
                    <a:gd name="T5" fmla="*/ 1375 h 1446"/>
                    <a:gd name="T6" fmla="*/ 0 w 1552"/>
                    <a:gd name="T7" fmla="*/ 0 h 1446"/>
                    <a:gd name="connsiteX0" fmla="*/ 10000 w 10000"/>
                    <a:gd name="connsiteY0" fmla="*/ 491 h 491"/>
                    <a:gd name="connsiteX1" fmla="*/ 457 w 10000"/>
                    <a:gd name="connsiteY1" fmla="*/ 491 h 491"/>
                    <a:gd name="connsiteX2" fmla="*/ 0 w 10000"/>
                    <a:gd name="connsiteY2" fmla="*/ 0 h 491"/>
                    <a:gd name="connsiteX0" fmla="*/ 457 w 457"/>
                    <a:gd name="connsiteY0" fmla="*/ 10000 h 10000"/>
                    <a:gd name="connsiteX1" fmla="*/ 0 w 457"/>
                    <a:gd name="connsiteY1" fmla="*/ 0 h 10000"/>
                  </a:gdLst>
                  <a:ahLst/>
                  <a:cxnLst>
                    <a:cxn ang="0">
                      <a:pos x="connsiteX0" y="connsiteY0"/>
                    </a:cxn>
                    <a:cxn ang="0">
                      <a:pos x="connsiteX1" y="connsiteY1"/>
                    </a:cxn>
                  </a:cxnLst>
                  <a:rect l="l" t="t" r="r" b="b"/>
                  <a:pathLst>
                    <a:path w="457" h="10000">
                      <a:moveTo>
                        <a:pt x="457" y="10000"/>
                      </a:moveTo>
                      <a:cubicBezTo>
                        <a:pt x="206" y="10000"/>
                        <a:pt x="0" y="5499"/>
                        <a:pt x="0" y="0"/>
                      </a:cubicBezTo>
                    </a:path>
                  </a:pathLst>
                </a:cu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ko-KR" altLang="en-US" sz="2514" dirty="0"/>
                </a:p>
              </p:txBody>
            </p:sp>
            <p:cxnSp>
              <p:nvCxnSpPr>
                <p:cNvPr id="22" name="직선 연결선 21"/>
                <p:cNvCxnSpPr/>
                <p:nvPr/>
              </p:nvCxnSpPr>
              <p:spPr>
                <a:xfrm>
                  <a:off x="2956322" y="1390650"/>
                  <a:ext cx="0" cy="1814041"/>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4" name="직선 연결선 23"/>
                <p:cNvCxnSpPr/>
                <p:nvPr/>
              </p:nvCxnSpPr>
              <p:spPr>
                <a:xfrm flipH="1">
                  <a:off x="3125052" y="3367241"/>
                  <a:ext cx="5298223"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3" name="그룹 2"/>
              <p:cNvGrpSpPr/>
              <p:nvPr/>
            </p:nvGrpSpPr>
            <p:grpSpPr>
              <a:xfrm>
                <a:off x="2614958" y="1312862"/>
                <a:ext cx="359364" cy="1708138"/>
                <a:chOff x="2614958" y="1312862"/>
                <a:chExt cx="359364" cy="1708138"/>
              </a:xfrm>
            </p:grpSpPr>
            <p:sp>
              <p:nvSpPr>
                <p:cNvPr id="132" name="타원 131"/>
                <p:cNvSpPr/>
                <p:nvPr/>
              </p:nvSpPr>
              <p:spPr>
                <a:xfrm>
                  <a:off x="2938322" y="1348723"/>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34" name="TextBox 133"/>
                <p:cNvSpPr txBox="1"/>
                <p:nvPr/>
              </p:nvSpPr>
              <p:spPr>
                <a:xfrm>
                  <a:off x="2614958" y="1312862"/>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100%  </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139" name="타원 138"/>
                <p:cNvSpPr/>
                <p:nvPr/>
              </p:nvSpPr>
              <p:spPr>
                <a:xfrm>
                  <a:off x="2938322" y="1748827"/>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0" name="TextBox 139"/>
                <p:cNvSpPr txBox="1"/>
                <p:nvPr/>
              </p:nvSpPr>
              <p:spPr>
                <a:xfrm>
                  <a:off x="2614958" y="1712966"/>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80%  </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143" name="타원 142"/>
                <p:cNvSpPr/>
                <p:nvPr/>
              </p:nvSpPr>
              <p:spPr>
                <a:xfrm>
                  <a:off x="2938322" y="2148931"/>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4" name="TextBox 143"/>
                <p:cNvSpPr txBox="1"/>
                <p:nvPr/>
              </p:nvSpPr>
              <p:spPr>
                <a:xfrm>
                  <a:off x="2614958" y="2113070"/>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60%  </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147" name="타원 146"/>
                <p:cNvSpPr/>
                <p:nvPr/>
              </p:nvSpPr>
              <p:spPr>
                <a:xfrm>
                  <a:off x="2938322" y="2549035"/>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8" name="TextBox 147"/>
                <p:cNvSpPr txBox="1"/>
                <p:nvPr/>
              </p:nvSpPr>
              <p:spPr>
                <a:xfrm>
                  <a:off x="2614958" y="2513174"/>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40%  </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153" name="타원 152"/>
                <p:cNvSpPr/>
                <p:nvPr/>
              </p:nvSpPr>
              <p:spPr>
                <a:xfrm>
                  <a:off x="2938322" y="2949139"/>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54" name="TextBox 153"/>
                <p:cNvSpPr txBox="1"/>
                <p:nvPr/>
              </p:nvSpPr>
              <p:spPr>
                <a:xfrm>
                  <a:off x="2614958" y="2913278"/>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20%  </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grpSp>
        </p:grpSp>
        <p:sp>
          <p:nvSpPr>
            <p:cNvPr id="13" name="TextBox 12"/>
            <p:cNvSpPr txBox="1"/>
            <p:nvPr/>
          </p:nvSpPr>
          <p:spPr>
            <a:xfrm>
              <a:off x="6659562" y="4219575"/>
              <a:ext cx="1763713" cy="219075"/>
            </a:xfrm>
            <a:prstGeom prst="rect">
              <a:avLst/>
            </a:prstGeom>
            <a:noFill/>
          </p:spPr>
          <p:txBody>
            <a:bodyPr wrap="square" lIns="0" tIns="0" rIns="0" bIns="0" rtlCol="0">
              <a:noAutofit/>
            </a:bodyPr>
            <a:lstStyle/>
            <a:p>
              <a:pPr algn="r">
                <a:spcAft>
                  <a:spcPts val="300"/>
                </a:spcAft>
              </a:pPr>
              <a:r>
                <a:rPr lang="fr-FR"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rPr>
                <a:t>(Quisque cursus, metus vitae pharetra auctor.)</a:t>
              </a:r>
              <a:endParaRPr lang="en-US"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endParaRPr>
            </a:p>
          </p:txBody>
        </p:sp>
        <p:sp>
          <p:nvSpPr>
            <p:cNvPr id="14" name="TextBox 13"/>
            <p:cNvSpPr txBox="1"/>
            <p:nvPr/>
          </p:nvSpPr>
          <p:spPr>
            <a:xfrm>
              <a:off x="2868480" y="1042184"/>
              <a:ext cx="2751270" cy="284966"/>
            </a:xfrm>
            <a:prstGeom prst="rect">
              <a:avLst/>
            </a:prstGeom>
            <a:noFill/>
          </p:spPr>
          <p:txBody>
            <a:bodyPr wrap="square" lIns="0" tIns="0" rIns="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Bar Chart  Main Title Here</a:t>
              </a:r>
              <a:endParaRPr lang="ko-KR" altLang="en-US" sz="1200" b="1" dirty="0">
                <a:gradFill>
                  <a:gsLst>
                    <a:gs pos="0">
                      <a:schemeClr val="accent1"/>
                    </a:gs>
                    <a:gs pos="100000">
                      <a:schemeClr val="accent1"/>
                    </a:gs>
                  </a:gsLst>
                  <a:lin ang="5400000" scaled="0"/>
                </a:gradFill>
                <a:latin typeface="Roboto Condensed Regular"/>
              </a:endParaRPr>
            </a:p>
          </p:txBody>
        </p:sp>
        <p:sp>
          <p:nvSpPr>
            <p:cNvPr id="15" name="TextBox 14"/>
            <p:cNvSpPr txBox="1"/>
            <p:nvPr/>
          </p:nvSpPr>
          <p:spPr>
            <a:xfrm>
              <a:off x="7372350"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accent1"/>
                      </a:gs>
                      <a:gs pos="100000">
                        <a:schemeClr val="accent1"/>
                      </a:gs>
                    </a:gsLst>
                    <a:lin ang="5400000" scaled="0"/>
                  </a:gradFill>
                  <a:ea typeface="Roboto Light" pitchFamily="2" charset="0"/>
                  <a:cs typeface="Roboto Condensed Regular"/>
                </a:rPr>
                <a:t>Donec lacus nunc, viverra nec, blandit vel, egestas et, augue. Vestibulum tincidunt.</a:t>
              </a:r>
            </a:p>
          </p:txBody>
        </p:sp>
        <p:sp>
          <p:nvSpPr>
            <p:cNvPr id="29" name="TextBox 28"/>
            <p:cNvSpPr txBox="1"/>
            <p:nvPr/>
          </p:nvSpPr>
          <p:spPr>
            <a:xfrm>
              <a:off x="7382833" y="34210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2014</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31" name="직선 연결선 30"/>
            <p:cNvCxnSpPr/>
            <p:nvPr/>
          </p:nvCxnSpPr>
          <p:spPr>
            <a:xfrm flipH="1">
              <a:off x="7505560" y="3373591"/>
              <a:ext cx="45870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92" name="TextBox 91"/>
            <p:cNvSpPr txBox="1"/>
            <p:nvPr/>
          </p:nvSpPr>
          <p:spPr>
            <a:xfrm>
              <a:off x="6038321"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93" name="TextBox 92"/>
            <p:cNvSpPr txBox="1"/>
            <p:nvPr/>
          </p:nvSpPr>
          <p:spPr>
            <a:xfrm>
              <a:off x="6048804" y="34210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2013</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94" name="직선 연결선 93"/>
            <p:cNvCxnSpPr/>
            <p:nvPr/>
          </p:nvCxnSpPr>
          <p:spPr>
            <a:xfrm flipH="1">
              <a:off x="6171531" y="3373591"/>
              <a:ext cx="45870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4704292"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107" name="TextBox 106"/>
            <p:cNvSpPr txBox="1"/>
            <p:nvPr/>
          </p:nvSpPr>
          <p:spPr>
            <a:xfrm>
              <a:off x="4714775" y="34210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2012</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108" name="직선 연결선 107"/>
            <p:cNvCxnSpPr/>
            <p:nvPr/>
          </p:nvCxnSpPr>
          <p:spPr>
            <a:xfrm flipH="1">
              <a:off x="4837502" y="3373591"/>
              <a:ext cx="45870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3370263"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121" name="TextBox 120"/>
            <p:cNvSpPr txBox="1"/>
            <p:nvPr/>
          </p:nvSpPr>
          <p:spPr>
            <a:xfrm>
              <a:off x="3380746" y="34210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2011</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122" name="직선 연결선 121"/>
            <p:cNvCxnSpPr/>
            <p:nvPr/>
          </p:nvCxnSpPr>
          <p:spPr>
            <a:xfrm flipH="1">
              <a:off x="3503473" y="3373591"/>
              <a:ext cx="45870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84" name="그룹 83"/>
          <p:cNvGrpSpPr/>
          <p:nvPr/>
        </p:nvGrpSpPr>
        <p:grpSpPr>
          <a:xfrm>
            <a:off x="1462704" y="1331917"/>
            <a:ext cx="868362" cy="1957441"/>
            <a:chOff x="3552826" y="1331912"/>
            <a:chExt cx="868362" cy="1957441"/>
          </a:xfrm>
        </p:grpSpPr>
        <p:grpSp>
          <p:nvGrpSpPr>
            <p:cNvPr id="123" name="그룹 122"/>
            <p:cNvGrpSpPr/>
            <p:nvPr/>
          </p:nvGrpSpPr>
          <p:grpSpPr>
            <a:xfrm>
              <a:off x="3552826" y="1331912"/>
              <a:ext cx="360000" cy="1957441"/>
              <a:chOff x="7554913" y="1331912"/>
              <a:chExt cx="360000" cy="1957441"/>
            </a:xfrm>
          </p:grpSpPr>
          <p:sp>
            <p:nvSpPr>
              <p:cNvPr id="124" name="직사각형 123"/>
              <p:cNvSpPr/>
              <p:nvPr/>
            </p:nvSpPr>
            <p:spPr>
              <a:xfrm>
                <a:off x="7554913" y="2940050"/>
                <a:ext cx="360000" cy="349303"/>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2100000" lon="18899991" rev="0"/>
                </a:camera>
                <a:lightRig rig="threePt" dir="t"/>
              </a:scene3d>
              <a:sp3d>
                <a:bevelB w="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accent1"/>
                  </a:solidFill>
                </a:endParaRPr>
              </a:p>
            </p:txBody>
          </p:sp>
          <p:sp>
            <p:nvSpPr>
              <p:cNvPr id="125" name="직사각형 124"/>
              <p:cNvSpPr/>
              <p:nvPr/>
            </p:nvSpPr>
            <p:spPr>
              <a:xfrm>
                <a:off x="7554913" y="1331912"/>
                <a:ext cx="360000" cy="1779588"/>
              </a:xfrm>
              <a:prstGeom prst="rect">
                <a:avLst/>
              </a:prstGeom>
              <a:solidFill>
                <a:schemeClr val="accent3">
                  <a:lumMod val="65000"/>
                </a:schemeClr>
              </a:solidFill>
              <a:ln w="25400" cap="flat" cmpd="sng" algn="ctr">
                <a:noFill/>
                <a:prstDash val="solid"/>
              </a:ln>
              <a:effectLst/>
              <a:scene3d>
                <a:camera prst="isometricRightUp">
                  <a:rot lat="2100000" lon="18899991" rev="0"/>
                </a:camera>
                <a:lightRig rig="threePt" dir="t"/>
              </a:scene3d>
              <a:sp3d>
                <a:bevelB w="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14" name="그룹 113"/>
            <p:cNvGrpSpPr/>
            <p:nvPr/>
          </p:nvGrpSpPr>
          <p:grpSpPr>
            <a:xfrm>
              <a:off x="3929934" y="2874089"/>
              <a:ext cx="491254" cy="294562"/>
              <a:chOff x="7932021" y="2874089"/>
              <a:chExt cx="491254" cy="294562"/>
            </a:xfrm>
          </p:grpSpPr>
          <p:sp>
            <p:nvSpPr>
              <p:cNvPr id="118" name="TextBox 117"/>
              <p:cNvSpPr txBox="1"/>
              <p:nvPr/>
            </p:nvSpPr>
            <p:spPr>
              <a:xfrm>
                <a:off x="7932021" y="2983985"/>
                <a:ext cx="491254" cy="184666"/>
              </a:xfrm>
              <a:prstGeom prst="rect">
                <a:avLst/>
              </a:prstGeom>
              <a:noFill/>
            </p:spPr>
            <p:txBody>
              <a:bodyPr wrap="square" lIns="0" tIns="0" rIns="0" bIns="0" rtlCol="0" anchor="b">
                <a:spAutoFit/>
              </a:bodyPr>
              <a:lstStyle/>
              <a:p>
                <a:r>
                  <a:rPr lang="nb-NO" altLang="ko-KR" sz="1200" b="1" dirty="0">
                    <a:gradFill>
                      <a:gsLst>
                        <a:gs pos="0">
                          <a:schemeClr val="accent1"/>
                        </a:gs>
                        <a:gs pos="100000">
                          <a:schemeClr val="accent1"/>
                        </a:gs>
                      </a:gsLst>
                      <a:lin ang="5400000" scaled="0"/>
                    </a:gradFill>
                    <a:latin typeface="Roboto Condensed Regular"/>
                    <a:ea typeface="Roboto Light" pitchFamily="2" charset="0"/>
                  </a:rPr>
                  <a:t>24</a:t>
                </a:r>
                <a:r>
                  <a:rPr lang="nb-NO" altLang="ko-KR" sz="1200" dirty="0">
                    <a:gradFill>
                      <a:gsLst>
                        <a:gs pos="0">
                          <a:schemeClr val="accent1"/>
                        </a:gs>
                        <a:gs pos="100000">
                          <a:schemeClr val="accent1"/>
                        </a:gs>
                      </a:gsLst>
                      <a:lin ang="5400000" scaled="0"/>
                    </a:gradFill>
                    <a:latin typeface="Roboto Condensed Regular"/>
                    <a:ea typeface="Roboto Light" pitchFamily="2" charset="0"/>
                  </a:rPr>
                  <a:t>%</a:t>
                </a:r>
                <a:endParaRPr lang="ko-KR" altLang="en-US" sz="1200" dirty="0">
                  <a:gradFill>
                    <a:gsLst>
                      <a:gs pos="0">
                        <a:schemeClr val="accent1"/>
                      </a:gs>
                      <a:gs pos="100000">
                        <a:schemeClr val="accent1"/>
                      </a:gs>
                    </a:gsLst>
                    <a:lin ang="5400000" scaled="0"/>
                  </a:gradFill>
                </a:endParaRPr>
              </a:p>
            </p:txBody>
          </p:sp>
          <p:sp>
            <p:nvSpPr>
              <p:cNvPr id="119" name="TextBox 118"/>
              <p:cNvSpPr txBox="1"/>
              <p:nvPr/>
            </p:nvSpPr>
            <p:spPr>
              <a:xfrm>
                <a:off x="7932021" y="2874089"/>
                <a:ext cx="491254" cy="123111"/>
              </a:xfrm>
              <a:prstGeom prst="rect">
                <a:avLst/>
              </a:prstGeom>
              <a:noFill/>
            </p:spPr>
            <p:txBody>
              <a:bodyPr wrap="square" lIns="0" tIns="0" rIns="0" bIns="0" rtlCol="0" anchor="b">
                <a:spAutoFit/>
              </a:bodyPr>
              <a:lstStyle/>
              <a:p>
                <a:r>
                  <a:rPr lang="nb-NO" altLang="ko-KR" sz="800" b="1" dirty="0">
                    <a:gradFill>
                      <a:gsLst>
                        <a:gs pos="0">
                          <a:schemeClr val="accent1"/>
                        </a:gs>
                        <a:gs pos="100000">
                          <a:schemeClr val="accent1"/>
                        </a:gs>
                      </a:gsLst>
                      <a:lin ang="5400000" scaled="0"/>
                    </a:gradFill>
                    <a:latin typeface="Roboto Condensed Regular"/>
                    <a:ea typeface="Roboto Light" pitchFamily="2" charset="0"/>
                  </a:rPr>
                  <a:t>Products</a:t>
                </a:r>
                <a:endParaRPr lang="ko-KR" altLang="en-US" sz="800" dirty="0">
                  <a:gradFill>
                    <a:gsLst>
                      <a:gs pos="0">
                        <a:schemeClr val="accent1"/>
                      </a:gs>
                      <a:gs pos="100000">
                        <a:schemeClr val="accent1"/>
                      </a:gs>
                    </a:gsLst>
                    <a:lin ang="5400000" scaled="0"/>
                  </a:gradFill>
                </a:endParaRPr>
              </a:p>
            </p:txBody>
          </p:sp>
        </p:grpSp>
        <p:grpSp>
          <p:nvGrpSpPr>
            <p:cNvPr id="115" name="그룹 114"/>
            <p:cNvGrpSpPr/>
            <p:nvPr/>
          </p:nvGrpSpPr>
          <p:grpSpPr>
            <a:xfrm>
              <a:off x="3929934" y="2054939"/>
              <a:ext cx="491254" cy="294562"/>
              <a:chOff x="7932021" y="2918539"/>
              <a:chExt cx="491254" cy="294562"/>
            </a:xfrm>
          </p:grpSpPr>
          <p:sp>
            <p:nvSpPr>
              <p:cNvPr id="116" name="TextBox 115"/>
              <p:cNvSpPr txBox="1"/>
              <p:nvPr/>
            </p:nvSpPr>
            <p:spPr>
              <a:xfrm>
                <a:off x="7932021" y="3028435"/>
                <a:ext cx="491254" cy="184666"/>
              </a:xfrm>
              <a:prstGeom prst="rect">
                <a:avLst/>
              </a:prstGeom>
              <a:noFill/>
            </p:spPr>
            <p:txBody>
              <a:bodyPr wrap="square" lIns="0" tIns="0" rIns="0" bIns="0" rtlCol="0" anchor="b">
                <a:spAutoFit/>
              </a:bodyPr>
              <a:lstStyle/>
              <a:p>
                <a:r>
                  <a:rPr lang="nb-NO" altLang="ko-KR" sz="12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76</a:t>
                </a:r>
                <a:r>
                  <a:rPr lang="nb-NO" altLang="ko-KR"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sp>
            <p:nvSpPr>
              <p:cNvPr id="117" name="TextBox 116"/>
              <p:cNvSpPr txBox="1"/>
              <p:nvPr/>
            </p:nvSpPr>
            <p:spPr>
              <a:xfrm>
                <a:off x="7932021" y="2918539"/>
                <a:ext cx="491254" cy="123111"/>
              </a:xfrm>
              <a:prstGeom prst="rect">
                <a:avLst/>
              </a:prstGeom>
              <a:noFill/>
            </p:spPr>
            <p:txBody>
              <a:bodyPr wrap="square" lIns="0" tIns="0" rIns="0" bIns="0" rtlCol="0" anchor="b">
                <a:spAutoFit/>
              </a:bodyPr>
              <a:lstStyle/>
              <a:p>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Services</a:t>
                </a:r>
                <a:endParaRPr lang="ko-KR" altLang="en-US"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grp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8"/>
                                        </p:tgtEl>
                                        <p:attrNameLst>
                                          <p:attrName>style.visibility</p:attrName>
                                        </p:attrNameLst>
                                      </p:cBhvr>
                                      <p:to>
                                        <p:strVal val="visible"/>
                                      </p:to>
                                    </p:set>
                                    <p:animEffect transition="in" filter="fade">
                                      <p:cBhvr>
                                        <p:cTn id="7" dur="500"/>
                                        <p:tgtEl>
                                          <p:spTgt spid="128"/>
                                        </p:tgtEl>
                                      </p:cBhvr>
                                    </p:animEffect>
                                    <p:anim calcmode="lin" valueType="num">
                                      <p:cBhvr>
                                        <p:cTn id="8" dur="500" fill="hold"/>
                                        <p:tgtEl>
                                          <p:spTgt spid="128"/>
                                        </p:tgtEl>
                                        <p:attrNameLst>
                                          <p:attrName>ppt_x</p:attrName>
                                        </p:attrNameLst>
                                      </p:cBhvr>
                                      <p:tavLst>
                                        <p:tav tm="0">
                                          <p:val>
                                            <p:strVal val="#ppt_x"/>
                                          </p:val>
                                        </p:tav>
                                        <p:tav tm="100000">
                                          <p:val>
                                            <p:strVal val="#ppt_x"/>
                                          </p:val>
                                        </p:tav>
                                      </p:tavLst>
                                    </p:anim>
                                    <p:anim calcmode="lin" valueType="num">
                                      <p:cBhvr>
                                        <p:cTn id="9" dur="500" fill="hold"/>
                                        <p:tgtEl>
                                          <p:spTgt spid="12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84"/>
                                        </p:tgtEl>
                                        <p:attrNameLst>
                                          <p:attrName>style.visibility</p:attrName>
                                        </p:attrNameLst>
                                      </p:cBhvr>
                                      <p:to>
                                        <p:strVal val="visible"/>
                                      </p:to>
                                    </p:set>
                                    <p:animEffect transition="in" filter="fade">
                                      <p:cBhvr>
                                        <p:cTn id="13" dur="500"/>
                                        <p:tgtEl>
                                          <p:spTgt spid="84"/>
                                        </p:tgtEl>
                                      </p:cBhvr>
                                    </p:animEffect>
                                    <p:anim calcmode="lin" valueType="num">
                                      <p:cBhvr>
                                        <p:cTn id="14" dur="500" fill="hold"/>
                                        <p:tgtEl>
                                          <p:spTgt spid="84"/>
                                        </p:tgtEl>
                                        <p:attrNameLst>
                                          <p:attrName>ppt_x</p:attrName>
                                        </p:attrNameLst>
                                      </p:cBhvr>
                                      <p:tavLst>
                                        <p:tav tm="0">
                                          <p:val>
                                            <p:strVal val="#ppt_x"/>
                                          </p:val>
                                        </p:tav>
                                        <p:tav tm="100000">
                                          <p:val>
                                            <p:strVal val="#ppt_x"/>
                                          </p:val>
                                        </p:tav>
                                      </p:tavLst>
                                    </p:anim>
                                    <p:anim calcmode="lin" valueType="num">
                                      <p:cBhvr>
                                        <p:cTn id="15" dur="500" fill="hold"/>
                                        <p:tgtEl>
                                          <p:spTgt spid="84"/>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85"/>
                                        </p:tgtEl>
                                        <p:attrNameLst>
                                          <p:attrName>style.visibility</p:attrName>
                                        </p:attrNameLst>
                                      </p:cBhvr>
                                      <p:to>
                                        <p:strVal val="visible"/>
                                      </p:to>
                                    </p:set>
                                    <p:animEffect transition="in" filter="fade">
                                      <p:cBhvr>
                                        <p:cTn id="19" dur="500"/>
                                        <p:tgtEl>
                                          <p:spTgt spid="85"/>
                                        </p:tgtEl>
                                      </p:cBhvr>
                                    </p:animEffect>
                                    <p:anim calcmode="lin" valueType="num">
                                      <p:cBhvr>
                                        <p:cTn id="20" dur="500" fill="hold"/>
                                        <p:tgtEl>
                                          <p:spTgt spid="85"/>
                                        </p:tgtEl>
                                        <p:attrNameLst>
                                          <p:attrName>ppt_x</p:attrName>
                                        </p:attrNameLst>
                                      </p:cBhvr>
                                      <p:tavLst>
                                        <p:tav tm="0">
                                          <p:val>
                                            <p:strVal val="#ppt_x"/>
                                          </p:val>
                                        </p:tav>
                                        <p:tav tm="100000">
                                          <p:val>
                                            <p:strVal val="#ppt_x"/>
                                          </p:val>
                                        </p:tav>
                                      </p:tavLst>
                                    </p:anim>
                                    <p:anim calcmode="lin" valueType="num">
                                      <p:cBhvr>
                                        <p:cTn id="21" dur="500" fill="hold"/>
                                        <p:tgtEl>
                                          <p:spTgt spid="85"/>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nodeType="afterEffect">
                                  <p:stCondLst>
                                    <p:cond delay="0"/>
                                  </p:stCondLst>
                                  <p:childTnLst>
                                    <p:set>
                                      <p:cBhvr>
                                        <p:cTn id="24" dur="1" fill="hold">
                                          <p:stCondLst>
                                            <p:cond delay="0"/>
                                          </p:stCondLst>
                                        </p:cTn>
                                        <p:tgtEl>
                                          <p:spTgt spid="126"/>
                                        </p:tgtEl>
                                        <p:attrNameLst>
                                          <p:attrName>style.visibility</p:attrName>
                                        </p:attrNameLst>
                                      </p:cBhvr>
                                      <p:to>
                                        <p:strVal val="visible"/>
                                      </p:to>
                                    </p:set>
                                    <p:animEffect transition="in" filter="fade">
                                      <p:cBhvr>
                                        <p:cTn id="25" dur="500"/>
                                        <p:tgtEl>
                                          <p:spTgt spid="126"/>
                                        </p:tgtEl>
                                      </p:cBhvr>
                                    </p:animEffect>
                                    <p:anim calcmode="lin" valueType="num">
                                      <p:cBhvr>
                                        <p:cTn id="26" dur="500" fill="hold"/>
                                        <p:tgtEl>
                                          <p:spTgt spid="126"/>
                                        </p:tgtEl>
                                        <p:attrNameLst>
                                          <p:attrName>ppt_x</p:attrName>
                                        </p:attrNameLst>
                                      </p:cBhvr>
                                      <p:tavLst>
                                        <p:tav tm="0">
                                          <p:val>
                                            <p:strVal val="#ppt_x"/>
                                          </p:val>
                                        </p:tav>
                                        <p:tav tm="100000">
                                          <p:val>
                                            <p:strVal val="#ppt_x"/>
                                          </p:val>
                                        </p:tav>
                                      </p:tavLst>
                                    </p:anim>
                                    <p:anim calcmode="lin" valueType="num">
                                      <p:cBhvr>
                                        <p:cTn id="27" dur="500" fill="hold"/>
                                        <p:tgtEl>
                                          <p:spTgt spid="126"/>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7" presetClass="entr" presetSubtype="0" fill="hold" nodeType="afterEffect">
                                  <p:stCondLst>
                                    <p:cond delay="0"/>
                                  </p:stCondLst>
                                  <p:childTnLst>
                                    <p:set>
                                      <p:cBhvr>
                                        <p:cTn id="30" dur="1" fill="hold">
                                          <p:stCondLst>
                                            <p:cond delay="0"/>
                                          </p:stCondLst>
                                        </p:cTn>
                                        <p:tgtEl>
                                          <p:spTgt spid="127"/>
                                        </p:tgtEl>
                                        <p:attrNameLst>
                                          <p:attrName>style.visibility</p:attrName>
                                        </p:attrNameLst>
                                      </p:cBhvr>
                                      <p:to>
                                        <p:strVal val="visible"/>
                                      </p:to>
                                    </p:set>
                                    <p:animEffect transition="in" filter="fade">
                                      <p:cBhvr>
                                        <p:cTn id="31" dur="500"/>
                                        <p:tgtEl>
                                          <p:spTgt spid="127"/>
                                        </p:tgtEl>
                                      </p:cBhvr>
                                    </p:animEffect>
                                    <p:anim calcmode="lin" valueType="num">
                                      <p:cBhvr>
                                        <p:cTn id="32" dur="500" fill="hold"/>
                                        <p:tgtEl>
                                          <p:spTgt spid="127"/>
                                        </p:tgtEl>
                                        <p:attrNameLst>
                                          <p:attrName>ppt_x</p:attrName>
                                        </p:attrNameLst>
                                      </p:cBhvr>
                                      <p:tavLst>
                                        <p:tav tm="0">
                                          <p:val>
                                            <p:strVal val="#ppt_x"/>
                                          </p:val>
                                        </p:tav>
                                        <p:tav tm="100000">
                                          <p:val>
                                            <p:strVal val="#ppt_x"/>
                                          </p:val>
                                        </p:tav>
                                      </p:tavLst>
                                    </p:anim>
                                    <p:anim calcmode="lin" valueType="num">
                                      <p:cBhvr>
                                        <p:cTn id="33" dur="500" fill="hold"/>
                                        <p:tgtEl>
                                          <p:spTgt spid="1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 name="그룹 130"/>
          <p:cNvGrpSpPr/>
          <p:nvPr/>
        </p:nvGrpSpPr>
        <p:grpSpPr>
          <a:xfrm>
            <a:off x="524841" y="1042184"/>
            <a:ext cx="5808317" cy="3498066"/>
            <a:chOff x="2614958" y="1042184"/>
            <a:chExt cx="5808317" cy="3498066"/>
          </a:xfrm>
        </p:grpSpPr>
        <p:grpSp>
          <p:nvGrpSpPr>
            <p:cNvPr id="171" name="그룹 170"/>
            <p:cNvGrpSpPr/>
            <p:nvPr/>
          </p:nvGrpSpPr>
          <p:grpSpPr>
            <a:xfrm>
              <a:off x="2614958" y="1312862"/>
              <a:ext cx="5808317" cy="2054379"/>
              <a:chOff x="2614958" y="1312862"/>
              <a:chExt cx="5808317" cy="2054379"/>
            </a:xfrm>
          </p:grpSpPr>
          <p:grpSp>
            <p:nvGrpSpPr>
              <p:cNvPr id="172" name="그룹 171"/>
              <p:cNvGrpSpPr/>
              <p:nvPr/>
            </p:nvGrpSpPr>
            <p:grpSpPr>
              <a:xfrm>
                <a:off x="2956321" y="1366723"/>
                <a:ext cx="5466953" cy="1600416"/>
                <a:chOff x="2956321" y="1366723"/>
                <a:chExt cx="5466953" cy="1600416"/>
              </a:xfrm>
            </p:grpSpPr>
            <p:cxnSp>
              <p:nvCxnSpPr>
                <p:cNvPr id="188" name="직선 연결선 187"/>
                <p:cNvCxnSpPr/>
                <p:nvPr/>
              </p:nvCxnSpPr>
              <p:spPr>
                <a:xfrm flipH="1">
                  <a:off x="2956321" y="1366723"/>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9" name="직선 연결선 188"/>
                <p:cNvCxnSpPr/>
                <p:nvPr/>
              </p:nvCxnSpPr>
              <p:spPr>
                <a:xfrm flipH="1">
                  <a:off x="2956321" y="1766827"/>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0" name="직선 연결선 189"/>
                <p:cNvCxnSpPr/>
                <p:nvPr/>
              </p:nvCxnSpPr>
              <p:spPr>
                <a:xfrm flipH="1">
                  <a:off x="2956321" y="2166931"/>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1" name="직선 연결선 190"/>
                <p:cNvCxnSpPr/>
                <p:nvPr/>
              </p:nvCxnSpPr>
              <p:spPr>
                <a:xfrm flipH="1">
                  <a:off x="2956321" y="2567035"/>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2" name="직선 연결선 191"/>
                <p:cNvCxnSpPr/>
                <p:nvPr/>
              </p:nvCxnSpPr>
              <p:spPr>
                <a:xfrm flipH="1">
                  <a:off x="2956321" y="2967139"/>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73" name="그룹 172"/>
              <p:cNvGrpSpPr/>
              <p:nvPr/>
            </p:nvGrpSpPr>
            <p:grpSpPr>
              <a:xfrm>
                <a:off x="2956322" y="1390650"/>
                <a:ext cx="5466953" cy="1976591"/>
                <a:chOff x="2956322" y="1390650"/>
                <a:chExt cx="5466953" cy="1976591"/>
              </a:xfrm>
            </p:grpSpPr>
            <p:sp>
              <p:nvSpPr>
                <p:cNvPr id="185" name="Freeform 11"/>
                <p:cNvSpPr>
                  <a:spLocks/>
                </p:cNvSpPr>
                <p:nvPr/>
              </p:nvSpPr>
              <p:spPr bwMode="auto">
                <a:xfrm>
                  <a:off x="2956322" y="3198339"/>
                  <a:ext cx="168730" cy="168902"/>
                </a:xfrm>
                <a:custGeom>
                  <a:avLst/>
                  <a:gdLst>
                    <a:gd name="T0" fmla="*/ 1552 w 1552"/>
                    <a:gd name="T1" fmla="*/ 1446 h 1446"/>
                    <a:gd name="T2" fmla="*/ 71 w 1552"/>
                    <a:gd name="T3" fmla="*/ 1446 h 1446"/>
                    <a:gd name="T4" fmla="*/ 0 w 1552"/>
                    <a:gd name="T5" fmla="*/ 1375 h 1446"/>
                    <a:gd name="T6" fmla="*/ 0 w 1552"/>
                    <a:gd name="T7" fmla="*/ 0 h 1446"/>
                    <a:gd name="connsiteX0" fmla="*/ 10000 w 10000"/>
                    <a:gd name="connsiteY0" fmla="*/ 491 h 491"/>
                    <a:gd name="connsiteX1" fmla="*/ 457 w 10000"/>
                    <a:gd name="connsiteY1" fmla="*/ 491 h 491"/>
                    <a:gd name="connsiteX2" fmla="*/ 0 w 10000"/>
                    <a:gd name="connsiteY2" fmla="*/ 0 h 491"/>
                    <a:gd name="connsiteX0" fmla="*/ 457 w 457"/>
                    <a:gd name="connsiteY0" fmla="*/ 10000 h 10000"/>
                    <a:gd name="connsiteX1" fmla="*/ 0 w 457"/>
                    <a:gd name="connsiteY1" fmla="*/ 0 h 10000"/>
                  </a:gdLst>
                  <a:ahLst/>
                  <a:cxnLst>
                    <a:cxn ang="0">
                      <a:pos x="connsiteX0" y="connsiteY0"/>
                    </a:cxn>
                    <a:cxn ang="0">
                      <a:pos x="connsiteX1" y="connsiteY1"/>
                    </a:cxn>
                  </a:cxnLst>
                  <a:rect l="l" t="t" r="r" b="b"/>
                  <a:pathLst>
                    <a:path w="457" h="10000">
                      <a:moveTo>
                        <a:pt x="457" y="10000"/>
                      </a:moveTo>
                      <a:cubicBezTo>
                        <a:pt x="206" y="10000"/>
                        <a:pt x="0" y="5499"/>
                        <a:pt x="0" y="0"/>
                      </a:cubicBezTo>
                    </a:path>
                  </a:pathLst>
                </a:cu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ko-KR" altLang="en-US" sz="2514" dirty="0"/>
                </a:p>
              </p:txBody>
            </p:sp>
            <p:cxnSp>
              <p:nvCxnSpPr>
                <p:cNvPr id="186" name="직선 연결선 185"/>
                <p:cNvCxnSpPr/>
                <p:nvPr/>
              </p:nvCxnSpPr>
              <p:spPr>
                <a:xfrm>
                  <a:off x="2956322" y="1390650"/>
                  <a:ext cx="0" cy="1814041"/>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87" name="직선 연결선 186"/>
                <p:cNvCxnSpPr/>
                <p:nvPr/>
              </p:nvCxnSpPr>
              <p:spPr>
                <a:xfrm flipH="1">
                  <a:off x="3125052" y="3367241"/>
                  <a:ext cx="5298223"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174" name="그룹 173"/>
              <p:cNvGrpSpPr/>
              <p:nvPr/>
            </p:nvGrpSpPr>
            <p:grpSpPr>
              <a:xfrm>
                <a:off x="2614958" y="1312862"/>
                <a:ext cx="359364" cy="1708138"/>
                <a:chOff x="2614958" y="1312862"/>
                <a:chExt cx="359364" cy="1708138"/>
              </a:xfrm>
            </p:grpSpPr>
            <p:sp>
              <p:nvSpPr>
                <p:cNvPr id="175" name="타원 174"/>
                <p:cNvSpPr/>
                <p:nvPr/>
              </p:nvSpPr>
              <p:spPr>
                <a:xfrm>
                  <a:off x="2938322" y="1348723"/>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6" name="TextBox 175"/>
                <p:cNvSpPr txBox="1"/>
                <p:nvPr/>
              </p:nvSpPr>
              <p:spPr>
                <a:xfrm>
                  <a:off x="2614958" y="1312862"/>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100%  </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177" name="타원 176"/>
                <p:cNvSpPr/>
                <p:nvPr/>
              </p:nvSpPr>
              <p:spPr>
                <a:xfrm>
                  <a:off x="2938322" y="1748827"/>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8" name="TextBox 177"/>
                <p:cNvSpPr txBox="1"/>
                <p:nvPr/>
              </p:nvSpPr>
              <p:spPr>
                <a:xfrm>
                  <a:off x="2614958" y="1712966"/>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80%  </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179" name="타원 178"/>
                <p:cNvSpPr/>
                <p:nvPr/>
              </p:nvSpPr>
              <p:spPr>
                <a:xfrm>
                  <a:off x="2938322" y="2148931"/>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80" name="TextBox 179"/>
                <p:cNvSpPr txBox="1"/>
                <p:nvPr/>
              </p:nvSpPr>
              <p:spPr>
                <a:xfrm>
                  <a:off x="2614958" y="2113070"/>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60%  </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181" name="타원 180"/>
                <p:cNvSpPr/>
                <p:nvPr/>
              </p:nvSpPr>
              <p:spPr>
                <a:xfrm>
                  <a:off x="2938322" y="2549035"/>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82" name="TextBox 181"/>
                <p:cNvSpPr txBox="1"/>
                <p:nvPr/>
              </p:nvSpPr>
              <p:spPr>
                <a:xfrm>
                  <a:off x="2614958" y="2513174"/>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40%  </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183" name="타원 182"/>
                <p:cNvSpPr/>
                <p:nvPr/>
              </p:nvSpPr>
              <p:spPr>
                <a:xfrm>
                  <a:off x="2938322" y="2949139"/>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84" name="TextBox 183"/>
                <p:cNvSpPr txBox="1"/>
                <p:nvPr/>
              </p:nvSpPr>
              <p:spPr>
                <a:xfrm>
                  <a:off x="2614958" y="2913278"/>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20%  </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grpSp>
        </p:grpSp>
        <p:sp>
          <p:nvSpPr>
            <p:cNvPr id="13" name="TextBox 12"/>
            <p:cNvSpPr txBox="1"/>
            <p:nvPr/>
          </p:nvSpPr>
          <p:spPr>
            <a:xfrm>
              <a:off x="6659562" y="4321175"/>
              <a:ext cx="1763713" cy="219075"/>
            </a:xfrm>
            <a:prstGeom prst="rect">
              <a:avLst/>
            </a:prstGeom>
            <a:noFill/>
          </p:spPr>
          <p:txBody>
            <a:bodyPr wrap="square" lIns="0" tIns="0" rIns="0" bIns="0" rtlCol="0">
              <a:noAutofit/>
            </a:bodyPr>
            <a:lstStyle/>
            <a:p>
              <a:pPr algn="r">
                <a:spcAft>
                  <a:spcPts val="300"/>
                </a:spcAft>
              </a:pPr>
              <a:r>
                <a:rPr lang="fr-FR"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rPr>
                <a:t>(Quisque cursus, metus vitae pharetra auctor.)</a:t>
              </a:r>
              <a:endParaRPr lang="en-US"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endParaRPr>
            </a:p>
          </p:txBody>
        </p:sp>
        <p:sp>
          <p:nvSpPr>
            <p:cNvPr id="14" name="TextBox 13"/>
            <p:cNvSpPr txBox="1"/>
            <p:nvPr/>
          </p:nvSpPr>
          <p:spPr>
            <a:xfrm>
              <a:off x="2868480" y="1042184"/>
              <a:ext cx="2751270" cy="284966"/>
            </a:xfrm>
            <a:prstGeom prst="rect">
              <a:avLst/>
            </a:prstGeom>
            <a:noFill/>
          </p:spPr>
          <p:txBody>
            <a:bodyPr wrap="square" lIns="0" tIns="0" rIns="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Bar Chart  Main Title Here</a:t>
              </a:r>
              <a:endParaRPr lang="ko-KR" altLang="en-US" sz="1200" b="1" dirty="0">
                <a:gradFill>
                  <a:gsLst>
                    <a:gs pos="0">
                      <a:schemeClr val="accent1"/>
                    </a:gs>
                    <a:gs pos="100000">
                      <a:schemeClr val="accent1"/>
                    </a:gs>
                  </a:gsLst>
                  <a:lin ang="5400000" scaled="0"/>
                </a:gradFill>
                <a:latin typeface="Roboto Condensed Regular"/>
              </a:endParaRPr>
            </a:p>
          </p:txBody>
        </p:sp>
        <p:sp>
          <p:nvSpPr>
            <p:cNvPr id="120" name="TextBox 119"/>
            <p:cNvSpPr txBox="1"/>
            <p:nvPr/>
          </p:nvSpPr>
          <p:spPr>
            <a:xfrm>
              <a:off x="3370263" y="371968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231" name="TextBox 230"/>
            <p:cNvSpPr txBox="1"/>
            <p:nvPr/>
          </p:nvSpPr>
          <p:spPr>
            <a:xfrm>
              <a:off x="4684713" y="371968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257" name="TextBox 256"/>
            <p:cNvSpPr txBox="1"/>
            <p:nvPr/>
          </p:nvSpPr>
          <p:spPr>
            <a:xfrm>
              <a:off x="5999163" y="371968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258" name="TextBox 257"/>
            <p:cNvSpPr txBox="1"/>
            <p:nvPr/>
          </p:nvSpPr>
          <p:spPr>
            <a:xfrm>
              <a:off x="6009646" y="351631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2013</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283" name="TextBox 282"/>
            <p:cNvSpPr txBox="1"/>
            <p:nvPr/>
          </p:nvSpPr>
          <p:spPr>
            <a:xfrm>
              <a:off x="7313613" y="371968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accent1"/>
                      </a:gs>
                      <a:gs pos="100000">
                        <a:schemeClr val="accent1"/>
                      </a:gs>
                    </a:gsLst>
                    <a:lin ang="5400000" scaled="0"/>
                  </a:gradFill>
                  <a:ea typeface="Roboto Light" pitchFamily="2" charset="0"/>
                  <a:cs typeface="Roboto Condensed Regular"/>
                </a:rPr>
                <a:t>Donec lacus nunc, viverra nec, blandit vel, egestas et, augue. Vestibulum tincidunt.</a:t>
              </a:r>
            </a:p>
          </p:txBody>
        </p:sp>
        <p:sp>
          <p:nvSpPr>
            <p:cNvPr id="284" name="TextBox 283"/>
            <p:cNvSpPr txBox="1"/>
            <p:nvPr/>
          </p:nvSpPr>
          <p:spPr>
            <a:xfrm>
              <a:off x="7324096" y="3516313"/>
              <a:ext cx="704160" cy="138499"/>
            </a:xfrm>
            <a:prstGeom prst="rect">
              <a:avLst/>
            </a:prstGeom>
            <a:noFill/>
          </p:spPr>
          <p:txBody>
            <a:bodyPr wrap="square" lIns="0" tIns="0" rIns="0" bIns="0" rtlCol="0">
              <a:spAutoFit/>
            </a:bodyPr>
            <a:lstStyle/>
            <a:p>
              <a:pPr algn="ctr"/>
              <a:r>
                <a:rPr lang="nb-NO" altLang="ko-KR" sz="900" b="1" dirty="0">
                  <a:gradFill>
                    <a:gsLst>
                      <a:gs pos="0">
                        <a:schemeClr val="accent1"/>
                      </a:gs>
                      <a:gs pos="100000">
                        <a:schemeClr val="accent1"/>
                      </a:gs>
                    </a:gsLst>
                    <a:lin ang="5400000" scaled="0"/>
                  </a:gradFill>
                  <a:latin typeface="Roboto Condensed Regular"/>
                  <a:ea typeface="Roboto Light" pitchFamily="2" charset="0"/>
                </a:rPr>
                <a:t>2014</a:t>
              </a:r>
              <a:endParaRPr lang="ko-KR" altLang="en-US" sz="900" b="1" dirty="0">
                <a:gradFill>
                  <a:gsLst>
                    <a:gs pos="0">
                      <a:schemeClr val="accent1"/>
                    </a:gs>
                    <a:gs pos="100000">
                      <a:schemeClr val="accent1"/>
                    </a:gs>
                  </a:gsLst>
                  <a:lin ang="5400000" scaled="0"/>
                </a:gradFill>
              </a:endParaRPr>
            </a:p>
          </p:txBody>
        </p:sp>
        <p:sp>
          <p:nvSpPr>
            <p:cNvPr id="232" name="TextBox 231"/>
            <p:cNvSpPr txBox="1"/>
            <p:nvPr/>
          </p:nvSpPr>
          <p:spPr>
            <a:xfrm>
              <a:off x="4695196" y="351631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2012</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121" name="TextBox 120"/>
            <p:cNvSpPr txBox="1"/>
            <p:nvPr/>
          </p:nvSpPr>
          <p:spPr>
            <a:xfrm>
              <a:off x="3380746" y="351631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2011</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sp>
        <p:nvSpPr>
          <p:cNvPr id="11" name="Title 10"/>
          <p:cNvSpPr>
            <a:spLocks noGrp="1"/>
          </p:cNvSpPr>
          <p:nvPr>
            <p:ph type="title"/>
          </p:nvPr>
        </p:nvSpPr>
        <p:spPr/>
        <p:txBody>
          <a:bodyPr/>
          <a:lstStyle/>
          <a:p>
            <a:r>
              <a:rPr lang="en-US" altLang="ko-KR" dirty="0"/>
              <a:t>Bar Chart</a:t>
            </a:r>
            <a:endParaRPr lang="en-US" dirty="0"/>
          </a:p>
        </p:txBody>
      </p:sp>
      <p:grpSp>
        <p:nvGrpSpPr>
          <p:cNvPr id="130" name="그룹 129"/>
          <p:cNvGrpSpPr/>
          <p:nvPr/>
        </p:nvGrpSpPr>
        <p:grpSpPr>
          <a:xfrm>
            <a:off x="5388225" y="1510872"/>
            <a:ext cx="899669" cy="1952070"/>
            <a:chOff x="7478342" y="1510865"/>
            <a:chExt cx="899669" cy="1952069"/>
          </a:xfrm>
        </p:grpSpPr>
        <p:grpSp>
          <p:nvGrpSpPr>
            <p:cNvPr id="288" name="그룹 287"/>
            <p:cNvGrpSpPr/>
            <p:nvPr/>
          </p:nvGrpSpPr>
          <p:grpSpPr>
            <a:xfrm>
              <a:off x="7874011" y="1510865"/>
              <a:ext cx="504000" cy="319468"/>
              <a:chOff x="3931564" y="1847415"/>
              <a:chExt cx="412726" cy="319468"/>
            </a:xfrm>
          </p:grpSpPr>
          <p:grpSp>
            <p:nvGrpSpPr>
              <p:cNvPr id="294" name="그룹 293"/>
              <p:cNvGrpSpPr/>
              <p:nvPr/>
            </p:nvGrpSpPr>
            <p:grpSpPr>
              <a:xfrm>
                <a:off x="3973389" y="1847415"/>
                <a:ext cx="363785" cy="319468"/>
                <a:chOff x="3892426" y="1847415"/>
                <a:chExt cx="363785" cy="319468"/>
              </a:xfrm>
            </p:grpSpPr>
            <p:sp>
              <p:nvSpPr>
                <p:cNvPr id="296" name="TextBox 295"/>
                <p:cNvSpPr txBox="1"/>
                <p:nvPr/>
              </p:nvSpPr>
              <p:spPr>
                <a:xfrm>
                  <a:off x="3892426" y="1982217"/>
                  <a:ext cx="363785" cy="184666"/>
                </a:xfrm>
                <a:prstGeom prst="rect">
                  <a:avLst/>
                </a:prstGeom>
                <a:noFill/>
              </p:spPr>
              <p:txBody>
                <a:bodyPr wrap="square" lIns="0" tIns="0" rIns="0" bIns="0" rtlCol="0" anchor="b">
                  <a:spAutoFit/>
                </a:bodyPr>
                <a:lstStyle/>
                <a:p>
                  <a:pPr algn="r"/>
                  <a:r>
                    <a:rPr lang="nb-NO" altLang="ko-KR" sz="12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86</a:t>
                  </a:r>
                  <a:r>
                    <a:rPr lang="nb-NO" altLang="ko-KR"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sp>
              <p:nvSpPr>
                <p:cNvPr id="297" name="TextBox 296"/>
                <p:cNvSpPr txBox="1"/>
                <p:nvPr/>
              </p:nvSpPr>
              <p:spPr>
                <a:xfrm>
                  <a:off x="3892426" y="1847415"/>
                  <a:ext cx="363785" cy="123111"/>
                </a:xfrm>
                <a:prstGeom prst="rect">
                  <a:avLst/>
                </a:prstGeom>
                <a:noFill/>
              </p:spPr>
              <p:txBody>
                <a:bodyPr wrap="square" lIns="0" tIns="0" rIns="0" bIns="0" rtlCol="0" anchor="b">
                  <a:spAutoFit/>
                </a:bodyPr>
                <a:lstStyle/>
                <a:p>
                  <a:pPr algn="r"/>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Total</a:t>
                  </a:r>
                  <a:endParaRPr lang="ko-KR" altLang="en-US"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grpSp>
          <p:cxnSp>
            <p:nvCxnSpPr>
              <p:cNvPr id="295" name="직선 연결선 294"/>
              <p:cNvCxnSpPr/>
              <p:nvPr/>
            </p:nvCxnSpPr>
            <p:spPr>
              <a:xfrm>
                <a:off x="3931564" y="1981200"/>
                <a:ext cx="412726" cy="0"/>
              </a:xfrm>
              <a:prstGeom prst="line">
                <a:avLst/>
              </a:prstGeom>
              <a:ln w="9525" cap="rnd">
                <a:solidFill>
                  <a:schemeClr val="tx2">
                    <a:alpha val="70000"/>
                  </a:schemeClr>
                </a:solidFill>
                <a:prstDash val="sysDot"/>
                <a:headEnd type="none" w="sm" len="sm"/>
              </a:ln>
            </p:spPr>
            <p:style>
              <a:lnRef idx="1">
                <a:schemeClr val="accent1"/>
              </a:lnRef>
              <a:fillRef idx="0">
                <a:schemeClr val="accent1"/>
              </a:fillRef>
              <a:effectRef idx="0">
                <a:schemeClr val="accent1"/>
              </a:effectRef>
              <a:fontRef idx="minor">
                <a:schemeClr val="tx1"/>
              </a:fontRef>
            </p:style>
          </p:cxnSp>
        </p:grpSp>
        <p:grpSp>
          <p:nvGrpSpPr>
            <p:cNvPr id="289" name="그룹 288"/>
            <p:cNvGrpSpPr/>
            <p:nvPr/>
          </p:nvGrpSpPr>
          <p:grpSpPr>
            <a:xfrm>
              <a:off x="7874011" y="2058818"/>
              <a:ext cx="504000" cy="319468"/>
              <a:chOff x="3931564" y="2897018"/>
              <a:chExt cx="412726" cy="319468"/>
            </a:xfrm>
          </p:grpSpPr>
          <p:grpSp>
            <p:nvGrpSpPr>
              <p:cNvPr id="290" name="그룹 289"/>
              <p:cNvGrpSpPr/>
              <p:nvPr/>
            </p:nvGrpSpPr>
            <p:grpSpPr>
              <a:xfrm>
                <a:off x="3973389" y="2897018"/>
                <a:ext cx="363785" cy="319468"/>
                <a:chOff x="3892426" y="1847415"/>
                <a:chExt cx="363785" cy="319468"/>
              </a:xfrm>
            </p:grpSpPr>
            <p:sp>
              <p:nvSpPr>
                <p:cNvPr id="292" name="TextBox 291"/>
                <p:cNvSpPr txBox="1"/>
                <p:nvPr/>
              </p:nvSpPr>
              <p:spPr>
                <a:xfrm>
                  <a:off x="3892426" y="1982217"/>
                  <a:ext cx="363785" cy="184666"/>
                </a:xfrm>
                <a:prstGeom prst="rect">
                  <a:avLst/>
                </a:prstGeom>
                <a:noFill/>
              </p:spPr>
              <p:txBody>
                <a:bodyPr wrap="square" lIns="0" tIns="0" rIns="0" bIns="0" rtlCol="0" anchor="b">
                  <a:spAutoFit/>
                </a:bodyPr>
                <a:lstStyle/>
                <a:p>
                  <a:pPr algn="r"/>
                  <a:r>
                    <a:rPr lang="nb-NO" altLang="ko-KR" sz="1200" b="1" dirty="0">
                      <a:gradFill>
                        <a:gsLst>
                          <a:gs pos="0">
                            <a:schemeClr val="accent1"/>
                          </a:gs>
                          <a:gs pos="100000">
                            <a:schemeClr val="accent1"/>
                          </a:gs>
                        </a:gsLst>
                        <a:lin ang="5400000" scaled="0"/>
                      </a:gradFill>
                      <a:latin typeface="Roboto Condensed Regular"/>
                      <a:ea typeface="Roboto Light" pitchFamily="2" charset="0"/>
                    </a:rPr>
                    <a:t>59</a:t>
                  </a:r>
                  <a:r>
                    <a:rPr lang="nb-NO" altLang="ko-KR" sz="1200" dirty="0">
                      <a:gradFill>
                        <a:gsLst>
                          <a:gs pos="0">
                            <a:schemeClr val="accent1"/>
                          </a:gs>
                          <a:gs pos="100000">
                            <a:schemeClr val="accent1"/>
                          </a:gs>
                        </a:gsLst>
                        <a:lin ang="5400000" scaled="0"/>
                      </a:gradFill>
                      <a:latin typeface="Roboto Condensed Regular"/>
                      <a:ea typeface="Roboto Light" pitchFamily="2" charset="0"/>
                    </a:rPr>
                    <a:t>%</a:t>
                  </a:r>
                  <a:endParaRPr lang="ko-KR" altLang="en-US" sz="1200" dirty="0">
                    <a:gradFill>
                      <a:gsLst>
                        <a:gs pos="0">
                          <a:schemeClr val="accent1"/>
                        </a:gs>
                        <a:gs pos="100000">
                          <a:schemeClr val="accent1"/>
                        </a:gs>
                      </a:gsLst>
                      <a:lin ang="5400000" scaled="0"/>
                    </a:gradFill>
                    <a:latin typeface="Roboto Condensed Regular"/>
                    <a:ea typeface="Roboto Light" pitchFamily="2" charset="0"/>
                  </a:endParaRPr>
                </a:p>
              </p:txBody>
            </p:sp>
            <p:sp>
              <p:nvSpPr>
                <p:cNvPr id="293" name="TextBox 292"/>
                <p:cNvSpPr txBox="1"/>
                <p:nvPr/>
              </p:nvSpPr>
              <p:spPr>
                <a:xfrm>
                  <a:off x="3892426" y="1847415"/>
                  <a:ext cx="363785" cy="123111"/>
                </a:xfrm>
                <a:prstGeom prst="rect">
                  <a:avLst/>
                </a:prstGeom>
                <a:noFill/>
              </p:spPr>
              <p:txBody>
                <a:bodyPr wrap="square" lIns="0" tIns="0" rIns="0" bIns="0" rtlCol="0" anchor="b">
                  <a:spAutoFit/>
                </a:bodyPr>
                <a:lstStyle/>
                <a:p>
                  <a:pPr algn="r"/>
                  <a:r>
                    <a:rPr lang="nb-NO" altLang="ko-KR" sz="800" b="1" dirty="0">
                      <a:gradFill>
                        <a:gsLst>
                          <a:gs pos="0">
                            <a:schemeClr val="accent1"/>
                          </a:gs>
                          <a:gs pos="100000">
                            <a:schemeClr val="accent1"/>
                          </a:gs>
                        </a:gsLst>
                        <a:lin ang="5400000" scaled="0"/>
                      </a:gradFill>
                      <a:latin typeface="Roboto Condensed Regular"/>
                      <a:ea typeface="Roboto Light" pitchFamily="2" charset="0"/>
                    </a:rPr>
                    <a:t>Products</a:t>
                  </a:r>
                  <a:endParaRPr lang="ko-KR" altLang="en-US" sz="800" b="1" dirty="0">
                    <a:gradFill>
                      <a:gsLst>
                        <a:gs pos="0">
                          <a:schemeClr val="accent1"/>
                        </a:gs>
                        <a:gs pos="100000">
                          <a:schemeClr val="accent1"/>
                        </a:gs>
                      </a:gsLst>
                      <a:lin ang="5400000" scaled="0"/>
                    </a:gradFill>
                    <a:latin typeface="Roboto Condensed Regular"/>
                    <a:ea typeface="Roboto Light" pitchFamily="2" charset="0"/>
                  </a:endParaRPr>
                </a:p>
              </p:txBody>
            </p:sp>
          </p:grpSp>
          <p:cxnSp>
            <p:nvCxnSpPr>
              <p:cNvPr id="291" name="직선 연결선 290"/>
              <p:cNvCxnSpPr/>
              <p:nvPr/>
            </p:nvCxnSpPr>
            <p:spPr>
              <a:xfrm>
                <a:off x="3931564" y="3030803"/>
                <a:ext cx="412726" cy="0"/>
              </a:xfrm>
              <a:prstGeom prst="line">
                <a:avLst/>
              </a:prstGeom>
              <a:ln w="9525" cap="rnd">
                <a:gradFill>
                  <a:gsLst>
                    <a:gs pos="0">
                      <a:schemeClr val="accent1"/>
                    </a:gs>
                    <a:gs pos="99000">
                      <a:schemeClr val="accent1"/>
                    </a:gs>
                  </a:gsLst>
                  <a:lin ang="0" scaled="0"/>
                </a:gradFill>
                <a:prstDash val="sysDot"/>
                <a:headEnd type="none" w="sm" len="sm"/>
              </a:ln>
            </p:spPr>
            <p:style>
              <a:lnRef idx="1">
                <a:schemeClr val="accent1"/>
              </a:lnRef>
              <a:fillRef idx="0">
                <a:schemeClr val="accent1"/>
              </a:fillRef>
              <a:effectRef idx="0">
                <a:schemeClr val="accent1"/>
              </a:effectRef>
              <a:fontRef idx="minor">
                <a:schemeClr val="tx1"/>
              </a:fontRef>
            </p:style>
          </p:cxnSp>
        </p:grpSp>
        <p:grpSp>
          <p:nvGrpSpPr>
            <p:cNvPr id="20" name="그룹 19"/>
            <p:cNvGrpSpPr/>
            <p:nvPr/>
          </p:nvGrpSpPr>
          <p:grpSpPr>
            <a:xfrm>
              <a:off x="7478342" y="1549400"/>
              <a:ext cx="395669" cy="1913534"/>
              <a:chOff x="7478342" y="1549400"/>
              <a:chExt cx="395669" cy="1913534"/>
            </a:xfrm>
          </p:grpSpPr>
          <p:sp>
            <p:nvSpPr>
              <p:cNvPr id="304" name="육각형 303"/>
              <p:cNvSpPr>
                <a:spLocks/>
              </p:cNvSpPr>
              <p:nvPr/>
            </p:nvSpPr>
            <p:spPr>
              <a:xfrm rot="5400000">
                <a:off x="7002321" y="2594120"/>
                <a:ext cx="1347709" cy="363170"/>
              </a:xfrm>
              <a:prstGeom prst="hexagon">
                <a:avLst>
                  <a:gd name="adj" fmla="val 23000"/>
                  <a:gd name="vf" fmla="val 115000"/>
                </a:avLst>
              </a:prstGeom>
              <a:gradFill>
                <a:gsLst>
                  <a:gs pos="0">
                    <a:schemeClr val="accent1">
                      <a:lumMod val="60000"/>
                    </a:schemeClr>
                  </a:gs>
                  <a:gs pos="100000">
                    <a:schemeClr val="accent1">
                      <a:lumMod val="60000"/>
                    </a:schemeClr>
                  </a:gs>
                </a:gsLst>
                <a:lin ang="5400000" scaled="0"/>
              </a:gradFill>
              <a:ln w="3175" cap="flat" cmpd="sng" algn="ctr">
                <a:solidFill>
                  <a:schemeClr val="accent1">
                    <a:lumMod val="50000"/>
                  </a:schemeClr>
                </a:solidFill>
                <a:prstDash val="solid"/>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7" name="그룹 6"/>
              <p:cNvGrpSpPr/>
              <p:nvPr/>
            </p:nvGrpSpPr>
            <p:grpSpPr>
              <a:xfrm>
                <a:off x="7478342" y="1549400"/>
                <a:ext cx="395669" cy="1913534"/>
                <a:chOff x="7478342" y="1549400"/>
                <a:chExt cx="395669" cy="1913534"/>
              </a:xfrm>
            </p:grpSpPr>
            <p:grpSp>
              <p:nvGrpSpPr>
                <p:cNvPr id="298" name="그룹 297"/>
                <p:cNvGrpSpPr/>
                <p:nvPr/>
              </p:nvGrpSpPr>
              <p:grpSpPr>
                <a:xfrm>
                  <a:off x="7478342" y="1549400"/>
                  <a:ext cx="395669" cy="1913534"/>
                  <a:chOff x="4422776" y="2616200"/>
                  <a:chExt cx="719832" cy="1546224"/>
                </a:xfrm>
              </p:grpSpPr>
              <p:sp>
                <p:nvSpPr>
                  <p:cNvPr id="302" name="사다리꼴 301"/>
                  <p:cNvSpPr/>
                  <p:nvPr/>
                </p:nvSpPr>
                <p:spPr>
                  <a:xfrm rot="16200000">
                    <a:off x="3829622" y="3209354"/>
                    <a:ext cx="1546224" cy="359916"/>
                  </a:xfrm>
                  <a:prstGeom prst="trapezoid">
                    <a:avLst>
                      <a:gd name="adj" fmla="val 45000"/>
                    </a:avLst>
                  </a:prstGeom>
                  <a:gradFill>
                    <a:gsLst>
                      <a:gs pos="0">
                        <a:schemeClr val="tx1">
                          <a:alpha val="5000"/>
                        </a:schemeClr>
                      </a:gs>
                      <a:gs pos="100000">
                        <a:schemeClr val="tx1">
                          <a:alpha val="0"/>
                        </a:schemeClr>
                      </a:gs>
                    </a:gsLst>
                    <a:lin ang="1080000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303" name="사다리꼴 302"/>
                  <p:cNvSpPr/>
                  <p:nvPr/>
                </p:nvSpPr>
                <p:spPr>
                  <a:xfrm rot="5400000" flipH="1">
                    <a:off x="4189538" y="3209354"/>
                    <a:ext cx="1546224" cy="359916"/>
                  </a:xfrm>
                  <a:prstGeom prst="trapezoid">
                    <a:avLst>
                      <a:gd name="adj" fmla="val 45000"/>
                    </a:avLst>
                  </a:prstGeom>
                  <a:gradFill>
                    <a:gsLst>
                      <a:gs pos="0">
                        <a:schemeClr val="tx1">
                          <a:alpha val="5000"/>
                        </a:schemeClr>
                      </a:gs>
                      <a:gs pos="100000">
                        <a:schemeClr val="tx1">
                          <a:alpha val="0"/>
                        </a:schemeClr>
                      </a:gs>
                    </a:gsLst>
                    <a:lin ang="1080000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300" name="사다리꼴 299"/>
                <p:cNvSpPr/>
                <p:nvPr/>
              </p:nvSpPr>
              <p:spPr>
                <a:xfrm rot="5400000">
                  <a:off x="6711446" y="2407577"/>
                  <a:ext cx="1731626" cy="197834"/>
                </a:xfrm>
                <a:prstGeom prst="trapezoid">
                  <a:avLst>
                    <a:gd name="adj" fmla="val 45000"/>
                  </a:avLst>
                </a:prstGeom>
                <a:gradFill>
                  <a:gsLst>
                    <a:gs pos="0">
                      <a:schemeClr val="tx1">
                        <a:alpha val="5000"/>
                      </a:schemeClr>
                    </a:gs>
                    <a:gs pos="100000">
                      <a:schemeClr val="tx1">
                        <a:alpha val="0"/>
                      </a:schemeClr>
                    </a:gs>
                  </a:gsLst>
                  <a:lin ang="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301" name="사다리꼴 300"/>
                <p:cNvSpPr/>
                <p:nvPr/>
              </p:nvSpPr>
              <p:spPr>
                <a:xfrm rot="16200000" flipH="1">
                  <a:off x="6909281" y="2407578"/>
                  <a:ext cx="1731626" cy="197834"/>
                </a:xfrm>
                <a:prstGeom prst="trapezoid">
                  <a:avLst>
                    <a:gd name="adj" fmla="val 45000"/>
                  </a:avLst>
                </a:prstGeom>
                <a:gradFill>
                  <a:gsLst>
                    <a:gs pos="0">
                      <a:schemeClr val="tx1">
                        <a:alpha val="5000"/>
                      </a:schemeClr>
                    </a:gs>
                    <a:gs pos="100000">
                      <a:schemeClr val="tx1">
                        <a:alpha val="0"/>
                      </a:schemeClr>
                    </a:gs>
                  </a:gsLst>
                  <a:lin ang="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05" name="그룹 304"/>
              <p:cNvGrpSpPr/>
              <p:nvPr/>
            </p:nvGrpSpPr>
            <p:grpSpPr>
              <a:xfrm>
                <a:off x="7494591" y="2184400"/>
                <a:ext cx="363171" cy="1265160"/>
                <a:chOff x="6268438" y="2881838"/>
                <a:chExt cx="660709" cy="1116554"/>
              </a:xfrm>
            </p:grpSpPr>
            <p:sp>
              <p:nvSpPr>
                <p:cNvPr id="306" name="평행 사변형 305"/>
                <p:cNvSpPr>
                  <a:spLocks/>
                </p:cNvSpPr>
                <p:nvPr/>
              </p:nvSpPr>
              <p:spPr>
                <a:xfrm rot="5400000">
                  <a:off x="5875338" y="3274938"/>
                  <a:ext cx="1116553" cy="330354"/>
                </a:xfrm>
                <a:prstGeom prst="parallelogram">
                  <a:avLst>
                    <a:gd name="adj" fmla="val 45000"/>
                  </a:avLst>
                </a:prstGeom>
                <a:gradFill>
                  <a:gsLst>
                    <a:gs pos="0">
                      <a:schemeClr val="accent1">
                        <a:lumMod val="85000"/>
                      </a:schemeClr>
                    </a:gs>
                    <a:gs pos="100000">
                      <a:schemeClr val="accent1">
                        <a:lumMod val="85000"/>
                      </a:schemeClr>
                    </a:gs>
                  </a:gsLst>
                  <a:lin ang="5400000" scaled="0"/>
                </a:gradFill>
                <a:ln w="3175">
                  <a:solidFill>
                    <a:schemeClr val="accent1">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07" name="평행 사변형 306"/>
                <p:cNvSpPr>
                  <a:spLocks/>
                </p:cNvSpPr>
                <p:nvPr/>
              </p:nvSpPr>
              <p:spPr>
                <a:xfrm rot="16200000" flipH="1">
                  <a:off x="6205693" y="3274939"/>
                  <a:ext cx="1116553" cy="330354"/>
                </a:xfrm>
                <a:prstGeom prst="parallelogram">
                  <a:avLst>
                    <a:gd name="adj" fmla="val 45000"/>
                  </a:avLst>
                </a:prstGeom>
                <a:solidFill>
                  <a:schemeClr val="accent1"/>
                </a:solidFill>
                <a:ln w="3175">
                  <a:solidFill>
                    <a:schemeClr val="accent1">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grpSp>
      <p:grpSp>
        <p:nvGrpSpPr>
          <p:cNvPr id="128" name="그룹 127"/>
          <p:cNvGrpSpPr/>
          <p:nvPr/>
        </p:nvGrpSpPr>
        <p:grpSpPr>
          <a:xfrm>
            <a:off x="2759325" y="2336372"/>
            <a:ext cx="814745" cy="1126569"/>
            <a:chOff x="4849442" y="2336365"/>
            <a:chExt cx="814745" cy="1126569"/>
          </a:xfrm>
        </p:grpSpPr>
        <p:grpSp>
          <p:nvGrpSpPr>
            <p:cNvPr id="236" name="그룹 235"/>
            <p:cNvGrpSpPr/>
            <p:nvPr/>
          </p:nvGrpSpPr>
          <p:grpSpPr>
            <a:xfrm>
              <a:off x="5251461" y="2336365"/>
              <a:ext cx="412726" cy="319468"/>
              <a:chOff x="3931564" y="1847415"/>
              <a:chExt cx="412726" cy="319468"/>
            </a:xfrm>
          </p:grpSpPr>
          <p:grpSp>
            <p:nvGrpSpPr>
              <p:cNvPr id="242" name="그룹 241"/>
              <p:cNvGrpSpPr/>
              <p:nvPr/>
            </p:nvGrpSpPr>
            <p:grpSpPr>
              <a:xfrm>
                <a:off x="3973389" y="1847415"/>
                <a:ext cx="363785" cy="319468"/>
                <a:chOff x="3892426" y="1847415"/>
                <a:chExt cx="363785" cy="319468"/>
              </a:xfrm>
            </p:grpSpPr>
            <p:sp>
              <p:nvSpPr>
                <p:cNvPr id="244" name="TextBox 243"/>
                <p:cNvSpPr txBox="1"/>
                <p:nvPr/>
              </p:nvSpPr>
              <p:spPr>
                <a:xfrm>
                  <a:off x="3892426" y="1982217"/>
                  <a:ext cx="363785" cy="184666"/>
                </a:xfrm>
                <a:prstGeom prst="rect">
                  <a:avLst/>
                </a:prstGeom>
                <a:noFill/>
              </p:spPr>
              <p:txBody>
                <a:bodyPr wrap="square" lIns="0" tIns="0" rIns="0" bIns="0" rtlCol="0" anchor="b">
                  <a:spAutoFit/>
                </a:bodyPr>
                <a:lstStyle/>
                <a:p>
                  <a:pPr algn="r"/>
                  <a:r>
                    <a:rPr lang="nb-NO" altLang="ko-KR" sz="12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45</a:t>
                  </a:r>
                  <a:r>
                    <a:rPr lang="nb-NO" altLang="ko-KR"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sp>
              <p:nvSpPr>
                <p:cNvPr id="245" name="TextBox 244"/>
                <p:cNvSpPr txBox="1"/>
                <p:nvPr/>
              </p:nvSpPr>
              <p:spPr>
                <a:xfrm>
                  <a:off x="3892426" y="1847415"/>
                  <a:ext cx="363785" cy="123111"/>
                </a:xfrm>
                <a:prstGeom prst="rect">
                  <a:avLst/>
                </a:prstGeom>
                <a:noFill/>
              </p:spPr>
              <p:txBody>
                <a:bodyPr wrap="square" lIns="0" tIns="0" rIns="0" bIns="0" rtlCol="0" anchor="b">
                  <a:spAutoFit/>
                </a:bodyPr>
                <a:lstStyle/>
                <a:p>
                  <a:pPr algn="r"/>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Total</a:t>
                  </a:r>
                  <a:endParaRPr lang="ko-KR" altLang="en-US"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grpSp>
          <p:cxnSp>
            <p:nvCxnSpPr>
              <p:cNvPr id="243" name="직선 연결선 242"/>
              <p:cNvCxnSpPr/>
              <p:nvPr/>
            </p:nvCxnSpPr>
            <p:spPr>
              <a:xfrm>
                <a:off x="3931564" y="1981200"/>
                <a:ext cx="412726" cy="0"/>
              </a:xfrm>
              <a:prstGeom prst="line">
                <a:avLst/>
              </a:prstGeom>
              <a:ln w="9525" cap="rnd">
                <a:solidFill>
                  <a:schemeClr val="tx2">
                    <a:alpha val="70000"/>
                  </a:schemeClr>
                </a:solidFill>
                <a:prstDash val="sysDot"/>
                <a:headEnd type="none" w="sm" len="sm"/>
              </a:ln>
            </p:spPr>
            <p:style>
              <a:lnRef idx="1">
                <a:schemeClr val="accent1"/>
              </a:lnRef>
              <a:fillRef idx="0">
                <a:schemeClr val="accent1"/>
              </a:fillRef>
              <a:effectRef idx="0">
                <a:schemeClr val="accent1"/>
              </a:effectRef>
              <a:fontRef idx="minor">
                <a:schemeClr val="tx1"/>
              </a:fontRef>
            </p:style>
          </p:cxnSp>
        </p:grpSp>
        <p:grpSp>
          <p:nvGrpSpPr>
            <p:cNvPr id="237" name="그룹 236"/>
            <p:cNvGrpSpPr/>
            <p:nvPr/>
          </p:nvGrpSpPr>
          <p:grpSpPr>
            <a:xfrm>
              <a:off x="5251461" y="3030368"/>
              <a:ext cx="412726" cy="319468"/>
              <a:chOff x="3931564" y="2897018"/>
              <a:chExt cx="412726" cy="319468"/>
            </a:xfrm>
          </p:grpSpPr>
          <p:grpSp>
            <p:nvGrpSpPr>
              <p:cNvPr id="238" name="그룹 237"/>
              <p:cNvGrpSpPr/>
              <p:nvPr/>
            </p:nvGrpSpPr>
            <p:grpSpPr>
              <a:xfrm>
                <a:off x="3973389" y="2897018"/>
                <a:ext cx="363785" cy="319468"/>
                <a:chOff x="3892426" y="1847415"/>
                <a:chExt cx="363785" cy="319468"/>
              </a:xfrm>
            </p:grpSpPr>
            <p:sp>
              <p:nvSpPr>
                <p:cNvPr id="240" name="TextBox 239"/>
                <p:cNvSpPr txBox="1"/>
                <p:nvPr/>
              </p:nvSpPr>
              <p:spPr>
                <a:xfrm>
                  <a:off x="3892426" y="1982217"/>
                  <a:ext cx="363785" cy="184666"/>
                </a:xfrm>
                <a:prstGeom prst="rect">
                  <a:avLst/>
                </a:prstGeom>
                <a:noFill/>
              </p:spPr>
              <p:txBody>
                <a:bodyPr wrap="square" lIns="0" tIns="0" rIns="0" bIns="0" rtlCol="0" anchor="b">
                  <a:spAutoFit/>
                </a:bodyPr>
                <a:lstStyle/>
                <a:p>
                  <a:pPr algn="r"/>
                  <a:r>
                    <a:rPr lang="nb-NO" altLang="ko-KR" sz="1200" b="1" dirty="0">
                      <a:gradFill>
                        <a:gsLst>
                          <a:gs pos="0">
                            <a:schemeClr val="accent1"/>
                          </a:gs>
                          <a:gs pos="100000">
                            <a:schemeClr val="accent1"/>
                          </a:gs>
                        </a:gsLst>
                        <a:lin ang="5400000" scaled="0"/>
                      </a:gradFill>
                      <a:latin typeface="Roboto Condensed Regular"/>
                      <a:ea typeface="Roboto Light" pitchFamily="2" charset="0"/>
                    </a:rPr>
                    <a:t>11</a:t>
                  </a:r>
                  <a:r>
                    <a:rPr lang="nb-NO" altLang="ko-KR" sz="1200" dirty="0">
                      <a:gradFill>
                        <a:gsLst>
                          <a:gs pos="0">
                            <a:schemeClr val="accent1"/>
                          </a:gs>
                          <a:gs pos="100000">
                            <a:schemeClr val="accent1"/>
                          </a:gs>
                        </a:gsLst>
                        <a:lin ang="5400000" scaled="0"/>
                      </a:gradFill>
                      <a:latin typeface="Roboto Condensed Regular"/>
                      <a:ea typeface="Roboto Light" pitchFamily="2" charset="0"/>
                    </a:rPr>
                    <a:t>%</a:t>
                  </a:r>
                  <a:endParaRPr lang="ko-KR" altLang="en-US" sz="1200" dirty="0">
                    <a:gradFill>
                      <a:gsLst>
                        <a:gs pos="0">
                          <a:schemeClr val="accent1"/>
                        </a:gs>
                        <a:gs pos="100000">
                          <a:schemeClr val="accent1"/>
                        </a:gs>
                      </a:gsLst>
                      <a:lin ang="5400000" scaled="0"/>
                    </a:gradFill>
                    <a:latin typeface="Roboto Condensed Regular"/>
                    <a:ea typeface="Roboto Light" pitchFamily="2" charset="0"/>
                  </a:endParaRPr>
                </a:p>
              </p:txBody>
            </p:sp>
            <p:sp>
              <p:nvSpPr>
                <p:cNvPr id="241" name="TextBox 240"/>
                <p:cNvSpPr txBox="1"/>
                <p:nvPr/>
              </p:nvSpPr>
              <p:spPr>
                <a:xfrm>
                  <a:off x="3892426" y="1847415"/>
                  <a:ext cx="363785" cy="123111"/>
                </a:xfrm>
                <a:prstGeom prst="rect">
                  <a:avLst/>
                </a:prstGeom>
                <a:noFill/>
              </p:spPr>
              <p:txBody>
                <a:bodyPr wrap="square" lIns="0" tIns="0" rIns="0" bIns="0" rtlCol="0" anchor="b">
                  <a:spAutoFit/>
                </a:bodyPr>
                <a:lstStyle/>
                <a:p>
                  <a:pPr algn="r"/>
                  <a:r>
                    <a:rPr lang="nb-NO" altLang="ko-KR" sz="800" b="1" dirty="0">
                      <a:gradFill>
                        <a:gsLst>
                          <a:gs pos="0">
                            <a:schemeClr val="accent1"/>
                          </a:gs>
                          <a:gs pos="100000">
                            <a:schemeClr val="accent1"/>
                          </a:gs>
                        </a:gsLst>
                        <a:lin ang="5400000" scaled="0"/>
                      </a:gradFill>
                      <a:latin typeface="Roboto Condensed Regular"/>
                      <a:ea typeface="Roboto Light" pitchFamily="2" charset="0"/>
                    </a:rPr>
                    <a:t>Products</a:t>
                  </a:r>
                  <a:endParaRPr lang="ko-KR" altLang="en-US" sz="800" b="1" dirty="0">
                    <a:gradFill>
                      <a:gsLst>
                        <a:gs pos="0">
                          <a:schemeClr val="accent1"/>
                        </a:gs>
                        <a:gs pos="100000">
                          <a:schemeClr val="accent1"/>
                        </a:gs>
                      </a:gsLst>
                      <a:lin ang="5400000" scaled="0"/>
                    </a:gradFill>
                    <a:latin typeface="Roboto Condensed Regular"/>
                    <a:ea typeface="Roboto Light" pitchFamily="2" charset="0"/>
                  </a:endParaRPr>
                </a:p>
              </p:txBody>
            </p:sp>
          </p:grpSp>
          <p:cxnSp>
            <p:nvCxnSpPr>
              <p:cNvPr id="239" name="직선 연결선 238"/>
              <p:cNvCxnSpPr/>
              <p:nvPr/>
            </p:nvCxnSpPr>
            <p:spPr>
              <a:xfrm>
                <a:off x="3931564" y="3030803"/>
                <a:ext cx="412726" cy="0"/>
              </a:xfrm>
              <a:prstGeom prst="line">
                <a:avLst/>
              </a:prstGeom>
              <a:ln w="9525" cap="rnd">
                <a:gradFill>
                  <a:gsLst>
                    <a:gs pos="0">
                      <a:schemeClr val="accent1"/>
                    </a:gs>
                    <a:gs pos="99000">
                      <a:schemeClr val="accent1"/>
                    </a:gs>
                  </a:gsLst>
                  <a:lin ang="0" scaled="0"/>
                </a:gradFill>
                <a:prstDash val="sysDot"/>
                <a:headEnd type="none" w="sm" len="sm"/>
              </a:ln>
            </p:spPr>
            <p:style>
              <a:lnRef idx="1">
                <a:schemeClr val="accent1"/>
              </a:lnRef>
              <a:fillRef idx="0">
                <a:schemeClr val="accent1"/>
              </a:fillRef>
              <a:effectRef idx="0">
                <a:schemeClr val="accent1"/>
              </a:effectRef>
              <a:fontRef idx="minor">
                <a:schemeClr val="tx1"/>
              </a:fontRef>
            </p:style>
          </p:cxnSp>
        </p:grpSp>
        <p:grpSp>
          <p:nvGrpSpPr>
            <p:cNvPr id="18" name="그룹 17"/>
            <p:cNvGrpSpPr/>
            <p:nvPr/>
          </p:nvGrpSpPr>
          <p:grpSpPr>
            <a:xfrm>
              <a:off x="4849442" y="2381250"/>
              <a:ext cx="395669" cy="1081684"/>
              <a:chOff x="4849442" y="2381250"/>
              <a:chExt cx="395669" cy="1081684"/>
            </a:xfrm>
          </p:grpSpPr>
          <p:sp>
            <p:nvSpPr>
              <p:cNvPr id="252" name="육각형 251"/>
              <p:cNvSpPr>
                <a:spLocks/>
              </p:cNvSpPr>
              <p:nvPr/>
            </p:nvSpPr>
            <p:spPr>
              <a:xfrm rot="5400000">
                <a:off x="4859198" y="3079897"/>
                <a:ext cx="376156" cy="363170"/>
              </a:xfrm>
              <a:prstGeom prst="hexagon">
                <a:avLst>
                  <a:gd name="adj" fmla="val 23000"/>
                  <a:gd name="vf" fmla="val 115000"/>
                </a:avLst>
              </a:prstGeom>
              <a:gradFill>
                <a:gsLst>
                  <a:gs pos="0">
                    <a:schemeClr val="accent1">
                      <a:lumMod val="60000"/>
                    </a:schemeClr>
                  </a:gs>
                  <a:gs pos="100000">
                    <a:schemeClr val="accent1">
                      <a:lumMod val="60000"/>
                    </a:schemeClr>
                  </a:gs>
                </a:gsLst>
                <a:lin ang="5400000" scaled="0"/>
              </a:gradFill>
              <a:ln w="3175" cap="flat" cmpd="sng" algn="ctr">
                <a:solidFill>
                  <a:schemeClr val="accent1">
                    <a:lumMod val="50000"/>
                  </a:schemeClr>
                </a:solidFill>
                <a:prstDash val="solid"/>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69" name="그룹 68"/>
              <p:cNvGrpSpPr/>
              <p:nvPr/>
            </p:nvGrpSpPr>
            <p:grpSpPr>
              <a:xfrm>
                <a:off x="4849442" y="2381250"/>
                <a:ext cx="395669" cy="1081684"/>
                <a:chOff x="4849442" y="2381250"/>
                <a:chExt cx="395669" cy="1081684"/>
              </a:xfrm>
            </p:grpSpPr>
            <p:grpSp>
              <p:nvGrpSpPr>
                <p:cNvPr id="246" name="그룹 245"/>
                <p:cNvGrpSpPr/>
                <p:nvPr/>
              </p:nvGrpSpPr>
              <p:grpSpPr>
                <a:xfrm>
                  <a:off x="4849442" y="2381250"/>
                  <a:ext cx="395669" cy="1081684"/>
                  <a:chOff x="4422776" y="2616200"/>
                  <a:chExt cx="719832" cy="1546224"/>
                </a:xfrm>
              </p:grpSpPr>
              <p:sp>
                <p:nvSpPr>
                  <p:cNvPr id="250" name="사다리꼴 249"/>
                  <p:cNvSpPr/>
                  <p:nvPr/>
                </p:nvSpPr>
                <p:spPr>
                  <a:xfrm rot="16200000">
                    <a:off x="3829622" y="3209354"/>
                    <a:ext cx="1546224" cy="359916"/>
                  </a:xfrm>
                  <a:prstGeom prst="trapezoid">
                    <a:avLst>
                      <a:gd name="adj" fmla="val 45000"/>
                    </a:avLst>
                  </a:prstGeom>
                  <a:gradFill>
                    <a:gsLst>
                      <a:gs pos="0">
                        <a:schemeClr val="tx1">
                          <a:alpha val="5000"/>
                        </a:schemeClr>
                      </a:gs>
                      <a:gs pos="100000">
                        <a:schemeClr val="tx1">
                          <a:alpha val="0"/>
                        </a:schemeClr>
                      </a:gs>
                    </a:gsLst>
                    <a:lin ang="1080000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251" name="사다리꼴 250"/>
                  <p:cNvSpPr/>
                  <p:nvPr/>
                </p:nvSpPr>
                <p:spPr>
                  <a:xfrm rot="5400000" flipH="1">
                    <a:off x="4189538" y="3209354"/>
                    <a:ext cx="1546224" cy="359916"/>
                  </a:xfrm>
                  <a:prstGeom prst="trapezoid">
                    <a:avLst>
                      <a:gd name="adj" fmla="val 45000"/>
                    </a:avLst>
                  </a:prstGeom>
                  <a:gradFill>
                    <a:gsLst>
                      <a:gs pos="0">
                        <a:schemeClr val="tx1">
                          <a:alpha val="5000"/>
                        </a:schemeClr>
                      </a:gs>
                      <a:gs pos="100000">
                        <a:schemeClr val="tx1">
                          <a:alpha val="0"/>
                        </a:schemeClr>
                      </a:gs>
                    </a:gsLst>
                    <a:lin ang="1080000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47" name="그룹 246"/>
                <p:cNvGrpSpPr/>
                <p:nvPr/>
              </p:nvGrpSpPr>
              <p:grpSpPr>
                <a:xfrm>
                  <a:off x="4849442" y="2476500"/>
                  <a:ext cx="395669" cy="895808"/>
                  <a:chOff x="4422776" y="2781079"/>
                  <a:chExt cx="719832" cy="1216469"/>
                </a:xfrm>
              </p:grpSpPr>
              <p:sp>
                <p:nvSpPr>
                  <p:cNvPr id="248" name="사다리꼴 247"/>
                  <p:cNvSpPr/>
                  <p:nvPr/>
                </p:nvSpPr>
                <p:spPr>
                  <a:xfrm rot="5400000">
                    <a:off x="3994500" y="3209355"/>
                    <a:ext cx="1216468" cy="359916"/>
                  </a:xfrm>
                  <a:prstGeom prst="trapezoid">
                    <a:avLst>
                      <a:gd name="adj" fmla="val 45000"/>
                    </a:avLst>
                  </a:prstGeom>
                  <a:gradFill>
                    <a:gsLst>
                      <a:gs pos="0">
                        <a:schemeClr val="tx1">
                          <a:alpha val="5000"/>
                        </a:schemeClr>
                      </a:gs>
                      <a:gs pos="100000">
                        <a:schemeClr val="tx1">
                          <a:alpha val="0"/>
                        </a:schemeClr>
                      </a:gs>
                    </a:gsLst>
                    <a:lin ang="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249" name="사다리꼴 248"/>
                  <p:cNvSpPr/>
                  <p:nvPr/>
                </p:nvSpPr>
                <p:spPr>
                  <a:xfrm rot="16200000" flipH="1">
                    <a:off x="4354416" y="3209356"/>
                    <a:ext cx="1216468" cy="359916"/>
                  </a:xfrm>
                  <a:prstGeom prst="trapezoid">
                    <a:avLst>
                      <a:gd name="adj" fmla="val 45000"/>
                    </a:avLst>
                  </a:prstGeom>
                  <a:gradFill>
                    <a:gsLst>
                      <a:gs pos="0">
                        <a:schemeClr val="tx1">
                          <a:alpha val="5000"/>
                        </a:schemeClr>
                      </a:gs>
                      <a:gs pos="100000">
                        <a:schemeClr val="tx1">
                          <a:alpha val="0"/>
                        </a:schemeClr>
                      </a:gs>
                    </a:gsLst>
                    <a:lin ang="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grpSp>
          <p:grpSp>
            <p:nvGrpSpPr>
              <p:cNvPr id="253" name="그룹 252"/>
              <p:cNvGrpSpPr/>
              <p:nvPr/>
            </p:nvGrpSpPr>
            <p:grpSpPr>
              <a:xfrm>
                <a:off x="4865691" y="3162300"/>
                <a:ext cx="363171" cy="287260"/>
                <a:chOff x="6268438" y="2881838"/>
                <a:chExt cx="660709" cy="1116554"/>
              </a:xfrm>
            </p:grpSpPr>
            <p:sp>
              <p:nvSpPr>
                <p:cNvPr id="254" name="평행 사변형 253"/>
                <p:cNvSpPr>
                  <a:spLocks/>
                </p:cNvSpPr>
                <p:nvPr/>
              </p:nvSpPr>
              <p:spPr>
                <a:xfrm rot="5400000">
                  <a:off x="5875338" y="3274938"/>
                  <a:ext cx="1116553" cy="330354"/>
                </a:xfrm>
                <a:prstGeom prst="parallelogram">
                  <a:avLst>
                    <a:gd name="adj" fmla="val 45000"/>
                  </a:avLst>
                </a:prstGeom>
                <a:gradFill>
                  <a:gsLst>
                    <a:gs pos="0">
                      <a:schemeClr val="accent1">
                        <a:lumMod val="85000"/>
                      </a:schemeClr>
                    </a:gs>
                    <a:gs pos="100000">
                      <a:schemeClr val="accent1">
                        <a:lumMod val="85000"/>
                      </a:schemeClr>
                    </a:gs>
                  </a:gsLst>
                  <a:lin ang="5400000" scaled="0"/>
                </a:gradFill>
                <a:ln w="3175">
                  <a:solidFill>
                    <a:schemeClr val="accent1">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55" name="평행 사변형 254"/>
                <p:cNvSpPr>
                  <a:spLocks/>
                </p:cNvSpPr>
                <p:nvPr/>
              </p:nvSpPr>
              <p:spPr>
                <a:xfrm rot="16200000" flipH="1">
                  <a:off x="6205693" y="3274939"/>
                  <a:ext cx="1116553" cy="330354"/>
                </a:xfrm>
                <a:prstGeom prst="parallelogram">
                  <a:avLst>
                    <a:gd name="adj" fmla="val 45000"/>
                  </a:avLst>
                </a:prstGeom>
                <a:solidFill>
                  <a:schemeClr val="accent1"/>
                </a:solidFill>
                <a:ln w="3175">
                  <a:solidFill>
                    <a:schemeClr val="accent1">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grpSp>
      <p:grpSp>
        <p:nvGrpSpPr>
          <p:cNvPr id="129" name="그룹 128"/>
          <p:cNvGrpSpPr/>
          <p:nvPr/>
        </p:nvGrpSpPr>
        <p:grpSpPr>
          <a:xfrm>
            <a:off x="4073775" y="1745822"/>
            <a:ext cx="899669" cy="1717119"/>
            <a:chOff x="6163892" y="1745815"/>
            <a:chExt cx="899669" cy="1717119"/>
          </a:xfrm>
        </p:grpSpPr>
        <p:grpSp>
          <p:nvGrpSpPr>
            <p:cNvPr id="262" name="그룹 261"/>
            <p:cNvGrpSpPr/>
            <p:nvPr/>
          </p:nvGrpSpPr>
          <p:grpSpPr>
            <a:xfrm>
              <a:off x="6559561" y="1745815"/>
              <a:ext cx="504000" cy="319468"/>
              <a:chOff x="3931564" y="1847415"/>
              <a:chExt cx="412726" cy="319468"/>
            </a:xfrm>
          </p:grpSpPr>
          <p:grpSp>
            <p:nvGrpSpPr>
              <p:cNvPr id="268" name="그룹 267"/>
              <p:cNvGrpSpPr/>
              <p:nvPr/>
            </p:nvGrpSpPr>
            <p:grpSpPr>
              <a:xfrm>
                <a:off x="3973389" y="1847415"/>
                <a:ext cx="363785" cy="319468"/>
                <a:chOff x="3892426" y="1847415"/>
                <a:chExt cx="363785" cy="319468"/>
              </a:xfrm>
            </p:grpSpPr>
            <p:sp>
              <p:nvSpPr>
                <p:cNvPr id="270" name="TextBox 269"/>
                <p:cNvSpPr txBox="1"/>
                <p:nvPr/>
              </p:nvSpPr>
              <p:spPr>
                <a:xfrm>
                  <a:off x="3892426" y="1982217"/>
                  <a:ext cx="363785" cy="184666"/>
                </a:xfrm>
                <a:prstGeom prst="rect">
                  <a:avLst/>
                </a:prstGeom>
                <a:noFill/>
              </p:spPr>
              <p:txBody>
                <a:bodyPr wrap="square" lIns="0" tIns="0" rIns="0" bIns="0" rtlCol="0" anchor="b">
                  <a:spAutoFit/>
                </a:bodyPr>
                <a:lstStyle/>
                <a:p>
                  <a:pPr algn="r"/>
                  <a:r>
                    <a:rPr lang="nb-NO" altLang="ko-KR" sz="12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77</a:t>
                  </a:r>
                  <a:r>
                    <a:rPr lang="nb-NO" altLang="ko-KR"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sp>
              <p:nvSpPr>
                <p:cNvPr id="271" name="TextBox 270"/>
                <p:cNvSpPr txBox="1"/>
                <p:nvPr/>
              </p:nvSpPr>
              <p:spPr>
                <a:xfrm>
                  <a:off x="3892426" y="1847415"/>
                  <a:ext cx="363785" cy="123111"/>
                </a:xfrm>
                <a:prstGeom prst="rect">
                  <a:avLst/>
                </a:prstGeom>
                <a:noFill/>
              </p:spPr>
              <p:txBody>
                <a:bodyPr wrap="square" lIns="0" tIns="0" rIns="0" bIns="0" rtlCol="0" anchor="b">
                  <a:spAutoFit/>
                </a:bodyPr>
                <a:lstStyle/>
                <a:p>
                  <a:pPr algn="r"/>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Total</a:t>
                  </a:r>
                  <a:endParaRPr lang="ko-KR" altLang="en-US"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grpSp>
          <p:cxnSp>
            <p:nvCxnSpPr>
              <p:cNvPr id="269" name="직선 연결선 268"/>
              <p:cNvCxnSpPr/>
              <p:nvPr/>
            </p:nvCxnSpPr>
            <p:spPr>
              <a:xfrm>
                <a:off x="3931564" y="1981200"/>
                <a:ext cx="412726" cy="0"/>
              </a:xfrm>
              <a:prstGeom prst="line">
                <a:avLst/>
              </a:prstGeom>
              <a:ln w="9525" cap="rnd">
                <a:solidFill>
                  <a:schemeClr val="tx2">
                    <a:alpha val="70000"/>
                  </a:schemeClr>
                </a:solidFill>
                <a:prstDash val="sysDot"/>
                <a:headEnd type="none" w="sm" len="sm"/>
              </a:ln>
            </p:spPr>
            <p:style>
              <a:lnRef idx="1">
                <a:schemeClr val="accent1"/>
              </a:lnRef>
              <a:fillRef idx="0">
                <a:schemeClr val="accent1"/>
              </a:fillRef>
              <a:effectRef idx="0">
                <a:schemeClr val="accent1"/>
              </a:effectRef>
              <a:fontRef idx="minor">
                <a:schemeClr val="tx1"/>
              </a:fontRef>
            </p:style>
          </p:cxnSp>
        </p:grpSp>
        <p:grpSp>
          <p:nvGrpSpPr>
            <p:cNvPr id="263" name="그룹 262"/>
            <p:cNvGrpSpPr/>
            <p:nvPr/>
          </p:nvGrpSpPr>
          <p:grpSpPr>
            <a:xfrm>
              <a:off x="6559561" y="2897018"/>
              <a:ext cx="504000" cy="319468"/>
              <a:chOff x="3931564" y="2897018"/>
              <a:chExt cx="412726" cy="319468"/>
            </a:xfrm>
          </p:grpSpPr>
          <p:grpSp>
            <p:nvGrpSpPr>
              <p:cNvPr id="264" name="그룹 263"/>
              <p:cNvGrpSpPr/>
              <p:nvPr/>
            </p:nvGrpSpPr>
            <p:grpSpPr>
              <a:xfrm>
                <a:off x="3973389" y="2897018"/>
                <a:ext cx="363785" cy="319468"/>
                <a:chOff x="3892426" y="1847415"/>
                <a:chExt cx="363785" cy="319468"/>
              </a:xfrm>
            </p:grpSpPr>
            <p:sp>
              <p:nvSpPr>
                <p:cNvPr id="266" name="TextBox 265"/>
                <p:cNvSpPr txBox="1"/>
                <p:nvPr/>
              </p:nvSpPr>
              <p:spPr>
                <a:xfrm>
                  <a:off x="3892426" y="1982217"/>
                  <a:ext cx="363785" cy="184666"/>
                </a:xfrm>
                <a:prstGeom prst="rect">
                  <a:avLst/>
                </a:prstGeom>
                <a:noFill/>
              </p:spPr>
              <p:txBody>
                <a:bodyPr wrap="square" lIns="0" tIns="0" rIns="0" bIns="0" rtlCol="0" anchor="b">
                  <a:spAutoFit/>
                </a:bodyPr>
                <a:lstStyle/>
                <a:p>
                  <a:pPr algn="r"/>
                  <a:r>
                    <a:rPr lang="nb-NO" altLang="ko-KR" sz="1200" b="1" dirty="0">
                      <a:gradFill>
                        <a:gsLst>
                          <a:gs pos="0">
                            <a:schemeClr val="accent1"/>
                          </a:gs>
                          <a:gs pos="100000">
                            <a:schemeClr val="accent1"/>
                          </a:gs>
                        </a:gsLst>
                        <a:lin ang="5400000" scaled="0"/>
                      </a:gradFill>
                      <a:latin typeface="Roboto Condensed Regular"/>
                      <a:ea typeface="Roboto Light" pitchFamily="2" charset="0"/>
                    </a:rPr>
                    <a:t>26</a:t>
                  </a:r>
                  <a:r>
                    <a:rPr lang="nb-NO" altLang="ko-KR" sz="1200" dirty="0">
                      <a:gradFill>
                        <a:gsLst>
                          <a:gs pos="0">
                            <a:schemeClr val="accent1"/>
                          </a:gs>
                          <a:gs pos="100000">
                            <a:schemeClr val="accent1"/>
                          </a:gs>
                        </a:gsLst>
                        <a:lin ang="5400000" scaled="0"/>
                      </a:gradFill>
                      <a:latin typeface="Roboto Condensed Regular"/>
                      <a:ea typeface="Roboto Light" pitchFamily="2" charset="0"/>
                    </a:rPr>
                    <a:t>%</a:t>
                  </a:r>
                  <a:endParaRPr lang="ko-KR" altLang="en-US" sz="1200" dirty="0">
                    <a:gradFill>
                      <a:gsLst>
                        <a:gs pos="0">
                          <a:schemeClr val="accent1"/>
                        </a:gs>
                        <a:gs pos="100000">
                          <a:schemeClr val="accent1"/>
                        </a:gs>
                      </a:gsLst>
                      <a:lin ang="5400000" scaled="0"/>
                    </a:gradFill>
                    <a:latin typeface="Roboto Condensed Regular"/>
                    <a:ea typeface="Roboto Light" pitchFamily="2" charset="0"/>
                  </a:endParaRPr>
                </a:p>
              </p:txBody>
            </p:sp>
            <p:sp>
              <p:nvSpPr>
                <p:cNvPr id="267" name="TextBox 266"/>
                <p:cNvSpPr txBox="1"/>
                <p:nvPr/>
              </p:nvSpPr>
              <p:spPr>
                <a:xfrm>
                  <a:off x="3892426" y="1847415"/>
                  <a:ext cx="363785" cy="123111"/>
                </a:xfrm>
                <a:prstGeom prst="rect">
                  <a:avLst/>
                </a:prstGeom>
                <a:noFill/>
              </p:spPr>
              <p:txBody>
                <a:bodyPr wrap="square" lIns="0" tIns="0" rIns="0" bIns="0" rtlCol="0" anchor="b">
                  <a:spAutoFit/>
                </a:bodyPr>
                <a:lstStyle/>
                <a:p>
                  <a:pPr algn="r"/>
                  <a:r>
                    <a:rPr lang="nb-NO" altLang="ko-KR" sz="800" b="1" dirty="0">
                      <a:gradFill>
                        <a:gsLst>
                          <a:gs pos="0">
                            <a:schemeClr val="accent1"/>
                          </a:gs>
                          <a:gs pos="100000">
                            <a:schemeClr val="accent1"/>
                          </a:gs>
                        </a:gsLst>
                        <a:lin ang="5400000" scaled="0"/>
                      </a:gradFill>
                      <a:latin typeface="Roboto Condensed Regular"/>
                      <a:ea typeface="Roboto Light" pitchFamily="2" charset="0"/>
                    </a:rPr>
                    <a:t>Products</a:t>
                  </a:r>
                  <a:endParaRPr lang="ko-KR" altLang="en-US" sz="800" b="1" dirty="0">
                    <a:gradFill>
                      <a:gsLst>
                        <a:gs pos="0">
                          <a:schemeClr val="accent1"/>
                        </a:gs>
                        <a:gs pos="100000">
                          <a:schemeClr val="accent1"/>
                        </a:gs>
                      </a:gsLst>
                      <a:lin ang="5400000" scaled="0"/>
                    </a:gradFill>
                    <a:latin typeface="Roboto Condensed Regular"/>
                    <a:ea typeface="Roboto Light" pitchFamily="2" charset="0"/>
                  </a:endParaRPr>
                </a:p>
              </p:txBody>
            </p:sp>
          </p:grpSp>
          <p:cxnSp>
            <p:nvCxnSpPr>
              <p:cNvPr id="265" name="직선 연결선 264"/>
              <p:cNvCxnSpPr/>
              <p:nvPr/>
            </p:nvCxnSpPr>
            <p:spPr>
              <a:xfrm>
                <a:off x="3931564" y="3030803"/>
                <a:ext cx="412726" cy="0"/>
              </a:xfrm>
              <a:prstGeom prst="line">
                <a:avLst/>
              </a:prstGeom>
              <a:ln w="9525" cap="rnd">
                <a:gradFill>
                  <a:gsLst>
                    <a:gs pos="0">
                      <a:schemeClr val="accent1"/>
                    </a:gs>
                    <a:gs pos="99000">
                      <a:schemeClr val="accent1"/>
                    </a:gs>
                  </a:gsLst>
                  <a:lin ang="0" scaled="0"/>
                </a:gradFill>
                <a:prstDash val="sysDot"/>
                <a:headEnd type="none" w="sm" len="sm"/>
              </a:ln>
            </p:spPr>
            <p:style>
              <a:lnRef idx="1">
                <a:schemeClr val="accent1"/>
              </a:lnRef>
              <a:fillRef idx="0">
                <a:schemeClr val="accent1"/>
              </a:fillRef>
              <a:effectRef idx="0">
                <a:schemeClr val="accent1"/>
              </a:effectRef>
              <a:fontRef idx="minor">
                <a:schemeClr val="tx1"/>
              </a:fontRef>
            </p:style>
          </p:cxnSp>
        </p:grpSp>
        <p:grpSp>
          <p:nvGrpSpPr>
            <p:cNvPr id="19" name="그룹 18"/>
            <p:cNvGrpSpPr/>
            <p:nvPr/>
          </p:nvGrpSpPr>
          <p:grpSpPr>
            <a:xfrm>
              <a:off x="6163892" y="1778000"/>
              <a:ext cx="395669" cy="1684934"/>
              <a:chOff x="6163892" y="1778000"/>
              <a:chExt cx="395669" cy="1684934"/>
            </a:xfrm>
          </p:grpSpPr>
          <p:sp>
            <p:nvSpPr>
              <p:cNvPr id="278" name="육각형 277"/>
              <p:cNvSpPr>
                <a:spLocks/>
              </p:cNvSpPr>
              <p:nvPr/>
            </p:nvSpPr>
            <p:spPr>
              <a:xfrm rot="5400000">
                <a:off x="6012118" y="2918367"/>
                <a:ext cx="699215" cy="363170"/>
              </a:xfrm>
              <a:prstGeom prst="hexagon">
                <a:avLst>
                  <a:gd name="adj" fmla="val 23000"/>
                  <a:gd name="vf" fmla="val 115000"/>
                </a:avLst>
              </a:prstGeom>
              <a:gradFill>
                <a:gsLst>
                  <a:gs pos="0">
                    <a:schemeClr val="accent1">
                      <a:lumMod val="60000"/>
                    </a:schemeClr>
                  </a:gs>
                  <a:gs pos="100000">
                    <a:schemeClr val="accent1">
                      <a:lumMod val="60000"/>
                    </a:schemeClr>
                  </a:gs>
                </a:gsLst>
                <a:lin ang="5400000" scaled="0"/>
              </a:gradFill>
              <a:ln w="3175" cap="flat" cmpd="sng" algn="ctr">
                <a:solidFill>
                  <a:schemeClr val="accent1">
                    <a:lumMod val="50000"/>
                  </a:schemeClr>
                </a:solidFill>
                <a:prstDash val="solid"/>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4" name="그룹 3"/>
              <p:cNvGrpSpPr/>
              <p:nvPr/>
            </p:nvGrpSpPr>
            <p:grpSpPr>
              <a:xfrm>
                <a:off x="6163892" y="1778000"/>
                <a:ext cx="395669" cy="1684934"/>
                <a:chOff x="6163892" y="1778000"/>
                <a:chExt cx="395669" cy="1684934"/>
              </a:xfrm>
            </p:grpSpPr>
            <p:grpSp>
              <p:nvGrpSpPr>
                <p:cNvPr id="272" name="그룹 271"/>
                <p:cNvGrpSpPr/>
                <p:nvPr/>
              </p:nvGrpSpPr>
              <p:grpSpPr>
                <a:xfrm>
                  <a:off x="6163892" y="1778000"/>
                  <a:ext cx="395669" cy="1684934"/>
                  <a:chOff x="4422776" y="2616200"/>
                  <a:chExt cx="719832" cy="1546224"/>
                </a:xfrm>
              </p:grpSpPr>
              <p:sp>
                <p:nvSpPr>
                  <p:cNvPr id="276" name="사다리꼴 275"/>
                  <p:cNvSpPr/>
                  <p:nvPr/>
                </p:nvSpPr>
                <p:spPr>
                  <a:xfrm rot="16200000">
                    <a:off x="3829622" y="3209354"/>
                    <a:ext cx="1546224" cy="359916"/>
                  </a:xfrm>
                  <a:prstGeom prst="trapezoid">
                    <a:avLst>
                      <a:gd name="adj" fmla="val 45000"/>
                    </a:avLst>
                  </a:prstGeom>
                  <a:gradFill>
                    <a:gsLst>
                      <a:gs pos="0">
                        <a:schemeClr val="tx1">
                          <a:alpha val="5000"/>
                        </a:schemeClr>
                      </a:gs>
                      <a:gs pos="100000">
                        <a:schemeClr val="tx1">
                          <a:alpha val="0"/>
                        </a:schemeClr>
                      </a:gs>
                    </a:gsLst>
                    <a:lin ang="1080000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277" name="사다리꼴 276"/>
                  <p:cNvSpPr/>
                  <p:nvPr/>
                </p:nvSpPr>
                <p:spPr>
                  <a:xfrm rot="5400000" flipH="1">
                    <a:off x="4189538" y="3209354"/>
                    <a:ext cx="1546224" cy="359916"/>
                  </a:xfrm>
                  <a:prstGeom prst="trapezoid">
                    <a:avLst>
                      <a:gd name="adj" fmla="val 45000"/>
                    </a:avLst>
                  </a:prstGeom>
                  <a:gradFill>
                    <a:gsLst>
                      <a:gs pos="0">
                        <a:schemeClr val="tx1">
                          <a:alpha val="5000"/>
                        </a:schemeClr>
                      </a:gs>
                      <a:gs pos="100000">
                        <a:schemeClr val="tx1">
                          <a:alpha val="0"/>
                        </a:schemeClr>
                      </a:gs>
                    </a:gsLst>
                    <a:lin ang="1080000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274" name="사다리꼴 273"/>
                <p:cNvSpPr/>
                <p:nvPr/>
              </p:nvSpPr>
              <p:spPr>
                <a:xfrm rot="5400000">
                  <a:off x="5511452" y="2522032"/>
                  <a:ext cx="1502715" cy="197834"/>
                </a:xfrm>
                <a:prstGeom prst="trapezoid">
                  <a:avLst>
                    <a:gd name="adj" fmla="val 45000"/>
                  </a:avLst>
                </a:prstGeom>
                <a:gradFill>
                  <a:gsLst>
                    <a:gs pos="0">
                      <a:schemeClr val="tx1">
                        <a:alpha val="5000"/>
                      </a:schemeClr>
                    </a:gs>
                    <a:gs pos="100000">
                      <a:schemeClr val="tx1">
                        <a:alpha val="0"/>
                      </a:schemeClr>
                    </a:gs>
                  </a:gsLst>
                  <a:lin ang="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275" name="사다리꼴 274"/>
                <p:cNvSpPr/>
                <p:nvPr/>
              </p:nvSpPr>
              <p:spPr>
                <a:xfrm rot="16200000" flipH="1">
                  <a:off x="5709286" y="2522033"/>
                  <a:ext cx="1502715" cy="197834"/>
                </a:xfrm>
                <a:prstGeom prst="trapezoid">
                  <a:avLst>
                    <a:gd name="adj" fmla="val 45000"/>
                  </a:avLst>
                </a:prstGeom>
                <a:gradFill>
                  <a:gsLst>
                    <a:gs pos="0">
                      <a:schemeClr val="tx1">
                        <a:alpha val="5000"/>
                      </a:schemeClr>
                    </a:gs>
                    <a:gs pos="100000">
                      <a:schemeClr val="tx1">
                        <a:alpha val="0"/>
                      </a:schemeClr>
                    </a:gs>
                  </a:gsLst>
                  <a:lin ang="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79" name="그룹 278"/>
              <p:cNvGrpSpPr/>
              <p:nvPr/>
            </p:nvGrpSpPr>
            <p:grpSpPr>
              <a:xfrm>
                <a:off x="6180141" y="2835826"/>
                <a:ext cx="363171" cy="613734"/>
                <a:chOff x="6268438" y="2881838"/>
                <a:chExt cx="660709" cy="1116554"/>
              </a:xfrm>
            </p:grpSpPr>
            <p:sp>
              <p:nvSpPr>
                <p:cNvPr id="280" name="평행 사변형 279"/>
                <p:cNvSpPr>
                  <a:spLocks/>
                </p:cNvSpPr>
                <p:nvPr/>
              </p:nvSpPr>
              <p:spPr>
                <a:xfrm rot="5400000">
                  <a:off x="5875338" y="3274938"/>
                  <a:ext cx="1116553" cy="330354"/>
                </a:xfrm>
                <a:prstGeom prst="parallelogram">
                  <a:avLst>
                    <a:gd name="adj" fmla="val 45000"/>
                  </a:avLst>
                </a:prstGeom>
                <a:gradFill>
                  <a:gsLst>
                    <a:gs pos="0">
                      <a:schemeClr val="accent1">
                        <a:lumMod val="85000"/>
                      </a:schemeClr>
                    </a:gs>
                    <a:gs pos="100000">
                      <a:schemeClr val="accent1">
                        <a:lumMod val="85000"/>
                      </a:schemeClr>
                    </a:gs>
                  </a:gsLst>
                  <a:lin ang="5400000" scaled="0"/>
                </a:gradFill>
                <a:ln w="3175">
                  <a:solidFill>
                    <a:schemeClr val="accent1">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81" name="평행 사변형 280"/>
                <p:cNvSpPr>
                  <a:spLocks/>
                </p:cNvSpPr>
                <p:nvPr/>
              </p:nvSpPr>
              <p:spPr>
                <a:xfrm rot="16200000" flipH="1">
                  <a:off x="6205693" y="3274939"/>
                  <a:ext cx="1116553" cy="330354"/>
                </a:xfrm>
                <a:prstGeom prst="parallelogram">
                  <a:avLst>
                    <a:gd name="adj" fmla="val 45000"/>
                  </a:avLst>
                </a:prstGeom>
                <a:solidFill>
                  <a:schemeClr val="accent1"/>
                </a:solidFill>
                <a:ln w="3175">
                  <a:solidFill>
                    <a:schemeClr val="accent1">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grpSp>
      <p:grpSp>
        <p:nvGrpSpPr>
          <p:cNvPr id="127" name="그룹 126"/>
          <p:cNvGrpSpPr/>
          <p:nvPr/>
        </p:nvGrpSpPr>
        <p:grpSpPr>
          <a:xfrm>
            <a:off x="1444870" y="2025220"/>
            <a:ext cx="814749" cy="1437723"/>
            <a:chOff x="3534988" y="2025215"/>
            <a:chExt cx="814749" cy="1437721"/>
          </a:xfrm>
        </p:grpSpPr>
        <p:grpSp>
          <p:nvGrpSpPr>
            <p:cNvPr id="28" name="그룹 27"/>
            <p:cNvGrpSpPr/>
            <p:nvPr/>
          </p:nvGrpSpPr>
          <p:grpSpPr>
            <a:xfrm>
              <a:off x="3937011" y="2025215"/>
              <a:ext cx="412726" cy="319468"/>
              <a:chOff x="3931564" y="1847415"/>
              <a:chExt cx="412726" cy="319468"/>
            </a:xfrm>
          </p:grpSpPr>
          <p:grpSp>
            <p:nvGrpSpPr>
              <p:cNvPr id="23" name="그룹 22"/>
              <p:cNvGrpSpPr/>
              <p:nvPr/>
            </p:nvGrpSpPr>
            <p:grpSpPr>
              <a:xfrm>
                <a:off x="3973389" y="1847415"/>
                <a:ext cx="363785" cy="319468"/>
                <a:chOff x="3892426" y="1847415"/>
                <a:chExt cx="363785" cy="319468"/>
              </a:xfrm>
            </p:grpSpPr>
            <p:sp>
              <p:nvSpPr>
                <p:cNvPr id="194" name="TextBox 193"/>
                <p:cNvSpPr txBox="1"/>
                <p:nvPr/>
              </p:nvSpPr>
              <p:spPr>
                <a:xfrm>
                  <a:off x="3892426" y="1982217"/>
                  <a:ext cx="363785" cy="184666"/>
                </a:xfrm>
                <a:prstGeom prst="rect">
                  <a:avLst/>
                </a:prstGeom>
                <a:noFill/>
              </p:spPr>
              <p:txBody>
                <a:bodyPr wrap="square" lIns="0" tIns="0" rIns="0" bIns="0" rtlCol="0" anchor="b">
                  <a:spAutoFit/>
                </a:bodyPr>
                <a:lstStyle/>
                <a:p>
                  <a:pPr algn="r"/>
                  <a:r>
                    <a:rPr lang="nb-NO" altLang="ko-KR" sz="12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60</a:t>
                  </a:r>
                  <a:r>
                    <a:rPr lang="nb-NO" altLang="ko-KR"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sp>
              <p:nvSpPr>
                <p:cNvPr id="195" name="TextBox 194"/>
                <p:cNvSpPr txBox="1"/>
                <p:nvPr/>
              </p:nvSpPr>
              <p:spPr>
                <a:xfrm>
                  <a:off x="3892426" y="1847415"/>
                  <a:ext cx="363785" cy="123111"/>
                </a:xfrm>
                <a:prstGeom prst="rect">
                  <a:avLst/>
                </a:prstGeom>
                <a:noFill/>
              </p:spPr>
              <p:txBody>
                <a:bodyPr wrap="square" lIns="0" tIns="0" rIns="0" bIns="0" rtlCol="0" anchor="b">
                  <a:spAutoFit/>
                </a:bodyPr>
                <a:lstStyle/>
                <a:p>
                  <a:pPr algn="r"/>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Total</a:t>
                  </a:r>
                  <a:endParaRPr lang="ko-KR" altLang="en-US"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endParaRPr>
                </a:p>
              </p:txBody>
            </p:sp>
          </p:grpSp>
          <p:cxnSp>
            <p:nvCxnSpPr>
              <p:cNvPr id="17" name="직선 연결선 16"/>
              <p:cNvCxnSpPr/>
              <p:nvPr/>
            </p:nvCxnSpPr>
            <p:spPr>
              <a:xfrm>
                <a:off x="3931564" y="1981200"/>
                <a:ext cx="412726" cy="0"/>
              </a:xfrm>
              <a:prstGeom prst="line">
                <a:avLst/>
              </a:prstGeom>
              <a:ln w="9525" cap="rnd">
                <a:solidFill>
                  <a:schemeClr val="tx2">
                    <a:alpha val="70000"/>
                  </a:schemeClr>
                </a:solidFill>
                <a:prstDash val="sysDot"/>
                <a:headEnd type="none" w="sm" len="sm"/>
              </a:ln>
            </p:spPr>
            <p:style>
              <a:lnRef idx="1">
                <a:schemeClr val="accent1"/>
              </a:lnRef>
              <a:fillRef idx="0">
                <a:schemeClr val="accent1"/>
              </a:fillRef>
              <a:effectRef idx="0">
                <a:schemeClr val="accent1"/>
              </a:effectRef>
              <a:fontRef idx="minor">
                <a:schemeClr val="tx1"/>
              </a:fontRef>
            </p:style>
          </p:cxnSp>
        </p:grpSp>
        <p:grpSp>
          <p:nvGrpSpPr>
            <p:cNvPr id="27" name="그룹 26"/>
            <p:cNvGrpSpPr/>
            <p:nvPr/>
          </p:nvGrpSpPr>
          <p:grpSpPr>
            <a:xfrm>
              <a:off x="3937011" y="2446168"/>
              <a:ext cx="412726" cy="319468"/>
              <a:chOff x="3931564" y="2897018"/>
              <a:chExt cx="412726" cy="319468"/>
            </a:xfrm>
          </p:grpSpPr>
          <p:grpSp>
            <p:nvGrpSpPr>
              <p:cNvPr id="200" name="그룹 199"/>
              <p:cNvGrpSpPr/>
              <p:nvPr/>
            </p:nvGrpSpPr>
            <p:grpSpPr>
              <a:xfrm>
                <a:off x="3973389" y="2897018"/>
                <a:ext cx="363785" cy="319468"/>
                <a:chOff x="3892426" y="1847415"/>
                <a:chExt cx="363785" cy="319468"/>
              </a:xfrm>
            </p:grpSpPr>
            <p:sp>
              <p:nvSpPr>
                <p:cNvPr id="202" name="TextBox 201"/>
                <p:cNvSpPr txBox="1"/>
                <p:nvPr/>
              </p:nvSpPr>
              <p:spPr>
                <a:xfrm>
                  <a:off x="3892426" y="1982217"/>
                  <a:ext cx="363785" cy="184666"/>
                </a:xfrm>
                <a:prstGeom prst="rect">
                  <a:avLst/>
                </a:prstGeom>
                <a:noFill/>
              </p:spPr>
              <p:txBody>
                <a:bodyPr wrap="square" lIns="0" tIns="0" rIns="0" bIns="0" rtlCol="0" anchor="b">
                  <a:spAutoFit/>
                </a:bodyPr>
                <a:lstStyle/>
                <a:p>
                  <a:pPr algn="r"/>
                  <a:r>
                    <a:rPr lang="nb-NO" altLang="ko-KR" sz="1200" b="1" dirty="0">
                      <a:gradFill>
                        <a:gsLst>
                          <a:gs pos="0">
                            <a:schemeClr val="accent1"/>
                          </a:gs>
                          <a:gs pos="100000">
                            <a:schemeClr val="accent1"/>
                          </a:gs>
                        </a:gsLst>
                        <a:lin ang="5400000" scaled="0"/>
                      </a:gradFill>
                      <a:latin typeface="Roboto Condensed Regular"/>
                      <a:ea typeface="Roboto Light" pitchFamily="2" charset="0"/>
                    </a:rPr>
                    <a:t>40</a:t>
                  </a:r>
                  <a:r>
                    <a:rPr lang="nb-NO" altLang="ko-KR" sz="1200" dirty="0">
                      <a:gradFill>
                        <a:gsLst>
                          <a:gs pos="0">
                            <a:schemeClr val="accent1"/>
                          </a:gs>
                          <a:gs pos="100000">
                            <a:schemeClr val="accent1"/>
                          </a:gs>
                        </a:gsLst>
                        <a:lin ang="5400000" scaled="0"/>
                      </a:gradFill>
                      <a:latin typeface="Roboto Condensed Regular"/>
                      <a:ea typeface="Roboto Light" pitchFamily="2" charset="0"/>
                    </a:rPr>
                    <a:t>%</a:t>
                  </a:r>
                  <a:endParaRPr lang="ko-KR" altLang="en-US" sz="1200" dirty="0">
                    <a:gradFill>
                      <a:gsLst>
                        <a:gs pos="0">
                          <a:schemeClr val="accent1"/>
                        </a:gs>
                        <a:gs pos="100000">
                          <a:schemeClr val="accent1"/>
                        </a:gs>
                      </a:gsLst>
                      <a:lin ang="5400000" scaled="0"/>
                    </a:gradFill>
                    <a:latin typeface="Roboto Condensed Regular"/>
                    <a:ea typeface="Roboto Light" pitchFamily="2" charset="0"/>
                  </a:endParaRPr>
                </a:p>
              </p:txBody>
            </p:sp>
            <p:sp>
              <p:nvSpPr>
                <p:cNvPr id="203" name="TextBox 202"/>
                <p:cNvSpPr txBox="1"/>
                <p:nvPr/>
              </p:nvSpPr>
              <p:spPr>
                <a:xfrm>
                  <a:off x="3892426" y="1847415"/>
                  <a:ext cx="363785" cy="123111"/>
                </a:xfrm>
                <a:prstGeom prst="rect">
                  <a:avLst/>
                </a:prstGeom>
                <a:noFill/>
              </p:spPr>
              <p:txBody>
                <a:bodyPr wrap="square" lIns="0" tIns="0" rIns="0" bIns="0" rtlCol="0" anchor="b">
                  <a:spAutoFit/>
                </a:bodyPr>
                <a:lstStyle/>
                <a:p>
                  <a:pPr algn="r"/>
                  <a:r>
                    <a:rPr lang="nb-NO" altLang="ko-KR" sz="800" b="1" dirty="0">
                      <a:gradFill>
                        <a:gsLst>
                          <a:gs pos="0">
                            <a:schemeClr val="accent1"/>
                          </a:gs>
                          <a:gs pos="100000">
                            <a:schemeClr val="accent1"/>
                          </a:gs>
                        </a:gsLst>
                        <a:lin ang="5400000" scaled="0"/>
                      </a:gradFill>
                      <a:latin typeface="Roboto Condensed Regular"/>
                      <a:ea typeface="Roboto Light" pitchFamily="2" charset="0"/>
                    </a:rPr>
                    <a:t>Products</a:t>
                  </a:r>
                  <a:endParaRPr lang="ko-KR" altLang="en-US" sz="800" b="1" dirty="0">
                    <a:gradFill>
                      <a:gsLst>
                        <a:gs pos="0">
                          <a:schemeClr val="accent1"/>
                        </a:gs>
                        <a:gs pos="100000">
                          <a:schemeClr val="accent1"/>
                        </a:gs>
                      </a:gsLst>
                      <a:lin ang="5400000" scaled="0"/>
                    </a:gradFill>
                    <a:latin typeface="Roboto Condensed Regular"/>
                    <a:ea typeface="Roboto Light" pitchFamily="2" charset="0"/>
                  </a:endParaRPr>
                </a:p>
              </p:txBody>
            </p:sp>
          </p:grpSp>
          <p:cxnSp>
            <p:nvCxnSpPr>
              <p:cNvPr id="201" name="직선 연결선 200"/>
              <p:cNvCxnSpPr/>
              <p:nvPr/>
            </p:nvCxnSpPr>
            <p:spPr>
              <a:xfrm>
                <a:off x="3931564" y="3030803"/>
                <a:ext cx="412726" cy="0"/>
              </a:xfrm>
              <a:prstGeom prst="line">
                <a:avLst/>
              </a:prstGeom>
              <a:ln w="9525" cap="rnd">
                <a:gradFill>
                  <a:gsLst>
                    <a:gs pos="0">
                      <a:schemeClr val="accent1"/>
                    </a:gs>
                    <a:gs pos="99000">
                      <a:schemeClr val="accent1"/>
                    </a:gs>
                  </a:gsLst>
                  <a:lin ang="0" scaled="0"/>
                </a:gradFill>
                <a:prstDash val="sysDot"/>
                <a:headEnd type="none" w="sm" len="sm"/>
              </a:ln>
            </p:spPr>
            <p:style>
              <a:lnRef idx="1">
                <a:schemeClr val="accent1"/>
              </a:lnRef>
              <a:fillRef idx="0">
                <a:schemeClr val="accent1"/>
              </a:fillRef>
              <a:effectRef idx="0">
                <a:schemeClr val="accent1"/>
              </a:effectRef>
              <a:fontRef idx="minor">
                <a:schemeClr val="tx1"/>
              </a:fontRef>
            </p:style>
          </p:cxnSp>
        </p:grpSp>
        <p:grpSp>
          <p:nvGrpSpPr>
            <p:cNvPr id="16" name="그룹 15"/>
            <p:cNvGrpSpPr/>
            <p:nvPr/>
          </p:nvGrpSpPr>
          <p:grpSpPr>
            <a:xfrm>
              <a:off x="3534988" y="2063750"/>
              <a:ext cx="395673" cy="1399186"/>
              <a:chOff x="3534988" y="2063750"/>
              <a:chExt cx="395673" cy="1399186"/>
            </a:xfrm>
          </p:grpSpPr>
          <p:sp>
            <p:nvSpPr>
              <p:cNvPr id="115" name="육각형 114"/>
              <p:cNvSpPr>
                <a:spLocks/>
              </p:cNvSpPr>
              <p:nvPr/>
            </p:nvSpPr>
            <p:spPr>
              <a:xfrm rot="5400000">
                <a:off x="3252646" y="2787795"/>
                <a:ext cx="960359" cy="363170"/>
              </a:xfrm>
              <a:prstGeom prst="hexagon">
                <a:avLst>
                  <a:gd name="adj" fmla="val 23000"/>
                  <a:gd name="vf" fmla="val 115000"/>
                </a:avLst>
              </a:prstGeom>
              <a:gradFill>
                <a:gsLst>
                  <a:gs pos="0">
                    <a:schemeClr val="accent1">
                      <a:lumMod val="60000"/>
                    </a:schemeClr>
                  </a:gs>
                  <a:gs pos="100000">
                    <a:schemeClr val="accent1">
                      <a:lumMod val="60000"/>
                    </a:schemeClr>
                  </a:gs>
                </a:gsLst>
                <a:lin ang="5400000" scaled="0"/>
              </a:gradFill>
              <a:ln w="3175" cap="flat" cmpd="sng" algn="ctr">
                <a:solidFill>
                  <a:schemeClr val="accent1">
                    <a:lumMod val="50000"/>
                  </a:schemeClr>
                </a:solidFill>
                <a:prstDash val="solid"/>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3" name="그룹 2"/>
              <p:cNvGrpSpPr/>
              <p:nvPr/>
            </p:nvGrpSpPr>
            <p:grpSpPr>
              <a:xfrm>
                <a:off x="3534988" y="2063750"/>
                <a:ext cx="395673" cy="1399186"/>
                <a:chOff x="3534988" y="2063750"/>
                <a:chExt cx="395673" cy="1399186"/>
              </a:xfrm>
            </p:grpSpPr>
            <p:grpSp>
              <p:nvGrpSpPr>
                <p:cNvPr id="114" name="그룹 113"/>
                <p:cNvGrpSpPr/>
                <p:nvPr/>
              </p:nvGrpSpPr>
              <p:grpSpPr>
                <a:xfrm>
                  <a:off x="3534992" y="2159000"/>
                  <a:ext cx="395669" cy="1213308"/>
                  <a:chOff x="4422776" y="2781079"/>
                  <a:chExt cx="719832" cy="1216469"/>
                </a:xfrm>
              </p:grpSpPr>
              <p:sp>
                <p:nvSpPr>
                  <p:cNvPr id="124" name="사다리꼴 123"/>
                  <p:cNvSpPr/>
                  <p:nvPr/>
                </p:nvSpPr>
                <p:spPr>
                  <a:xfrm rot="5400000">
                    <a:off x="3994500" y="3209355"/>
                    <a:ext cx="1216468" cy="359916"/>
                  </a:xfrm>
                  <a:prstGeom prst="trapezoid">
                    <a:avLst>
                      <a:gd name="adj" fmla="val 45000"/>
                    </a:avLst>
                  </a:prstGeom>
                  <a:gradFill>
                    <a:gsLst>
                      <a:gs pos="0">
                        <a:schemeClr val="tx1">
                          <a:alpha val="5000"/>
                        </a:schemeClr>
                      </a:gs>
                      <a:gs pos="100000">
                        <a:schemeClr val="tx1">
                          <a:alpha val="0"/>
                        </a:schemeClr>
                      </a:gs>
                    </a:gsLst>
                    <a:lin ang="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5" name="사다리꼴 124"/>
                  <p:cNvSpPr/>
                  <p:nvPr/>
                </p:nvSpPr>
                <p:spPr>
                  <a:xfrm rot="16200000" flipH="1">
                    <a:off x="4354416" y="3209356"/>
                    <a:ext cx="1216468" cy="359916"/>
                  </a:xfrm>
                  <a:prstGeom prst="trapezoid">
                    <a:avLst>
                      <a:gd name="adj" fmla="val 45000"/>
                    </a:avLst>
                  </a:prstGeom>
                  <a:gradFill>
                    <a:gsLst>
                      <a:gs pos="0">
                        <a:schemeClr val="tx1">
                          <a:alpha val="5000"/>
                        </a:schemeClr>
                      </a:gs>
                      <a:gs pos="100000">
                        <a:schemeClr val="tx1">
                          <a:alpha val="0"/>
                        </a:schemeClr>
                      </a:gs>
                    </a:gsLst>
                    <a:lin ang="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118" name="사다리꼴 117"/>
                <p:cNvSpPr/>
                <p:nvPr/>
              </p:nvSpPr>
              <p:spPr>
                <a:xfrm rot="16200000">
                  <a:off x="2934313" y="2664427"/>
                  <a:ext cx="1399184" cy="197834"/>
                </a:xfrm>
                <a:prstGeom prst="trapezoid">
                  <a:avLst>
                    <a:gd name="adj" fmla="val 45000"/>
                  </a:avLst>
                </a:prstGeom>
                <a:gradFill>
                  <a:gsLst>
                    <a:gs pos="0">
                      <a:schemeClr val="tx1">
                        <a:alpha val="5000"/>
                      </a:schemeClr>
                    </a:gs>
                    <a:gs pos="100000">
                      <a:schemeClr val="tx1">
                        <a:alpha val="0"/>
                      </a:schemeClr>
                    </a:gs>
                  </a:gsLst>
                  <a:lin ang="1080000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9" name="사다리꼴 118"/>
                <p:cNvSpPr/>
                <p:nvPr/>
              </p:nvSpPr>
              <p:spPr>
                <a:xfrm rot="5400000" flipH="1">
                  <a:off x="3132147" y="2664425"/>
                  <a:ext cx="1399184" cy="197834"/>
                </a:xfrm>
                <a:prstGeom prst="trapezoid">
                  <a:avLst>
                    <a:gd name="adj" fmla="val 45000"/>
                  </a:avLst>
                </a:prstGeom>
                <a:gradFill>
                  <a:gsLst>
                    <a:gs pos="0">
                      <a:schemeClr val="tx1">
                        <a:alpha val="5000"/>
                      </a:schemeClr>
                    </a:gs>
                    <a:gs pos="100000">
                      <a:schemeClr val="tx1">
                        <a:alpha val="0"/>
                      </a:schemeClr>
                    </a:gs>
                  </a:gsLst>
                  <a:lin ang="10800000" scaled="0"/>
                </a:gradFill>
                <a:ln w="3175" cap="rnd">
                  <a:solidFill>
                    <a:srgbClr val="000000">
                      <a:alpha val="20000"/>
                    </a:srgbClr>
                  </a:solidFill>
                  <a:prstDash val="solid"/>
                  <a:round/>
                  <a:headEnd/>
                  <a:tailEnd/>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8" name="그룹 7"/>
              <p:cNvGrpSpPr/>
              <p:nvPr/>
            </p:nvGrpSpPr>
            <p:grpSpPr>
              <a:xfrm>
                <a:off x="3551241" y="2571750"/>
                <a:ext cx="363171" cy="877810"/>
                <a:chOff x="3551241" y="2571750"/>
                <a:chExt cx="363171" cy="877810"/>
              </a:xfrm>
            </p:grpSpPr>
            <p:sp>
              <p:nvSpPr>
                <p:cNvPr id="122" name="평행 사변형 121"/>
                <p:cNvSpPr>
                  <a:spLocks/>
                </p:cNvSpPr>
                <p:nvPr/>
              </p:nvSpPr>
              <p:spPr>
                <a:xfrm rot="5400000">
                  <a:off x="3203129" y="2919862"/>
                  <a:ext cx="877809" cy="181585"/>
                </a:xfrm>
                <a:prstGeom prst="parallelogram">
                  <a:avLst>
                    <a:gd name="adj" fmla="val 45000"/>
                  </a:avLst>
                </a:prstGeom>
                <a:gradFill>
                  <a:gsLst>
                    <a:gs pos="0">
                      <a:schemeClr val="accent1">
                        <a:lumMod val="85000"/>
                      </a:schemeClr>
                    </a:gs>
                    <a:gs pos="100000">
                      <a:schemeClr val="accent1">
                        <a:lumMod val="85000"/>
                      </a:schemeClr>
                    </a:gs>
                  </a:gsLst>
                  <a:lin ang="5400000" scaled="0"/>
                </a:gradFill>
                <a:ln w="3175">
                  <a:solidFill>
                    <a:schemeClr val="accent1">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3" name="평행 사변형 122"/>
                <p:cNvSpPr>
                  <a:spLocks/>
                </p:cNvSpPr>
                <p:nvPr/>
              </p:nvSpPr>
              <p:spPr>
                <a:xfrm rot="16200000" flipH="1">
                  <a:off x="3384715" y="2919863"/>
                  <a:ext cx="877809" cy="181585"/>
                </a:xfrm>
                <a:prstGeom prst="parallelogram">
                  <a:avLst>
                    <a:gd name="adj" fmla="val 45000"/>
                  </a:avLst>
                </a:prstGeom>
                <a:solidFill>
                  <a:schemeClr val="accent1"/>
                </a:solidFill>
                <a:ln w="3175">
                  <a:solidFill>
                    <a:schemeClr val="accent1">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grpSp>
    </p:spTree>
    <p:extLst>
      <p:ext uri="{BB962C8B-B14F-4D97-AF65-F5344CB8AC3E}">
        <p14:creationId xmlns:p14="http://schemas.microsoft.com/office/powerpoint/2010/main" val="85500884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fade">
                                      <p:cBhvr>
                                        <p:cTn id="7" dur="500"/>
                                        <p:tgtEl>
                                          <p:spTgt spid="131"/>
                                        </p:tgtEl>
                                      </p:cBhvr>
                                    </p:animEffect>
                                    <p:anim calcmode="lin" valueType="num">
                                      <p:cBhvr>
                                        <p:cTn id="8" dur="500" fill="hold"/>
                                        <p:tgtEl>
                                          <p:spTgt spid="131"/>
                                        </p:tgtEl>
                                        <p:attrNameLst>
                                          <p:attrName>ppt_x</p:attrName>
                                        </p:attrNameLst>
                                      </p:cBhvr>
                                      <p:tavLst>
                                        <p:tav tm="0">
                                          <p:val>
                                            <p:strVal val="#ppt_x"/>
                                          </p:val>
                                        </p:tav>
                                        <p:tav tm="100000">
                                          <p:val>
                                            <p:strVal val="#ppt_x"/>
                                          </p:val>
                                        </p:tav>
                                      </p:tavLst>
                                    </p:anim>
                                    <p:anim calcmode="lin" valueType="num">
                                      <p:cBhvr>
                                        <p:cTn id="9" dur="500" fill="hold"/>
                                        <p:tgtEl>
                                          <p:spTgt spid="131"/>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127"/>
                                        </p:tgtEl>
                                        <p:attrNameLst>
                                          <p:attrName>style.visibility</p:attrName>
                                        </p:attrNameLst>
                                      </p:cBhvr>
                                      <p:to>
                                        <p:strVal val="visible"/>
                                      </p:to>
                                    </p:set>
                                    <p:animEffect transition="in" filter="fade">
                                      <p:cBhvr>
                                        <p:cTn id="13" dur="500"/>
                                        <p:tgtEl>
                                          <p:spTgt spid="127"/>
                                        </p:tgtEl>
                                      </p:cBhvr>
                                    </p:animEffect>
                                    <p:anim calcmode="lin" valueType="num">
                                      <p:cBhvr>
                                        <p:cTn id="14" dur="500" fill="hold"/>
                                        <p:tgtEl>
                                          <p:spTgt spid="127"/>
                                        </p:tgtEl>
                                        <p:attrNameLst>
                                          <p:attrName>ppt_x</p:attrName>
                                        </p:attrNameLst>
                                      </p:cBhvr>
                                      <p:tavLst>
                                        <p:tav tm="0">
                                          <p:val>
                                            <p:strVal val="#ppt_x"/>
                                          </p:val>
                                        </p:tav>
                                        <p:tav tm="100000">
                                          <p:val>
                                            <p:strVal val="#ppt_x"/>
                                          </p:val>
                                        </p:tav>
                                      </p:tavLst>
                                    </p:anim>
                                    <p:anim calcmode="lin" valueType="num">
                                      <p:cBhvr>
                                        <p:cTn id="15" dur="500" fill="hold"/>
                                        <p:tgtEl>
                                          <p:spTgt spid="127"/>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128"/>
                                        </p:tgtEl>
                                        <p:attrNameLst>
                                          <p:attrName>style.visibility</p:attrName>
                                        </p:attrNameLst>
                                      </p:cBhvr>
                                      <p:to>
                                        <p:strVal val="visible"/>
                                      </p:to>
                                    </p:set>
                                    <p:animEffect transition="in" filter="fade">
                                      <p:cBhvr>
                                        <p:cTn id="19" dur="500"/>
                                        <p:tgtEl>
                                          <p:spTgt spid="128"/>
                                        </p:tgtEl>
                                      </p:cBhvr>
                                    </p:animEffect>
                                    <p:anim calcmode="lin" valueType="num">
                                      <p:cBhvr>
                                        <p:cTn id="20" dur="500" fill="hold"/>
                                        <p:tgtEl>
                                          <p:spTgt spid="128"/>
                                        </p:tgtEl>
                                        <p:attrNameLst>
                                          <p:attrName>ppt_x</p:attrName>
                                        </p:attrNameLst>
                                      </p:cBhvr>
                                      <p:tavLst>
                                        <p:tav tm="0">
                                          <p:val>
                                            <p:strVal val="#ppt_x"/>
                                          </p:val>
                                        </p:tav>
                                        <p:tav tm="100000">
                                          <p:val>
                                            <p:strVal val="#ppt_x"/>
                                          </p:val>
                                        </p:tav>
                                      </p:tavLst>
                                    </p:anim>
                                    <p:anim calcmode="lin" valueType="num">
                                      <p:cBhvr>
                                        <p:cTn id="21" dur="500" fill="hold"/>
                                        <p:tgtEl>
                                          <p:spTgt spid="128"/>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nodeType="afterEffect">
                                  <p:stCondLst>
                                    <p:cond delay="0"/>
                                  </p:stCondLst>
                                  <p:childTnLst>
                                    <p:set>
                                      <p:cBhvr>
                                        <p:cTn id="24" dur="1" fill="hold">
                                          <p:stCondLst>
                                            <p:cond delay="0"/>
                                          </p:stCondLst>
                                        </p:cTn>
                                        <p:tgtEl>
                                          <p:spTgt spid="129"/>
                                        </p:tgtEl>
                                        <p:attrNameLst>
                                          <p:attrName>style.visibility</p:attrName>
                                        </p:attrNameLst>
                                      </p:cBhvr>
                                      <p:to>
                                        <p:strVal val="visible"/>
                                      </p:to>
                                    </p:set>
                                    <p:animEffect transition="in" filter="fade">
                                      <p:cBhvr>
                                        <p:cTn id="25" dur="500"/>
                                        <p:tgtEl>
                                          <p:spTgt spid="129"/>
                                        </p:tgtEl>
                                      </p:cBhvr>
                                    </p:animEffect>
                                    <p:anim calcmode="lin" valueType="num">
                                      <p:cBhvr>
                                        <p:cTn id="26" dur="500" fill="hold"/>
                                        <p:tgtEl>
                                          <p:spTgt spid="129"/>
                                        </p:tgtEl>
                                        <p:attrNameLst>
                                          <p:attrName>ppt_x</p:attrName>
                                        </p:attrNameLst>
                                      </p:cBhvr>
                                      <p:tavLst>
                                        <p:tav tm="0">
                                          <p:val>
                                            <p:strVal val="#ppt_x"/>
                                          </p:val>
                                        </p:tav>
                                        <p:tav tm="100000">
                                          <p:val>
                                            <p:strVal val="#ppt_x"/>
                                          </p:val>
                                        </p:tav>
                                      </p:tavLst>
                                    </p:anim>
                                    <p:anim calcmode="lin" valueType="num">
                                      <p:cBhvr>
                                        <p:cTn id="27" dur="500" fill="hold"/>
                                        <p:tgtEl>
                                          <p:spTgt spid="129"/>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7" presetClass="entr" presetSubtype="0" fill="hold" nodeType="afterEffect">
                                  <p:stCondLst>
                                    <p:cond delay="0"/>
                                  </p:stCondLst>
                                  <p:childTnLst>
                                    <p:set>
                                      <p:cBhvr>
                                        <p:cTn id="30" dur="1" fill="hold">
                                          <p:stCondLst>
                                            <p:cond delay="0"/>
                                          </p:stCondLst>
                                        </p:cTn>
                                        <p:tgtEl>
                                          <p:spTgt spid="130"/>
                                        </p:tgtEl>
                                        <p:attrNameLst>
                                          <p:attrName>style.visibility</p:attrName>
                                        </p:attrNameLst>
                                      </p:cBhvr>
                                      <p:to>
                                        <p:strVal val="visible"/>
                                      </p:to>
                                    </p:set>
                                    <p:animEffect transition="in" filter="fade">
                                      <p:cBhvr>
                                        <p:cTn id="31" dur="500"/>
                                        <p:tgtEl>
                                          <p:spTgt spid="130"/>
                                        </p:tgtEl>
                                      </p:cBhvr>
                                    </p:animEffect>
                                    <p:anim calcmode="lin" valueType="num">
                                      <p:cBhvr>
                                        <p:cTn id="32" dur="500" fill="hold"/>
                                        <p:tgtEl>
                                          <p:spTgt spid="130"/>
                                        </p:tgtEl>
                                        <p:attrNameLst>
                                          <p:attrName>ppt_x</p:attrName>
                                        </p:attrNameLst>
                                      </p:cBhvr>
                                      <p:tavLst>
                                        <p:tav tm="0">
                                          <p:val>
                                            <p:strVal val="#ppt_x"/>
                                          </p:val>
                                        </p:tav>
                                        <p:tav tm="100000">
                                          <p:val>
                                            <p:strVal val="#ppt_x"/>
                                          </p:val>
                                        </p:tav>
                                      </p:tavLst>
                                    </p:anim>
                                    <p:anim calcmode="lin" valueType="num">
                                      <p:cBhvr>
                                        <p:cTn id="33" dur="500" fill="hold"/>
                                        <p:tgtEl>
                                          <p:spTgt spid="1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그룹 106"/>
          <p:cNvGrpSpPr/>
          <p:nvPr/>
        </p:nvGrpSpPr>
        <p:grpSpPr>
          <a:xfrm>
            <a:off x="533228" y="1362006"/>
            <a:ext cx="5791544" cy="3313182"/>
            <a:chOff x="2672803" y="1362006"/>
            <a:chExt cx="5791544" cy="3313182"/>
          </a:xfrm>
        </p:grpSpPr>
        <p:grpSp>
          <p:nvGrpSpPr>
            <p:cNvPr id="308" name="그룹 307"/>
            <p:cNvGrpSpPr/>
            <p:nvPr/>
          </p:nvGrpSpPr>
          <p:grpSpPr>
            <a:xfrm>
              <a:off x="2956321" y="1423873"/>
              <a:ext cx="5466953" cy="1994116"/>
              <a:chOff x="2956321" y="1442923"/>
              <a:chExt cx="5466953" cy="1994116"/>
            </a:xfrm>
          </p:grpSpPr>
          <p:cxnSp>
            <p:nvCxnSpPr>
              <p:cNvPr id="26" name="직선 연결선 25"/>
              <p:cNvCxnSpPr/>
              <p:nvPr/>
            </p:nvCxnSpPr>
            <p:spPr>
              <a:xfrm flipH="1">
                <a:off x="2956321" y="1442923"/>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6" name="직선 연결선 275"/>
              <p:cNvCxnSpPr/>
              <p:nvPr/>
            </p:nvCxnSpPr>
            <p:spPr>
              <a:xfrm flipH="1">
                <a:off x="2956321" y="3437039"/>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4" name="직선 연결선 303"/>
              <p:cNvCxnSpPr/>
              <p:nvPr/>
            </p:nvCxnSpPr>
            <p:spPr>
              <a:xfrm flipH="1">
                <a:off x="2956321" y="1841746"/>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5" name="직선 연결선 304"/>
              <p:cNvCxnSpPr/>
              <p:nvPr/>
            </p:nvCxnSpPr>
            <p:spPr>
              <a:xfrm flipH="1">
                <a:off x="2956321" y="2240569"/>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6" name="직선 연결선 305"/>
              <p:cNvCxnSpPr/>
              <p:nvPr/>
            </p:nvCxnSpPr>
            <p:spPr>
              <a:xfrm flipH="1">
                <a:off x="2956321" y="2639392"/>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7" name="직선 연결선 306"/>
              <p:cNvCxnSpPr/>
              <p:nvPr/>
            </p:nvCxnSpPr>
            <p:spPr>
              <a:xfrm flipH="1">
                <a:off x="2956321" y="3038215"/>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362" name="TextBox 361"/>
            <p:cNvSpPr txBox="1"/>
            <p:nvPr/>
          </p:nvSpPr>
          <p:spPr>
            <a:xfrm>
              <a:off x="6659562" y="4456113"/>
              <a:ext cx="1763713" cy="219075"/>
            </a:xfrm>
            <a:prstGeom prst="rect">
              <a:avLst/>
            </a:prstGeom>
            <a:noFill/>
          </p:spPr>
          <p:txBody>
            <a:bodyPr wrap="square" lIns="0" tIns="0" rIns="0" bIns="0" rtlCol="0">
              <a:noAutofit/>
            </a:bodyPr>
            <a:lstStyle/>
            <a:p>
              <a:pPr algn="r">
                <a:spcAft>
                  <a:spcPts val="300"/>
                </a:spcAft>
              </a:pPr>
              <a:r>
                <a:rPr lang="fr-FR"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rPr>
                <a:t>(Quisque cursus, metus vitae pharetra auctor.)</a:t>
              </a:r>
              <a:endParaRPr lang="en-US"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endParaRPr>
            </a:p>
          </p:txBody>
        </p:sp>
        <p:sp>
          <p:nvSpPr>
            <p:cNvPr id="34" name="TextBox 33"/>
            <p:cNvSpPr txBox="1"/>
            <p:nvPr/>
          </p:nvSpPr>
          <p:spPr>
            <a:xfrm>
              <a:off x="3592513" y="3759200"/>
              <a:ext cx="845934" cy="520700"/>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94" name="TextBox 93"/>
            <p:cNvSpPr txBox="1"/>
            <p:nvPr/>
          </p:nvSpPr>
          <p:spPr>
            <a:xfrm>
              <a:off x="3356320" y="355441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2011</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nvGrpSpPr>
            <p:cNvPr id="368" name="그룹 367"/>
            <p:cNvGrpSpPr/>
            <p:nvPr/>
          </p:nvGrpSpPr>
          <p:grpSpPr>
            <a:xfrm>
              <a:off x="3606800" y="4456113"/>
              <a:ext cx="834680" cy="123111"/>
              <a:chOff x="3606800" y="4538663"/>
              <a:chExt cx="834680" cy="123111"/>
            </a:xfrm>
          </p:grpSpPr>
          <p:sp>
            <p:nvSpPr>
              <p:cNvPr id="365" name="직사각형 364"/>
              <p:cNvSpPr/>
              <p:nvPr/>
            </p:nvSpPr>
            <p:spPr>
              <a:xfrm>
                <a:off x="3606800" y="4555768"/>
                <a:ext cx="88900" cy="88900"/>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solidFill>
                    <a:schemeClr val="accent1"/>
                  </a:solidFill>
                </a:endParaRPr>
              </a:p>
            </p:txBody>
          </p:sp>
          <p:sp>
            <p:nvSpPr>
              <p:cNvPr id="367" name="TextBox 366"/>
              <p:cNvSpPr txBox="1"/>
              <p:nvPr/>
            </p:nvSpPr>
            <p:spPr>
              <a:xfrm>
                <a:off x="3737320" y="4538663"/>
                <a:ext cx="704160" cy="123111"/>
              </a:xfrm>
              <a:prstGeom prst="rect">
                <a:avLst/>
              </a:prstGeom>
              <a:noFill/>
            </p:spPr>
            <p:txBody>
              <a:bodyPr wrap="square" lIns="0" tIns="0" rIns="0" bIns="0" rtlCol="0">
                <a:spAutoFit/>
              </a:bodyPr>
              <a:lstStyle/>
              <a:p>
                <a:r>
                  <a:rPr lang="nb-NO" altLang="ko-KR" sz="800" b="1" dirty="0">
                    <a:gradFill>
                      <a:gsLst>
                        <a:gs pos="0">
                          <a:schemeClr val="tx2"/>
                        </a:gs>
                        <a:gs pos="100000">
                          <a:schemeClr val="tx2"/>
                        </a:gs>
                      </a:gsLst>
                      <a:lin ang="5400000" scaled="0"/>
                    </a:gradFill>
                    <a:latin typeface="Roboto Condensed Regular"/>
                    <a:ea typeface="Roboto Light" pitchFamily="2" charset="0"/>
                  </a:rPr>
                  <a:t>Option 1</a:t>
                </a:r>
                <a:endParaRPr lang="ko-KR" altLang="en-US" sz="800" b="1" dirty="0">
                  <a:gradFill>
                    <a:gsLst>
                      <a:gs pos="0">
                        <a:schemeClr val="tx2"/>
                      </a:gs>
                      <a:gs pos="100000">
                        <a:schemeClr val="tx2"/>
                      </a:gs>
                    </a:gsLst>
                    <a:lin ang="5400000" scaled="0"/>
                  </a:gradFill>
                </a:endParaRPr>
              </a:p>
            </p:txBody>
          </p:sp>
        </p:grpSp>
        <p:grpSp>
          <p:nvGrpSpPr>
            <p:cNvPr id="369" name="그룹 368"/>
            <p:cNvGrpSpPr/>
            <p:nvPr/>
          </p:nvGrpSpPr>
          <p:grpSpPr>
            <a:xfrm>
              <a:off x="4368800" y="4456113"/>
              <a:ext cx="834680" cy="123111"/>
              <a:chOff x="3606800" y="4538663"/>
              <a:chExt cx="834680" cy="123111"/>
            </a:xfrm>
          </p:grpSpPr>
          <p:sp>
            <p:nvSpPr>
              <p:cNvPr id="370" name="직사각형 369"/>
              <p:cNvSpPr/>
              <p:nvPr/>
            </p:nvSpPr>
            <p:spPr>
              <a:xfrm>
                <a:off x="3606800" y="4555768"/>
                <a:ext cx="88900" cy="88900"/>
              </a:xfrm>
              <a:prstGeom prst="rect">
                <a:avLst/>
              </a:prstGeom>
              <a:pattFill prst="ltDnDiag">
                <a:fgClr>
                  <a:schemeClr val="accent3">
                    <a:lumMod val="50000"/>
                  </a:schemeClr>
                </a:fgClr>
                <a:bgClr>
                  <a:schemeClr val="accent3">
                    <a:lumMod val="9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71" name="TextBox 370"/>
              <p:cNvSpPr txBox="1"/>
              <p:nvPr/>
            </p:nvSpPr>
            <p:spPr>
              <a:xfrm>
                <a:off x="3737320" y="4538663"/>
                <a:ext cx="704160" cy="123111"/>
              </a:xfrm>
              <a:prstGeom prst="rect">
                <a:avLst/>
              </a:prstGeom>
              <a:noFill/>
            </p:spPr>
            <p:txBody>
              <a:bodyPr wrap="square" lIns="0" tIns="0" rIns="0" bIns="0" rtlCol="0">
                <a:spAutoFit/>
              </a:bodyPr>
              <a:lstStyle/>
              <a:p>
                <a:r>
                  <a:rPr lang="nb-NO" altLang="ko-KR" sz="800" b="1" dirty="0">
                    <a:gradFill>
                      <a:gsLst>
                        <a:gs pos="0">
                          <a:schemeClr val="tx2"/>
                        </a:gs>
                        <a:gs pos="100000">
                          <a:schemeClr val="tx2"/>
                        </a:gs>
                      </a:gsLst>
                      <a:lin ang="5400000" scaled="0"/>
                    </a:gradFill>
                    <a:latin typeface="Roboto Condensed Regular"/>
                    <a:ea typeface="Roboto Light" pitchFamily="2" charset="0"/>
                  </a:rPr>
                  <a:t>Option 2</a:t>
                </a:r>
                <a:endParaRPr lang="ko-KR" altLang="en-US" sz="800" b="1" dirty="0">
                  <a:gradFill>
                    <a:gsLst>
                      <a:gs pos="0">
                        <a:schemeClr val="tx2"/>
                      </a:gs>
                      <a:gs pos="100000">
                        <a:schemeClr val="tx2"/>
                      </a:gs>
                    </a:gsLst>
                    <a:lin ang="5400000" scaled="0"/>
                  </a:gradFill>
                  <a:latin typeface="Roboto Condensed Regular"/>
                  <a:ea typeface="Roboto Light" pitchFamily="2" charset="0"/>
                </a:endParaRPr>
              </a:p>
            </p:txBody>
          </p:sp>
        </p:grpSp>
        <p:sp>
          <p:nvSpPr>
            <p:cNvPr id="380" name="TextBox 379"/>
            <p:cNvSpPr txBox="1"/>
            <p:nvPr/>
          </p:nvSpPr>
          <p:spPr>
            <a:xfrm>
              <a:off x="4934480" y="3759200"/>
              <a:ext cx="845934" cy="520700"/>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381" name="TextBox 380"/>
            <p:cNvSpPr txBox="1"/>
            <p:nvPr/>
          </p:nvSpPr>
          <p:spPr>
            <a:xfrm>
              <a:off x="4698287" y="355441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2012</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439" name="TextBox 438"/>
            <p:cNvSpPr txBox="1"/>
            <p:nvPr/>
          </p:nvSpPr>
          <p:spPr>
            <a:xfrm>
              <a:off x="6276447" y="3759200"/>
              <a:ext cx="845934" cy="520700"/>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440" name="TextBox 439"/>
            <p:cNvSpPr txBox="1"/>
            <p:nvPr/>
          </p:nvSpPr>
          <p:spPr>
            <a:xfrm>
              <a:off x="6040254" y="355441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2013</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458" name="TextBox 457"/>
            <p:cNvSpPr txBox="1"/>
            <p:nvPr/>
          </p:nvSpPr>
          <p:spPr>
            <a:xfrm>
              <a:off x="7618413" y="3759200"/>
              <a:ext cx="845934" cy="520700"/>
            </a:xfrm>
            <a:prstGeom prst="rect">
              <a:avLst/>
            </a:prstGeom>
            <a:noFill/>
          </p:spPr>
          <p:txBody>
            <a:bodyPr wrap="square" lIns="0" tIns="0" rIns="0" bIns="0" rtlCol="0">
              <a:noAutofit/>
            </a:bodyPr>
            <a:lstStyle/>
            <a:p>
              <a:pPr lvl="0">
                <a:buClr>
                  <a:schemeClr val="bg2"/>
                </a:buClr>
              </a:pPr>
              <a:r>
                <a:rPr lang="pt-BR" altLang="ko-KR" sz="700" dirty="0">
                  <a:gradFill>
                    <a:gsLst>
                      <a:gs pos="0">
                        <a:schemeClr val="accent1"/>
                      </a:gs>
                      <a:gs pos="100000">
                        <a:schemeClr val="accent1"/>
                      </a:gs>
                    </a:gsLst>
                    <a:lin ang="5400000" scaled="0"/>
                  </a:gradFill>
                  <a:ea typeface="Roboto Light" pitchFamily="2" charset="0"/>
                  <a:cs typeface="Roboto Condensed Regular"/>
                </a:rPr>
                <a:t>Donec lacus nunc, viverra nec, blandit vel, egestas et, augue. Vestibulum tincidunt.</a:t>
              </a:r>
            </a:p>
          </p:txBody>
        </p:sp>
        <p:sp>
          <p:nvSpPr>
            <p:cNvPr id="459" name="TextBox 458"/>
            <p:cNvSpPr txBox="1"/>
            <p:nvPr/>
          </p:nvSpPr>
          <p:spPr>
            <a:xfrm>
              <a:off x="7382220" y="3554413"/>
              <a:ext cx="704160" cy="138499"/>
            </a:xfrm>
            <a:prstGeom prst="rect">
              <a:avLst/>
            </a:prstGeom>
            <a:noFill/>
          </p:spPr>
          <p:txBody>
            <a:bodyPr wrap="square" lIns="0" tIns="0" rIns="0" bIns="0" rtlCol="0">
              <a:spAutoFit/>
            </a:bodyPr>
            <a:lstStyle/>
            <a:p>
              <a:pPr algn="ctr"/>
              <a:r>
                <a:rPr lang="nb-NO" altLang="ko-KR" sz="900" b="1" dirty="0">
                  <a:gradFill>
                    <a:gsLst>
                      <a:gs pos="0">
                        <a:schemeClr val="accent1"/>
                      </a:gs>
                      <a:gs pos="100000">
                        <a:schemeClr val="accent1"/>
                      </a:gs>
                    </a:gsLst>
                    <a:lin ang="5400000" scaled="0"/>
                  </a:gradFill>
                  <a:latin typeface="Roboto Condensed Regular"/>
                  <a:ea typeface="Roboto Light" pitchFamily="2" charset="0"/>
                </a:rPr>
                <a:t>2014</a:t>
              </a:r>
              <a:endParaRPr lang="ko-KR" altLang="en-US" sz="900" b="1" dirty="0">
                <a:gradFill>
                  <a:gsLst>
                    <a:gs pos="0">
                      <a:schemeClr val="accent1"/>
                    </a:gs>
                    <a:gs pos="100000">
                      <a:schemeClr val="accent1"/>
                    </a:gs>
                  </a:gsLst>
                  <a:lin ang="5400000" scaled="0"/>
                </a:gradFill>
              </a:endParaRPr>
            </a:p>
          </p:txBody>
        </p:sp>
        <p:grpSp>
          <p:nvGrpSpPr>
            <p:cNvPr id="4" name="그룹 3"/>
            <p:cNvGrpSpPr/>
            <p:nvPr/>
          </p:nvGrpSpPr>
          <p:grpSpPr>
            <a:xfrm>
              <a:off x="2672803" y="1362006"/>
              <a:ext cx="353766" cy="2127192"/>
              <a:chOff x="2672803" y="1362006"/>
              <a:chExt cx="353766" cy="2127192"/>
            </a:xfrm>
          </p:grpSpPr>
          <p:cxnSp>
            <p:nvCxnSpPr>
              <p:cNvPr id="288" name="직선 연결선 287"/>
              <p:cNvCxnSpPr/>
              <p:nvPr/>
            </p:nvCxnSpPr>
            <p:spPr>
              <a:xfrm>
                <a:off x="2956322" y="1436459"/>
                <a:ext cx="0" cy="1978286"/>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295" name="TextBox 294"/>
              <p:cNvSpPr txBox="1"/>
              <p:nvPr/>
            </p:nvSpPr>
            <p:spPr>
              <a:xfrm>
                <a:off x="2672803" y="1387048"/>
                <a:ext cx="186244" cy="92333"/>
              </a:xfrm>
              <a:prstGeom prst="rect">
                <a:avLst/>
              </a:prstGeom>
              <a:noFill/>
            </p:spPr>
            <p:txBody>
              <a:bodyPr wrap="square" lIns="0" tIns="0" rIns="0" bIns="0" rtlCol="0">
                <a:spAutoFit/>
              </a:bodyPr>
              <a:lstStyle/>
              <a:p>
                <a:pPr algn="r"/>
                <a:r>
                  <a:rPr lang="nb-NO" altLang="ko-KR" sz="600" b="1" dirty="0">
                    <a:gradFill>
                      <a:gsLst>
                        <a:gs pos="0">
                          <a:schemeClr val="tx2"/>
                        </a:gs>
                        <a:gs pos="100000">
                          <a:schemeClr val="tx2"/>
                        </a:gs>
                      </a:gsLst>
                      <a:lin ang="5400000" scaled="0"/>
                    </a:gradFill>
                    <a:latin typeface="Roboto Condensed Regular"/>
                    <a:ea typeface="Roboto Light" pitchFamily="2" charset="0"/>
                    <a:cs typeface="Roboto Condensed Regular"/>
                  </a:rPr>
                  <a:t>High</a:t>
                </a:r>
                <a:endParaRPr lang="ko-KR" altLang="en-US" sz="600" b="1" dirty="0">
                  <a:gradFill>
                    <a:gsLst>
                      <a:gs pos="0">
                        <a:schemeClr val="tx2"/>
                      </a:gs>
                      <a:gs pos="100000">
                        <a:schemeClr val="tx2"/>
                      </a:gs>
                    </a:gsLst>
                    <a:lin ang="5400000" scaled="0"/>
                  </a:gradFill>
                  <a:latin typeface="Roboto Condensed Regular"/>
                  <a:ea typeface="Roboto Light" pitchFamily="2" charset="0"/>
                  <a:cs typeface="Roboto Condensed Regular"/>
                </a:endParaRPr>
              </a:p>
            </p:txBody>
          </p:sp>
          <p:sp>
            <p:nvSpPr>
              <p:cNvPr id="291" name="TextBox 290"/>
              <p:cNvSpPr txBox="1"/>
              <p:nvPr/>
            </p:nvSpPr>
            <p:spPr>
              <a:xfrm>
                <a:off x="2672803" y="3371822"/>
                <a:ext cx="186244" cy="92333"/>
              </a:xfrm>
              <a:prstGeom prst="rect">
                <a:avLst/>
              </a:prstGeom>
              <a:noFill/>
            </p:spPr>
            <p:txBody>
              <a:bodyPr wrap="square" lIns="0" tIns="0" rIns="0" bIns="0" rtlCol="0">
                <a:spAutoFit/>
              </a:bodyPr>
              <a:lstStyle/>
              <a:p>
                <a:pPr algn="r"/>
                <a:r>
                  <a:rPr lang="nb-NO" altLang="ko-KR" sz="600" b="1" dirty="0">
                    <a:gradFill>
                      <a:gsLst>
                        <a:gs pos="0">
                          <a:schemeClr val="tx2"/>
                        </a:gs>
                        <a:gs pos="100000">
                          <a:schemeClr val="tx2"/>
                        </a:gs>
                      </a:gsLst>
                      <a:lin ang="5400000" scaled="0"/>
                    </a:gradFill>
                    <a:latin typeface="Roboto Condensed Regular"/>
                    <a:ea typeface="Roboto Light" pitchFamily="2" charset="0"/>
                    <a:cs typeface="Roboto Condensed Regular"/>
                  </a:rPr>
                  <a:t>Low</a:t>
                </a:r>
                <a:endParaRPr lang="ko-KR" altLang="en-US" sz="600" b="1" dirty="0">
                  <a:gradFill>
                    <a:gsLst>
                      <a:gs pos="0">
                        <a:schemeClr val="tx2"/>
                      </a:gs>
                      <a:gs pos="100000">
                        <a:schemeClr val="tx2"/>
                      </a:gs>
                    </a:gsLst>
                    <a:lin ang="5400000" scaled="0"/>
                  </a:gradFill>
                </a:endParaRPr>
              </a:p>
            </p:txBody>
          </p:sp>
          <p:grpSp>
            <p:nvGrpSpPr>
              <p:cNvPr id="286" name="그룹 285"/>
              <p:cNvGrpSpPr/>
              <p:nvPr/>
            </p:nvGrpSpPr>
            <p:grpSpPr>
              <a:xfrm flipV="1">
                <a:off x="2781544" y="1923426"/>
                <a:ext cx="174778" cy="1004355"/>
                <a:chOff x="2781544" y="1801116"/>
                <a:chExt cx="174778" cy="1004355"/>
              </a:xfrm>
            </p:grpSpPr>
            <p:sp>
              <p:nvSpPr>
                <p:cNvPr id="299" name="TextBox 298"/>
                <p:cNvSpPr txBox="1"/>
                <p:nvPr/>
              </p:nvSpPr>
              <p:spPr>
                <a:xfrm rot="16200000">
                  <a:off x="2348616" y="2234044"/>
                  <a:ext cx="100435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Keyword</a:t>
                  </a:r>
                  <a:endParaRPr lang="ko-KR" altLang="en-US" sz="900" b="1" dirty="0">
                    <a:gradFill>
                      <a:gsLst>
                        <a:gs pos="0">
                          <a:schemeClr val="tx2"/>
                        </a:gs>
                        <a:gs pos="100000">
                          <a:schemeClr val="tx2"/>
                        </a:gs>
                      </a:gsLst>
                      <a:lin ang="5400000" scaled="0"/>
                    </a:gradFill>
                  </a:endParaRPr>
                </a:p>
              </p:txBody>
            </p:sp>
            <p:cxnSp>
              <p:nvCxnSpPr>
                <p:cNvPr id="300" name="직선 연결선 299"/>
                <p:cNvCxnSpPr/>
                <p:nvPr/>
              </p:nvCxnSpPr>
              <p:spPr>
                <a:xfrm>
                  <a:off x="2956322" y="2077160"/>
                  <a:ext cx="0" cy="45227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0" name="Freeform 7"/>
              <p:cNvSpPr>
                <a:spLocks noEditPoints="1"/>
              </p:cNvSpPr>
              <p:nvPr/>
            </p:nvSpPr>
            <p:spPr bwMode="auto">
              <a:xfrm>
                <a:off x="2886076" y="1362006"/>
                <a:ext cx="140493" cy="142418"/>
              </a:xfrm>
              <a:custGeom>
                <a:avLst/>
                <a:gdLst>
                  <a:gd name="T0" fmla="*/ 31 w 61"/>
                  <a:gd name="T1" fmla="*/ 0 h 60"/>
                  <a:gd name="T2" fmla="*/ 0 w 61"/>
                  <a:gd name="T3" fmla="*/ 30 h 60"/>
                  <a:gd name="T4" fmla="*/ 31 w 61"/>
                  <a:gd name="T5" fmla="*/ 60 h 60"/>
                  <a:gd name="T6" fmla="*/ 61 w 61"/>
                  <a:gd name="T7" fmla="*/ 30 h 60"/>
                  <a:gd name="T8" fmla="*/ 31 w 61"/>
                  <a:gd name="T9" fmla="*/ 0 h 60"/>
                  <a:gd name="T10" fmla="*/ 37 w 61"/>
                  <a:gd name="T11" fmla="*/ 53 h 60"/>
                  <a:gd name="T12" fmla="*/ 37 w 61"/>
                  <a:gd name="T13" fmla="*/ 32 h 60"/>
                  <a:gd name="T14" fmla="*/ 47 w 61"/>
                  <a:gd name="T15" fmla="*/ 32 h 60"/>
                  <a:gd name="T16" fmla="*/ 31 w 61"/>
                  <a:gd name="T17" fmla="*/ 13 h 60"/>
                  <a:gd name="T18" fmla="*/ 14 w 61"/>
                  <a:gd name="T19" fmla="*/ 32 h 60"/>
                  <a:gd name="T20" fmla="*/ 24 w 61"/>
                  <a:gd name="T21" fmla="*/ 32 h 60"/>
                  <a:gd name="T22" fmla="*/ 24 w 61"/>
                  <a:gd name="T23" fmla="*/ 53 h 60"/>
                  <a:gd name="T24" fmla="*/ 6 w 61"/>
                  <a:gd name="T25" fmla="*/ 30 h 60"/>
                  <a:gd name="T26" fmla="*/ 31 w 61"/>
                  <a:gd name="T27" fmla="*/ 6 h 60"/>
                  <a:gd name="T28" fmla="*/ 55 w 61"/>
                  <a:gd name="T29" fmla="*/ 30 h 60"/>
                  <a:gd name="T30" fmla="*/ 37 w 61"/>
                  <a:gd name="T31"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31" y="0"/>
                    </a:moveTo>
                    <a:cubicBezTo>
                      <a:pt x="14" y="0"/>
                      <a:pt x="0" y="13"/>
                      <a:pt x="0" y="30"/>
                    </a:cubicBezTo>
                    <a:cubicBezTo>
                      <a:pt x="0" y="46"/>
                      <a:pt x="14" y="60"/>
                      <a:pt x="31" y="60"/>
                    </a:cubicBezTo>
                    <a:cubicBezTo>
                      <a:pt x="47" y="60"/>
                      <a:pt x="61" y="46"/>
                      <a:pt x="61" y="30"/>
                    </a:cubicBezTo>
                    <a:cubicBezTo>
                      <a:pt x="61" y="13"/>
                      <a:pt x="47" y="0"/>
                      <a:pt x="31" y="0"/>
                    </a:cubicBezTo>
                    <a:close/>
                    <a:moveTo>
                      <a:pt x="37" y="53"/>
                    </a:moveTo>
                    <a:cubicBezTo>
                      <a:pt x="37" y="32"/>
                      <a:pt x="37" y="32"/>
                      <a:pt x="37" y="32"/>
                    </a:cubicBezTo>
                    <a:cubicBezTo>
                      <a:pt x="47" y="32"/>
                      <a:pt x="47" y="32"/>
                      <a:pt x="47" y="32"/>
                    </a:cubicBezTo>
                    <a:cubicBezTo>
                      <a:pt x="31" y="13"/>
                      <a:pt x="31" y="13"/>
                      <a:pt x="31" y="13"/>
                    </a:cubicBezTo>
                    <a:cubicBezTo>
                      <a:pt x="14" y="32"/>
                      <a:pt x="14" y="32"/>
                      <a:pt x="14" y="32"/>
                    </a:cubicBezTo>
                    <a:cubicBezTo>
                      <a:pt x="24" y="32"/>
                      <a:pt x="24" y="32"/>
                      <a:pt x="24" y="32"/>
                    </a:cubicBezTo>
                    <a:cubicBezTo>
                      <a:pt x="24" y="53"/>
                      <a:pt x="24" y="53"/>
                      <a:pt x="24" y="53"/>
                    </a:cubicBezTo>
                    <a:cubicBezTo>
                      <a:pt x="14" y="50"/>
                      <a:pt x="6" y="41"/>
                      <a:pt x="6" y="30"/>
                    </a:cubicBezTo>
                    <a:cubicBezTo>
                      <a:pt x="6" y="17"/>
                      <a:pt x="17" y="6"/>
                      <a:pt x="31" y="6"/>
                    </a:cubicBezTo>
                    <a:cubicBezTo>
                      <a:pt x="44" y="6"/>
                      <a:pt x="55" y="17"/>
                      <a:pt x="55" y="30"/>
                    </a:cubicBezTo>
                    <a:cubicBezTo>
                      <a:pt x="55" y="41"/>
                      <a:pt x="47" y="50"/>
                      <a:pt x="37" y="5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11" name="Freeform 7"/>
              <p:cNvSpPr>
                <a:spLocks noEditPoints="1"/>
              </p:cNvSpPr>
              <p:nvPr/>
            </p:nvSpPr>
            <p:spPr bwMode="auto">
              <a:xfrm flipV="1">
                <a:off x="2886076" y="3346780"/>
                <a:ext cx="140493" cy="142418"/>
              </a:xfrm>
              <a:custGeom>
                <a:avLst/>
                <a:gdLst>
                  <a:gd name="T0" fmla="*/ 31 w 61"/>
                  <a:gd name="T1" fmla="*/ 0 h 60"/>
                  <a:gd name="T2" fmla="*/ 0 w 61"/>
                  <a:gd name="T3" fmla="*/ 30 h 60"/>
                  <a:gd name="T4" fmla="*/ 31 w 61"/>
                  <a:gd name="T5" fmla="*/ 60 h 60"/>
                  <a:gd name="T6" fmla="*/ 61 w 61"/>
                  <a:gd name="T7" fmla="*/ 30 h 60"/>
                  <a:gd name="T8" fmla="*/ 31 w 61"/>
                  <a:gd name="T9" fmla="*/ 0 h 60"/>
                  <a:gd name="T10" fmla="*/ 37 w 61"/>
                  <a:gd name="T11" fmla="*/ 53 h 60"/>
                  <a:gd name="T12" fmla="*/ 37 w 61"/>
                  <a:gd name="T13" fmla="*/ 32 h 60"/>
                  <a:gd name="T14" fmla="*/ 47 w 61"/>
                  <a:gd name="T15" fmla="*/ 32 h 60"/>
                  <a:gd name="T16" fmla="*/ 31 w 61"/>
                  <a:gd name="T17" fmla="*/ 13 h 60"/>
                  <a:gd name="T18" fmla="*/ 14 w 61"/>
                  <a:gd name="T19" fmla="*/ 32 h 60"/>
                  <a:gd name="T20" fmla="*/ 24 w 61"/>
                  <a:gd name="T21" fmla="*/ 32 h 60"/>
                  <a:gd name="T22" fmla="*/ 24 w 61"/>
                  <a:gd name="T23" fmla="*/ 53 h 60"/>
                  <a:gd name="T24" fmla="*/ 6 w 61"/>
                  <a:gd name="T25" fmla="*/ 30 h 60"/>
                  <a:gd name="T26" fmla="*/ 31 w 61"/>
                  <a:gd name="T27" fmla="*/ 6 h 60"/>
                  <a:gd name="T28" fmla="*/ 55 w 61"/>
                  <a:gd name="T29" fmla="*/ 30 h 60"/>
                  <a:gd name="T30" fmla="*/ 37 w 61"/>
                  <a:gd name="T31"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31" y="0"/>
                    </a:moveTo>
                    <a:cubicBezTo>
                      <a:pt x="14" y="0"/>
                      <a:pt x="0" y="13"/>
                      <a:pt x="0" y="30"/>
                    </a:cubicBezTo>
                    <a:cubicBezTo>
                      <a:pt x="0" y="46"/>
                      <a:pt x="14" y="60"/>
                      <a:pt x="31" y="60"/>
                    </a:cubicBezTo>
                    <a:cubicBezTo>
                      <a:pt x="47" y="60"/>
                      <a:pt x="61" y="46"/>
                      <a:pt x="61" y="30"/>
                    </a:cubicBezTo>
                    <a:cubicBezTo>
                      <a:pt x="61" y="13"/>
                      <a:pt x="47" y="0"/>
                      <a:pt x="31" y="0"/>
                    </a:cubicBezTo>
                    <a:close/>
                    <a:moveTo>
                      <a:pt x="37" y="53"/>
                    </a:moveTo>
                    <a:cubicBezTo>
                      <a:pt x="37" y="32"/>
                      <a:pt x="37" y="32"/>
                      <a:pt x="37" y="32"/>
                    </a:cubicBezTo>
                    <a:cubicBezTo>
                      <a:pt x="47" y="32"/>
                      <a:pt x="47" y="32"/>
                      <a:pt x="47" y="32"/>
                    </a:cubicBezTo>
                    <a:cubicBezTo>
                      <a:pt x="31" y="13"/>
                      <a:pt x="31" y="13"/>
                      <a:pt x="31" y="13"/>
                    </a:cubicBezTo>
                    <a:cubicBezTo>
                      <a:pt x="14" y="32"/>
                      <a:pt x="14" y="32"/>
                      <a:pt x="14" y="32"/>
                    </a:cubicBezTo>
                    <a:cubicBezTo>
                      <a:pt x="24" y="32"/>
                      <a:pt x="24" y="32"/>
                      <a:pt x="24" y="32"/>
                    </a:cubicBezTo>
                    <a:cubicBezTo>
                      <a:pt x="24" y="53"/>
                      <a:pt x="24" y="53"/>
                      <a:pt x="24" y="53"/>
                    </a:cubicBezTo>
                    <a:cubicBezTo>
                      <a:pt x="14" y="50"/>
                      <a:pt x="6" y="41"/>
                      <a:pt x="6" y="30"/>
                    </a:cubicBezTo>
                    <a:cubicBezTo>
                      <a:pt x="6" y="17"/>
                      <a:pt x="17" y="6"/>
                      <a:pt x="31" y="6"/>
                    </a:cubicBezTo>
                    <a:cubicBezTo>
                      <a:pt x="44" y="6"/>
                      <a:pt x="55" y="17"/>
                      <a:pt x="55" y="30"/>
                    </a:cubicBezTo>
                    <a:cubicBezTo>
                      <a:pt x="55" y="41"/>
                      <a:pt x="47" y="50"/>
                      <a:pt x="37" y="5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sp>
        <p:nvSpPr>
          <p:cNvPr id="11" name="Title 10"/>
          <p:cNvSpPr>
            <a:spLocks noGrp="1"/>
          </p:cNvSpPr>
          <p:nvPr>
            <p:ph type="title"/>
          </p:nvPr>
        </p:nvSpPr>
        <p:spPr/>
        <p:txBody>
          <a:bodyPr/>
          <a:lstStyle/>
          <a:p>
            <a:r>
              <a:rPr lang="en-US" altLang="ko-KR" dirty="0"/>
              <a:t>Bar Chart</a:t>
            </a:r>
            <a:endParaRPr lang="en-US" dirty="0"/>
          </a:p>
        </p:txBody>
      </p:sp>
      <p:grpSp>
        <p:nvGrpSpPr>
          <p:cNvPr id="108" name="그룹 107"/>
          <p:cNvGrpSpPr/>
          <p:nvPr/>
        </p:nvGrpSpPr>
        <p:grpSpPr>
          <a:xfrm>
            <a:off x="1281305" y="1035050"/>
            <a:ext cx="575040" cy="2384424"/>
            <a:chOff x="3420880" y="1035050"/>
            <a:chExt cx="575040" cy="2384424"/>
          </a:xfrm>
        </p:grpSpPr>
        <p:grpSp>
          <p:nvGrpSpPr>
            <p:cNvPr id="102" name="그룹 101"/>
            <p:cNvGrpSpPr/>
            <p:nvPr/>
          </p:nvGrpSpPr>
          <p:grpSpPr>
            <a:xfrm>
              <a:off x="3420880" y="1035050"/>
              <a:ext cx="575040" cy="2384424"/>
              <a:chOff x="3420880" y="1035050"/>
              <a:chExt cx="575040" cy="2384424"/>
            </a:xfrm>
          </p:grpSpPr>
          <p:sp>
            <p:nvSpPr>
              <p:cNvPr id="247" name="Freeform 58"/>
              <p:cNvSpPr>
                <a:spLocks/>
              </p:cNvSpPr>
              <p:nvPr/>
            </p:nvSpPr>
            <p:spPr bwMode="auto">
              <a:xfrm>
                <a:off x="3518735" y="2554601"/>
                <a:ext cx="379330" cy="201804"/>
              </a:xfrm>
              <a:custGeom>
                <a:avLst/>
                <a:gdLst>
                  <a:gd name="T0" fmla="*/ 250 w 250"/>
                  <a:gd name="T1" fmla="*/ 105 h 133"/>
                  <a:gd name="T2" fmla="*/ 180 w 250"/>
                  <a:gd name="T3" fmla="*/ 133 h 133"/>
                  <a:gd name="T4" fmla="*/ 0 w 250"/>
                  <a:gd name="T5" fmla="*/ 29 h 133"/>
                  <a:gd name="T6" fmla="*/ 73 w 250"/>
                  <a:gd name="T7" fmla="*/ 0 h 133"/>
                  <a:gd name="T8" fmla="*/ 250 w 250"/>
                  <a:gd name="T9" fmla="*/ 105 h 133"/>
                </a:gdLst>
                <a:ahLst/>
                <a:cxnLst>
                  <a:cxn ang="0">
                    <a:pos x="T0" y="T1"/>
                  </a:cxn>
                  <a:cxn ang="0">
                    <a:pos x="T2" y="T3"/>
                  </a:cxn>
                  <a:cxn ang="0">
                    <a:pos x="T4" y="T5"/>
                  </a:cxn>
                  <a:cxn ang="0">
                    <a:pos x="T6" y="T7"/>
                  </a:cxn>
                  <a:cxn ang="0">
                    <a:pos x="T8" y="T9"/>
                  </a:cxn>
                </a:cxnLst>
                <a:rect l="0" t="0" r="r" b="b"/>
                <a:pathLst>
                  <a:path w="250" h="133">
                    <a:moveTo>
                      <a:pt x="250" y="105"/>
                    </a:moveTo>
                    <a:lnTo>
                      <a:pt x="180" y="133"/>
                    </a:lnTo>
                    <a:lnTo>
                      <a:pt x="0" y="29"/>
                    </a:lnTo>
                    <a:lnTo>
                      <a:pt x="73" y="0"/>
                    </a:lnTo>
                    <a:lnTo>
                      <a:pt x="250" y="105"/>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283" name="그룹 282"/>
              <p:cNvGrpSpPr/>
              <p:nvPr/>
            </p:nvGrpSpPr>
            <p:grpSpPr>
              <a:xfrm>
                <a:off x="3518735" y="2598604"/>
                <a:ext cx="379330" cy="820870"/>
                <a:chOff x="3530601" y="2808154"/>
                <a:chExt cx="379330" cy="820870"/>
              </a:xfrm>
              <a:pattFill prst="ltDnDiag">
                <a:fgClr>
                  <a:schemeClr val="bg1">
                    <a:lumMod val="65000"/>
                  </a:schemeClr>
                </a:fgClr>
                <a:bgClr>
                  <a:schemeClr val="bg1"/>
                </a:bgClr>
              </a:pattFill>
            </p:grpSpPr>
            <p:sp>
              <p:nvSpPr>
                <p:cNvPr id="248" name="Freeform 59"/>
                <p:cNvSpPr>
                  <a:spLocks/>
                </p:cNvSpPr>
                <p:nvPr/>
              </p:nvSpPr>
              <p:spPr bwMode="auto">
                <a:xfrm>
                  <a:off x="3530601" y="2965955"/>
                  <a:ext cx="379330" cy="505268"/>
                </a:xfrm>
                <a:custGeom>
                  <a:avLst/>
                  <a:gdLst>
                    <a:gd name="T0" fmla="*/ 180 w 250"/>
                    <a:gd name="T1" fmla="*/ 0 h 333"/>
                    <a:gd name="T2" fmla="*/ 0 w 250"/>
                    <a:gd name="T3" fmla="*/ 0 h 333"/>
                    <a:gd name="T4" fmla="*/ 0 w 250"/>
                    <a:gd name="T5" fmla="*/ 333 h 333"/>
                    <a:gd name="T6" fmla="*/ 250 w 250"/>
                    <a:gd name="T7" fmla="*/ 333 h 333"/>
                    <a:gd name="T8" fmla="*/ 250 w 250"/>
                    <a:gd name="T9" fmla="*/ 0 h 333"/>
                    <a:gd name="T10" fmla="*/ 180 w 250"/>
                    <a:gd name="T11" fmla="*/ 0 h 333"/>
                  </a:gdLst>
                  <a:ahLst/>
                  <a:cxnLst>
                    <a:cxn ang="0">
                      <a:pos x="T0" y="T1"/>
                    </a:cxn>
                    <a:cxn ang="0">
                      <a:pos x="T2" y="T3"/>
                    </a:cxn>
                    <a:cxn ang="0">
                      <a:pos x="T4" y="T5"/>
                    </a:cxn>
                    <a:cxn ang="0">
                      <a:pos x="T6" y="T7"/>
                    </a:cxn>
                    <a:cxn ang="0">
                      <a:pos x="T8" y="T9"/>
                    </a:cxn>
                    <a:cxn ang="0">
                      <a:pos x="T10" y="T11"/>
                    </a:cxn>
                  </a:cxnLst>
                  <a:rect l="0" t="0" r="r" b="b"/>
                  <a:pathLst>
                    <a:path w="250" h="333">
                      <a:moveTo>
                        <a:pt x="180" y="0"/>
                      </a:moveTo>
                      <a:lnTo>
                        <a:pt x="0" y="0"/>
                      </a:lnTo>
                      <a:lnTo>
                        <a:pt x="0" y="333"/>
                      </a:lnTo>
                      <a:lnTo>
                        <a:pt x="250" y="333"/>
                      </a:lnTo>
                      <a:lnTo>
                        <a:pt x="250" y="0"/>
                      </a:lnTo>
                      <a:lnTo>
                        <a:pt x="180" y="0"/>
                      </a:lnTo>
                      <a:close/>
                    </a:path>
                  </a:pathLst>
                </a:custGeom>
                <a:pattFill prst="ltDnDiag">
                  <a:fgClr>
                    <a:schemeClr val="accent3">
                      <a:lumMod val="50000"/>
                    </a:schemeClr>
                  </a:fgClr>
                  <a:bgClr>
                    <a:schemeClr val="accent3">
                      <a:lumMod val="9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49" name="Freeform 60"/>
                <p:cNvSpPr>
                  <a:spLocks noEditPoints="1"/>
                </p:cNvSpPr>
                <p:nvPr/>
              </p:nvSpPr>
              <p:spPr bwMode="auto">
                <a:xfrm>
                  <a:off x="3530601" y="2808154"/>
                  <a:ext cx="379330" cy="157801"/>
                </a:xfrm>
                <a:custGeom>
                  <a:avLst/>
                  <a:gdLst>
                    <a:gd name="T0" fmla="*/ 0 w 250"/>
                    <a:gd name="T1" fmla="*/ 104 h 104"/>
                    <a:gd name="T2" fmla="*/ 180 w 250"/>
                    <a:gd name="T3" fmla="*/ 104 h 104"/>
                    <a:gd name="T4" fmla="*/ 0 w 250"/>
                    <a:gd name="T5" fmla="*/ 0 h 104"/>
                    <a:gd name="T6" fmla="*/ 0 w 250"/>
                    <a:gd name="T7" fmla="*/ 104 h 104"/>
                    <a:gd name="T8" fmla="*/ 180 w 250"/>
                    <a:gd name="T9" fmla="*/ 104 h 104"/>
                    <a:gd name="T10" fmla="*/ 250 w 250"/>
                    <a:gd name="T11" fmla="*/ 104 h 104"/>
                    <a:gd name="T12" fmla="*/ 250 w 250"/>
                    <a:gd name="T13" fmla="*/ 76 h 104"/>
                    <a:gd name="T14" fmla="*/ 180 w 250"/>
                    <a:gd name="T15" fmla="*/ 104 h 1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104">
                      <a:moveTo>
                        <a:pt x="0" y="104"/>
                      </a:moveTo>
                      <a:lnTo>
                        <a:pt x="180" y="104"/>
                      </a:lnTo>
                      <a:lnTo>
                        <a:pt x="0" y="0"/>
                      </a:lnTo>
                      <a:lnTo>
                        <a:pt x="0" y="104"/>
                      </a:lnTo>
                      <a:close/>
                      <a:moveTo>
                        <a:pt x="180" y="104"/>
                      </a:moveTo>
                      <a:lnTo>
                        <a:pt x="250" y="104"/>
                      </a:lnTo>
                      <a:lnTo>
                        <a:pt x="250" y="76"/>
                      </a:lnTo>
                      <a:lnTo>
                        <a:pt x="180" y="104"/>
                      </a:lnTo>
                      <a:close/>
                    </a:path>
                  </a:pathLst>
                </a:custGeom>
                <a:pattFill prst="ltDnDiag">
                  <a:fgClr>
                    <a:schemeClr val="accent3">
                      <a:lumMod val="50000"/>
                    </a:schemeClr>
                  </a:fgClr>
                  <a:bgClr>
                    <a:schemeClr val="accent3">
                      <a:lumMod val="9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50" name="Freeform 61"/>
                <p:cNvSpPr>
                  <a:spLocks/>
                </p:cNvSpPr>
                <p:nvPr/>
              </p:nvSpPr>
              <p:spPr bwMode="auto">
                <a:xfrm>
                  <a:off x="3530601" y="3471223"/>
                  <a:ext cx="379330" cy="157801"/>
                </a:xfrm>
                <a:custGeom>
                  <a:avLst/>
                  <a:gdLst>
                    <a:gd name="T0" fmla="*/ 180 w 250"/>
                    <a:gd name="T1" fmla="*/ 104 h 104"/>
                    <a:gd name="T2" fmla="*/ 250 w 250"/>
                    <a:gd name="T3" fmla="*/ 76 h 104"/>
                    <a:gd name="T4" fmla="*/ 250 w 250"/>
                    <a:gd name="T5" fmla="*/ 0 h 104"/>
                    <a:gd name="T6" fmla="*/ 0 w 250"/>
                    <a:gd name="T7" fmla="*/ 0 h 104"/>
                    <a:gd name="T8" fmla="*/ 180 w 250"/>
                    <a:gd name="T9" fmla="*/ 104 h 104"/>
                  </a:gdLst>
                  <a:ahLst/>
                  <a:cxnLst>
                    <a:cxn ang="0">
                      <a:pos x="T0" y="T1"/>
                    </a:cxn>
                    <a:cxn ang="0">
                      <a:pos x="T2" y="T3"/>
                    </a:cxn>
                    <a:cxn ang="0">
                      <a:pos x="T4" y="T5"/>
                    </a:cxn>
                    <a:cxn ang="0">
                      <a:pos x="T6" y="T7"/>
                    </a:cxn>
                    <a:cxn ang="0">
                      <a:pos x="T8" y="T9"/>
                    </a:cxn>
                  </a:cxnLst>
                  <a:rect l="0" t="0" r="r" b="b"/>
                  <a:pathLst>
                    <a:path w="250" h="104">
                      <a:moveTo>
                        <a:pt x="180" y="104"/>
                      </a:moveTo>
                      <a:lnTo>
                        <a:pt x="250" y="76"/>
                      </a:lnTo>
                      <a:lnTo>
                        <a:pt x="250" y="0"/>
                      </a:lnTo>
                      <a:lnTo>
                        <a:pt x="0" y="0"/>
                      </a:lnTo>
                      <a:lnTo>
                        <a:pt x="180" y="104"/>
                      </a:lnTo>
                      <a:close/>
                    </a:path>
                  </a:pathLst>
                </a:custGeom>
                <a:pattFill prst="ltDnDiag">
                  <a:fgClr>
                    <a:schemeClr val="accent3">
                      <a:lumMod val="50000"/>
                    </a:schemeClr>
                  </a:fgClr>
                  <a:bgClr>
                    <a:schemeClr val="accent3">
                      <a:lumMod val="9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82" name="그룹 281"/>
              <p:cNvGrpSpPr/>
              <p:nvPr/>
            </p:nvGrpSpPr>
            <p:grpSpPr>
              <a:xfrm>
                <a:off x="3518735" y="1428749"/>
                <a:ext cx="379330" cy="1285171"/>
                <a:chOff x="3530601" y="1638299"/>
                <a:chExt cx="379330" cy="1285171"/>
              </a:xfrm>
              <a:solidFill>
                <a:schemeClr val="bg2"/>
              </a:solidFill>
            </p:grpSpPr>
            <p:sp>
              <p:nvSpPr>
                <p:cNvPr id="251" name="Freeform 62"/>
                <p:cNvSpPr>
                  <a:spLocks/>
                </p:cNvSpPr>
                <p:nvPr/>
              </p:nvSpPr>
              <p:spPr bwMode="auto">
                <a:xfrm>
                  <a:off x="3530601" y="1638299"/>
                  <a:ext cx="379330" cy="159319"/>
                </a:xfrm>
                <a:custGeom>
                  <a:avLst/>
                  <a:gdLst>
                    <a:gd name="T0" fmla="*/ 73 w 250"/>
                    <a:gd name="T1" fmla="*/ 0 h 105"/>
                    <a:gd name="T2" fmla="*/ 0 w 250"/>
                    <a:gd name="T3" fmla="*/ 29 h 105"/>
                    <a:gd name="T4" fmla="*/ 0 w 250"/>
                    <a:gd name="T5" fmla="*/ 105 h 105"/>
                    <a:gd name="T6" fmla="*/ 250 w 250"/>
                    <a:gd name="T7" fmla="*/ 105 h 105"/>
                    <a:gd name="T8" fmla="*/ 73 w 250"/>
                    <a:gd name="T9" fmla="*/ 0 h 105"/>
                  </a:gdLst>
                  <a:ahLst/>
                  <a:cxnLst>
                    <a:cxn ang="0">
                      <a:pos x="T0" y="T1"/>
                    </a:cxn>
                    <a:cxn ang="0">
                      <a:pos x="T2" y="T3"/>
                    </a:cxn>
                    <a:cxn ang="0">
                      <a:pos x="T4" y="T5"/>
                    </a:cxn>
                    <a:cxn ang="0">
                      <a:pos x="T6" y="T7"/>
                    </a:cxn>
                    <a:cxn ang="0">
                      <a:pos x="T8" y="T9"/>
                    </a:cxn>
                  </a:cxnLst>
                  <a:rect l="0" t="0" r="r" b="b"/>
                  <a:pathLst>
                    <a:path w="250" h="105">
                      <a:moveTo>
                        <a:pt x="73" y="0"/>
                      </a:moveTo>
                      <a:lnTo>
                        <a:pt x="0" y="29"/>
                      </a:lnTo>
                      <a:lnTo>
                        <a:pt x="0" y="105"/>
                      </a:lnTo>
                      <a:lnTo>
                        <a:pt x="250" y="105"/>
                      </a:lnTo>
                      <a:lnTo>
                        <a:pt x="7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52" name="Freeform 63"/>
                <p:cNvSpPr>
                  <a:spLocks noEditPoints="1"/>
                </p:cNvSpPr>
                <p:nvPr/>
              </p:nvSpPr>
              <p:spPr bwMode="auto">
                <a:xfrm>
                  <a:off x="3530601" y="2764151"/>
                  <a:ext cx="379330" cy="159319"/>
                </a:xfrm>
                <a:custGeom>
                  <a:avLst/>
                  <a:gdLst>
                    <a:gd name="T0" fmla="*/ 0 w 250"/>
                    <a:gd name="T1" fmla="*/ 29 h 105"/>
                    <a:gd name="T2" fmla="*/ 73 w 250"/>
                    <a:gd name="T3" fmla="*/ 0 h 105"/>
                    <a:gd name="T4" fmla="*/ 0 w 250"/>
                    <a:gd name="T5" fmla="*/ 0 h 105"/>
                    <a:gd name="T6" fmla="*/ 0 w 250"/>
                    <a:gd name="T7" fmla="*/ 29 h 105"/>
                    <a:gd name="T8" fmla="*/ 73 w 250"/>
                    <a:gd name="T9" fmla="*/ 0 h 105"/>
                    <a:gd name="T10" fmla="*/ 250 w 250"/>
                    <a:gd name="T11" fmla="*/ 105 h 105"/>
                    <a:gd name="T12" fmla="*/ 250 w 250"/>
                    <a:gd name="T13" fmla="*/ 0 h 105"/>
                    <a:gd name="T14" fmla="*/ 73 w 250"/>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105">
                      <a:moveTo>
                        <a:pt x="0" y="29"/>
                      </a:moveTo>
                      <a:lnTo>
                        <a:pt x="73" y="0"/>
                      </a:lnTo>
                      <a:lnTo>
                        <a:pt x="0" y="0"/>
                      </a:lnTo>
                      <a:lnTo>
                        <a:pt x="0" y="29"/>
                      </a:lnTo>
                      <a:close/>
                      <a:moveTo>
                        <a:pt x="73" y="0"/>
                      </a:moveTo>
                      <a:lnTo>
                        <a:pt x="250" y="105"/>
                      </a:lnTo>
                      <a:lnTo>
                        <a:pt x="250" y="0"/>
                      </a:lnTo>
                      <a:lnTo>
                        <a:pt x="7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53" name="Freeform 64"/>
                <p:cNvSpPr>
                  <a:spLocks/>
                </p:cNvSpPr>
                <p:nvPr/>
              </p:nvSpPr>
              <p:spPr bwMode="auto">
                <a:xfrm>
                  <a:off x="3530601" y="1797618"/>
                  <a:ext cx="379330" cy="966534"/>
                </a:xfrm>
                <a:custGeom>
                  <a:avLst/>
                  <a:gdLst>
                    <a:gd name="T0" fmla="*/ 73 w 250"/>
                    <a:gd name="T1" fmla="*/ 637 h 637"/>
                    <a:gd name="T2" fmla="*/ 250 w 250"/>
                    <a:gd name="T3" fmla="*/ 637 h 637"/>
                    <a:gd name="T4" fmla="*/ 250 w 250"/>
                    <a:gd name="T5" fmla="*/ 0 h 637"/>
                    <a:gd name="T6" fmla="*/ 0 w 250"/>
                    <a:gd name="T7" fmla="*/ 0 h 637"/>
                    <a:gd name="T8" fmla="*/ 0 w 250"/>
                    <a:gd name="T9" fmla="*/ 637 h 637"/>
                    <a:gd name="T10" fmla="*/ 73 w 250"/>
                    <a:gd name="T11" fmla="*/ 637 h 637"/>
                    <a:gd name="T12" fmla="*/ 73 w 250"/>
                    <a:gd name="T13" fmla="*/ 637 h 637"/>
                    <a:gd name="T14" fmla="*/ 73 w 250"/>
                    <a:gd name="T15" fmla="*/ 637 h 6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637">
                      <a:moveTo>
                        <a:pt x="73" y="637"/>
                      </a:moveTo>
                      <a:lnTo>
                        <a:pt x="250" y="637"/>
                      </a:lnTo>
                      <a:lnTo>
                        <a:pt x="250" y="0"/>
                      </a:lnTo>
                      <a:lnTo>
                        <a:pt x="0" y="0"/>
                      </a:lnTo>
                      <a:lnTo>
                        <a:pt x="0" y="637"/>
                      </a:lnTo>
                      <a:lnTo>
                        <a:pt x="73" y="637"/>
                      </a:lnTo>
                      <a:lnTo>
                        <a:pt x="73" y="637"/>
                      </a:lnTo>
                      <a:lnTo>
                        <a:pt x="73" y="63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81" name="그룹 280"/>
              <p:cNvGrpSpPr/>
              <p:nvPr/>
            </p:nvGrpSpPr>
            <p:grpSpPr>
              <a:xfrm>
                <a:off x="3420880" y="1035050"/>
                <a:ext cx="575040" cy="258700"/>
                <a:chOff x="3420880" y="1244600"/>
                <a:chExt cx="575040" cy="258700"/>
              </a:xfrm>
            </p:grpSpPr>
            <p:sp>
              <p:nvSpPr>
                <p:cNvPr id="2" name="모서리가 둥근 직사각형 1"/>
                <p:cNvSpPr/>
                <p:nvPr/>
              </p:nvSpPr>
              <p:spPr>
                <a:xfrm>
                  <a:off x="3420880" y="1244600"/>
                  <a:ext cx="575040" cy="209550"/>
                </a:xfrm>
                <a:prstGeom prst="roundRect">
                  <a:avLst/>
                </a:prstGeom>
                <a:solidFill>
                  <a:schemeClr val="accent1"/>
                </a:solidFill>
                <a:ln w="3175">
                  <a:noFill/>
                </a:ln>
              </p:spPr>
              <p:txBody>
                <a:bodyPr vert="horz" wrap="square" lIns="0" tIns="0" rIns="0" bIns="0" numCol="1" anchor="ctr" anchorCtr="0" compatLnSpc="1">
                  <a:prstTxWarp prst="textNoShape">
                    <a:avLst/>
                  </a:prstTxWarp>
                </a:bodyPr>
                <a:lstStyle/>
                <a:p>
                  <a:pPr algn="ctr"/>
                  <a:r>
                    <a:rPr lang="nb-NO" altLang="ko-KR" sz="1000" b="1" dirty="0">
                      <a:gradFill>
                        <a:gsLst>
                          <a:gs pos="0">
                            <a:schemeClr val="bg2"/>
                          </a:gs>
                          <a:gs pos="100000">
                            <a:schemeClr val="bg2"/>
                          </a:gs>
                        </a:gsLst>
                        <a:lin ang="0" scaled="0"/>
                      </a:gradFill>
                      <a:latin typeface="Roboto Condensed Regular"/>
                      <a:ea typeface="Roboto Light" pitchFamily="2" charset="0"/>
                    </a:rPr>
                    <a:t>Services</a:t>
                  </a:r>
                  <a:endParaRPr lang="ko-KR" altLang="en-US" sz="1000" b="1" dirty="0">
                    <a:gradFill>
                      <a:gsLst>
                        <a:gs pos="0">
                          <a:schemeClr val="bg2"/>
                        </a:gs>
                        <a:gs pos="100000">
                          <a:schemeClr val="bg2"/>
                        </a:gs>
                      </a:gsLst>
                      <a:lin ang="0" scaled="0"/>
                    </a:gradFill>
                    <a:latin typeface="Roboto Condensed Regular"/>
                    <a:ea typeface="Roboto Light" pitchFamily="2" charset="0"/>
                  </a:endParaRPr>
                </a:p>
              </p:txBody>
            </p:sp>
            <p:sp>
              <p:nvSpPr>
                <p:cNvPr id="3" name="이등변 삼각형 2"/>
                <p:cNvSpPr/>
                <p:nvPr/>
              </p:nvSpPr>
              <p:spPr>
                <a:xfrm rot="10800000">
                  <a:off x="3636910" y="1454150"/>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grpSp>
          <p:cxnSp>
            <p:nvCxnSpPr>
              <p:cNvPr id="310" name="직선 연결선 309"/>
              <p:cNvCxnSpPr/>
              <p:nvPr/>
            </p:nvCxnSpPr>
            <p:spPr>
              <a:xfrm flipV="1">
                <a:off x="3708400" y="1276350"/>
                <a:ext cx="0" cy="336550"/>
              </a:xfrm>
              <a:prstGeom prst="line">
                <a:avLst/>
              </a:prstGeom>
              <a:ln w="12700" cap="rnd">
                <a:solidFill>
                  <a:schemeClr val="accent1">
                    <a:lumMod val="75000"/>
                  </a:schemeClr>
                </a:solidFill>
                <a:prstDash val="sysDot"/>
                <a:headEnd type="oval"/>
              </a:ln>
            </p:spPr>
            <p:style>
              <a:lnRef idx="1">
                <a:schemeClr val="accent1"/>
              </a:lnRef>
              <a:fillRef idx="0">
                <a:schemeClr val="accent1"/>
              </a:fillRef>
              <a:effectRef idx="0">
                <a:schemeClr val="accent1"/>
              </a:effectRef>
              <a:fontRef idx="minor">
                <a:schemeClr val="tx1"/>
              </a:fontRef>
            </p:style>
          </p:cxnSp>
        </p:grpSp>
        <p:grpSp>
          <p:nvGrpSpPr>
            <p:cNvPr id="373" name="그룹 372"/>
            <p:cNvGrpSpPr/>
            <p:nvPr/>
          </p:nvGrpSpPr>
          <p:grpSpPr>
            <a:xfrm>
              <a:off x="3440982" y="2006083"/>
              <a:ext cx="554938" cy="1105417"/>
              <a:chOff x="3366371" y="2025133"/>
              <a:chExt cx="704160" cy="1105417"/>
            </a:xfrm>
          </p:grpSpPr>
          <p:sp>
            <p:nvSpPr>
              <p:cNvPr id="363" name="TextBox 362"/>
              <p:cNvSpPr txBox="1"/>
              <p:nvPr/>
            </p:nvSpPr>
            <p:spPr>
              <a:xfrm>
                <a:off x="3366371" y="2025133"/>
                <a:ext cx="704160"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60</a:t>
                </a:r>
                <a:endParaRPr lang="ko-KR" altLang="en-US" sz="1200" dirty="0">
                  <a:gradFill>
                    <a:gsLst>
                      <a:gs pos="0">
                        <a:schemeClr val="bg2"/>
                      </a:gs>
                      <a:gs pos="100000">
                        <a:schemeClr val="bg2"/>
                      </a:gs>
                    </a:gsLst>
                    <a:lin ang="5400000" scaled="0"/>
                  </a:gradFill>
                </a:endParaRPr>
              </a:p>
            </p:txBody>
          </p:sp>
          <p:sp>
            <p:nvSpPr>
              <p:cNvPr id="364" name="TextBox 363"/>
              <p:cNvSpPr txBox="1"/>
              <p:nvPr/>
            </p:nvSpPr>
            <p:spPr>
              <a:xfrm>
                <a:off x="3366371" y="2945884"/>
                <a:ext cx="704160" cy="184666"/>
              </a:xfrm>
              <a:prstGeom prst="rect">
                <a:avLst/>
              </a:prstGeom>
              <a:noFill/>
            </p:spPr>
            <p:txBody>
              <a:bodyPr wrap="square" lIns="0" tIns="0" rIns="0" bIns="0" rtlCol="0" anchor="b">
                <a:spAutoFit/>
              </a:bodyPr>
              <a:lstStyle/>
              <a:p>
                <a:pPr algn="ctr"/>
                <a:r>
                  <a:rPr lang="nb-NO" altLang="ko-KR" sz="1200" b="1" dirty="0">
                    <a:gradFill>
                      <a:gsLst>
                        <a:gs pos="0">
                          <a:schemeClr val="accent4">
                            <a:alpha val="50000"/>
                          </a:schemeClr>
                        </a:gs>
                        <a:gs pos="100000">
                          <a:schemeClr val="accent4">
                            <a:alpha val="50000"/>
                          </a:schemeClr>
                        </a:gs>
                      </a:gsLst>
                      <a:lin ang="5400000" scaled="0"/>
                    </a:gradFill>
                    <a:latin typeface="Roboto Condensed Regular"/>
                    <a:ea typeface="Roboto Light" pitchFamily="2" charset="0"/>
                  </a:rPr>
                  <a:t>40</a:t>
                </a:r>
                <a:endParaRPr lang="ko-KR" altLang="en-US" sz="1200" dirty="0">
                  <a:gradFill>
                    <a:gsLst>
                      <a:gs pos="0">
                        <a:schemeClr val="accent4">
                          <a:alpha val="50000"/>
                        </a:schemeClr>
                      </a:gs>
                      <a:gs pos="100000">
                        <a:schemeClr val="accent4">
                          <a:alpha val="50000"/>
                        </a:schemeClr>
                      </a:gs>
                    </a:gsLst>
                    <a:lin ang="5400000" scaled="0"/>
                  </a:gradFill>
                </a:endParaRPr>
              </a:p>
            </p:txBody>
          </p:sp>
        </p:grpSp>
      </p:grpSp>
      <p:grpSp>
        <p:nvGrpSpPr>
          <p:cNvPr id="103" name="그룹 102"/>
          <p:cNvGrpSpPr/>
          <p:nvPr/>
        </p:nvGrpSpPr>
        <p:grpSpPr>
          <a:xfrm>
            <a:off x="2623272" y="1035050"/>
            <a:ext cx="575040" cy="2384424"/>
            <a:chOff x="4762847" y="1035050"/>
            <a:chExt cx="575040" cy="2384424"/>
          </a:xfrm>
        </p:grpSpPr>
        <p:sp>
          <p:nvSpPr>
            <p:cNvPr id="392" name="Freeform 59"/>
            <p:cNvSpPr>
              <a:spLocks/>
            </p:cNvSpPr>
            <p:nvPr/>
          </p:nvSpPr>
          <p:spPr bwMode="auto">
            <a:xfrm>
              <a:off x="4860702" y="2400300"/>
              <a:ext cx="379330" cy="861373"/>
            </a:xfrm>
            <a:custGeom>
              <a:avLst/>
              <a:gdLst>
                <a:gd name="T0" fmla="*/ 180 w 250"/>
                <a:gd name="T1" fmla="*/ 0 h 333"/>
                <a:gd name="T2" fmla="*/ 0 w 250"/>
                <a:gd name="T3" fmla="*/ 0 h 333"/>
                <a:gd name="T4" fmla="*/ 0 w 250"/>
                <a:gd name="T5" fmla="*/ 333 h 333"/>
                <a:gd name="T6" fmla="*/ 250 w 250"/>
                <a:gd name="T7" fmla="*/ 333 h 333"/>
                <a:gd name="T8" fmla="*/ 250 w 250"/>
                <a:gd name="T9" fmla="*/ 0 h 333"/>
                <a:gd name="T10" fmla="*/ 180 w 250"/>
                <a:gd name="T11" fmla="*/ 0 h 333"/>
              </a:gdLst>
              <a:ahLst/>
              <a:cxnLst>
                <a:cxn ang="0">
                  <a:pos x="T0" y="T1"/>
                </a:cxn>
                <a:cxn ang="0">
                  <a:pos x="T2" y="T3"/>
                </a:cxn>
                <a:cxn ang="0">
                  <a:pos x="T4" y="T5"/>
                </a:cxn>
                <a:cxn ang="0">
                  <a:pos x="T6" y="T7"/>
                </a:cxn>
                <a:cxn ang="0">
                  <a:pos x="T8" y="T9"/>
                </a:cxn>
                <a:cxn ang="0">
                  <a:pos x="T10" y="T11"/>
                </a:cxn>
              </a:cxnLst>
              <a:rect l="0" t="0" r="r" b="b"/>
              <a:pathLst>
                <a:path w="250" h="333">
                  <a:moveTo>
                    <a:pt x="180" y="0"/>
                  </a:moveTo>
                  <a:lnTo>
                    <a:pt x="0" y="0"/>
                  </a:lnTo>
                  <a:lnTo>
                    <a:pt x="0" y="333"/>
                  </a:lnTo>
                  <a:lnTo>
                    <a:pt x="250" y="333"/>
                  </a:lnTo>
                  <a:lnTo>
                    <a:pt x="250" y="0"/>
                  </a:lnTo>
                  <a:lnTo>
                    <a:pt x="180" y="0"/>
                  </a:lnTo>
                  <a:close/>
                </a:path>
              </a:pathLst>
            </a:custGeom>
            <a:pattFill prst="ltDnDiag">
              <a:fgClr>
                <a:schemeClr val="accent3">
                  <a:lumMod val="50000"/>
                </a:schemeClr>
              </a:fgClr>
              <a:bgClr>
                <a:schemeClr val="accent3">
                  <a:lumMod val="9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94" name="Freeform 61"/>
            <p:cNvSpPr>
              <a:spLocks/>
            </p:cNvSpPr>
            <p:nvPr/>
          </p:nvSpPr>
          <p:spPr bwMode="auto">
            <a:xfrm>
              <a:off x="4860702" y="3261673"/>
              <a:ext cx="379330" cy="157801"/>
            </a:xfrm>
            <a:custGeom>
              <a:avLst/>
              <a:gdLst>
                <a:gd name="T0" fmla="*/ 180 w 250"/>
                <a:gd name="T1" fmla="*/ 104 h 104"/>
                <a:gd name="T2" fmla="*/ 250 w 250"/>
                <a:gd name="T3" fmla="*/ 76 h 104"/>
                <a:gd name="T4" fmla="*/ 250 w 250"/>
                <a:gd name="T5" fmla="*/ 0 h 104"/>
                <a:gd name="T6" fmla="*/ 0 w 250"/>
                <a:gd name="T7" fmla="*/ 0 h 104"/>
                <a:gd name="T8" fmla="*/ 180 w 250"/>
                <a:gd name="T9" fmla="*/ 104 h 104"/>
              </a:gdLst>
              <a:ahLst/>
              <a:cxnLst>
                <a:cxn ang="0">
                  <a:pos x="T0" y="T1"/>
                </a:cxn>
                <a:cxn ang="0">
                  <a:pos x="T2" y="T3"/>
                </a:cxn>
                <a:cxn ang="0">
                  <a:pos x="T4" y="T5"/>
                </a:cxn>
                <a:cxn ang="0">
                  <a:pos x="T6" y="T7"/>
                </a:cxn>
                <a:cxn ang="0">
                  <a:pos x="T8" y="T9"/>
                </a:cxn>
              </a:cxnLst>
              <a:rect l="0" t="0" r="r" b="b"/>
              <a:pathLst>
                <a:path w="250" h="104">
                  <a:moveTo>
                    <a:pt x="180" y="104"/>
                  </a:moveTo>
                  <a:lnTo>
                    <a:pt x="250" y="76"/>
                  </a:lnTo>
                  <a:lnTo>
                    <a:pt x="250" y="0"/>
                  </a:lnTo>
                  <a:lnTo>
                    <a:pt x="0" y="0"/>
                  </a:lnTo>
                  <a:lnTo>
                    <a:pt x="180" y="104"/>
                  </a:lnTo>
                  <a:close/>
                </a:path>
              </a:pathLst>
            </a:custGeom>
            <a:pattFill prst="ltDnDiag">
              <a:fgClr>
                <a:schemeClr val="accent3">
                  <a:lumMod val="50000"/>
                </a:schemeClr>
              </a:fgClr>
              <a:bgClr>
                <a:schemeClr val="accent3">
                  <a:lumMod val="9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89" name="Freeform 62"/>
            <p:cNvSpPr>
              <a:spLocks/>
            </p:cNvSpPr>
            <p:nvPr/>
          </p:nvSpPr>
          <p:spPr bwMode="auto">
            <a:xfrm>
              <a:off x="4860702" y="1428749"/>
              <a:ext cx="379330" cy="159319"/>
            </a:xfrm>
            <a:custGeom>
              <a:avLst/>
              <a:gdLst>
                <a:gd name="T0" fmla="*/ 73 w 250"/>
                <a:gd name="T1" fmla="*/ 0 h 105"/>
                <a:gd name="T2" fmla="*/ 0 w 250"/>
                <a:gd name="T3" fmla="*/ 29 h 105"/>
                <a:gd name="T4" fmla="*/ 0 w 250"/>
                <a:gd name="T5" fmla="*/ 105 h 105"/>
                <a:gd name="T6" fmla="*/ 250 w 250"/>
                <a:gd name="T7" fmla="*/ 105 h 105"/>
                <a:gd name="T8" fmla="*/ 73 w 250"/>
                <a:gd name="T9" fmla="*/ 0 h 105"/>
              </a:gdLst>
              <a:ahLst/>
              <a:cxnLst>
                <a:cxn ang="0">
                  <a:pos x="T0" y="T1"/>
                </a:cxn>
                <a:cxn ang="0">
                  <a:pos x="T2" y="T3"/>
                </a:cxn>
                <a:cxn ang="0">
                  <a:pos x="T4" y="T5"/>
                </a:cxn>
                <a:cxn ang="0">
                  <a:pos x="T6" y="T7"/>
                </a:cxn>
                <a:cxn ang="0">
                  <a:pos x="T8" y="T9"/>
                </a:cxn>
              </a:cxnLst>
              <a:rect l="0" t="0" r="r" b="b"/>
              <a:pathLst>
                <a:path w="250" h="105">
                  <a:moveTo>
                    <a:pt x="73" y="0"/>
                  </a:moveTo>
                  <a:lnTo>
                    <a:pt x="0" y="29"/>
                  </a:lnTo>
                  <a:lnTo>
                    <a:pt x="0" y="105"/>
                  </a:lnTo>
                  <a:lnTo>
                    <a:pt x="250" y="105"/>
                  </a:lnTo>
                  <a:lnTo>
                    <a:pt x="7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436" name="그룹 435"/>
            <p:cNvGrpSpPr/>
            <p:nvPr/>
          </p:nvGrpSpPr>
          <p:grpSpPr>
            <a:xfrm>
              <a:off x="4860702" y="2209800"/>
              <a:ext cx="379330" cy="201804"/>
              <a:chOff x="4852235" y="2554601"/>
              <a:chExt cx="379330" cy="201804"/>
            </a:xfrm>
          </p:grpSpPr>
          <p:sp>
            <p:nvSpPr>
              <p:cNvPr id="393" name="Freeform 60"/>
              <p:cNvSpPr>
                <a:spLocks noEditPoints="1"/>
              </p:cNvSpPr>
              <p:nvPr/>
            </p:nvSpPr>
            <p:spPr bwMode="auto">
              <a:xfrm>
                <a:off x="4852235" y="2598604"/>
                <a:ext cx="379330" cy="157801"/>
              </a:xfrm>
              <a:custGeom>
                <a:avLst/>
                <a:gdLst>
                  <a:gd name="T0" fmla="*/ 0 w 250"/>
                  <a:gd name="T1" fmla="*/ 104 h 104"/>
                  <a:gd name="T2" fmla="*/ 180 w 250"/>
                  <a:gd name="T3" fmla="*/ 104 h 104"/>
                  <a:gd name="T4" fmla="*/ 0 w 250"/>
                  <a:gd name="T5" fmla="*/ 0 h 104"/>
                  <a:gd name="T6" fmla="*/ 0 w 250"/>
                  <a:gd name="T7" fmla="*/ 104 h 104"/>
                  <a:gd name="T8" fmla="*/ 180 w 250"/>
                  <a:gd name="T9" fmla="*/ 104 h 104"/>
                  <a:gd name="T10" fmla="*/ 250 w 250"/>
                  <a:gd name="T11" fmla="*/ 104 h 104"/>
                  <a:gd name="T12" fmla="*/ 250 w 250"/>
                  <a:gd name="T13" fmla="*/ 76 h 104"/>
                  <a:gd name="T14" fmla="*/ 180 w 250"/>
                  <a:gd name="T15" fmla="*/ 104 h 1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104">
                    <a:moveTo>
                      <a:pt x="0" y="104"/>
                    </a:moveTo>
                    <a:lnTo>
                      <a:pt x="180" y="104"/>
                    </a:lnTo>
                    <a:lnTo>
                      <a:pt x="0" y="0"/>
                    </a:lnTo>
                    <a:lnTo>
                      <a:pt x="0" y="104"/>
                    </a:lnTo>
                    <a:close/>
                    <a:moveTo>
                      <a:pt x="180" y="104"/>
                    </a:moveTo>
                    <a:lnTo>
                      <a:pt x="250" y="104"/>
                    </a:lnTo>
                    <a:lnTo>
                      <a:pt x="250" y="76"/>
                    </a:lnTo>
                    <a:lnTo>
                      <a:pt x="180" y="104"/>
                    </a:lnTo>
                    <a:close/>
                  </a:path>
                </a:pathLst>
              </a:custGeom>
              <a:pattFill prst="ltDnDiag">
                <a:fgClr>
                  <a:schemeClr val="accent3">
                    <a:lumMod val="50000"/>
                  </a:schemeClr>
                </a:fgClr>
                <a:bgClr>
                  <a:schemeClr val="accent3">
                    <a:lumMod val="9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435" name="그룹 434"/>
              <p:cNvGrpSpPr/>
              <p:nvPr/>
            </p:nvGrpSpPr>
            <p:grpSpPr>
              <a:xfrm>
                <a:off x="4852235" y="2554601"/>
                <a:ext cx="379330" cy="201804"/>
                <a:chOff x="4852235" y="2554601"/>
                <a:chExt cx="379330" cy="201804"/>
              </a:xfrm>
            </p:grpSpPr>
            <p:sp>
              <p:nvSpPr>
                <p:cNvPr id="382" name="Freeform 58"/>
                <p:cNvSpPr>
                  <a:spLocks/>
                </p:cNvSpPr>
                <p:nvPr/>
              </p:nvSpPr>
              <p:spPr bwMode="auto">
                <a:xfrm>
                  <a:off x="4852235" y="2554601"/>
                  <a:ext cx="379330" cy="201804"/>
                </a:xfrm>
                <a:custGeom>
                  <a:avLst/>
                  <a:gdLst>
                    <a:gd name="T0" fmla="*/ 250 w 250"/>
                    <a:gd name="T1" fmla="*/ 105 h 133"/>
                    <a:gd name="T2" fmla="*/ 180 w 250"/>
                    <a:gd name="T3" fmla="*/ 133 h 133"/>
                    <a:gd name="T4" fmla="*/ 0 w 250"/>
                    <a:gd name="T5" fmla="*/ 29 h 133"/>
                    <a:gd name="T6" fmla="*/ 73 w 250"/>
                    <a:gd name="T7" fmla="*/ 0 h 133"/>
                    <a:gd name="T8" fmla="*/ 250 w 250"/>
                    <a:gd name="T9" fmla="*/ 105 h 133"/>
                  </a:gdLst>
                  <a:ahLst/>
                  <a:cxnLst>
                    <a:cxn ang="0">
                      <a:pos x="T0" y="T1"/>
                    </a:cxn>
                    <a:cxn ang="0">
                      <a:pos x="T2" y="T3"/>
                    </a:cxn>
                    <a:cxn ang="0">
                      <a:pos x="T4" y="T5"/>
                    </a:cxn>
                    <a:cxn ang="0">
                      <a:pos x="T6" y="T7"/>
                    </a:cxn>
                    <a:cxn ang="0">
                      <a:pos x="T8" y="T9"/>
                    </a:cxn>
                  </a:cxnLst>
                  <a:rect l="0" t="0" r="r" b="b"/>
                  <a:pathLst>
                    <a:path w="250" h="133">
                      <a:moveTo>
                        <a:pt x="250" y="105"/>
                      </a:moveTo>
                      <a:lnTo>
                        <a:pt x="180" y="133"/>
                      </a:lnTo>
                      <a:lnTo>
                        <a:pt x="0" y="29"/>
                      </a:lnTo>
                      <a:lnTo>
                        <a:pt x="73" y="0"/>
                      </a:lnTo>
                      <a:lnTo>
                        <a:pt x="250" y="105"/>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90" name="Freeform 63"/>
                <p:cNvSpPr>
                  <a:spLocks noEditPoints="1"/>
                </p:cNvSpPr>
                <p:nvPr/>
              </p:nvSpPr>
              <p:spPr bwMode="auto">
                <a:xfrm>
                  <a:off x="4852235" y="2554601"/>
                  <a:ext cx="379330" cy="159319"/>
                </a:xfrm>
                <a:custGeom>
                  <a:avLst/>
                  <a:gdLst>
                    <a:gd name="T0" fmla="*/ 0 w 250"/>
                    <a:gd name="T1" fmla="*/ 29 h 105"/>
                    <a:gd name="T2" fmla="*/ 73 w 250"/>
                    <a:gd name="T3" fmla="*/ 0 h 105"/>
                    <a:gd name="T4" fmla="*/ 0 w 250"/>
                    <a:gd name="T5" fmla="*/ 0 h 105"/>
                    <a:gd name="T6" fmla="*/ 0 w 250"/>
                    <a:gd name="T7" fmla="*/ 29 h 105"/>
                    <a:gd name="T8" fmla="*/ 73 w 250"/>
                    <a:gd name="T9" fmla="*/ 0 h 105"/>
                    <a:gd name="T10" fmla="*/ 250 w 250"/>
                    <a:gd name="T11" fmla="*/ 105 h 105"/>
                    <a:gd name="T12" fmla="*/ 250 w 250"/>
                    <a:gd name="T13" fmla="*/ 0 h 105"/>
                    <a:gd name="T14" fmla="*/ 73 w 250"/>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105">
                      <a:moveTo>
                        <a:pt x="0" y="29"/>
                      </a:moveTo>
                      <a:lnTo>
                        <a:pt x="73" y="0"/>
                      </a:lnTo>
                      <a:lnTo>
                        <a:pt x="0" y="0"/>
                      </a:lnTo>
                      <a:lnTo>
                        <a:pt x="0" y="29"/>
                      </a:lnTo>
                      <a:close/>
                      <a:moveTo>
                        <a:pt x="73" y="0"/>
                      </a:moveTo>
                      <a:lnTo>
                        <a:pt x="250" y="105"/>
                      </a:lnTo>
                      <a:lnTo>
                        <a:pt x="250" y="0"/>
                      </a:lnTo>
                      <a:lnTo>
                        <a:pt x="7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sp>
          <p:nvSpPr>
            <p:cNvPr id="391" name="Freeform 64"/>
            <p:cNvSpPr>
              <a:spLocks/>
            </p:cNvSpPr>
            <p:nvPr/>
          </p:nvSpPr>
          <p:spPr bwMode="auto">
            <a:xfrm>
              <a:off x="4860702" y="1588068"/>
              <a:ext cx="379330" cy="621732"/>
            </a:xfrm>
            <a:custGeom>
              <a:avLst/>
              <a:gdLst>
                <a:gd name="T0" fmla="*/ 73 w 250"/>
                <a:gd name="T1" fmla="*/ 637 h 637"/>
                <a:gd name="T2" fmla="*/ 250 w 250"/>
                <a:gd name="T3" fmla="*/ 637 h 637"/>
                <a:gd name="T4" fmla="*/ 250 w 250"/>
                <a:gd name="T5" fmla="*/ 0 h 637"/>
                <a:gd name="T6" fmla="*/ 0 w 250"/>
                <a:gd name="T7" fmla="*/ 0 h 637"/>
                <a:gd name="T8" fmla="*/ 0 w 250"/>
                <a:gd name="T9" fmla="*/ 637 h 637"/>
                <a:gd name="T10" fmla="*/ 73 w 250"/>
                <a:gd name="T11" fmla="*/ 637 h 637"/>
                <a:gd name="T12" fmla="*/ 73 w 250"/>
                <a:gd name="T13" fmla="*/ 637 h 637"/>
                <a:gd name="T14" fmla="*/ 73 w 250"/>
                <a:gd name="T15" fmla="*/ 637 h 6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637">
                  <a:moveTo>
                    <a:pt x="73" y="637"/>
                  </a:moveTo>
                  <a:lnTo>
                    <a:pt x="250" y="637"/>
                  </a:lnTo>
                  <a:lnTo>
                    <a:pt x="250" y="0"/>
                  </a:lnTo>
                  <a:lnTo>
                    <a:pt x="0" y="0"/>
                  </a:lnTo>
                  <a:lnTo>
                    <a:pt x="0" y="637"/>
                  </a:lnTo>
                  <a:lnTo>
                    <a:pt x="73" y="637"/>
                  </a:lnTo>
                  <a:lnTo>
                    <a:pt x="73" y="637"/>
                  </a:lnTo>
                  <a:lnTo>
                    <a:pt x="73" y="63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385" name="그룹 384"/>
            <p:cNvGrpSpPr/>
            <p:nvPr/>
          </p:nvGrpSpPr>
          <p:grpSpPr>
            <a:xfrm>
              <a:off x="4762847" y="1035050"/>
              <a:ext cx="575040" cy="258700"/>
              <a:chOff x="3420880" y="1244600"/>
              <a:chExt cx="575040" cy="258700"/>
            </a:xfrm>
          </p:grpSpPr>
          <p:sp>
            <p:nvSpPr>
              <p:cNvPr id="387" name="모서리가 둥근 직사각형 386"/>
              <p:cNvSpPr/>
              <p:nvPr/>
            </p:nvSpPr>
            <p:spPr>
              <a:xfrm>
                <a:off x="3420880" y="1244600"/>
                <a:ext cx="575040" cy="209550"/>
              </a:xfrm>
              <a:prstGeom prst="roundRect">
                <a:avLst/>
              </a:prstGeom>
              <a:solidFill>
                <a:schemeClr val="accent1"/>
              </a:solidFill>
              <a:ln w="3175">
                <a:noFill/>
              </a:ln>
            </p:spPr>
            <p:txBody>
              <a:bodyPr vert="horz" wrap="square" lIns="0" tIns="0" rIns="0" bIns="0" numCol="1" anchor="ctr" anchorCtr="0" compatLnSpc="1">
                <a:prstTxWarp prst="textNoShape">
                  <a:avLst/>
                </a:prstTxWarp>
              </a:bodyPr>
              <a:lstStyle/>
              <a:p>
                <a:pPr algn="ctr"/>
                <a:r>
                  <a:rPr lang="nb-NO" altLang="ko-KR" sz="1000" b="1" dirty="0">
                    <a:gradFill>
                      <a:gsLst>
                        <a:gs pos="0">
                          <a:schemeClr val="bg2"/>
                        </a:gs>
                        <a:gs pos="100000">
                          <a:schemeClr val="bg2"/>
                        </a:gs>
                      </a:gsLst>
                      <a:lin ang="0" scaled="0"/>
                    </a:gradFill>
                    <a:latin typeface="Roboto Condensed Regular"/>
                    <a:ea typeface="Roboto Light" pitchFamily="2" charset="0"/>
                  </a:rPr>
                  <a:t>Services</a:t>
                </a:r>
                <a:endParaRPr lang="ko-KR" altLang="en-US" sz="1000" b="1" dirty="0">
                  <a:gradFill>
                    <a:gsLst>
                      <a:gs pos="0">
                        <a:schemeClr val="bg2"/>
                      </a:gs>
                      <a:gs pos="100000">
                        <a:schemeClr val="bg2"/>
                      </a:gs>
                    </a:gsLst>
                    <a:lin ang="0" scaled="0"/>
                  </a:gradFill>
                  <a:latin typeface="Roboto Condensed Regular"/>
                  <a:ea typeface="Roboto Light" pitchFamily="2" charset="0"/>
                </a:endParaRPr>
              </a:p>
            </p:txBody>
          </p:sp>
          <p:sp>
            <p:nvSpPr>
              <p:cNvPr id="388" name="이등변 삼각형 387"/>
              <p:cNvSpPr/>
              <p:nvPr/>
            </p:nvSpPr>
            <p:spPr>
              <a:xfrm rot="10800000">
                <a:off x="3636910" y="1454150"/>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grpSp>
        <p:cxnSp>
          <p:nvCxnSpPr>
            <p:cNvPr id="386" name="직선 연결선 385"/>
            <p:cNvCxnSpPr/>
            <p:nvPr/>
          </p:nvCxnSpPr>
          <p:spPr>
            <a:xfrm flipV="1">
              <a:off x="5050367" y="1276350"/>
              <a:ext cx="0" cy="336550"/>
            </a:xfrm>
            <a:prstGeom prst="line">
              <a:avLst/>
            </a:prstGeom>
            <a:ln w="12700" cap="rnd">
              <a:solidFill>
                <a:schemeClr val="accent1">
                  <a:lumMod val="75000"/>
                </a:schemeClr>
              </a:solidFill>
              <a:prstDash val="sysDot"/>
              <a:headEnd type="oval"/>
            </a:ln>
          </p:spPr>
          <p:style>
            <a:lnRef idx="1">
              <a:schemeClr val="accent1"/>
            </a:lnRef>
            <a:fillRef idx="0">
              <a:schemeClr val="accent1"/>
            </a:fillRef>
            <a:effectRef idx="0">
              <a:schemeClr val="accent1"/>
            </a:effectRef>
            <a:fontRef idx="minor">
              <a:schemeClr val="tx1"/>
            </a:fontRef>
          </p:style>
        </p:cxnSp>
        <p:grpSp>
          <p:nvGrpSpPr>
            <p:cNvPr id="377" name="그룹 376"/>
            <p:cNvGrpSpPr/>
            <p:nvPr/>
          </p:nvGrpSpPr>
          <p:grpSpPr>
            <a:xfrm>
              <a:off x="4782949" y="1860033"/>
              <a:ext cx="554938" cy="1251466"/>
              <a:chOff x="3366371" y="1879083"/>
              <a:chExt cx="704160" cy="1251466"/>
            </a:xfrm>
          </p:grpSpPr>
          <p:sp>
            <p:nvSpPr>
              <p:cNvPr id="378" name="TextBox 377"/>
              <p:cNvSpPr txBox="1"/>
              <p:nvPr/>
            </p:nvSpPr>
            <p:spPr>
              <a:xfrm>
                <a:off x="3366371" y="1879083"/>
                <a:ext cx="704160"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40</a:t>
                </a:r>
                <a:endParaRPr lang="ko-KR" altLang="en-US" sz="1200" b="1" dirty="0">
                  <a:gradFill>
                    <a:gsLst>
                      <a:gs pos="0">
                        <a:schemeClr val="bg2"/>
                      </a:gs>
                      <a:gs pos="100000">
                        <a:schemeClr val="bg2"/>
                      </a:gs>
                    </a:gsLst>
                    <a:lin ang="5400000" scaled="0"/>
                  </a:gradFill>
                  <a:latin typeface="Roboto Condensed Regular"/>
                  <a:ea typeface="Roboto Light" pitchFamily="2" charset="0"/>
                </a:endParaRPr>
              </a:p>
            </p:txBody>
          </p:sp>
          <p:sp>
            <p:nvSpPr>
              <p:cNvPr id="379" name="TextBox 378"/>
              <p:cNvSpPr txBox="1"/>
              <p:nvPr/>
            </p:nvSpPr>
            <p:spPr>
              <a:xfrm>
                <a:off x="3366371" y="2945883"/>
                <a:ext cx="704160" cy="184666"/>
              </a:xfrm>
              <a:prstGeom prst="rect">
                <a:avLst/>
              </a:prstGeom>
              <a:noFill/>
            </p:spPr>
            <p:txBody>
              <a:bodyPr wrap="square" lIns="0" tIns="0" rIns="0" bIns="0" rtlCol="0" anchor="b">
                <a:spAutoFit/>
              </a:bodyPr>
              <a:lstStyle/>
              <a:p>
                <a:pPr algn="ctr"/>
                <a:r>
                  <a:rPr lang="nb-NO" altLang="ko-KR" sz="1200" b="1" dirty="0">
                    <a:gradFill>
                      <a:gsLst>
                        <a:gs pos="0">
                          <a:schemeClr val="accent4">
                            <a:alpha val="50000"/>
                          </a:schemeClr>
                        </a:gs>
                        <a:gs pos="100000">
                          <a:schemeClr val="accent4">
                            <a:alpha val="50000"/>
                          </a:schemeClr>
                        </a:gs>
                      </a:gsLst>
                      <a:lin ang="5400000" scaled="0"/>
                    </a:gradFill>
                    <a:latin typeface="Roboto Condensed Regular"/>
                    <a:ea typeface="Roboto Light" pitchFamily="2" charset="0"/>
                  </a:rPr>
                  <a:t>60</a:t>
                </a:r>
                <a:endParaRPr lang="ko-KR" altLang="en-US" sz="1200" b="1" dirty="0">
                  <a:gradFill>
                    <a:gsLst>
                      <a:gs pos="0">
                        <a:schemeClr val="accent4">
                          <a:alpha val="50000"/>
                        </a:schemeClr>
                      </a:gs>
                      <a:gs pos="100000">
                        <a:schemeClr val="accent4">
                          <a:alpha val="50000"/>
                        </a:schemeClr>
                      </a:gs>
                    </a:gsLst>
                    <a:lin ang="5400000" scaled="0"/>
                  </a:gradFill>
                  <a:latin typeface="Roboto Condensed Regular"/>
                  <a:ea typeface="Roboto Light" pitchFamily="2" charset="0"/>
                </a:endParaRPr>
              </a:p>
            </p:txBody>
          </p:sp>
        </p:grpSp>
      </p:grpSp>
      <p:grpSp>
        <p:nvGrpSpPr>
          <p:cNvPr id="104" name="그룹 103"/>
          <p:cNvGrpSpPr/>
          <p:nvPr/>
        </p:nvGrpSpPr>
        <p:grpSpPr>
          <a:xfrm>
            <a:off x="3965239" y="1035050"/>
            <a:ext cx="575040" cy="2384424"/>
            <a:chOff x="6104814" y="1035050"/>
            <a:chExt cx="575040" cy="2384424"/>
          </a:xfrm>
        </p:grpSpPr>
        <p:sp>
          <p:nvSpPr>
            <p:cNvPr id="441" name="Freeform 59"/>
            <p:cNvSpPr>
              <a:spLocks/>
            </p:cNvSpPr>
            <p:nvPr/>
          </p:nvSpPr>
          <p:spPr bwMode="auto">
            <a:xfrm>
              <a:off x="6202669" y="3086100"/>
              <a:ext cx="379330" cy="175573"/>
            </a:xfrm>
            <a:custGeom>
              <a:avLst/>
              <a:gdLst>
                <a:gd name="T0" fmla="*/ 180 w 250"/>
                <a:gd name="T1" fmla="*/ 0 h 333"/>
                <a:gd name="T2" fmla="*/ 0 w 250"/>
                <a:gd name="T3" fmla="*/ 0 h 333"/>
                <a:gd name="T4" fmla="*/ 0 w 250"/>
                <a:gd name="T5" fmla="*/ 333 h 333"/>
                <a:gd name="T6" fmla="*/ 250 w 250"/>
                <a:gd name="T7" fmla="*/ 333 h 333"/>
                <a:gd name="T8" fmla="*/ 250 w 250"/>
                <a:gd name="T9" fmla="*/ 0 h 333"/>
                <a:gd name="T10" fmla="*/ 180 w 250"/>
                <a:gd name="T11" fmla="*/ 0 h 333"/>
              </a:gdLst>
              <a:ahLst/>
              <a:cxnLst>
                <a:cxn ang="0">
                  <a:pos x="T0" y="T1"/>
                </a:cxn>
                <a:cxn ang="0">
                  <a:pos x="T2" y="T3"/>
                </a:cxn>
                <a:cxn ang="0">
                  <a:pos x="T4" y="T5"/>
                </a:cxn>
                <a:cxn ang="0">
                  <a:pos x="T6" y="T7"/>
                </a:cxn>
                <a:cxn ang="0">
                  <a:pos x="T8" y="T9"/>
                </a:cxn>
                <a:cxn ang="0">
                  <a:pos x="T10" y="T11"/>
                </a:cxn>
              </a:cxnLst>
              <a:rect l="0" t="0" r="r" b="b"/>
              <a:pathLst>
                <a:path w="250" h="333">
                  <a:moveTo>
                    <a:pt x="180" y="0"/>
                  </a:moveTo>
                  <a:lnTo>
                    <a:pt x="0" y="0"/>
                  </a:lnTo>
                  <a:lnTo>
                    <a:pt x="0" y="333"/>
                  </a:lnTo>
                  <a:lnTo>
                    <a:pt x="250" y="333"/>
                  </a:lnTo>
                  <a:lnTo>
                    <a:pt x="250" y="0"/>
                  </a:lnTo>
                  <a:lnTo>
                    <a:pt x="180" y="0"/>
                  </a:lnTo>
                  <a:close/>
                </a:path>
              </a:pathLst>
            </a:custGeom>
            <a:pattFill prst="ltDnDiag">
              <a:fgClr>
                <a:schemeClr val="accent3">
                  <a:lumMod val="50000"/>
                </a:schemeClr>
              </a:fgClr>
              <a:bgClr>
                <a:schemeClr val="accent3">
                  <a:lumMod val="9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2" name="Freeform 61"/>
            <p:cNvSpPr>
              <a:spLocks/>
            </p:cNvSpPr>
            <p:nvPr/>
          </p:nvSpPr>
          <p:spPr bwMode="auto">
            <a:xfrm>
              <a:off x="6202669" y="3261673"/>
              <a:ext cx="379330" cy="157801"/>
            </a:xfrm>
            <a:custGeom>
              <a:avLst/>
              <a:gdLst>
                <a:gd name="T0" fmla="*/ 180 w 250"/>
                <a:gd name="T1" fmla="*/ 104 h 104"/>
                <a:gd name="T2" fmla="*/ 250 w 250"/>
                <a:gd name="T3" fmla="*/ 76 h 104"/>
                <a:gd name="T4" fmla="*/ 250 w 250"/>
                <a:gd name="T5" fmla="*/ 0 h 104"/>
                <a:gd name="T6" fmla="*/ 0 w 250"/>
                <a:gd name="T7" fmla="*/ 0 h 104"/>
                <a:gd name="T8" fmla="*/ 180 w 250"/>
                <a:gd name="T9" fmla="*/ 104 h 104"/>
              </a:gdLst>
              <a:ahLst/>
              <a:cxnLst>
                <a:cxn ang="0">
                  <a:pos x="T0" y="T1"/>
                </a:cxn>
                <a:cxn ang="0">
                  <a:pos x="T2" y="T3"/>
                </a:cxn>
                <a:cxn ang="0">
                  <a:pos x="T4" y="T5"/>
                </a:cxn>
                <a:cxn ang="0">
                  <a:pos x="T6" y="T7"/>
                </a:cxn>
                <a:cxn ang="0">
                  <a:pos x="T8" y="T9"/>
                </a:cxn>
              </a:cxnLst>
              <a:rect l="0" t="0" r="r" b="b"/>
              <a:pathLst>
                <a:path w="250" h="104">
                  <a:moveTo>
                    <a:pt x="180" y="104"/>
                  </a:moveTo>
                  <a:lnTo>
                    <a:pt x="250" y="76"/>
                  </a:lnTo>
                  <a:lnTo>
                    <a:pt x="250" y="0"/>
                  </a:lnTo>
                  <a:lnTo>
                    <a:pt x="0" y="0"/>
                  </a:lnTo>
                  <a:lnTo>
                    <a:pt x="180" y="104"/>
                  </a:lnTo>
                  <a:close/>
                </a:path>
              </a:pathLst>
            </a:custGeom>
            <a:pattFill prst="ltDnDiag">
              <a:fgClr>
                <a:schemeClr val="accent3">
                  <a:lumMod val="50000"/>
                </a:schemeClr>
              </a:fgClr>
              <a:bgClr>
                <a:schemeClr val="accent3">
                  <a:lumMod val="9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3" name="Freeform 62"/>
            <p:cNvSpPr>
              <a:spLocks/>
            </p:cNvSpPr>
            <p:nvPr/>
          </p:nvSpPr>
          <p:spPr bwMode="auto">
            <a:xfrm>
              <a:off x="6202669" y="1428749"/>
              <a:ext cx="379330" cy="159319"/>
            </a:xfrm>
            <a:custGeom>
              <a:avLst/>
              <a:gdLst>
                <a:gd name="T0" fmla="*/ 73 w 250"/>
                <a:gd name="T1" fmla="*/ 0 h 105"/>
                <a:gd name="T2" fmla="*/ 0 w 250"/>
                <a:gd name="T3" fmla="*/ 29 h 105"/>
                <a:gd name="T4" fmla="*/ 0 w 250"/>
                <a:gd name="T5" fmla="*/ 105 h 105"/>
                <a:gd name="T6" fmla="*/ 250 w 250"/>
                <a:gd name="T7" fmla="*/ 105 h 105"/>
                <a:gd name="T8" fmla="*/ 73 w 250"/>
                <a:gd name="T9" fmla="*/ 0 h 105"/>
              </a:gdLst>
              <a:ahLst/>
              <a:cxnLst>
                <a:cxn ang="0">
                  <a:pos x="T0" y="T1"/>
                </a:cxn>
                <a:cxn ang="0">
                  <a:pos x="T2" y="T3"/>
                </a:cxn>
                <a:cxn ang="0">
                  <a:pos x="T4" y="T5"/>
                </a:cxn>
                <a:cxn ang="0">
                  <a:pos x="T6" y="T7"/>
                </a:cxn>
                <a:cxn ang="0">
                  <a:pos x="T8" y="T9"/>
                </a:cxn>
              </a:cxnLst>
              <a:rect l="0" t="0" r="r" b="b"/>
              <a:pathLst>
                <a:path w="250" h="105">
                  <a:moveTo>
                    <a:pt x="73" y="0"/>
                  </a:moveTo>
                  <a:lnTo>
                    <a:pt x="0" y="29"/>
                  </a:lnTo>
                  <a:lnTo>
                    <a:pt x="0" y="105"/>
                  </a:lnTo>
                  <a:lnTo>
                    <a:pt x="250" y="105"/>
                  </a:lnTo>
                  <a:lnTo>
                    <a:pt x="7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5" name="Freeform 64"/>
            <p:cNvSpPr>
              <a:spLocks/>
            </p:cNvSpPr>
            <p:nvPr/>
          </p:nvSpPr>
          <p:spPr bwMode="auto">
            <a:xfrm>
              <a:off x="6202669" y="1588068"/>
              <a:ext cx="379330" cy="1301182"/>
            </a:xfrm>
            <a:custGeom>
              <a:avLst/>
              <a:gdLst>
                <a:gd name="T0" fmla="*/ 73 w 250"/>
                <a:gd name="T1" fmla="*/ 637 h 637"/>
                <a:gd name="T2" fmla="*/ 250 w 250"/>
                <a:gd name="T3" fmla="*/ 637 h 637"/>
                <a:gd name="T4" fmla="*/ 250 w 250"/>
                <a:gd name="T5" fmla="*/ 0 h 637"/>
                <a:gd name="T6" fmla="*/ 0 w 250"/>
                <a:gd name="T7" fmla="*/ 0 h 637"/>
                <a:gd name="T8" fmla="*/ 0 w 250"/>
                <a:gd name="T9" fmla="*/ 637 h 637"/>
                <a:gd name="T10" fmla="*/ 73 w 250"/>
                <a:gd name="T11" fmla="*/ 637 h 637"/>
                <a:gd name="T12" fmla="*/ 73 w 250"/>
                <a:gd name="T13" fmla="*/ 637 h 637"/>
                <a:gd name="T14" fmla="*/ 73 w 250"/>
                <a:gd name="T15" fmla="*/ 637 h 6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637">
                  <a:moveTo>
                    <a:pt x="73" y="637"/>
                  </a:moveTo>
                  <a:lnTo>
                    <a:pt x="250" y="637"/>
                  </a:lnTo>
                  <a:lnTo>
                    <a:pt x="250" y="0"/>
                  </a:lnTo>
                  <a:lnTo>
                    <a:pt x="0" y="0"/>
                  </a:lnTo>
                  <a:lnTo>
                    <a:pt x="0" y="637"/>
                  </a:lnTo>
                  <a:lnTo>
                    <a:pt x="73" y="637"/>
                  </a:lnTo>
                  <a:lnTo>
                    <a:pt x="73" y="637"/>
                  </a:lnTo>
                  <a:lnTo>
                    <a:pt x="73" y="63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446" name="그룹 445"/>
            <p:cNvGrpSpPr/>
            <p:nvPr/>
          </p:nvGrpSpPr>
          <p:grpSpPr>
            <a:xfrm>
              <a:off x="6104814" y="1035050"/>
              <a:ext cx="575040" cy="258700"/>
              <a:chOff x="3420880" y="1244600"/>
              <a:chExt cx="575040" cy="258700"/>
            </a:xfrm>
          </p:grpSpPr>
          <p:sp>
            <p:nvSpPr>
              <p:cNvPr id="451" name="모서리가 둥근 직사각형 450"/>
              <p:cNvSpPr/>
              <p:nvPr/>
            </p:nvSpPr>
            <p:spPr>
              <a:xfrm>
                <a:off x="3420880" y="1244600"/>
                <a:ext cx="575040" cy="209550"/>
              </a:xfrm>
              <a:prstGeom prst="roundRect">
                <a:avLst/>
              </a:prstGeom>
              <a:solidFill>
                <a:schemeClr val="accent1"/>
              </a:solidFill>
              <a:ln w="3175">
                <a:noFill/>
              </a:ln>
            </p:spPr>
            <p:txBody>
              <a:bodyPr vert="horz" wrap="square" lIns="0" tIns="0" rIns="0" bIns="0" numCol="1" anchor="ctr" anchorCtr="0" compatLnSpc="1">
                <a:prstTxWarp prst="textNoShape">
                  <a:avLst/>
                </a:prstTxWarp>
              </a:bodyPr>
              <a:lstStyle/>
              <a:p>
                <a:pPr algn="ctr"/>
                <a:r>
                  <a:rPr lang="nb-NO" altLang="ko-KR" sz="1000" b="1" dirty="0">
                    <a:gradFill>
                      <a:gsLst>
                        <a:gs pos="0">
                          <a:schemeClr val="bg2"/>
                        </a:gs>
                        <a:gs pos="100000">
                          <a:schemeClr val="bg2"/>
                        </a:gs>
                      </a:gsLst>
                      <a:lin ang="0" scaled="0"/>
                    </a:gradFill>
                    <a:latin typeface="Roboto Condensed Regular"/>
                    <a:ea typeface="Roboto Light" pitchFamily="2" charset="0"/>
                  </a:rPr>
                  <a:t>Services</a:t>
                </a:r>
                <a:endParaRPr lang="ko-KR" altLang="en-US" sz="1000" b="1" dirty="0">
                  <a:gradFill>
                    <a:gsLst>
                      <a:gs pos="0">
                        <a:schemeClr val="bg2"/>
                      </a:gs>
                      <a:gs pos="100000">
                        <a:schemeClr val="bg2"/>
                      </a:gs>
                    </a:gsLst>
                    <a:lin ang="0" scaled="0"/>
                  </a:gradFill>
                  <a:latin typeface="Roboto Condensed Regular"/>
                  <a:ea typeface="Roboto Light" pitchFamily="2" charset="0"/>
                </a:endParaRPr>
              </a:p>
            </p:txBody>
          </p:sp>
          <p:sp>
            <p:nvSpPr>
              <p:cNvPr id="452" name="이등변 삼각형 451"/>
              <p:cNvSpPr/>
              <p:nvPr/>
            </p:nvSpPr>
            <p:spPr>
              <a:xfrm rot="10800000">
                <a:off x="3636910" y="1454150"/>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grpSp>
        <p:cxnSp>
          <p:nvCxnSpPr>
            <p:cNvPr id="447" name="직선 연결선 446"/>
            <p:cNvCxnSpPr/>
            <p:nvPr/>
          </p:nvCxnSpPr>
          <p:spPr>
            <a:xfrm flipV="1">
              <a:off x="6392334" y="1276350"/>
              <a:ext cx="0" cy="336550"/>
            </a:xfrm>
            <a:prstGeom prst="line">
              <a:avLst/>
            </a:prstGeom>
            <a:ln w="12700" cap="rnd">
              <a:solidFill>
                <a:schemeClr val="accent1">
                  <a:lumMod val="75000"/>
                </a:schemeClr>
              </a:solidFill>
              <a:prstDash val="sysDot"/>
              <a:headEnd type="oval"/>
            </a:ln>
          </p:spPr>
          <p:style>
            <a:lnRef idx="1">
              <a:schemeClr val="accent1"/>
            </a:lnRef>
            <a:fillRef idx="0">
              <a:schemeClr val="accent1"/>
            </a:fillRef>
            <a:effectRef idx="0">
              <a:schemeClr val="accent1"/>
            </a:effectRef>
            <a:fontRef idx="minor">
              <a:schemeClr val="tx1"/>
            </a:fontRef>
          </p:style>
        </p:cxnSp>
        <p:grpSp>
          <p:nvGrpSpPr>
            <p:cNvPr id="448" name="그룹 447"/>
            <p:cNvGrpSpPr/>
            <p:nvPr/>
          </p:nvGrpSpPr>
          <p:grpSpPr>
            <a:xfrm>
              <a:off x="6124915" y="2196584"/>
              <a:ext cx="554938" cy="1092715"/>
              <a:chOff x="3366374" y="2215634"/>
              <a:chExt cx="704161" cy="1092715"/>
            </a:xfrm>
          </p:grpSpPr>
          <p:sp>
            <p:nvSpPr>
              <p:cNvPr id="449" name="TextBox 448"/>
              <p:cNvSpPr txBox="1"/>
              <p:nvPr/>
            </p:nvSpPr>
            <p:spPr>
              <a:xfrm>
                <a:off x="3366374" y="2215634"/>
                <a:ext cx="704161"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78</a:t>
                </a:r>
                <a:endParaRPr lang="ko-KR" altLang="en-US" sz="1200" b="1" dirty="0">
                  <a:gradFill>
                    <a:gsLst>
                      <a:gs pos="0">
                        <a:schemeClr val="bg2"/>
                      </a:gs>
                      <a:gs pos="100000">
                        <a:schemeClr val="bg2"/>
                      </a:gs>
                    </a:gsLst>
                    <a:lin ang="5400000" scaled="0"/>
                  </a:gradFill>
                  <a:latin typeface="Roboto Condensed Regular"/>
                  <a:ea typeface="Roboto Light" pitchFamily="2" charset="0"/>
                </a:endParaRPr>
              </a:p>
            </p:txBody>
          </p:sp>
          <p:sp>
            <p:nvSpPr>
              <p:cNvPr id="450" name="TextBox 449"/>
              <p:cNvSpPr txBox="1"/>
              <p:nvPr/>
            </p:nvSpPr>
            <p:spPr>
              <a:xfrm>
                <a:off x="3547232" y="3123683"/>
                <a:ext cx="342438" cy="184666"/>
              </a:xfrm>
              <a:prstGeom prst="rect">
                <a:avLst/>
              </a:prstGeom>
              <a:noFill/>
            </p:spPr>
            <p:txBody>
              <a:bodyPr wrap="square" lIns="0" tIns="0" rIns="0" bIns="0" rtlCol="0" anchor="b">
                <a:spAutoFit/>
              </a:bodyPr>
              <a:lstStyle/>
              <a:p>
                <a:pPr algn="ctr"/>
                <a:r>
                  <a:rPr lang="nb-NO" altLang="ko-KR" sz="1200" b="1" dirty="0">
                    <a:gradFill>
                      <a:gsLst>
                        <a:gs pos="0">
                          <a:schemeClr val="accent4">
                            <a:alpha val="50000"/>
                          </a:schemeClr>
                        </a:gs>
                        <a:gs pos="100000">
                          <a:schemeClr val="accent4">
                            <a:alpha val="50000"/>
                          </a:schemeClr>
                        </a:gs>
                      </a:gsLst>
                      <a:lin ang="5400000" scaled="0"/>
                    </a:gradFill>
                    <a:latin typeface="Roboto Condensed Regular"/>
                    <a:ea typeface="Roboto Light" pitchFamily="2" charset="0"/>
                  </a:rPr>
                  <a:t>22</a:t>
                </a:r>
                <a:endParaRPr lang="ko-KR" altLang="en-US" sz="1200" b="1" dirty="0">
                  <a:gradFill>
                    <a:gsLst>
                      <a:gs pos="0">
                        <a:schemeClr val="accent4">
                          <a:alpha val="50000"/>
                        </a:schemeClr>
                      </a:gs>
                      <a:gs pos="100000">
                        <a:schemeClr val="accent4">
                          <a:alpha val="50000"/>
                        </a:schemeClr>
                      </a:gs>
                    </a:gsLst>
                    <a:lin ang="5400000" scaled="0"/>
                  </a:gradFill>
                  <a:latin typeface="Roboto Condensed Regular"/>
                  <a:ea typeface="Roboto Light" pitchFamily="2" charset="0"/>
                </a:endParaRPr>
              </a:p>
            </p:txBody>
          </p:sp>
        </p:grpSp>
        <p:grpSp>
          <p:nvGrpSpPr>
            <p:cNvPr id="444" name="그룹 443"/>
            <p:cNvGrpSpPr/>
            <p:nvPr/>
          </p:nvGrpSpPr>
          <p:grpSpPr>
            <a:xfrm>
              <a:off x="6202669" y="2884296"/>
              <a:ext cx="379330" cy="201804"/>
              <a:chOff x="4852235" y="2554601"/>
              <a:chExt cx="379330" cy="201804"/>
            </a:xfrm>
          </p:grpSpPr>
          <p:sp>
            <p:nvSpPr>
              <p:cNvPr id="453" name="Freeform 60"/>
              <p:cNvSpPr>
                <a:spLocks noEditPoints="1"/>
              </p:cNvSpPr>
              <p:nvPr/>
            </p:nvSpPr>
            <p:spPr bwMode="auto">
              <a:xfrm>
                <a:off x="4852235" y="2598604"/>
                <a:ext cx="379330" cy="157801"/>
              </a:xfrm>
              <a:custGeom>
                <a:avLst/>
                <a:gdLst>
                  <a:gd name="T0" fmla="*/ 0 w 250"/>
                  <a:gd name="T1" fmla="*/ 104 h 104"/>
                  <a:gd name="T2" fmla="*/ 180 w 250"/>
                  <a:gd name="T3" fmla="*/ 104 h 104"/>
                  <a:gd name="T4" fmla="*/ 0 w 250"/>
                  <a:gd name="T5" fmla="*/ 0 h 104"/>
                  <a:gd name="T6" fmla="*/ 0 w 250"/>
                  <a:gd name="T7" fmla="*/ 104 h 104"/>
                  <a:gd name="T8" fmla="*/ 180 w 250"/>
                  <a:gd name="T9" fmla="*/ 104 h 104"/>
                  <a:gd name="T10" fmla="*/ 250 w 250"/>
                  <a:gd name="T11" fmla="*/ 104 h 104"/>
                  <a:gd name="T12" fmla="*/ 250 w 250"/>
                  <a:gd name="T13" fmla="*/ 76 h 104"/>
                  <a:gd name="T14" fmla="*/ 180 w 250"/>
                  <a:gd name="T15" fmla="*/ 104 h 1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104">
                    <a:moveTo>
                      <a:pt x="0" y="104"/>
                    </a:moveTo>
                    <a:lnTo>
                      <a:pt x="180" y="104"/>
                    </a:lnTo>
                    <a:lnTo>
                      <a:pt x="0" y="0"/>
                    </a:lnTo>
                    <a:lnTo>
                      <a:pt x="0" y="104"/>
                    </a:lnTo>
                    <a:close/>
                    <a:moveTo>
                      <a:pt x="180" y="104"/>
                    </a:moveTo>
                    <a:lnTo>
                      <a:pt x="250" y="104"/>
                    </a:lnTo>
                    <a:lnTo>
                      <a:pt x="250" y="76"/>
                    </a:lnTo>
                    <a:lnTo>
                      <a:pt x="180" y="104"/>
                    </a:lnTo>
                    <a:close/>
                  </a:path>
                </a:pathLst>
              </a:custGeom>
              <a:pattFill prst="ltDnDiag">
                <a:fgClr>
                  <a:schemeClr val="accent3">
                    <a:lumMod val="50000"/>
                  </a:schemeClr>
                </a:fgClr>
                <a:bgClr>
                  <a:schemeClr val="accent3">
                    <a:lumMod val="9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454" name="그룹 453"/>
              <p:cNvGrpSpPr/>
              <p:nvPr/>
            </p:nvGrpSpPr>
            <p:grpSpPr>
              <a:xfrm>
                <a:off x="4852235" y="2554601"/>
                <a:ext cx="379330" cy="201804"/>
                <a:chOff x="4852235" y="2554601"/>
                <a:chExt cx="379330" cy="201804"/>
              </a:xfrm>
            </p:grpSpPr>
            <p:sp>
              <p:nvSpPr>
                <p:cNvPr id="455" name="Freeform 58"/>
                <p:cNvSpPr>
                  <a:spLocks/>
                </p:cNvSpPr>
                <p:nvPr/>
              </p:nvSpPr>
              <p:spPr bwMode="auto">
                <a:xfrm>
                  <a:off x="4852235" y="2554601"/>
                  <a:ext cx="379330" cy="201804"/>
                </a:xfrm>
                <a:custGeom>
                  <a:avLst/>
                  <a:gdLst>
                    <a:gd name="T0" fmla="*/ 250 w 250"/>
                    <a:gd name="T1" fmla="*/ 105 h 133"/>
                    <a:gd name="T2" fmla="*/ 180 w 250"/>
                    <a:gd name="T3" fmla="*/ 133 h 133"/>
                    <a:gd name="T4" fmla="*/ 0 w 250"/>
                    <a:gd name="T5" fmla="*/ 29 h 133"/>
                    <a:gd name="T6" fmla="*/ 73 w 250"/>
                    <a:gd name="T7" fmla="*/ 0 h 133"/>
                    <a:gd name="T8" fmla="*/ 250 w 250"/>
                    <a:gd name="T9" fmla="*/ 105 h 133"/>
                  </a:gdLst>
                  <a:ahLst/>
                  <a:cxnLst>
                    <a:cxn ang="0">
                      <a:pos x="T0" y="T1"/>
                    </a:cxn>
                    <a:cxn ang="0">
                      <a:pos x="T2" y="T3"/>
                    </a:cxn>
                    <a:cxn ang="0">
                      <a:pos x="T4" y="T5"/>
                    </a:cxn>
                    <a:cxn ang="0">
                      <a:pos x="T6" y="T7"/>
                    </a:cxn>
                    <a:cxn ang="0">
                      <a:pos x="T8" y="T9"/>
                    </a:cxn>
                  </a:cxnLst>
                  <a:rect l="0" t="0" r="r" b="b"/>
                  <a:pathLst>
                    <a:path w="250" h="133">
                      <a:moveTo>
                        <a:pt x="250" y="105"/>
                      </a:moveTo>
                      <a:lnTo>
                        <a:pt x="180" y="133"/>
                      </a:lnTo>
                      <a:lnTo>
                        <a:pt x="0" y="29"/>
                      </a:lnTo>
                      <a:lnTo>
                        <a:pt x="73" y="0"/>
                      </a:lnTo>
                      <a:lnTo>
                        <a:pt x="250" y="105"/>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56" name="Freeform 63"/>
                <p:cNvSpPr>
                  <a:spLocks noEditPoints="1"/>
                </p:cNvSpPr>
                <p:nvPr/>
              </p:nvSpPr>
              <p:spPr bwMode="auto">
                <a:xfrm>
                  <a:off x="4852235" y="2554601"/>
                  <a:ext cx="379330" cy="159319"/>
                </a:xfrm>
                <a:custGeom>
                  <a:avLst/>
                  <a:gdLst>
                    <a:gd name="T0" fmla="*/ 0 w 250"/>
                    <a:gd name="T1" fmla="*/ 29 h 105"/>
                    <a:gd name="T2" fmla="*/ 73 w 250"/>
                    <a:gd name="T3" fmla="*/ 0 h 105"/>
                    <a:gd name="T4" fmla="*/ 0 w 250"/>
                    <a:gd name="T5" fmla="*/ 0 h 105"/>
                    <a:gd name="T6" fmla="*/ 0 w 250"/>
                    <a:gd name="T7" fmla="*/ 29 h 105"/>
                    <a:gd name="T8" fmla="*/ 73 w 250"/>
                    <a:gd name="T9" fmla="*/ 0 h 105"/>
                    <a:gd name="T10" fmla="*/ 250 w 250"/>
                    <a:gd name="T11" fmla="*/ 105 h 105"/>
                    <a:gd name="T12" fmla="*/ 250 w 250"/>
                    <a:gd name="T13" fmla="*/ 0 h 105"/>
                    <a:gd name="T14" fmla="*/ 73 w 250"/>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105">
                      <a:moveTo>
                        <a:pt x="0" y="29"/>
                      </a:moveTo>
                      <a:lnTo>
                        <a:pt x="73" y="0"/>
                      </a:lnTo>
                      <a:lnTo>
                        <a:pt x="0" y="0"/>
                      </a:lnTo>
                      <a:lnTo>
                        <a:pt x="0" y="29"/>
                      </a:lnTo>
                      <a:close/>
                      <a:moveTo>
                        <a:pt x="73" y="0"/>
                      </a:moveTo>
                      <a:lnTo>
                        <a:pt x="250" y="105"/>
                      </a:lnTo>
                      <a:lnTo>
                        <a:pt x="250" y="0"/>
                      </a:lnTo>
                      <a:lnTo>
                        <a:pt x="7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grpSp>
      <p:grpSp>
        <p:nvGrpSpPr>
          <p:cNvPr id="106" name="그룹 105"/>
          <p:cNvGrpSpPr/>
          <p:nvPr/>
        </p:nvGrpSpPr>
        <p:grpSpPr>
          <a:xfrm>
            <a:off x="5307205" y="1035050"/>
            <a:ext cx="575040" cy="2384424"/>
            <a:chOff x="7446780" y="1035050"/>
            <a:chExt cx="575040" cy="2384424"/>
          </a:xfrm>
        </p:grpSpPr>
        <p:sp>
          <p:nvSpPr>
            <p:cNvPr id="460" name="Freeform 59"/>
            <p:cNvSpPr>
              <a:spLocks/>
            </p:cNvSpPr>
            <p:nvPr/>
          </p:nvSpPr>
          <p:spPr bwMode="auto">
            <a:xfrm>
              <a:off x="7544635" y="2209800"/>
              <a:ext cx="379330" cy="1051873"/>
            </a:xfrm>
            <a:custGeom>
              <a:avLst/>
              <a:gdLst>
                <a:gd name="T0" fmla="*/ 180 w 250"/>
                <a:gd name="T1" fmla="*/ 0 h 333"/>
                <a:gd name="T2" fmla="*/ 0 w 250"/>
                <a:gd name="T3" fmla="*/ 0 h 333"/>
                <a:gd name="T4" fmla="*/ 0 w 250"/>
                <a:gd name="T5" fmla="*/ 333 h 333"/>
                <a:gd name="T6" fmla="*/ 250 w 250"/>
                <a:gd name="T7" fmla="*/ 333 h 333"/>
                <a:gd name="T8" fmla="*/ 250 w 250"/>
                <a:gd name="T9" fmla="*/ 0 h 333"/>
                <a:gd name="T10" fmla="*/ 180 w 250"/>
                <a:gd name="T11" fmla="*/ 0 h 333"/>
              </a:gdLst>
              <a:ahLst/>
              <a:cxnLst>
                <a:cxn ang="0">
                  <a:pos x="T0" y="T1"/>
                </a:cxn>
                <a:cxn ang="0">
                  <a:pos x="T2" y="T3"/>
                </a:cxn>
                <a:cxn ang="0">
                  <a:pos x="T4" y="T5"/>
                </a:cxn>
                <a:cxn ang="0">
                  <a:pos x="T6" y="T7"/>
                </a:cxn>
                <a:cxn ang="0">
                  <a:pos x="T8" y="T9"/>
                </a:cxn>
                <a:cxn ang="0">
                  <a:pos x="T10" y="T11"/>
                </a:cxn>
              </a:cxnLst>
              <a:rect l="0" t="0" r="r" b="b"/>
              <a:pathLst>
                <a:path w="250" h="333">
                  <a:moveTo>
                    <a:pt x="180" y="0"/>
                  </a:moveTo>
                  <a:lnTo>
                    <a:pt x="0" y="0"/>
                  </a:lnTo>
                  <a:lnTo>
                    <a:pt x="0" y="333"/>
                  </a:lnTo>
                  <a:lnTo>
                    <a:pt x="250" y="333"/>
                  </a:lnTo>
                  <a:lnTo>
                    <a:pt x="250" y="0"/>
                  </a:lnTo>
                  <a:lnTo>
                    <a:pt x="180" y="0"/>
                  </a:lnTo>
                  <a:close/>
                </a:path>
              </a:pathLst>
            </a:custGeom>
            <a:pattFill prst="ltDnDiag">
              <a:fgClr>
                <a:schemeClr val="accent3">
                  <a:lumMod val="50000"/>
                </a:schemeClr>
              </a:fgClr>
              <a:bgClr>
                <a:schemeClr val="accent3">
                  <a:lumMod val="9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61" name="Freeform 61"/>
            <p:cNvSpPr>
              <a:spLocks/>
            </p:cNvSpPr>
            <p:nvPr/>
          </p:nvSpPr>
          <p:spPr bwMode="auto">
            <a:xfrm>
              <a:off x="7544635" y="3261673"/>
              <a:ext cx="379330" cy="157801"/>
            </a:xfrm>
            <a:custGeom>
              <a:avLst/>
              <a:gdLst>
                <a:gd name="T0" fmla="*/ 180 w 250"/>
                <a:gd name="T1" fmla="*/ 104 h 104"/>
                <a:gd name="T2" fmla="*/ 250 w 250"/>
                <a:gd name="T3" fmla="*/ 76 h 104"/>
                <a:gd name="T4" fmla="*/ 250 w 250"/>
                <a:gd name="T5" fmla="*/ 0 h 104"/>
                <a:gd name="T6" fmla="*/ 0 w 250"/>
                <a:gd name="T7" fmla="*/ 0 h 104"/>
                <a:gd name="T8" fmla="*/ 180 w 250"/>
                <a:gd name="T9" fmla="*/ 104 h 104"/>
              </a:gdLst>
              <a:ahLst/>
              <a:cxnLst>
                <a:cxn ang="0">
                  <a:pos x="T0" y="T1"/>
                </a:cxn>
                <a:cxn ang="0">
                  <a:pos x="T2" y="T3"/>
                </a:cxn>
                <a:cxn ang="0">
                  <a:pos x="T4" y="T5"/>
                </a:cxn>
                <a:cxn ang="0">
                  <a:pos x="T6" y="T7"/>
                </a:cxn>
                <a:cxn ang="0">
                  <a:pos x="T8" y="T9"/>
                </a:cxn>
              </a:cxnLst>
              <a:rect l="0" t="0" r="r" b="b"/>
              <a:pathLst>
                <a:path w="250" h="104">
                  <a:moveTo>
                    <a:pt x="180" y="104"/>
                  </a:moveTo>
                  <a:lnTo>
                    <a:pt x="250" y="76"/>
                  </a:lnTo>
                  <a:lnTo>
                    <a:pt x="250" y="0"/>
                  </a:lnTo>
                  <a:lnTo>
                    <a:pt x="0" y="0"/>
                  </a:lnTo>
                  <a:lnTo>
                    <a:pt x="180" y="104"/>
                  </a:lnTo>
                  <a:close/>
                </a:path>
              </a:pathLst>
            </a:custGeom>
            <a:pattFill prst="ltDnDiag">
              <a:fgClr>
                <a:schemeClr val="accent3">
                  <a:lumMod val="50000"/>
                </a:schemeClr>
              </a:fgClr>
              <a:bgClr>
                <a:schemeClr val="accent3">
                  <a:lumMod val="9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62" name="Freeform 62"/>
            <p:cNvSpPr>
              <a:spLocks/>
            </p:cNvSpPr>
            <p:nvPr/>
          </p:nvSpPr>
          <p:spPr bwMode="auto">
            <a:xfrm>
              <a:off x="7544635" y="1428749"/>
              <a:ext cx="379330" cy="159319"/>
            </a:xfrm>
            <a:custGeom>
              <a:avLst/>
              <a:gdLst>
                <a:gd name="T0" fmla="*/ 73 w 250"/>
                <a:gd name="T1" fmla="*/ 0 h 105"/>
                <a:gd name="T2" fmla="*/ 0 w 250"/>
                <a:gd name="T3" fmla="*/ 29 h 105"/>
                <a:gd name="T4" fmla="*/ 0 w 250"/>
                <a:gd name="T5" fmla="*/ 105 h 105"/>
                <a:gd name="T6" fmla="*/ 250 w 250"/>
                <a:gd name="T7" fmla="*/ 105 h 105"/>
                <a:gd name="T8" fmla="*/ 73 w 250"/>
                <a:gd name="T9" fmla="*/ 0 h 105"/>
              </a:gdLst>
              <a:ahLst/>
              <a:cxnLst>
                <a:cxn ang="0">
                  <a:pos x="T0" y="T1"/>
                </a:cxn>
                <a:cxn ang="0">
                  <a:pos x="T2" y="T3"/>
                </a:cxn>
                <a:cxn ang="0">
                  <a:pos x="T4" y="T5"/>
                </a:cxn>
                <a:cxn ang="0">
                  <a:pos x="T6" y="T7"/>
                </a:cxn>
                <a:cxn ang="0">
                  <a:pos x="T8" y="T9"/>
                </a:cxn>
              </a:cxnLst>
              <a:rect l="0" t="0" r="r" b="b"/>
              <a:pathLst>
                <a:path w="250" h="105">
                  <a:moveTo>
                    <a:pt x="73" y="0"/>
                  </a:moveTo>
                  <a:lnTo>
                    <a:pt x="0" y="29"/>
                  </a:lnTo>
                  <a:lnTo>
                    <a:pt x="0" y="105"/>
                  </a:lnTo>
                  <a:lnTo>
                    <a:pt x="250" y="105"/>
                  </a:lnTo>
                  <a:lnTo>
                    <a:pt x="7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64" name="Freeform 64"/>
            <p:cNvSpPr>
              <a:spLocks/>
            </p:cNvSpPr>
            <p:nvPr/>
          </p:nvSpPr>
          <p:spPr bwMode="auto">
            <a:xfrm>
              <a:off x="7544635" y="1588068"/>
              <a:ext cx="379330" cy="418532"/>
            </a:xfrm>
            <a:custGeom>
              <a:avLst/>
              <a:gdLst>
                <a:gd name="T0" fmla="*/ 73 w 250"/>
                <a:gd name="T1" fmla="*/ 637 h 637"/>
                <a:gd name="T2" fmla="*/ 250 w 250"/>
                <a:gd name="T3" fmla="*/ 637 h 637"/>
                <a:gd name="T4" fmla="*/ 250 w 250"/>
                <a:gd name="T5" fmla="*/ 0 h 637"/>
                <a:gd name="T6" fmla="*/ 0 w 250"/>
                <a:gd name="T7" fmla="*/ 0 h 637"/>
                <a:gd name="T8" fmla="*/ 0 w 250"/>
                <a:gd name="T9" fmla="*/ 637 h 637"/>
                <a:gd name="T10" fmla="*/ 73 w 250"/>
                <a:gd name="T11" fmla="*/ 637 h 637"/>
                <a:gd name="T12" fmla="*/ 73 w 250"/>
                <a:gd name="T13" fmla="*/ 637 h 637"/>
                <a:gd name="T14" fmla="*/ 73 w 250"/>
                <a:gd name="T15" fmla="*/ 637 h 6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637">
                  <a:moveTo>
                    <a:pt x="73" y="637"/>
                  </a:moveTo>
                  <a:lnTo>
                    <a:pt x="250" y="637"/>
                  </a:lnTo>
                  <a:lnTo>
                    <a:pt x="250" y="0"/>
                  </a:lnTo>
                  <a:lnTo>
                    <a:pt x="0" y="0"/>
                  </a:lnTo>
                  <a:lnTo>
                    <a:pt x="0" y="637"/>
                  </a:lnTo>
                  <a:lnTo>
                    <a:pt x="73" y="637"/>
                  </a:lnTo>
                  <a:lnTo>
                    <a:pt x="73" y="637"/>
                  </a:lnTo>
                  <a:lnTo>
                    <a:pt x="73" y="63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465" name="그룹 464"/>
            <p:cNvGrpSpPr/>
            <p:nvPr/>
          </p:nvGrpSpPr>
          <p:grpSpPr>
            <a:xfrm>
              <a:off x="7446780" y="1035050"/>
              <a:ext cx="575040" cy="258700"/>
              <a:chOff x="3420880" y="1244600"/>
              <a:chExt cx="575040" cy="258700"/>
            </a:xfrm>
          </p:grpSpPr>
          <p:sp>
            <p:nvSpPr>
              <p:cNvPr id="470" name="모서리가 둥근 직사각형 469"/>
              <p:cNvSpPr/>
              <p:nvPr/>
            </p:nvSpPr>
            <p:spPr>
              <a:xfrm>
                <a:off x="3420880" y="1244600"/>
                <a:ext cx="575040" cy="209550"/>
              </a:xfrm>
              <a:prstGeom prst="roundRect">
                <a:avLst/>
              </a:prstGeom>
              <a:solidFill>
                <a:schemeClr val="accent1"/>
              </a:solidFill>
              <a:ln w="3175">
                <a:noFill/>
              </a:ln>
            </p:spPr>
            <p:txBody>
              <a:bodyPr vert="horz" wrap="square" lIns="0" tIns="0" rIns="0" bIns="0" numCol="1" anchor="ctr" anchorCtr="0" compatLnSpc="1">
                <a:prstTxWarp prst="textNoShape">
                  <a:avLst/>
                </a:prstTxWarp>
              </a:bodyPr>
              <a:lstStyle/>
              <a:p>
                <a:pPr algn="ctr"/>
                <a:r>
                  <a:rPr lang="nb-NO" altLang="ko-KR" sz="1000" b="1" dirty="0">
                    <a:gradFill>
                      <a:gsLst>
                        <a:gs pos="0">
                          <a:schemeClr val="bg2"/>
                        </a:gs>
                        <a:gs pos="100000">
                          <a:schemeClr val="bg2"/>
                        </a:gs>
                      </a:gsLst>
                      <a:lin ang="0" scaled="0"/>
                    </a:gradFill>
                    <a:latin typeface="Roboto Condensed Regular"/>
                    <a:ea typeface="Roboto Light" pitchFamily="2" charset="0"/>
                  </a:rPr>
                  <a:t>Services</a:t>
                </a:r>
                <a:endParaRPr lang="ko-KR" altLang="en-US" sz="1000" dirty="0">
                  <a:gradFill>
                    <a:gsLst>
                      <a:gs pos="0">
                        <a:schemeClr val="bg2"/>
                      </a:gs>
                      <a:gs pos="100000">
                        <a:schemeClr val="bg2"/>
                      </a:gs>
                    </a:gsLst>
                    <a:lin ang="0" scaled="0"/>
                  </a:gradFill>
                </a:endParaRPr>
              </a:p>
            </p:txBody>
          </p:sp>
          <p:sp>
            <p:nvSpPr>
              <p:cNvPr id="471" name="이등변 삼각형 470"/>
              <p:cNvSpPr/>
              <p:nvPr/>
            </p:nvSpPr>
            <p:spPr>
              <a:xfrm rot="10800000">
                <a:off x="3636910" y="1454150"/>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grpSp>
        <p:cxnSp>
          <p:nvCxnSpPr>
            <p:cNvPr id="466" name="직선 연결선 465"/>
            <p:cNvCxnSpPr/>
            <p:nvPr/>
          </p:nvCxnSpPr>
          <p:spPr>
            <a:xfrm flipV="1">
              <a:off x="7734300" y="1276350"/>
              <a:ext cx="0" cy="336550"/>
            </a:xfrm>
            <a:prstGeom prst="line">
              <a:avLst/>
            </a:prstGeom>
            <a:ln w="12700" cap="rnd">
              <a:solidFill>
                <a:schemeClr val="accent1">
                  <a:lumMod val="75000"/>
                </a:schemeClr>
              </a:solidFill>
              <a:prstDash val="sysDot"/>
              <a:headEnd type="oval"/>
            </a:ln>
          </p:spPr>
          <p:style>
            <a:lnRef idx="1">
              <a:schemeClr val="accent1"/>
            </a:lnRef>
            <a:fillRef idx="0">
              <a:schemeClr val="accent1"/>
            </a:fillRef>
            <a:effectRef idx="0">
              <a:schemeClr val="accent1"/>
            </a:effectRef>
            <a:fontRef idx="minor">
              <a:schemeClr val="tx1"/>
            </a:fontRef>
          </p:style>
        </p:cxnSp>
        <p:grpSp>
          <p:nvGrpSpPr>
            <p:cNvPr id="467" name="그룹 466"/>
            <p:cNvGrpSpPr/>
            <p:nvPr/>
          </p:nvGrpSpPr>
          <p:grpSpPr>
            <a:xfrm>
              <a:off x="7466882" y="1675883"/>
              <a:ext cx="554938" cy="1156216"/>
              <a:chOff x="3366371" y="1694933"/>
              <a:chExt cx="704160" cy="1156216"/>
            </a:xfrm>
          </p:grpSpPr>
          <p:sp>
            <p:nvSpPr>
              <p:cNvPr id="468" name="TextBox 467"/>
              <p:cNvSpPr txBox="1"/>
              <p:nvPr/>
            </p:nvSpPr>
            <p:spPr>
              <a:xfrm>
                <a:off x="3366371" y="1694933"/>
                <a:ext cx="704160"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30</a:t>
                </a:r>
                <a:endParaRPr lang="ko-KR" altLang="en-US" sz="1200" b="1" dirty="0">
                  <a:gradFill>
                    <a:gsLst>
                      <a:gs pos="0">
                        <a:schemeClr val="bg2"/>
                      </a:gs>
                      <a:gs pos="100000">
                        <a:schemeClr val="bg2"/>
                      </a:gs>
                    </a:gsLst>
                    <a:lin ang="5400000" scaled="0"/>
                  </a:gradFill>
                  <a:latin typeface="Roboto Condensed Regular"/>
                  <a:ea typeface="Roboto Light" pitchFamily="2" charset="0"/>
                </a:endParaRPr>
              </a:p>
            </p:txBody>
          </p:sp>
          <p:sp>
            <p:nvSpPr>
              <p:cNvPr id="469" name="TextBox 468"/>
              <p:cNvSpPr txBox="1"/>
              <p:nvPr/>
            </p:nvSpPr>
            <p:spPr>
              <a:xfrm>
                <a:off x="3366371" y="2666483"/>
                <a:ext cx="704160" cy="184666"/>
              </a:xfrm>
              <a:prstGeom prst="rect">
                <a:avLst/>
              </a:prstGeom>
              <a:noFill/>
            </p:spPr>
            <p:txBody>
              <a:bodyPr wrap="square" lIns="0" tIns="0" rIns="0" bIns="0" rtlCol="0" anchor="b">
                <a:spAutoFit/>
              </a:bodyPr>
              <a:lstStyle/>
              <a:p>
                <a:pPr algn="ctr"/>
                <a:r>
                  <a:rPr lang="nb-NO" altLang="ko-KR" sz="1200" b="1" dirty="0">
                    <a:gradFill>
                      <a:gsLst>
                        <a:gs pos="0">
                          <a:schemeClr val="accent4">
                            <a:alpha val="50000"/>
                          </a:schemeClr>
                        </a:gs>
                        <a:gs pos="100000">
                          <a:schemeClr val="accent4">
                            <a:alpha val="50000"/>
                          </a:schemeClr>
                        </a:gs>
                      </a:gsLst>
                      <a:lin ang="5400000" scaled="0"/>
                    </a:gradFill>
                    <a:latin typeface="Roboto Condensed Regular"/>
                    <a:ea typeface="Roboto Light" pitchFamily="2" charset="0"/>
                  </a:rPr>
                  <a:t>70</a:t>
                </a:r>
                <a:endParaRPr lang="ko-KR" altLang="en-US" sz="1200" b="1" dirty="0">
                  <a:gradFill>
                    <a:gsLst>
                      <a:gs pos="0">
                        <a:schemeClr val="accent4">
                          <a:alpha val="50000"/>
                        </a:schemeClr>
                      </a:gs>
                      <a:gs pos="100000">
                        <a:schemeClr val="accent4">
                          <a:alpha val="50000"/>
                        </a:schemeClr>
                      </a:gs>
                    </a:gsLst>
                    <a:lin ang="5400000" scaled="0"/>
                  </a:gradFill>
                  <a:latin typeface="Roboto Condensed Regular"/>
                  <a:ea typeface="Roboto Light" pitchFamily="2" charset="0"/>
                </a:endParaRPr>
              </a:p>
            </p:txBody>
          </p:sp>
        </p:grpSp>
        <p:grpSp>
          <p:nvGrpSpPr>
            <p:cNvPr id="463" name="그룹 462"/>
            <p:cNvGrpSpPr/>
            <p:nvPr/>
          </p:nvGrpSpPr>
          <p:grpSpPr>
            <a:xfrm>
              <a:off x="7544635" y="2006600"/>
              <a:ext cx="379330" cy="201804"/>
              <a:chOff x="4852235" y="2554601"/>
              <a:chExt cx="379330" cy="201804"/>
            </a:xfrm>
          </p:grpSpPr>
          <p:sp>
            <p:nvSpPr>
              <p:cNvPr id="472" name="Freeform 60"/>
              <p:cNvSpPr>
                <a:spLocks noEditPoints="1"/>
              </p:cNvSpPr>
              <p:nvPr/>
            </p:nvSpPr>
            <p:spPr bwMode="auto">
              <a:xfrm>
                <a:off x="4852235" y="2598604"/>
                <a:ext cx="379330" cy="157801"/>
              </a:xfrm>
              <a:custGeom>
                <a:avLst/>
                <a:gdLst>
                  <a:gd name="T0" fmla="*/ 0 w 250"/>
                  <a:gd name="T1" fmla="*/ 104 h 104"/>
                  <a:gd name="T2" fmla="*/ 180 w 250"/>
                  <a:gd name="T3" fmla="*/ 104 h 104"/>
                  <a:gd name="T4" fmla="*/ 0 w 250"/>
                  <a:gd name="T5" fmla="*/ 0 h 104"/>
                  <a:gd name="T6" fmla="*/ 0 w 250"/>
                  <a:gd name="T7" fmla="*/ 104 h 104"/>
                  <a:gd name="T8" fmla="*/ 180 w 250"/>
                  <a:gd name="T9" fmla="*/ 104 h 104"/>
                  <a:gd name="T10" fmla="*/ 250 w 250"/>
                  <a:gd name="T11" fmla="*/ 104 h 104"/>
                  <a:gd name="T12" fmla="*/ 250 w 250"/>
                  <a:gd name="T13" fmla="*/ 76 h 104"/>
                  <a:gd name="T14" fmla="*/ 180 w 250"/>
                  <a:gd name="T15" fmla="*/ 104 h 1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104">
                    <a:moveTo>
                      <a:pt x="0" y="104"/>
                    </a:moveTo>
                    <a:lnTo>
                      <a:pt x="180" y="104"/>
                    </a:lnTo>
                    <a:lnTo>
                      <a:pt x="0" y="0"/>
                    </a:lnTo>
                    <a:lnTo>
                      <a:pt x="0" y="104"/>
                    </a:lnTo>
                    <a:close/>
                    <a:moveTo>
                      <a:pt x="180" y="104"/>
                    </a:moveTo>
                    <a:lnTo>
                      <a:pt x="250" y="104"/>
                    </a:lnTo>
                    <a:lnTo>
                      <a:pt x="250" y="76"/>
                    </a:lnTo>
                    <a:lnTo>
                      <a:pt x="180" y="104"/>
                    </a:lnTo>
                    <a:close/>
                  </a:path>
                </a:pathLst>
              </a:custGeom>
              <a:pattFill prst="ltDnDiag">
                <a:fgClr>
                  <a:schemeClr val="accent3">
                    <a:lumMod val="50000"/>
                  </a:schemeClr>
                </a:fgClr>
                <a:bgClr>
                  <a:schemeClr val="accent3">
                    <a:lumMod val="95000"/>
                  </a:schemeClr>
                </a:bgClr>
              </a:patt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473" name="그룹 472"/>
              <p:cNvGrpSpPr/>
              <p:nvPr/>
            </p:nvGrpSpPr>
            <p:grpSpPr>
              <a:xfrm>
                <a:off x="4852235" y="2554601"/>
                <a:ext cx="379330" cy="201804"/>
                <a:chOff x="4852235" y="2554601"/>
                <a:chExt cx="379330" cy="201804"/>
              </a:xfrm>
            </p:grpSpPr>
            <p:sp>
              <p:nvSpPr>
                <p:cNvPr id="474" name="Freeform 58"/>
                <p:cNvSpPr>
                  <a:spLocks/>
                </p:cNvSpPr>
                <p:nvPr/>
              </p:nvSpPr>
              <p:spPr bwMode="auto">
                <a:xfrm>
                  <a:off x="4852235" y="2554601"/>
                  <a:ext cx="379330" cy="201804"/>
                </a:xfrm>
                <a:custGeom>
                  <a:avLst/>
                  <a:gdLst>
                    <a:gd name="T0" fmla="*/ 250 w 250"/>
                    <a:gd name="T1" fmla="*/ 105 h 133"/>
                    <a:gd name="T2" fmla="*/ 180 w 250"/>
                    <a:gd name="T3" fmla="*/ 133 h 133"/>
                    <a:gd name="T4" fmla="*/ 0 w 250"/>
                    <a:gd name="T5" fmla="*/ 29 h 133"/>
                    <a:gd name="T6" fmla="*/ 73 w 250"/>
                    <a:gd name="T7" fmla="*/ 0 h 133"/>
                    <a:gd name="T8" fmla="*/ 250 w 250"/>
                    <a:gd name="T9" fmla="*/ 105 h 133"/>
                  </a:gdLst>
                  <a:ahLst/>
                  <a:cxnLst>
                    <a:cxn ang="0">
                      <a:pos x="T0" y="T1"/>
                    </a:cxn>
                    <a:cxn ang="0">
                      <a:pos x="T2" y="T3"/>
                    </a:cxn>
                    <a:cxn ang="0">
                      <a:pos x="T4" y="T5"/>
                    </a:cxn>
                    <a:cxn ang="0">
                      <a:pos x="T6" y="T7"/>
                    </a:cxn>
                    <a:cxn ang="0">
                      <a:pos x="T8" y="T9"/>
                    </a:cxn>
                  </a:cxnLst>
                  <a:rect l="0" t="0" r="r" b="b"/>
                  <a:pathLst>
                    <a:path w="250" h="133">
                      <a:moveTo>
                        <a:pt x="250" y="105"/>
                      </a:moveTo>
                      <a:lnTo>
                        <a:pt x="180" y="133"/>
                      </a:lnTo>
                      <a:lnTo>
                        <a:pt x="0" y="29"/>
                      </a:lnTo>
                      <a:lnTo>
                        <a:pt x="73" y="0"/>
                      </a:lnTo>
                      <a:lnTo>
                        <a:pt x="250" y="105"/>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75" name="Freeform 63"/>
                <p:cNvSpPr>
                  <a:spLocks noEditPoints="1"/>
                </p:cNvSpPr>
                <p:nvPr/>
              </p:nvSpPr>
              <p:spPr bwMode="auto">
                <a:xfrm>
                  <a:off x="4852235" y="2554601"/>
                  <a:ext cx="379330" cy="159319"/>
                </a:xfrm>
                <a:custGeom>
                  <a:avLst/>
                  <a:gdLst>
                    <a:gd name="T0" fmla="*/ 0 w 250"/>
                    <a:gd name="T1" fmla="*/ 29 h 105"/>
                    <a:gd name="T2" fmla="*/ 73 w 250"/>
                    <a:gd name="T3" fmla="*/ 0 h 105"/>
                    <a:gd name="T4" fmla="*/ 0 w 250"/>
                    <a:gd name="T5" fmla="*/ 0 h 105"/>
                    <a:gd name="T6" fmla="*/ 0 w 250"/>
                    <a:gd name="T7" fmla="*/ 29 h 105"/>
                    <a:gd name="T8" fmla="*/ 73 w 250"/>
                    <a:gd name="T9" fmla="*/ 0 h 105"/>
                    <a:gd name="T10" fmla="*/ 250 w 250"/>
                    <a:gd name="T11" fmla="*/ 105 h 105"/>
                    <a:gd name="T12" fmla="*/ 250 w 250"/>
                    <a:gd name="T13" fmla="*/ 0 h 105"/>
                    <a:gd name="T14" fmla="*/ 73 w 250"/>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105">
                      <a:moveTo>
                        <a:pt x="0" y="29"/>
                      </a:moveTo>
                      <a:lnTo>
                        <a:pt x="73" y="0"/>
                      </a:lnTo>
                      <a:lnTo>
                        <a:pt x="0" y="0"/>
                      </a:lnTo>
                      <a:lnTo>
                        <a:pt x="0" y="29"/>
                      </a:lnTo>
                      <a:close/>
                      <a:moveTo>
                        <a:pt x="73" y="0"/>
                      </a:moveTo>
                      <a:lnTo>
                        <a:pt x="250" y="105"/>
                      </a:lnTo>
                      <a:lnTo>
                        <a:pt x="250" y="0"/>
                      </a:lnTo>
                      <a:lnTo>
                        <a:pt x="7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fade">
                                      <p:cBhvr>
                                        <p:cTn id="7" dur="500"/>
                                        <p:tgtEl>
                                          <p:spTgt spid="107"/>
                                        </p:tgtEl>
                                      </p:cBhvr>
                                    </p:animEffect>
                                    <p:anim calcmode="lin" valueType="num">
                                      <p:cBhvr>
                                        <p:cTn id="8" dur="500" fill="hold"/>
                                        <p:tgtEl>
                                          <p:spTgt spid="107"/>
                                        </p:tgtEl>
                                        <p:attrNameLst>
                                          <p:attrName>ppt_x</p:attrName>
                                        </p:attrNameLst>
                                      </p:cBhvr>
                                      <p:tavLst>
                                        <p:tav tm="0">
                                          <p:val>
                                            <p:strVal val="#ppt_x"/>
                                          </p:val>
                                        </p:tav>
                                        <p:tav tm="100000">
                                          <p:val>
                                            <p:strVal val="#ppt_x"/>
                                          </p:val>
                                        </p:tav>
                                      </p:tavLst>
                                    </p:anim>
                                    <p:anim calcmode="lin" valueType="num">
                                      <p:cBhvr>
                                        <p:cTn id="9" dur="500" fill="hold"/>
                                        <p:tgtEl>
                                          <p:spTgt spid="10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108"/>
                                        </p:tgtEl>
                                        <p:attrNameLst>
                                          <p:attrName>style.visibility</p:attrName>
                                        </p:attrNameLst>
                                      </p:cBhvr>
                                      <p:to>
                                        <p:strVal val="visible"/>
                                      </p:to>
                                    </p:set>
                                    <p:animEffect transition="in" filter="fade">
                                      <p:cBhvr>
                                        <p:cTn id="13" dur="500"/>
                                        <p:tgtEl>
                                          <p:spTgt spid="108"/>
                                        </p:tgtEl>
                                      </p:cBhvr>
                                    </p:animEffect>
                                    <p:anim calcmode="lin" valueType="num">
                                      <p:cBhvr>
                                        <p:cTn id="14" dur="500" fill="hold"/>
                                        <p:tgtEl>
                                          <p:spTgt spid="108"/>
                                        </p:tgtEl>
                                        <p:attrNameLst>
                                          <p:attrName>ppt_x</p:attrName>
                                        </p:attrNameLst>
                                      </p:cBhvr>
                                      <p:tavLst>
                                        <p:tav tm="0">
                                          <p:val>
                                            <p:strVal val="#ppt_x"/>
                                          </p:val>
                                        </p:tav>
                                        <p:tav tm="100000">
                                          <p:val>
                                            <p:strVal val="#ppt_x"/>
                                          </p:val>
                                        </p:tav>
                                      </p:tavLst>
                                    </p:anim>
                                    <p:anim calcmode="lin" valueType="num">
                                      <p:cBhvr>
                                        <p:cTn id="15" dur="500" fill="hold"/>
                                        <p:tgtEl>
                                          <p:spTgt spid="108"/>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500"/>
                                        <p:tgtEl>
                                          <p:spTgt spid="103"/>
                                        </p:tgtEl>
                                      </p:cBhvr>
                                    </p:animEffect>
                                    <p:anim calcmode="lin" valueType="num">
                                      <p:cBhvr>
                                        <p:cTn id="20" dur="500" fill="hold"/>
                                        <p:tgtEl>
                                          <p:spTgt spid="103"/>
                                        </p:tgtEl>
                                        <p:attrNameLst>
                                          <p:attrName>ppt_x</p:attrName>
                                        </p:attrNameLst>
                                      </p:cBhvr>
                                      <p:tavLst>
                                        <p:tav tm="0">
                                          <p:val>
                                            <p:strVal val="#ppt_x"/>
                                          </p:val>
                                        </p:tav>
                                        <p:tav tm="100000">
                                          <p:val>
                                            <p:strVal val="#ppt_x"/>
                                          </p:val>
                                        </p:tav>
                                      </p:tavLst>
                                    </p:anim>
                                    <p:anim calcmode="lin" valueType="num">
                                      <p:cBhvr>
                                        <p:cTn id="21" dur="500" fill="hold"/>
                                        <p:tgtEl>
                                          <p:spTgt spid="103"/>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nodeType="afterEffect">
                                  <p:stCondLst>
                                    <p:cond delay="0"/>
                                  </p:stCondLst>
                                  <p:childTnLst>
                                    <p:set>
                                      <p:cBhvr>
                                        <p:cTn id="24" dur="1" fill="hold">
                                          <p:stCondLst>
                                            <p:cond delay="0"/>
                                          </p:stCondLst>
                                        </p:cTn>
                                        <p:tgtEl>
                                          <p:spTgt spid="104"/>
                                        </p:tgtEl>
                                        <p:attrNameLst>
                                          <p:attrName>style.visibility</p:attrName>
                                        </p:attrNameLst>
                                      </p:cBhvr>
                                      <p:to>
                                        <p:strVal val="visible"/>
                                      </p:to>
                                    </p:set>
                                    <p:animEffect transition="in" filter="fade">
                                      <p:cBhvr>
                                        <p:cTn id="25" dur="500"/>
                                        <p:tgtEl>
                                          <p:spTgt spid="104"/>
                                        </p:tgtEl>
                                      </p:cBhvr>
                                    </p:animEffect>
                                    <p:anim calcmode="lin" valueType="num">
                                      <p:cBhvr>
                                        <p:cTn id="26" dur="500" fill="hold"/>
                                        <p:tgtEl>
                                          <p:spTgt spid="104"/>
                                        </p:tgtEl>
                                        <p:attrNameLst>
                                          <p:attrName>ppt_x</p:attrName>
                                        </p:attrNameLst>
                                      </p:cBhvr>
                                      <p:tavLst>
                                        <p:tav tm="0">
                                          <p:val>
                                            <p:strVal val="#ppt_x"/>
                                          </p:val>
                                        </p:tav>
                                        <p:tav tm="100000">
                                          <p:val>
                                            <p:strVal val="#ppt_x"/>
                                          </p:val>
                                        </p:tav>
                                      </p:tavLst>
                                    </p:anim>
                                    <p:anim calcmode="lin" valueType="num">
                                      <p:cBhvr>
                                        <p:cTn id="27" dur="500" fill="hold"/>
                                        <p:tgtEl>
                                          <p:spTgt spid="104"/>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7" presetClass="entr" presetSubtype="0" fill="hold" nodeType="afterEffect">
                                  <p:stCondLst>
                                    <p:cond delay="0"/>
                                  </p:stCondLst>
                                  <p:childTnLst>
                                    <p:set>
                                      <p:cBhvr>
                                        <p:cTn id="30" dur="1" fill="hold">
                                          <p:stCondLst>
                                            <p:cond delay="0"/>
                                          </p:stCondLst>
                                        </p:cTn>
                                        <p:tgtEl>
                                          <p:spTgt spid="106"/>
                                        </p:tgtEl>
                                        <p:attrNameLst>
                                          <p:attrName>style.visibility</p:attrName>
                                        </p:attrNameLst>
                                      </p:cBhvr>
                                      <p:to>
                                        <p:strVal val="visible"/>
                                      </p:to>
                                    </p:set>
                                    <p:animEffect transition="in" filter="fade">
                                      <p:cBhvr>
                                        <p:cTn id="31" dur="500"/>
                                        <p:tgtEl>
                                          <p:spTgt spid="106"/>
                                        </p:tgtEl>
                                      </p:cBhvr>
                                    </p:animEffect>
                                    <p:anim calcmode="lin" valueType="num">
                                      <p:cBhvr>
                                        <p:cTn id="32" dur="500" fill="hold"/>
                                        <p:tgtEl>
                                          <p:spTgt spid="106"/>
                                        </p:tgtEl>
                                        <p:attrNameLst>
                                          <p:attrName>ppt_x</p:attrName>
                                        </p:attrNameLst>
                                      </p:cBhvr>
                                      <p:tavLst>
                                        <p:tav tm="0">
                                          <p:val>
                                            <p:strVal val="#ppt_x"/>
                                          </p:val>
                                        </p:tav>
                                        <p:tav tm="100000">
                                          <p:val>
                                            <p:strVal val="#ppt_x"/>
                                          </p:val>
                                        </p:tav>
                                      </p:tavLst>
                                    </p:anim>
                                    <p:anim calcmode="lin" valueType="num">
                                      <p:cBhvr>
                                        <p:cTn id="33" dur="500" fill="hold"/>
                                        <p:tgtEl>
                                          <p:spTgt spid="10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그룹 67"/>
          <p:cNvGrpSpPr/>
          <p:nvPr/>
        </p:nvGrpSpPr>
        <p:grpSpPr>
          <a:xfrm>
            <a:off x="737394" y="1412366"/>
            <a:ext cx="5383212" cy="2983425"/>
            <a:chOff x="2884488" y="1412363"/>
            <a:chExt cx="5383212" cy="2983425"/>
          </a:xfrm>
        </p:grpSpPr>
        <p:grpSp>
          <p:nvGrpSpPr>
            <p:cNvPr id="64" name="그룹 63"/>
            <p:cNvGrpSpPr/>
            <p:nvPr/>
          </p:nvGrpSpPr>
          <p:grpSpPr>
            <a:xfrm>
              <a:off x="2884488" y="3760352"/>
              <a:ext cx="5383212" cy="635436"/>
              <a:chOff x="2884488" y="3760352"/>
              <a:chExt cx="5383212" cy="635436"/>
            </a:xfrm>
          </p:grpSpPr>
          <p:sp>
            <p:nvSpPr>
              <p:cNvPr id="194" name="TextBox 193"/>
              <p:cNvSpPr txBox="1"/>
              <p:nvPr/>
            </p:nvSpPr>
            <p:spPr>
              <a:xfrm>
                <a:off x="6451600" y="4176713"/>
                <a:ext cx="1763713" cy="219075"/>
              </a:xfrm>
              <a:prstGeom prst="rect">
                <a:avLst/>
              </a:prstGeom>
              <a:noFill/>
            </p:spPr>
            <p:txBody>
              <a:bodyPr wrap="square" lIns="0" tIns="0" rIns="0" bIns="0" rtlCol="0">
                <a:noAutofit/>
              </a:bodyPr>
              <a:lstStyle/>
              <a:p>
                <a:pPr algn="r">
                  <a:spcAft>
                    <a:spcPts val="300"/>
                  </a:spcAft>
                </a:pPr>
                <a:r>
                  <a:rPr lang="fr-FR"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rPr>
                  <a:t>(Quisque cursus, metus vitae pharetra auctor.)</a:t>
                </a:r>
                <a:endParaRPr lang="en-US"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endParaRPr>
              </a:p>
            </p:txBody>
          </p:sp>
          <p:grpSp>
            <p:nvGrpSpPr>
              <p:cNvPr id="193" name="그룹 192"/>
              <p:cNvGrpSpPr/>
              <p:nvPr/>
            </p:nvGrpSpPr>
            <p:grpSpPr>
              <a:xfrm>
                <a:off x="2884488" y="3760352"/>
                <a:ext cx="5383212" cy="274088"/>
                <a:chOff x="2884488" y="3817502"/>
                <a:chExt cx="5383212" cy="274088"/>
              </a:xfrm>
            </p:grpSpPr>
            <p:cxnSp>
              <p:nvCxnSpPr>
                <p:cNvPr id="50" name="직선 연결선 49"/>
                <p:cNvCxnSpPr/>
                <p:nvPr/>
              </p:nvCxnSpPr>
              <p:spPr>
                <a:xfrm>
                  <a:off x="3135313" y="3856466"/>
                  <a:ext cx="4903787" cy="0"/>
                </a:xfrm>
                <a:prstGeom prst="line">
                  <a:avLst/>
                </a:prstGeom>
                <a:ln w="25400" cap="rnd">
                  <a:solidFill>
                    <a:schemeClr val="tx2">
                      <a:alpha val="2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3" name="그룹 2"/>
                <p:cNvGrpSpPr/>
                <p:nvPr/>
              </p:nvGrpSpPr>
              <p:grpSpPr>
                <a:xfrm>
                  <a:off x="2884488" y="3817502"/>
                  <a:ext cx="451815" cy="274088"/>
                  <a:chOff x="3170478" y="3444439"/>
                  <a:chExt cx="451815" cy="274088"/>
                </a:xfrm>
              </p:grpSpPr>
              <p:sp>
                <p:nvSpPr>
                  <p:cNvPr id="26" name="타원 25"/>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27" name="TextBox 26"/>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2007</a:t>
                    </a:r>
                    <a:endParaRPr lang="ko-KR" altLang="en-US" sz="900" b="1" dirty="0">
                      <a:gradFill>
                        <a:gsLst>
                          <a:gs pos="0">
                            <a:schemeClr val="tx2"/>
                          </a:gs>
                          <a:gs pos="100000">
                            <a:schemeClr val="tx2"/>
                          </a:gs>
                        </a:gsLst>
                        <a:lin ang="5400000" scaled="0"/>
                      </a:gradFill>
                    </a:endParaRPr>
                  </a:p>
                </p:txBody>
              </p:sp>
            </p:grpSp>
            <p:grpSp>
              <p:nvGrpSpPr>
                <p:cNvPr id="28" name="그룹 27"/>
                <p:cNvGrpSpPr/>
                <p:nvPr/>
              </p:nvGrpSpPr>
              <p:grpSpPr>
                <a:xfrm>
                  <a:off x="3588973" y="3817502"/>
                  <a:ext cx="451815" cy="274088"/>
                  <a:chOff x="3170478" y="3444439"/>
                  <a:chExt cx="451815" cy="274088"/>
                </a:xfrm>
              </p:grpSpPr>
              <p:sp>
                <p:nvSpPr>
                  <p:cNvPr id="29" name="타원 28"/>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30" name="TextBox 29"/>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2008</a:t>
                    </a:r>
                    <a:endParaRPr lang="ko-KR" altLang="en-US" sz="900" b="1" dirty="0">
                      <a:gradFill>
                        <a:gsLst>
                          <a:gs pos="0">
                            <a:schemeClr val="tx2"/>
                          </a:gs>
                          <a:gs pos="100000">
                            <a:schemeClr val="tx2"/>
                          </a:gs>
                        </a:gsLst>
                        <a:lin ang="5400000" scaled="0"/>
                      </a:gradFill>
                    </a:endParaRPr>
                  </a:p>
                </p:txBody>
              </p:sp>
            </p:grpSp>
            <p:grpSp>
              <p:nvGrpSpPr>
                <p:cNvPr id="31" name="그룹 30"/>
                <p:cNvGrpSpPr/>
                <p:nvPr/>
              </p:nvGrpSpPr>
              <p:grpSpPr>
                <a:xfrm>
                  <a:off x="4293458" y="3817502"/>
                  <a:ext cx="451815" cy="274088"/>
                  <a:chOff x="3170478" y="3444439"/>
                  <a:chExt cx="451815" cy="274088"/>
                </a:xfrm>
              </p:grpSpPr>
              <p:sp>
                <p:nvSpPr>
                  <p:cNvPr id="32" name="타원 31"/>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33" name="TextBox 32"/>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2009</a:t>
                    </a:r>
                    <a:endParaRPr lang="ko-KR" altLang="en-US" sz="900" b="1" dirty="0">
                      <a:gradFill>
                        <a:gsLst>
                          <a:gs pos="0">
                            <a:schemeClr val="tx2"/>
                          </a:gs>
                          <a:gs pos="100000">
                            <a:schemeClr val="tx2"/>
                          </a:gs>
                        </a:gsLst>
                        <a:lin ang="5400000" scaled="0"/>
                      </a:gradFill>
                    </a:endParaRPr>
                  </a:p>
                </p:txBody>
              </p:sp>
            </p:grpSp>
            <p:grpSp>
              <p:nvGrpSpPr>
                <p:cNvPr id="34" name="그룹 33"/>
                <p:cNvGrpSpPr/>
                <p:nvPr/>
              </p:nvGrpSpPr>
              <p:grpSpPr>
                <a:xfrm>
                  <a:off x="4997943" y="3817502"/>
                  <a:ext cx="451815" cy="274088"/>
                  <a:chOff x="3170478" y="3444439"/>
                  <a:chExt cx="451815" cy="274088"/>
                </a:xfrm>
              </p:grpSpPr>
              <p:sp>
                <p:nvSpPr>
                  <p:cNvPr id="35" name="타원 34"/>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36" name="TextBox 35"/>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2010</a:t>
                    </a:r>
                    <a:endParaRPr lang="ko-KR" altLang="en-US" sz="900" b="1" dirty="0">
                      <a:gradFill>
                        <a:gsLst>
                          <a:gs pos="0">
                            <a:schemeClr val="tx2"/>
                          </a:gs>
                          <a:gs pos="100000">
                            <a:schemeClr val="tx2"/>
                          </a:gs>
                        </a:gsLst>
                        <a:lin ang="5400000" scaled="0"/>
                      </a:gradFill>
                    </a:endParaRPr>
                  </a:p>
                </p:txBody>
              </p:sp>
            </p:grpSp>
            <p:grpSp>
              <p:nvGrpSpPr>
                <p:cNvPr id="37" name="그룹 36"/>
                <p:cNvGrpSpPr/>
                <p:nvPr/>
              </p:nvGrpSpPr>
              <p:grpSpPr>
                <a:xfrm>
                  <a:off x="5702428" y="3817502"/>
                  <a:ext cx="451815" cy="274088"/>
                  <a:chOff x="3170478" y="3444439"/>
                  <a:chExt cx="451815" cy="274088"/>
                </a:xfrm>
              </p:grpSpPr>
              <p:sp>
                <p:nvSpPr>
                  <p:cNvPr id="38" name="타원 37"/>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39" name="TextBox 38"/>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2011</a:t>
                    </a:r>
                    <a:endParaRPr lang="ko-KR" altLang="en-US" sz="900" b="1" dirty="0">
                      <a:gradFill>
                        <a:gsLst>
                          <a:gs pos="0">
                            <a:schemeClr val="tx2"/>
                          </a:gs>
                          <a:gs pos="100000">
                            <a:schemeClr val="tx2"/>
                          </a:gs>
                        </a:gsLst>
                        <a:lin ang="5400000" scaled="0"/>
                      </a:gradFill>
                    </a:endParaRPr>
                  </a:p>
                </p:txBody>
              </p:sp>
            </p:grpSp>
            <p:grpSp>
              <p:nvGrpSpPr>
                <p:cNvPr id="40" name="그룹 39"/>
                <p:cNvGrpSpPr/>
                <p:nvPr/>
              </p:nvGrpSpPr>
              <p:grpSpPr>
                <a:xfrm>
                  <a:off x="6406913" y="3817502"/>
                  <a:ext cx="451815" cy="274088"/>
                  <a:chOff x="3170478" y="3444439"/>
                  <a:chExt cx="451815" cy="274088"/>
                </a:xfrm>
              </p:grpSpPr>
              <p:sp>
                <p:nvSpPr>
                  <p:cNvPr id="41" name="타원 40"/>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42" name="TextBox 41"/>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2012</a:t>
                    </a:r>
                    <a:endParaRPr lang="ko-KR" altLang="en-US" sz="900" b="1" dirty="0">
                      <a:gradFill>
                        <a:gsLst>
                          <a:gs pos="0">
                            <a:schemeClr val="tx2"/>
                          </a:gs>
                          <a:gs pos="100000">
                            <a:schemeClr val="tx2"/>
                          </a:gs>
                        </a:gsLst>
                        <a:lin ang="5400000" scaled="0"/>
                      </a:gradFill>
                    </a:endParaRPr>
                  </a:p>
                </p:txBody>
              </p:sp>
            </p:grpSp>
            <p:grpSp>
              <p:nvGrpSpPr>
                <p:cNvPr id="43" name="그룹 42"/>
                <p:cNvGrpSpPr/>
                <p:nvPr/>
              </p:nvGrpSpPr>
              <p:grpSpPr>
                <a:xfrm>
                  <a:off x="7111398" y="3817502"/>
                  <a:ext cx="451815" cy="274088"/>
                  <a:chOff x="3170478" y="3444439"/>
                  <a:chExt cx="451815" cy="274088"/>
                </a:xfrm>
              </p:grpSpPr>
              <p:sp>
                <p:nvSpPr>
                  <p:cNvPr id="44" name="타원 43"/>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45" name="TextBox 44"/>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2013</a:t>
                    </a:r>
                    <a:endParaRPr lang="ko-KR" altLang="en-US" sz="900" b="1" dirty="0">
                      <a:gradFill>
                        <a:gsLst>
                          <a:gs pos="0">
                            <a:schemeClr val="tx2"/>
                          </a:gs>
                          <a:gs pos="100000">
                            <a:schemeClr val="tx2"/>
                          </a:gs>
                        </a:gsLst>
                        <a:lin ang="5400000" scaled="0"/>
                      </a:gradFill>
                    </a:endParaRPr>
                  </a:p>
                </p:txBody>
              </p:sp>
            </p:grpSp>
            <p:sp>
              <p:nvSpPr>
                <p:cNvPr id="47" name="타원 46"/>
                <p:cNvSpPr/>
                <p:nvPr/>
              </p:nvSpPr>
              <p:spPr>
                <a:xfrm>
                  <a:off x="8002829" y="3817502"/>
                  <a:ext cx="77928" cy="77928"/>
                </a:xfrm>
                <a:prstGeom prst="ellipse">
                  <a:avLst/>
                </a:prstGeom>
                <a:solidFill>
                  <a:schemeClr val="accent1"/>
                </a:solidFill>
                <a:ln w="6350" cap="flat"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48" name="TextBox 47"/>
                <p:cNvSpPr txBox="1"/>
                <p:nvPr/>
              </p:nvSpPr>
              <p:spPr>
                <a:xfrm>
                  <a:off x="7815885" y="3953091"/>
                  <a:ext cx="451815" cy="138499"/>
                </a:xfrm>
                <a:prstGeom prst="rect">
                  <a:avLst/>
                </a:prstGeom>
                <a:noFill/>
              </p:spPr>
              <p:txBody>
                <a:bodyPr wrap="square" lIns="0" tIns="0" rIns="0" bIns="0" rtlCol="0">
                  <a:spAutoFit/>
                </a:bodyPr>
                <a:lstStyle/>
                <a:p>
                  <a:pPr algn="ctr"/>
                  <a:r>
                    <a:rPr lang="nb-NO" altLang="ko-KR" sz="900" b="1" dirty="0">
                      <a:gradFill>
                        <a:gsLst>
                          <a:gs pos="0">
                            <a:schemeClr val="accent1"/>
                          </a:gs>
                          <a:gs pos="100000">
                            <a:schemeClr val="accent1"/>
                          </a:gs>
                        </a:gsLst>
                        <a:lin ang="5400000" scaled="0"/>
                      </a:gradFill>
                      <a:latin typeface="Roboto Condensed Regular"/>
                      <a:ea typeface="Roboto Light" pitchFamily="2" charset="0"/>
                    </a:rPr>
                    <a:t>2014</a:t>
                  </a:r>
                  <a:endParaRPr lang="ko-KR" altLang="en-US" sz="900" b="1" dirty="0">
                    <a:gradFill>
                      <a:gsLst>
                        <a:gs pos="0">
                          <a:schemeClr val="accent1"/>
                        </a:gs>
                        <a:gs pos="100000">
                          <a:schemeClr val="accent1"/>
                        </a:gs>
                      </a:gsLst>
                      <a:lin ang="5400000" scaled="0"/>
                    </a:gradFill>
                  </a:endParaRPr>
                </a:p>
              </p:txBody>
            </p:sp>
          </p:grpSp>
        </p:grpSp>
        <p:sp>
          <p:nvSpPr>
            <p:cNvPr id="62" name="모서리가 둥근 직사각형 61"/>
            <p:cNvSpPr/>
            <p:nvPr/>
          </p:nvSpPr>
          <p:spPr>
            <a:xfrm rot="10800000">
              <a:off x="2923864" y="1412363"/>
              <a:ext cx="373063" cy="2250000"/>
            </a:xfrm>
            <a:prstGeom prst="roundRect">
              <a:avLst>
                <a:gd name="adj" fmla="val 50000"/>
              </a:avLst>
            </a:prstGeom>
            <a:pattFill prst="wdUpDiag">
              <a:fgClr>
                <a:schemeClr val="accent6">
                  <a:lumMod val="8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9" name="모서리가 둥근 직사각형 78"/>
            <p:cNvSpPr/>
            <p:nvPr/>
          </p:nvSpPr>
          <p:spPr>
            <a:xfrm rot="10800000">
              <a:off x="3628349" y="1412363"/>
              <a:ext cx="373063" cy="2250000"/>
            </a:xfrm>
            <a:prstGeom prst="roundRect">
              <a:avLst>
                <a:gd name="adj" fmla="val 50000"/>
              </a:avLst>
            </a:prstGeom>
            <a:pattFill prst="wdUpDiag">
              <a:fgClr>
                <a:schemeClr val="accent6">
                  <a:lumMod val="8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3" name="모서리가 둥근 직사각형 142"/>
            <p:cNvSpPr/>
            <p:nvPr/>
          </p:nvSpPr>
          <p:spPr>
            <a:xfrm rot="10800000">
              <a:off x="4332834" y="1412363"/>
              <a:ext cx="373063" cy="2250000"/>
            </a:xfrm>
            <a:prstGeom prst="roundRect">
              <a:avLst>
                <a:gd name="adj" fmla="val 50000"/>
              </a:avLst>
            </a:prstGeom>
            <a:pattFill prst="wdUpDiag">
              <a:fgClr>
                <a:schemeClr val="accent6">
                  <a:lumMod val="8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52" name="모서리가 둥근 직사각형 151"/>
            <p:cNvSpPr/>
            <p:nvPr/>
          </p:nvSpPr>
          <p:spPr>
            <a:xfrm rot="10800000">
              <a:off x="5037319" y="1412363"/>
              <a:ext cx="373063" cy="2250000"/>
            </a:xfrm>
            <a:prstGeom prst="roundRect">
              <a:avLst>
                <a:gd name="adj" fmla="val 50000"/>
              </a:avLst>
            </a:prstGeom>
            <a:pattFill prst="wdUpDiag">
              <a:fgClr>
                <a:schemeClr val="accent6">
                  <a:lumMod val="8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1" name="모서리가 둥근 직사각형 160"/>
            <p:cNvSpPr/>
            <p:nvPr/>
          </p:nvSpPr>
          <p:spPr>
            <a:xfrm rot="10800000">
              <a:off x="5741804" y="1412363"/>
              <a:ext cx="373063" cy="2250000"/>
            </a:xfrm>
            <a:prstGeom prst="roundRect">
              <a:avLst>
                <a:gd name="adj" fmla="val 50000"/>
              </a:avLst>
            </a:prstGeom>
            <a:pattFill prst="wdUpDiag">
              <a:fgClr>
                <a:schemeClr val="accent6">
                  <a:lumMod val="8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0" name="모서리가 둥근 직사각형 169"/>
            <p:cNvSpPr/>
            <p:nvPr/>
          </p:nvSpPr>
          <p:spPr>
            <a:xfrm rot="10800000">
              <a:off x="6446289" y="1412363"/>
              <a:ext cx="373063" cy="2250000"/>
            </a:xfrm>
            <a:prstGeom prst="roundRect">
              <a:avLst>
                <a:gd name="adj" fmla="val 50000"/>
              </a:avLst>
            </a:prstGeom>
            <a:pattFill prst="wdUpDiag">
              <a:fgClr>
                <a:schemeClr val="accent6">
                  <a:lumMod val="8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9" name="모서리가 둥근 직사각형 178"/>
            <p:cNvSpPr/>
            <p:nvPr/>
          </p:nvSpPr>
          <p:spPr>
            <a:xfrm rot="10800000">
              <a:off x="7150774" y="1412363"/>
              <a:ext cx="373063" cy="2250000"/>
            </a:xfrm>
            <a:prstGeom prst="roundRect">
              <a:avLst>
                <a:gd name="adj" fmla="val 50000"/>
              </a:avLst>
            </a:prstGeom>
            <a:pattFill prst="wdUpDiag">
              <a:fgClr>
                <a:schemeClr val="accent6">
                  <a:lumMod val="8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88" name="모서리가 둥근 직사각형 187"/>
            <p:cNvSpPr/>
            <p:nvPr/>
          </p:nvSpPr>
          <p:spPr>
            <a:xfrm rot="10800000">
              <a:off x="7855260" y="1412363"/>
              <a:ext cx="373063" cy="2250000"/>
            </a:xfrm>
            <a:prstGeom prst="roundRect">
              <a:avLst>
                <a:gd name="adj" fmla="val 50000"/>
              </a:avLst>
            </a:prstGeom>
            <a:pattFill prst="wdUpDiag">
              <a:fgClr>
                <a:schemeClr val="accent6">
                  <a:lumMod val="85000"/>
                </a:schemeClr>
              </a:fgClr>
              <a:bgClr>
                <a:schemeClr val="accent6"/>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1" name="Title 10"/>
          <p:cNvSpPr>
            <a:spLocks noGrp="1"/>
          </p:cNvSpPr>
          <p:nvPr>
            <p:ph type="title"/>
          </p:nvPr>
        </p:nvSpPr>
        <p:spPr/>
        <p:txBody>
          <a:bodyPr/>
          <a:lstStyle/>
          <a:p>
            <a:r>
              <a:rPr lang="en-US" altLang="ko-KR" dirty="0"/>
              <a:t>Bar Chart</a:t>
            </a:r>
            <a:endParaRPr lang="en-US" dirty="0"/>
          </a:p>
        </p:txBody>
      </p:sp>
      <p:grpSp>
        <p:nvGrpSpPr>
          <p:cNvPr id="69" name="그룹 68"/>
          <p:cNvGrpSpPr/>
          <p:nvPr/>
        </p:nvGrpSpPr>
        <p:grpSpPr>
          <a:xfrm>
            <a:off x="685833" y="3122363"/>
            <a:ext cx="554938" cy="540000"/>
            <a:chOff x="2832927" y="3122363"/>
            <a:chExt cx="554938" cy="540000"/>
          </a:xfrm>
        </p:grpSpPr>
        <p:sp>
          <p:nvSpPr>
            <p:cNvPr id="53" name="모서리가 둥근 직사각형 52"/>
            <p:cNvSpPr/>
            <p:nvPr/>
          </p:nvSpPr>
          <p:spPr>
            <a:xfrm rot="10800000">
              <a:off x="2923864" y="3122363"/>
              <a:ext cx="373063" cy="540000"/>
            </a:xfrm>
            <a:prstGeom prst="roundRect">
              <a:avLst>
                <a:gd name="adj" fmla="val 50000"/>
              </a:avLst>
            </a:prstGeom>
            <a:solidFill>
              <a:schemeClr val="accent3">
                <a:lumMod val="6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3" name="TextBox 62"/>
            <p:cNvSpPr txBox="1"/>
            <p:nvPr/>
          </p:nvSpPr>
          <p:spPr>
            <a:xfrm>
              <a:off x="2832927" y="3217614"/>
              <a:ext cx="554938"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24</a:t>
              </a:r>
              <a:r>
                <a:rPr lang="nb-NO" altLang="ko-KR" sz="1200" dirty="0">
                  <a:gradFill>
                    <a:gsLst>
                      <a:gs pos="0">
                        <a:schemeClr val="bg2"/>
                      </a:gs>
                      <a:gs pos="100000">
                        <a:schemeClr val="bg2"/>
                      </a:gs>
                    </a:gsLst>
                    <a:lin ang="5400000" scaled="0"/>
                  </a:gradFill>
                  <a:latin typeface="Roboto Condensed Regular"/>
                  <a:ea typeface="Roboto Light" pitchFamily="2" charset="0"/>
                </a:rPr>
                <a:t>%</a:t>
              </a:r>
              <a:endParaRPr lang="ko-KR" altLang="en-US" sz="1200"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70" name="그룹 69"/>
          <p:cNvGrpSpPr/>
          <p:nvPr/>
        </p:nvGrpSpPr>
        <p:grpSpPr>
          <a:xfrm>
            <a:off x="1390320" y="2805563"/>
            <a:ext cx="554938" cy="856800"/>
            <a:chOff x="3537412" y="2805563"/>
            <a:chExt cx="554938" cy="856800"/>
          </a:xfrm>
        </p:grpSpPr>
        <p:sp>
          <p:nvSpPr>
            <p:cNvPr id="80" name="모서리가 둥근 직사각형 79"/>
            <p:cNvSpPr/>
            <p:nvPr/>
          </p:nvSpPr>
          <p:spPr>
            <a:xfrm rot="10800000">
              <a:off x="3628349" y="2805563"/>
              <a:ext cx="373063" cy="856800"/>
            </a:xfrm>
            <a:prstGeom prst="roundRect">
              <a:avLst>
                <a:gd name="adj" fmla="val 50000"/>
              </a:avLst>
            </a:prstGeom>
            <a:solidFill>
              <a:schemeClr val="accent3">
                <a:lumMod val="6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8" name="TextBox 77"/>
            <p:cNvSpPr txBox="1"/>
            <p:nvPr/>
          </p:nvSpPr>
          <p:spPr>
            <a:xfrm>
              <a:off x="3537412" y="2900814"/>
              <a:ext cx="554938"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38</a:t>
              </a:r>
              <a:r>
                <a:rPr lang="nb-NO" altLang="ko-KR" sz="1200" dirty="0">
                  <a:gradFill>
                    <a:gsLst>
                      <a:gs pos="0">
                        <a:schemeClr val="bg2"/>
                      </a:gs>
                      <a:gs pos="100000">
                        <a:schemeClr val="bg2"/>
                      </a:gs>
                    </a:gsLst>
                    <a:lin ang="5400000" scaled="0"/>
                  </a:gradFill>
                  <a:latin typeface="Roboto Condensed Regular"/>
                  <a:ea typeface="Roboto Light" pitchFamily="2" charset="0"/>
                </a:rPr>
                <a:t>%</a:t>
              </a:r>
              <a:endParaRPr lang="ko-KR" altLang="en-US" sz="1200"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71" name="그룹 70"/>
          <p:cNvGrpSpPr/>
          <p:nvPr/>
        </p:nvGrpSpPr>
        <p:grpSpPr>
          <a:xfrm>
            <a:off x="2094804" y="2719163"/>
            <a:ext cx="554938" cy="943200"/>
            <a:chOff x="4241897" y="2719163"/>
            <a:chExt cx="554938" cy="943200"/>
          </a:xfrm>
        </p:grpSpPr>
        <p:sp>
          <p:nvSpPr>
            <p:cNvPr id="144" name="모서리가 둥근 직사각형 143"/>
            <p:cNvSpPr/>
            <p:nvPr/>
          </p:nvSpPr>
          <p:spPr>
            <a:xfrm rot="10800000">
              <a:off x="4332834" y="2719163"/>
              <a:ext cx="373063" cy="943200"/>
            </a:xfrm>
            <a:prstGeom prst="roundRect">
              <a:avLst>
                <a:gd name="adj" fmla="val 50000"/>
              </a:avLst>
            </a:prstGeom>
            <a:solidFill>
              <a:schemeClr val="accent3">
                <a:lumMod val="6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2" name="TextBox 141"/>
            <p:cNvSpPr txBox="1"/>
            <p:nvPr/>
          </p:nvSpPr>
          <p:spPr>
            <a:xfrm>
              <a:off x="4241897" y="2814414"/>
              <a:ext cx="554938"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42</a:t>
              </a:r>
              <a:r>
                <a:rPr lang="nb-NO" altLang="ko-KR" sz="1200" dirty="0">
                  <a:gradFill>
                    <a:gsLst>
                      <a:gs pos="0">
                        <a:schemeClr val="bg2"/>
                      </a:gs>
                      <a:gs pos="100000">
                        <a:schemeClr val="bg2"/>
                      </a:gs>
                    </a:gsLst>
                    <a:lin ang="5400000" scaled="0"/>
                  </a:gradFill>
                  <a:latin typeface="Roboto Condensed Regular"/>
                  <a:ea typeface="Roboto Light" pitchFamily="2" charset="0"/>
                </a:rPr>
                <a:t>%</a:t>
              </a:r>
              <a:endParaRPr lang="ko-KR" altLang="en-US" sz="1200"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72" name="그룹 71"/>
          <p:cNvGrpSpPr/>
          <p:nvPr/>
        </p:nvGrpSpPr>
        <p:grpSpPr>
          <a:xfrm>
            <a:off x="2799288" y="2333963"/>
            <a:ext cx="554938" cy="1328400"/>
            <a:chOff x="4946382" y="2333963"/>
            <a:chExt cx="554938" cy="1328400"/>
          </a:xfrm>
        </p:grpSpPr>
        <p:sp>
          <p:nvSpPr>
            <p:cNvPr id="153" name="모서리가 둥근 직사각형 152"/>
            <p:cNvSpPr/>
            <p:nvPr/>
          </p:nvSpPr>
          <p:spPr>
            <a:xfrm rot="10800000">
              <a:off x="5037319" y="2333963"/>
              <a:ext cx="373063" cy="1328400"/>
            </a:xfrm>
            <a:prstGeom prst="roundRect">
              <a:avLst>
                <a:gd name="adj" fmla="val 50000"/>
              </a:avLst>
            </a:prstGeom>
            <a:solidFill>
              <a:schemeClr val="accent3">
                <a:lumMod val="6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51" name="TextBox 150"/>
            <p:cNvSpPr txBox="1"/>
            <p:nvPr/>
          </p:nvSpPr>
          <p:spPr>
            <a:xfrm>
              <a:off x="4946382" y="2429216"/>
              <a:ext cx="554938"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59%</a:t>
              </a:r>
              <a:endParaRPr lang="ko-KR" altLang="en-US" sz="12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73" name="그룹 72"/>
          <p:cNvGrpSpPr/>
          <p:nvPr/>
        </p:nvGrpSpPr>
        <p:grpSpPr>
          <a:xfrm>
            <a:off x="3503775" y="2269163"/>
            <a:ext cx="554938" cy="1393200"/>
            <a:chOff x="5650867" y="2269163"/>
            <a:chExt cx="554938" cy="1393200"/>
          </a:xfrm>
        </p:grpSpPr>
        <p:sp>
          <p:nvSpPr>
            <p:cNvPr id="162" name="모서리가 둥근 직사각형 161"/>
            <p:cNvSpPr/>
            <p:nvPr/>
          </p:nvSpPr>
          <p:spPr>
            <a:xfrm rot="10800000">
              <a:off x="5741804" y="2269163"/>
              <a:ext cx="373063" cy="1393200"/>
            </a:xfrm>
            <a:prstGeom prst="roundRect">
              <a:avLst>
                <a:gd name="adj" fmla="val 50000"/>
              </a:avLst>
            </a:prstGeom>
            <a:solidFill>
              <a:schemeClr val="accent3">
                <a:lumMod val="6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0" name="TextBox 159"/>
            <p:cNvSpPr txBox="1"/>
            <p:nvPr/>
          </p:nvSpPr>
          <p:spPr>
            <a:xfrm>
              <a:off x="5650867" y="2364416"/>
              <a:ext cx="554938"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62%</a:t>
              </a:r>
              <a:endParaRPr lang="ko-KR" altLang="en-US" sz="12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74" name="그룹 73"/>
          <p:cNvGrpSpPr/>
          <p:nvPr/>
        </p:nvGrpSpPr>
        <p:grpSpPr>
          <a:xfrm>
            <a:off x="4208259" y="2020763"/>
            <a:ext cx="554938" cy="1641600"/>
            <a:chOff x="6355352" y="2020763"/>
            <a:chExt cx="554938" cy="1641600"/>
          </a:xfrm>
        </p:grpSpPr>
        <p:sp>
          <p:nvSpPr>
            <p:cNvPr id="171" name="모서리가 둥근 직사각형 170"/>
            <p:cNvSpPr/>
            <p:nvPr/>
          </p:nvSpPr>
          <p:spPr>
            <a:xfrm rot="10800000">
              <a:off x="6446289" y="2020763"/>
              <a:ext cx="373063" cy="1641600"/>
            </a:xfrm>
            <a:prstGeom prst="roundRect">
              <a:avLst>
                <a:gd name="adj" fmla="val 50000"/>
              </a:avLst>
            </a:prstGeom>
            <a:solidFill>
              <a:schemeClr val="accent3">
                <a:lumMod val="6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9" name="TextBox 168"/>
            <p:cNvSpPr txBox="1"/>
            <p:nvPr/>
          </p:nvSpPr>
          <p:spPr>
            <a:xfrm>
              <a:off x="6355352" y="2116016"/>
              <a:ext cx="554938"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73</a:t>
              </a:r>
              <a:r>
                <a:rPr lang="nb-NO" altLang="ko-KR" sz="1200" dirty="0">
                  <a:gradFill>
                    <a:gsLst>
                      <a:gs pos="0">
                        <a:schemeClr val="bg2"/>
                      </a:gs>
                      <a:gs pos="100000">
                        <a:schemeClr val="bg2"/>
                      </a:gs>
                    </a:gsLst>
                    <a:lin ang="5400000" scaled="0"/>
                  </a:gradFill>
                  <a:latin typeface="Roboto Condensed Regular"/>
                  <a:ea typeface="Roboto Light" pitchFamily="2" charset="0"/>
                </a:rPr>
                <a:t>%</a:t>
              </a:r>
              <a:endParaRPr lang="ko-KR" altLang="en-US" sz="1200"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75" name="그룹 74"/>
          <p:cNvGrpSpPr/>
          <p:nvPr/>
        </p:nvGrpSpPr>
        <p:grpSpPr>
          <a:xfrm>
            <a:off x="4912743" y="2110763"/>
            <a:ext cx="554938" cy="1551600"/>
            <a:chOff x="7059837" y="2110763"/>
            <a:chExt cx="554938" cy="1551600"/>
          </a:xfrm>
        </p:grpSpPr>
        <p:sp>
          <p:nvSpPr>
            <p:cNvPr id="180" name="모서리가 둥근 직사각형 179"/>
            <p:cNvSpPr/>
            <p:nvPr/>
          </p:nvSpPr>
          <p:spPr>
            <a:xfrm rot="10800000">
              <a:off x="7150774" y="2110763"/>
              <a:ext cx="373063" cy="1551600"/>
            </a:xfrm>
            <a:prstGeom prst="roundRect">
              <a:avLst>
                <a:gd name="adj" fmla="val 50000"/>
              </a:avLst>
            </a:prstGeom>
            <a:solidFill>
              <a:schemeClr val="accent3">
                <a:lumMod val="65000"/>
              </a:schemeClr>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8" name="TextBox 177"/>
            <p:cNvSpPr txBox="1"/>
            <p:nvPr/>
          </p:nvSpPr>
          <p:spPr>
            <a:xfrm>
              <a:off x="7059837" y="2206016"/>
              <a:ext cx="554938"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69%</a:t>
              </a:r>
              <a:endParaRPr lang="ko-KR" altLang="en-US" sz="12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76" name="그룹 75"/>
          <p:cNvGrpSpPr/>
          <p:nvPr/>
        </p:nvGrpSpPr>
        <p:grpSpPr>
          <a:xfrm>
            <a:off x="5617230" y="1703963"/>
            <a:ext cx="554938" cy="1958400"/>
            <a:chOff x="7764323" y="1703963"/>
            <a:chExt cx="554938" cy="1958400"/>
          </a:xfrm>
        </p:grpSpPr>
        <p:sp>
          <p:nvSpPr>
            <p:cNvPr id="189" name="모서리가 둥근 직사각형 188"/>
            <p:cNvSpPr/>
            <p:nvPr/>
          </p:nvSpPr>
          <p:spPr>
            <a:xfrm rot="10800000">
              <a:off x="7855260" y="1703963"/>
              <a:ext cx="373063" cy="1958400"/>
            </a:xfrm>
            <a:prstGeom prst="roundRect">
              <a:avLst>
                <a:gd name="adj" fmla="val 50000"/>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87" name="TextBox 186"/>
            <p:cNvSpPr txBox="1"/>
            <p:nvPr/>
          </p:nvSpPr>
          <p:spPr>
            <a:xfrm>
              <a:off x="7764323" y="1799216"/>
              <a:ext cx="554938" cy="184666"/>
            </a:xfrm>
            <a:prstGeom prst="rect">
              <a:avLst/>
            </a:prstGeom>
            <a:noFill/>
          </p:spPr>
          <p:txBody>
            <a:bodyPr wrap="square" lIns="0" tIns="0" rIns="0" bIns="0" rtlCol="0" anchor="b">
              <a:spAutoFit/>
            </a:bodyPr>
            <a:lstStyle/>
            <a:p>
              <a:pPr algn="ctr"/>
              <a:r>
                <a:rPr lang="nb-NO" altLang="ko-KR" sz="1200" b="1" dirty="0">
                  <a:gradFill>
                    <a:gsLst>
                      <a:gs pos="0">
                        <a:schemeClr val="bg2"/>
                      </a:gs>
                      <a:gs pos="100000">
                        <a:schemeClr val="bg2"/>
                      </a:gs>
                    </a:gsLst>
                    <a:lin ang="5400000" scaled="0"/>
                  </a:gradFill>
                  <a:latin typeface="Roboto Condensed Regular"/>
                  <a:ea typeface="Roboto Light" pitchFamily="2" charset="0"/>
                </a:rPr>
                <a:t>87%</a:t>
              </a:r>
              <a:endParaRPr lang="ko-KR" altLang="en-US" sz="1200" dirty="0">
                <a:gradFill>
                  <a:gsLst>
                    <a:gs pos="0">
                      <a:schemeClr val="bg2"/>
                    </a:gs>
                    <a:gs pos="100000">
                      <a:schemeClr val="bg2"/>
                    </a:gs>
                  </a:gsLst>
                  <a:lin ang="5400000" scaled="0"/>
                </a:gradFill>
              </a:endParaRPr>
            </a:p>
          </p:txBody>
        </p:sp>
      </p:grpSp>
      <p:grpSp>
        <p:nvGrpSpPr>
          <p:cNvPr id="197" name="그룹 196"/>
          <p:cNvGrpSpPr/>
          <p:nvPr/>
        </p:nvGrpSpPr>
        <p:grpSpPr>
          <a:xfrm>
            <a:off x="675782" y="2544514"/>
            <a:ext cx="575040" cy="577850"/>
            <a:chOff x="2822876" y="2690563"/>
            <a:chExt cx="575040" cy="577850"/>
          </a:xfrm>
        </p:grpSpPr>
        <p:grpSp>
          <p:nvGrpSpPr>
            <p:cNvPr id="196" name="그룹 195"/>
            <p:cNvGrpSpPr/>
            <p:nvPr/>
          </p:nvGrpSpPr>
          <p:grpSpPr>
            <a:xfrm>
              <a:off x="2822876" y="2690563"/>
              <a:ext cx="575040" cy="258700"/>
              <a:chOff x="2822876" y="2690563"/>
              <a:chExt cx="575040" cy="258700"/>
            </a:xfrm>
            <a:effectLst>
              <a:outerShdw dist="19050" dir="5400000" algn="ctr" rotWithShape="0">
                <a:prstClr val="black">
                  <a:alpha val="10000"/>
                </a:prstClr>
              </a:outerShdw>
            </a:effectLst>
          </p:grpSpPr>
          <p:sp>
            <p:nvSpPr>
              <p:cNvPr id="65" name="모서리가 둥근 직사각형 64"/>
              <p:cNvSpPr/>
              <p:nvPr/>
            </p:nvSpPr>
            <p:spPr>
              <a:xfrm>
                <a:off x="2822876" y="2690563"/>
                <a:ext cx="575040" cy="209550"/>
              </a:xfrm>
              <a:prstGeom prst="roundRect">
                <a:avLst/>
              </a:prstGeom>
              <a:solidFill>
                <a:schemeClr val="accent3">
                  <a:lumMod val="65000"/>
                </a:schemeClr>
              </a:solidFill>
              <a:ln w="3175">
                <a:noFill/>
              </a:ln>
            </p:spPr>
            <p:txBody>
              <a:bodyPr vert="horz" wrap="square" lIns="0" tIns="0" rIns="0" bIns="0" numCol="1" anchor="ctr" anchorCtr="0" compatLnSpc="1">
                <a:prstTxWarp prst="textNoShape">
                  <a:avLst/>
                </a:prstTxWarp>
              </a:bodyPr>
              <a:lstStyle/>
              <a:p>
                <a:pPr algn="ctr"/>
                <a:r>
                  <a:rPr lang="nb-NO" altLang="ko-KR" sz="1000" b="1" dirty="0">
                    <a:gradFill>
                      <a:gsLst>
                        <a:gs pos="0">
                          <a:schemeClr val="bg2"/>
                        </a:gs>
                        <a:gs pos="100000">
                          <a:schemeClr val="bg2"/>
                        </a:gs>
                      </a:gsLst>
                      <a:lin ang="0" scaled="0"/>
                    </a:gradFill>
                    <a:latin typeface="Roboto Condensed Regular"/>
                    <a:ea typeface="Roboto Light" pitchFamily="2" charset="0"/>
                  </a:rPr>
                  <a:t>Low</a:t>
                </a:r>
                <a:endParaRPr lang="ko-KR" altLang="en-US" sz="1000" b="1" dirty="0">
                  <a:gradFill>
                    <a:gsLst>
                      <a:gs pos="0">
                        <a:schemeClr val="bg2"/>
                      </a:gs>
                      <a:gs pos="100000">
                        <a:schemeClr val="bg2"/>
                      </a:gs>
                    </a:gsLst>
                    <a:lin ang="0" scaled="0"/>
                  </a:gradFill>
                  <a:latin typeface="Roboto Condensed Regular"/>
                  <a:ea typeface="Roboto Light" pitchFamily="2" charset="0"/>
                </a:endParaRPr>
              </a:p>
            </p:txBody>
          </p:sp>
          <p:sp>
            <p:nvSpPr>
              <p:cNvPr id="66" name="이등변 삼각형 65"/>
              <p:cNvSpPr/>
              <p:nvPr/>
            </p:nvSpPr>
            <p:spPr>
              <a:xfrm rot="10800000">
                <a:off x="3038906" y="2900113"/>
                <a:ext cx="142980" cy="49150"/>
              </a:xfrm>
              <a:prstGeom prst="triangle">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grpSp>
        <p:cxnSp>
          <p:nvCxnSpPr>
            <p:cNvPr id="67" name="직선 연결선 66"/>
            <p:cNvCxnSpPr/>
            <p:nvPr/>
          </p:nvCxnSpPr>
          <p:spPr>
            <a:xfrm flipV="1">
              <a:off x="3110396" y="2931863"/>
              <a:ext cx="0" cy="336550"/>
            </a:xfrm>
            <a:prstGeom prst="line">
              <a:avLst/>
            </a:prstGeom>
            <a:ln w="12700" cap="rnd">
              <a:solidFill>
                <a:schemeClr val="accent3">
                  <a:lumMod val="65000"/>
                </a:schemeClr>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grpSp>
      <p:grpSp>
        <p:nvGrpSpPr>
          <p:cNvPr id="228" name="그룹 227"/>
          <p:cNvGrpSpPr/>
          <p:nvPr/>
        </p:nvGrpSpPr>
        <p:grpSpPr>
          <a:xfrm>
            <a:off x="5610836" y="1126114"/>
            <a:ext cx="575040" cy="577850"/>
            <a:chOff x="2822876" y="2690563"/>
            <a:chExt cx="575040" cy="577850"/>
          </a:xfrm>
        </p:grpSpPr>
        <p:grpSp>
          <p:nvGrpSpPr>
            <p:cNvPr id="229" name="그룹 228"/>
            <p:cNvGrpSpPr/>
            <p:nvPr/>
          </p:nvGrpSpPr>
          <p:grpSpPr>
            <a:xfrm>
              <a:off x="2822876" y="2690563"/>
              <a:ext cx="575040" cy="258700"/>
              <a:chOff x="2822876" y="2690563"/>
              <a:chExt cx="575040" cy="258700"/>
            </a:xfrm>
            <a:effectLst>
              <a:outerShdw dist="19050" dir="5400000" algn="ctr" rotWithShape="0">
                <a:prstClr val="black">
                  <a:alpha val="10000"/>
                </a:prstClr>
              </a:outerShdw>
            </a:effectLst>
          </p:grpSpPr>
          <p:sp>
            <p:nvSpPr>
              <p:cNvPr id="231" name="모서리가 둥근 직사각형 230"/>
              <p:cNvSpPr/>
              <p:nvPr/>
            </p:nvSpPr>
            <p:spPr>
              <a:xfrm>
                <a:off x="2822876" y="2690563"/>
                <a:ext cx="575040" cy="209550"/>
              </a:xfrm>
              <a:prstGeom prst="roundRect">
                <a:avLst/>
              </a:prstGeom>
              <a:solidFill>
                <a:schemeClr val="accent1"/>
              </a:solidFill>
              <a:ln w="3175">
                <a:noFill/>
              </a:ln>
            </p:spPr>
            <p:txBody>
              <a:bodyPr vert="horz" wrap="square" lIns="0" tIns="0" rIns="0" bIns="0" numCol="1" anchor="ctr" anchorCtr="0" compatLnSpc="1">
                <a:prstTxWarp prst="textNoShape">
                  <a:avLst/>
                </a:prstTxWarp>
              </a:bodyPr>
              <a:lstStyle/>
              <a:p>
                <a:pPr algn="ctr"/>
                <a:r>
                  <a:rPr lang="nb-NO" altLang="ko-KR" sz="1000" b="1" dirty="0">
                    <a:gradFill>
                      <a:gsLst>
                        <a:gs pos="0">
                          <a:schemeClr val="bg2"/>
                        </a:gs>
                        <a:gs pos="100000">
                          <a:schemeClr val="bg2"/>
                        </a:gs>
                      </a:gsLst>
                      <a:lin ang="0" scaled="0"/>
                    </a:gradFill>
                    <a:latin typeface="Roboto Condensed Regular"/>
                    <a:ea typeface="Roboto Light" pitchFamily="2" charset="0"/>
                  </a:rPr>
                  <a:t>High</a:t>
                </a:r>
                <a:endParaRPr lang="ko-KR" altLang="en-US" sz="1000" dirty="0">
                  <a:gradFill>
                    <a:gsLst>
                      <a:gs pos="0">
                        <a:schemeClr val="bg2"/>
                      </a:gs>
                      <a:gs pos="100000">
                        <a:schemeClr val="bg2"/>
                      </a:gs>
                    </a:gsLst>
                    <a:lin ang="0" scaled="0"/>
                  </a:gradFill>
                </a:endParaRPr>
              </a:p>
            </p:txBody>
          </p:sp>
          <p:sp>
            <p:nvSpPr>
              <p:cNvPr id="232" name="이등변 삼각형 231"/>
              <p:cNvSpPr/>
              <p:nvPr/>
            </p:nvSpPr>
            <p:spPr>
              <a:xfrm rot="10800000">
                <a:off x="3038906" y="2900113"/>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grpSp>
        <p:cxnSp>
          <p:nvCxnSpPr>
            <p:cNvPr id="230" name="직선 연결선 229"/>
            <p:cNvCxnSpPr/>
            <p:nvPr/>
          </p:nvCxnSpPr>
          <p:spPr>
            <a:xfrm flipV="1">
              <a:off x="3110396" y="2931863"/>
              <a:ext cx="0" cy="336550"/>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500"/>
                                        <p:tgtEl>
                                          <p:spTgt spid="68"/>
                                        </p:tgtEl>
                                      </p:cBhvr>
                                    </p:animEffect>
                                    <p:anim calcmode="lin" valueType="num">
                                      <p:cBhvr>
                                        <p:cTn id="8" dur="500" fill="hold"/>
                                        <p:tgtEl>
                                          <p:spTgt spid="68"/>
                                        </p:tgtEl>
                                        <p:attrNameLst>
                                          <p:attrName>ppt_x</p:attrName>
                                        </p:attrNameLst>
                                      </p:cBhvr>
                                      <p:tavLst>
                                        <p:tav tm="0">
                                          <p:val>
                                            <p:strVal val="#ppt_x"/>
                                          </p:val>
                                        </p:tav>
                                        <p:tav tm="100000">
                                          <p:val>
                                            <p:strVal val="#ppt_x"/>
                                          </p:val>
                                        </p:tav>
                                      </p:tavLst>
                                    </p:anim>
                                    <p:anim calcmode="lin" valueType="num">
                                      <p:cBhvr>
                                        <p:cTn id="9" dur="500" fill="hold"/>
                                        <p:tgtEl>
                                          <p:spTgt spid="6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4" fill="hold" nodeType="after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wipe(down)">
                                      <p:cBhvr>
                                        <p:cTn id="13" dur="500"/>
                                        <p:tgtEl>
                                          <p:spTgt spid="69"/>
                                        </p:tgtEl>
                                      </p:cBhvr>
                                    </p:animEffect>
                                  </p:childTnLst>
                                </p:cTn>
                              </p:par>
                              <p:par>
                                <p:cTn id="14" presetID="47" presetClass="entr" presetSubtype="0" fill="hold" nodeType="withEffect">
                                  <p:stCondLst>
                                    <p:cond delay="0"/>
                                  </p:stCondLst>
                                  <p:childTnLst>
                                    <p:set>
                                      <p:cBhvr>
                                        <p:cTn id="15" dur="1" fill="hold">
                                          <p:stCondLst>
                                            <p:cond delay="0"/>
                                          </p:stCondLst>
                                        </p:cTn>
                                        <p:tgtEl>
                                          <p:spTgt spid="197"/>
                                        </p:tgtEl>
                                        <p:attrNameLst>
                                          <p:attrName>style.visibility</p:attrName>
                                        </p:attrNameLst>
                                      </p:cBhvr>
                                      <p:to>
                                        <p:strVal val="visible"/>
                                      </p:to>
                                    </p:set>
                                    <p:animEffect transition="in" filter="fade">
                                      <p:cBhvr>
                                        <p:cTn id="16" dur="500"/>
                                        <p:tgtEl>
                                          <p:spTgt spid="197"/>
                                        </p:tgtEl>
                                      </p:cBhvr>
                                    </p:animEffect>
                                    <p:anim calcmode="lin" valueType="num">
                                      <p:cBhvr>
                                        <p:cTn id="17" dur="500" fill="hold"/>
                                        <p:tgtEl>
                                          <p:spTgt spid="197"/>
                                        </p:tgtEl>
                                        <p:attrNameLst>
                                          <p:attrName>ppt_x</p:attrName>
                                        </p:attrNameLst>
                                      </p:cBhvr>
                                      <p:tavLst>
                                        <p:tav tm="0">
                                          <p:val>
                                            <p:strVal val="#ppt_x"/>
                                          </p:val>
                                        </p:tav>
                                        <p:tav tm="100000">
                                          <p:val>
                                            <p:strVal val="#ppt_x"/>
                                          </p:val>
                                        </p:tav>
                                      </p:tavLst>
                                    </p:anim>
                                    <p:anim calcmode="lin" valueType="num">
                                      <p:cBhvr>
                                        <p:cTn id="18" dur="500" fill="hold"/>
                                        <p:tgtEl>
                                          <p:spTgt spid="197"/>
                                        </p:tgtEl>
                                        <p:attrNameLst>
                                          <p:attrName>ppt_y</p:attrName>
                                        </p:attrNameLst>
                                      </p:cBhvr>
                                      <p:tavLst>
                                        <p:tav tm="0">
                                          <p:val>
                                            <p:strVal val="#ppt_y-.1"/>
                                          </p:val>
                                        </p:tav>
                                        <p:tav tm="100000">
                                          <p:val>
                                            <p:strVal val="#ppt_y"/>
                                          </p:val>
                                        </p:tav>
                                      </p:tavLst>
                                    </p:anim>
                                  </p:childTnLst>
                                </p:cTn>
                              </p:par>
                            </p:childTnLst>
                          </p:cTn>
                        </p:par>
                        <p:par>
                          <p:cTn id="19" fill="hold">
                            <p:stCondLst>
                              <p:cond delay="1000"/>
                            </p:stCondLst>
                            <p:childTnLst>
                              <p:par>
                                <p:cTn id="20" presetID="22" presetClass="entr" presetSubtype="4" fill="hold" nodeType="after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wipe(down)">
                                      <p:cBhvr>
                                        <p:cTn id="22" dur="500"/>
                                        <p:tgtEl>
                                          <p:spTgt spid="70"/>
                                        </p:tgtEl>
                                      </p:cBhvr>
                                    </p:animEffect>
                                  </p:childTnLst>
                                </p:cTn>
                              </p:par>
                            </p:childTnLst>
                          </p:cTn>
                        </p:par>
                        <p:par>
                          <p:cTn id="23" fill="hold">
                            <p:stCondLst>
                              <p:cond delay="1500"/>
                            </p:stCondLst>
                            <p:childTnLst>
                              <p:par>
                                <p:cTn id="24" presetID="22" presetClass="entr" presetSubtype="4" fill="hold" nodeType="afterEffect">
                                  <p:stCondLst>
                                    <p:cond delay="0"/>
                                  </p:stCondLst>
                                  <p:childTnLst>
                                    <p:set>
                                      <p:cBhvr>
                                        <p:cTn id="25" dur="1" fill="hold">
                                          <p:stCondLst>
                                            <p:cond delay="0"/>
                                          </p:stCondLst>
                                        </p:cTn>
                                        <p:tgtEl>
                                          <p:spTgt spid="71"/>
                                        </p:tgtEl>
                                        <p:attrNameLst>
                                          <p:attrName>style.visibility</p:attrName>
                                        </p:attrNameLst>
                                      </p:cBhvr>
                                      <p:to>
                                        <p:strVal val="visible"/>
                                      </p:to>
                                    </p:set>
                                    <p:animEffect transition="in" filter="wipe(down)">
                                      <p:cBhvr>
                                        <p:cTn id="26" dur="500"/>
                                        <p:tgtEl>
                                          <p:spTgt spid="71"/>
                                        </p:tgtEl>
                                      </p:cBhvr>
                                    </p:animEffect>
                                  </p:childTnLst>
                                </p:cTn>
                              </p:par>
                            </p:childTnLst>
                          </p:cTn>
                        </p:par>
                        <p:par>
                          <p:cTn id="27" fill="hold">
                            <p:stCondLst>
                              <p:cond delay="2000"/>
                            </p:stCondLst>
                            <p:childTnLst>
                              <p:par>
                                <p:cTn id="28" presetID="22" presetClass="entr" presetSubtype="4" fill="hold" nodeType="afterEffect">
                                  <p:stCondLst>
                                    <p:cond delay="0"/>
                                  </p:stCondLst>
                                  <p:childTnLst>
                                    <p:set>
                                      <p:cBhvr>
                                        <p:cTn id="29" dur="1" fill="hold">
                                          <p:stCondLst>
                                            <p:cond delay="0"/>
                                          </p:stCondLst>
                                        </p:cTn>
                                        <p:tgtEl>
                                          <p:spTgt spid="72"/>
                                        </p:tgtEl>
                                        <p:attrNameLst>
                                          <p:attrName>style.visibility</p:attrName>
                                        </p:attrNameLst>
                                      </p:cBhvr>
                                      <p:to>
                                        <p:strVal val="visible"/>
                                      </p:to>
                                    </p:set>
                                    <p:animEffect transition="in" filter="wipe(down)">
                                      <p:cBhvr>
                                        <p:cTn id="30" dur="500"/>
                                        <p:tgtEl>
                                          <p:spTgt spid="72"/>
                                        </p:tgtEl>
                                      </p:cBhvr>
                                    </p:animEffect>
                                  </p:childTnLst>
                                </p:cTn>
                              </p:par>
                            </p:childTnLst>
                          </p:cTn>
                        </p:par>
                        <p:par>
                          <p:cTn id="31" fill="hold">
                            <p:stCondLst>
                              <p:cond delay="2500"/>
                            </p:stCondLst>
                            <p:childTnLst>
                              <p:par>
                                <p:cTn id="32" presetID="22" presetClass="entr" presetSubtype="4" fill="hold" nodeType="afterEffect">
                                  <p:stCondLst>
                                    <p:cond delay="0"/>
                                  </p:stCondLst>
                                  <p:childTnLst>
                                    <p:set>
                                      <p:cBhvr>
                                        <p:cTn id="33" dur="1" fill="hold">
                                          <p:stCondLst>
                                            <p:cond delay="0"/>
                                          </p:stCondLst>
                                        </p:cTn>
                                        <p:tgtEl>
                                          <p:spTgt spid="73"/>
                                        </p:tgtEl>
                                        <p:attrNameLst>
                                          <p:attrName>style.visibility</p:attrName>
                                        </p:attrNameLst>
                                      </p:cBhvr>
                                      <p:to>
                                        <p:strVal val="visible"/>
                                      </p:to>
                                    </p:set>
                                    <p:animEffect transition="in" filter="wipe(down)">
                                      <p:cBhvr>
                                        <p:cTn id="34" dur="500"/>
                                        <p:tgtEl>
                                          <p:spTgt spid="73"/>
                                        </p:tgtEl>
                                      </p:cBhvr>
                                    </p:animEffect>
                                  </p:childTnLst>
                                </p:cTn>
                              </p:par>
                            </p:childTnLst>
                          </p:cTn>
                        </p:par>
                        <p:par>
                          <p:cTn id="35" fill="hold">
                            <p:stCondLst>
                              <p:cond delay="3000"/>
                            </p:stCondLst>
                            <p:childTnLst>
                              <p:par>
                                <p:cTn id="36" presetID="22" presetClass="entr" presetSubtype="4" fill="hold" nodeType="afterEffect">
                                  <p:stCondLst>
                                    <p:cond delay="0"/>
                                  </p:stCondLst>
                                  <p:childTnLst>
                                    <p:set>
                                      <p:cBhvr>
                                        <p:cTn id="37" dur="1" fill="hold">
                                          <p:stCondLst>
                                            <p:cond delay="0"/>
                                          </p:stCondLst>
                                        </p:cTn>
                                        <p:tgtEl>
                                          <p:spTgt spid="74"/>
                                        </p:tgtEl>
                                        <p:attrNameLst>
                                          <p:attrName>style.visibility</p:attrName>
                                        </p:attrNameLst>
                                      </p:cBhvr>
                                      <p:to>
                                        <p:strVal val="visible"/>
                                      </p:to>
                                    </p:set>
                                    <p:animEffect transition="in" filter="wipe(down)">
                                      <p:cBhvr>
                                        <p:cTn id="38" dur="500"/>
                                        <p:tgtEl>
                                          <p:spTgt spid="74"/>
                                        </p:tgtEl>
                                      </p:cBhvr>
                                    </p:animEffect>
                                  </p:childTnLst>
                                </p:cTn>
                              </p:par>
                            </p:childTnLst>
                          </p:cTn>
                        </p:par>
                        <p:par>
                          <p:cTn id="39" fill="hold">
                            <p:stCondLst>
                              <p:cond delay="3500"/>
                            </p:stCondLst>
                            <p:childTnLst>
                              <p:par>
                                <p:cTn id="40" presetID="22" presetClass="entr" presetSubtype="4" fill="hold" nodeType="afterEffect">
                                  <p:stCondLst>
                                    <p:cond delay="0"/>
                                  </p:stCondLst>
                                  <p:childTnLst>
                                    <p:set>
                                      <p:cBhvr>
                                        <p:cTn id="41" dur="1" fill="hold">
                                          <p:stCondLst>
                                            <p:cond delay="0"/>
                                          </p:stCondLst>
                                        </p:cTn>
                                        <p:tgtEl>
                                          <p:spTgt spid="75"/>
                                        </p:tgtEl>
                                        <p:attrNameLst>
                                          <p:attrName>style.visibility</p:attrName>
                                        </p:attrNameLst>
                                      </p:cBhvr>
                                      <p:to>
                                        <p:strVal val="visible"/>
                                      </p:to>
                                    </p:set>
                                    <p:animEffect transition="in" filter="wipe(down)">
                                      <p:cBhvr>
                                        <p:cTn id="42" dur="500"/>
                                        <p:tgtEl>
                                          <p:spTgt spid="75"/>
                                        </p:tgtEl>
                                      </p:cBhvr>
                                    </p:animEffect>
                                  </p:childTnLst>
                                </p:cTn>
                              </p:par>
                            </p:childTnLst>
                          </p:cTn>
                        </p:par>
                        <p:par>
                          <p:cTn id="43" fill="hold">
                            <p:stCondLst>
                              <p:cond delay="4000"/>
                            </p:stCondLst>
                            <p:childTnLst>
                              <p:par>
                                <p:cTn id="44" presetID="22" presetClass="entr" presetSubtype="4" fill="hold" nodeType="afterEffect">
                                  <p:stCondLst>
                                    <p:cond delay="0"/>
                                  </p:stCondLst>
                                  <p:childTnLst>
                                    <p:set>
                                      <p:cBhvr>
                                        <p:cTn id="45" dur="1" fill="hold">
                                          <p:stCondLst>
                                            <p:cond delay="0"/>
                                          </p:stCondLst>
                                        </p:cTn>
                                        <p:tgtEl>
                                          <p:spTgt spid="76"/>
                                        </p:tgtEl>
                                        <p:attrNameLst>
                                          <p:attrName>style.visibility</p:attrName>
                                        </p:attrNameLst>
                                      </p:cBhvr>
                                      <p:to>
                                        <p:strVal val="visible"/>
                                      </p:to>
                                    </p:set>
                                    <p:animEffect transition="in" filter="wipe(down)">
                                      <p:cBhvr>
                                        <p:cTn id="46" dur="500"/>
                                        <p:tgtEl>
                                          <p:spTgt spid="76"/>
                                        </p:tgtEl>
                                      </p:cBhvr>
                                    </p:animEffect>
                                  </p:childTnLst>
                                </p:cTn>
                              </p:par>
                              <p:par>
                                <p:cTn id="47" presetID="47" presetClass="entr" presetSubtype="0" fill="hold" nodeType="withEffect">
                                  <p:stCondLst>
                                    <p:cond delay="0"/>
                                  </p:stCondLst>
                                  <p:childTnLst>
                                    <p:set>
                                      <p:cBhvr>
                                        <p:cTn id="48" dur="1" fill="hold">
                                          <p:stCondLst>
                                            <p:cond delay="0"/>
                                          </p:stCondLst>
                                        </p:cTn>
                                        <p:tgtEl>
                                          <p:spTgt spid="228"/>
                                        </p:tgtEl>
                                        <p:attrNameLst>
                                          <p:attrName>style.visibility</p:attrName>
                                        </p:attrNameLst>
                                      </p:cBhvr>
                                      <p:to>
                                        <p:strVal val="visible"/>
                                      </p:to>
                                    </p:set>
                                    <p:animEffect transition="in" filter="fade">
                                      <p:cBhvr>
                                        <p:cTn id="49" dur="500"/>
                                        <p:tgtEl>
                                          <p:spTgt spid="228"/>
                                        </p:tgtEl>
                                      </p:cBhvr>
                                    </p:animEffect>
                                    <p:anim calcmode="lin" valueType="num">
                                      <p:cBhvr>
                                        <p:cTn id="50" dur="500" fill="hold"/>
                                        <p:tgtEl>
                                          <p:spTgt spid="228"/>
                                        </p:tgtEl>
                                        <p:attrNameLst>
                                          <p:attrName>ppt_x</p:attrName>
                                        </p:attrNameLst>
                                      </p:cBhvr>
                                      <p:tavLst>
                                        <p:tav tm="0">
                                          <p:val>
                                            <p:strVal val="#ppt_x"/>
                                          </p:val>
                                        </p:tav>
                                        <p:tav tm="100000">
                                          <p:val>
                                            <p:strVal val="#ppt_x"/>
                                          </p:val>
                                        </p:tav>
                                      </p:tavLst>
                                    </p:anim>
                                    <p:anim calcmode="lin" valueType="num">
                                      <p:cBhvr>
                                        <p:cTn id="51" dur="500" fill="hold"/>
                                        <p:tgtEl>
                                          <p:spTgt spid="2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1" name="그룹 160"/>
          <p:cNvGrpSpPr/>
          <p:nvPr/>
        </p:nvGrpSpPr>
        <p:grpSpPr>
          <a:xfrm>
            <a:off x="807518" y="2495501"/>
            <a:ext cx="5399087" cy="2287641"/>
            <a:chOff x="3024188" y="2495497"/>
            <a:chExt cx="5399087" cy="2287641"/>
          </a:xfrm>
        </p:grpSpPr>
        <p:grpSp>
          <p:nvGrpSpPr>
            <p:cNvPr id="311" name="그룹 310"/>
            <p:cNvGrpSpPr/>
            <p:nvPr/>
          </p:nvGrpSpPr>
          <p:grpSpPr>
            <a:xfrm>
              <a:off x="3024188" y="2495497"/>
              <a:ext cx="5242976" cy="1136296"/>
              <a:chOff x="3024188" y="2495497"/>
              <a:chExt cx="5242976" cy="1136296"/>
            </a:xfrm>
          </p:grpSpPr>
          <p:cxnSp>
            <p:nvCxnSpPr>
              <p:cNvPr id="287" name="직선 연결선 286"/>
              <p:cNvCxnSpPr>
                <a:cxnSpLocks/>
              </p:cNvCxnSpPr>
              <p:nvPr/>
            </p:nvCxnSpPr>
            <p:spPr>
              <a:xfrm flipH="1">
                <a:off x="3024188" y="3425197"/>
                <a:ext cx="5242976"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0" name="직선 연결선 289"/>
              <p:cNvCxnSpPr>
                <a:cxnSpLocks/>
              </p:cNvCxnSpPr>
              <p:nvPr/>
            </p:nvCxnSpPr>
            <p:spPr>
              <a:xfrm flipH="1">
                <a:off x="3024188" y="2495497"/>
                <a:ext cx="5242976"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1" name="직선 연결선 290"/>
              <p:cNvCxnSpPr>
                <a:cxnSpLocks/>
              </p:cNvCxnSpPr>
              <p:nvPr/>
            </p:nvCxnSpPr>
            <p:spPr>
              <a:xfrm flipH="1">
                <a:off x="3024188" y="3321897"/>
                <a:ext cx="5242976"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2" name="직선 연결선 291"/>
              <p:cNvCxnSpPr>
                <a:cxnSpLocks/>
              </p:cNvCxnSpPr>
              <p:nvPr/>
            </p:nvCxnSpPr>
            <p:spPr>
              <a:xfrm flipH="1">
                <a:off x="3024188" y="3218597"/>
                <a:ext cx="5242976"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3" name="직선 연결선 292"/>
              <p:cNvCxnSpPr>
                <a:cxnSpLocks/>
              </p:cNvCxnSpPr>
              <p:nvPr/>
            </p:nvCxnSpPr>
            <p:spPr>
              <a:xfrm flipH="1">
                <a:off x="3024188" y="3115297"/>
                <a:ext cx="5242976"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4" name="직선 연결선 293"/>
              <p:cNvCxnSpPr>
                <a:cxnSpLocks/>
              </p:cNvCxnSpPr>
              <p:nvPr/>
            </p:nvCxnSpPr>
            <p:spPr>
              <a:xfrm flipH="1">
                <a:off x="3024188" y="3011997"/>
                <a:ext cx="5242976"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5" name="직선 연결선 294"/>
              <p:cNvCxnSpPr>
                <a:cxnSpLocks/>
              </p:cNvCxnSpPr>
              <p:nvPr/>
            </p:nvCxnSpPr>
            <p:spPr>
              <a:xfrm flipH="1">
                <a:off x="3024188" y="2908697"/>
                <a:ext cx="5242976"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6" name="직선 연결선 295"/>
              <p:cNvCxnSpPr>
                <a:cxnSpLocks/>
              </p:cNvCxnSpPr>
              <p:nvPr/>
            </p:nvCxnSpPr>
            <p:spPr>
              <a:xfrm flipH="1">
                <a:off x="3024188" y="2805397"/>
                <a:ext cx="5242976"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7" name="직선 연결선 296"/>
              <p:cNvCxnSpPr>
                <a:cxnSpLocks/>
              </p:cNvCxnSpPr>
              <p:nvPr/>
            </p:nvCxnSpPr>
            <p:spPr>
              <a:xfrm flipH="1">
                <a:off x="3024188" y="2702097"/>
                <a:ext cx="5242976"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8" name="직선 연결선 297"/>
              <p:cNvCxnSpPr>
                <a:cxnSpLocks/>
              </p:cNvCxnSpPr>
              <p:nvPr/>
            </p:nvCxnSpPr>
            <p:spPr>
              <a:xfrm flipH="1">
                <a:off x="3024188" y="2598797"/>
                <a:ext cx="5242976"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9" name="직선 연결선 308"/>
              <p:cNvCxnSpPr>
                <a:cxnSpLocks/>
              </p:cNvCxnSpPr>
              <p:nvPr/>
            </p:nvCxnSpPr>
            <p:spPr>
              <a:xfrm flipH="1">
                <a:off x="3024188" y="3631793"/>
                <a:ext cx="5242976"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0" name="직선 연결선 309"/>
              <p:cNvCxnSpPr>
                <a:cxnSpLocks/>
              </p:cNvCxnSpPr>
              <p:nvPr/>
            </p:nvCxnSpPr>
            <p:spPr>
              <a:xfrm flipH="1">
                <a:off x="3024188" y="3528497"/>
                <a:ext cx="5242976"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27" name="TextBox 226"/>
            <p:cNvSpPr txBox="1"/>
            <p:nvPr/>
          </p:nvSpPr>
          <p:spPr>
            <a:xfrm>
              <a:off x="6659562" y="4564063"/>
              <a:ext cx="1763713" cy="219075"/>
            </a:xfrm>
            <a:prstGeom prst="rect">
              <a:avLst/>
            </a:prstGeom>
            <a:noFill/>
          </p:spPr>
          <p:txBody>
            <a:bodyPr wrap="square" lIns="0" tIns="0" rIns="0" bIns="0" rtlCol="0">
              <a:noAutofit/>
            </a:bodyPr>
            <a:lstStyle/>
            <a:p>
              <a:pPr algn="r">
                <a:spcAft>
                  <a:spcPts val="300"/>
                </a:spcAft>
              </a:pPr>
              <a:r>
                <a:rPr lang="fr-FR"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rPr>
                <a:t>(Quisque cursus, metus vitae pharetra auctor.)</a:t>
              </a:r>
              <a:endParaRPr lang="en-US"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endParaRPr>
            </a:p>
          </p:txBody>
        </p:sp>
        <p:grpSp>
          <p:nvGrpSpPr>
            <p:cNvPr id="284" name="그룹 283"/>
            <p:cNvGrpSpPr/>
            <p:nvPr/>
          </p:nvGrpSpPr>
          <p:grpSpPr>
            <a:xfrm>
              <a:off x="3024188" y="4564063"/>
              <a:ext cx="1596680" cy="123111"/>
              <a:chOff x="3606800" y="4608513"/>
              <a:chExt cx="1596680" cy="123111"/>
            </a:xfrm>
          </p:grpSpPr>
          <p:grpSp>
            <p:nvGrpSpPr>
              <p:cNvPr id="228" name="그룹 227"/>
              <p:cNvGrpSpPr/>
              <p:nvPr/>
            </p:nvGrpSpPr>
            <p:grpSpPr>
              <a:xfrm>
                <a:off x="3606800" y="4608513"/>
                <a:ext cx="834680" cy="123111"/>
                <a:chOff x="3606800" y="4538663"/>
                <a:chExt cx="834680" cy="123111"/>
              </a:xfrm>
            </p:grpSpPr>
            <p:sp>
              <p:nvSpPr>
                <p:cNvPr id="229" name="직사각형 228"/>
                <p:cNvSpPr/>
                <p:nvPr/>
              </p:nvSpPr>
              <p:spPr>
                <a:xfrm>
                  <a:off x="3606800" y="4555768"/>
                  <a:ext cx="88900" cy="88900"/>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30" name="TextBox 229"/>
                <p:cNvSpPr txBox="1"/>
                <p:nvPr/>
              </p:nvSpPr>
              <p:spPr>
                <a:xfrm>
                  <a:off x="3737320" y="4538663"/>
                  <a:ext cx="704160" cy="123111"/>
                </a:xfrm>
                <a:prstGeom prst="rect">
                  <a:avLst/>
                </a:prstGeom>
                <a:noFill/>
              </p:spPr>
              <p:txBody>
                <a:bodyPr wrap="square" lIns="0" tIns="0" rIns="0" bIns="0" rtlCol="0">
                  <a:spAutoFit/>
                </a:bodyPr>
                <a:lstStyle/>
                <a:p>
                  <a:r>
                    <a:rPr lang="nb-NO" altLang="ko-KR" sz="800" b="1" dirty="0">
                      <a:gradFill>
                        <a:gsLst>
                          <a:gs pos="0">
                            <a:schemeClr val="tx2"/>
                          </a:gs>
                          <a:gs pos="100000">
                            <a:schemeClr val="tx2"/>
                          </a:gs>
                        </a:gsLst>
                        <a:lin ang="5400000" scaled="0"/>
                      </a:gradFill>
                      <a:latin typeface="Roboto Condensed Regular"/>
                      <a:ea typeface="Roboto Light" pitchFamily="2" charset="0"/>
                    </a:rPr>
                    <a:t>Option 1</a:t>
                  </a:r>
                  <a:endParaRPr lang="ko-KR" altLang="en-US" sz="800" b="1"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231" name="그룹 230"/>
              <p:cNvGrpSpPr/>
              <p:nvPr/>
            </p:nvGrpSpPr>
            <p:grpSpPr>
              <a:xfrm>
                <a:off x="4368800" y="4608513"/>
                <a:ext cx="834680" cy="123111"/>
                <a:chOff x="3606800" y="4538663"/>
                <a:chExt cx="834680" cy="123111"/>
              </a:xfrm>
            </p:grpSpPr>
            <p:sp>
              <p:nvSpPr>
                <p:cNvPr id="232" name="직사각형 231"/>
                <p:cNvSpPr/>
                <p:nvPr/>
              </p:nvSpPr>
              <p:spPr>
                <a:xfrm>
                  <a:off x="3606800" y="4555768"/>
                  <a:ext cx="88900" cy="88900"/>
                </a:xfrm>
                <a:prstGeom prst="rect">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33" name="TextBox 232"/>
                <p:cNvSpPr txBox="1"/>
                <p:nvPr/>
              </p:nvSpPr>
              <p:spPr>
                <a:xfrm>
                  <a:off x="3737320" y="4538663"/>
                  <a:ext cx="704160" cy="123111"/>
                </a:xfrm>
                <a:prstGeom prst="rect">
                  <a:avLst/>
                </a:prstGeom>
                <a:noFill/>
              </p:spPr>
              <p:txBody>
                <a:bodyPr wrap="square" lIns="0" tIns="0" rIns="0" bIns="0" rtlCol="0">
                  <a:spAutoFit/>
                </a:bodyPr>
                <a:lstStyle/>
                <a:p>
                  <a:r>
                    <a:rPr lang="nb-NO" altLang="ko-KR" sz="800" b="1" dirty="0">
                      <a:gradFill>
                        <a:gsLst>
                          <a:gs pos="0">
                            <a:schemeClr val="tx2"/>
                          </a:gs>
                          <a:gs pos="100000">
                            <a:schemeClr val="tx2"/>
                          </a:gs>
                        </a:gsLst>
                        <a:lin ang="5400000" scaled="0"/>
                      </a:gradFill>
                      <a:latin typeface="Roboto Condensed Regular"/>
                      <a:ea typeface="Roboto Light" pitchFamily="2" charset="0"/>
                    </a:rPr>
                    <a:t>Option 2</a:t>
                  </a:r>
                  <a:endParaRPr lang="ko-KR" altLang="en-US" sz="800" b="1" dirty="0">
                    <a:gradFill>
                      <a:gsLst>
                        <a:gs pos="0">
                          <a:schemeClr val="tx2"/>
                        </a:gs>
                        <a:gs pos="100000">
                          <a:schemeClr val="tx2"/>
                        </a:gs>
                      </a:gsLst>
                      <a:lin ang="5400000" scaled="0"/>
                    </a:gradFill>
                    <a:latin typeface="Roboto Condensed Regular"/>
                    <a:ea typeface="Roboto Light" pitchFamily="2" charset="0"/>
                  </a:endParaRPr>
                </a:p>
              </p:txBody>
            </p:sp>
          </p:grpSp>
        </p:grpSp>
        <p:grpSp>
          <p:nvGrpSpPr>
            <p:cNvPr id="286" name="그룹 285"/>
            <p:cNvGrpSpPr/>
            <p:nvPr/>
          </p:nvGrpSpPr>
          <p:grpSpPr>
            <a:xfrm>
              <a:off x="3024188" y="3631793"/>
              <a:ext cx="5242976" cy="806450"/>
              <a:chOff x="3024188" y="3663950"/>
              <a:chExt cx="5242976" cy="806450"/>
            </a:xfrm>
          </p:grpSpPr>
          <p:grpSp>
            <p:nvGrpSpPr>
              <p:cNvPr id="250" name="그룹 249"/>
              <p:cNvGrpSpPr/>
              <p:nvPr/>
            </p:nvGrpSpPr>
            <p:grpSpPr>
              <a:xfrm>
                <a:off x="3024188" y="3663950"/>
                <a:ext cx="949304" cy="806450"/>
                <a:chOff x="3024188" y="3536950"/>
                <a:chExt cx="949304" cy="806450"/>
              </a:xfrm>
            </p:grpSpPr>
            <p:sp>
              <p:nvSpPr>
                <p:cNvPr id="226" name="TextBox 225"/>
                <p:cNvSpPr txBox="1">
                  <a:spLocks/>
                </p:cNvSpPr>
                <p:nvPr/>
              </p:nvSpPr>
              <p:spPr>
                <a:xfrm>
                  <a:off x="3024188" y="3822700"/>
                  <a:ext cx="949304" cy="520700"/>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grpSp>
              <p:nvGrpSpPr>
                <p:cNvPr id="247" name="그룹 246"/>
                <p:cNvGrpSpPr/>
                <p:nvPr/>
              </p:nvGrpSpPr>
              <p:grpSpPr>
                <a:xfrm>
                  <a:off x="3024188" y="3536950"/>
                  <a:ext cx="949304" cy="205390"/>
                  <a:chOff x="3024188" y="3536950"/>
                  <a:chExt cx="949304" cy="205390"/>
                </a:xfrm>
              </p:grpSpPr>
              <p:sp>
                <p:nvSpPr>
                  <p:cNvPr id="189" name="TextBox 188"/>
                  <p:cNvSpPr txBox="1">
                    <a:spLocks/>
                  </p:cNvSpPr>
                  <p:nvPr/>
                </p:nvSpPr>
                <p:spPr>
                  <a:xfrm>
                    <a:off x="3024188" y="3603841"/>
                    <a:ext cx="949304"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2010</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239" name="직선 연결선 238"/>
                  <p:cNvCxnSpPr>
                    <a:cxnSpLocks/>
                  </p:cNvCxnSpPr>
                  <p:nvPr/>
                </p:nvCxnSpPr>
                <p:spPr>
                  <a:xfrm>
                    <a:off x="3024188" y="3536950"/>
                    <a:ext cx="949304"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grpSp>
          </p:grpSp>
          <p:grpSp>
            <p:nvGrpSpPr>
              <p:cNvPr id="254" name="그룹 253"/>
              <p:cNvGrpSpPr/>
              <p:nvPr/>
            </p:nvGrpSpPr>
            <p:grpSpPr>
              <a:xfrm>
                <a:off x="4097606" y="3663950"/>
                <a:ext cx="949304" cy="806450"/>
                <a:chOff x="3024188" y="3536950"/>
                <a:chExt cx="949304" cy="806450"/>
              </a:xfrm>
            </p:grpSpPr>
            <p:sp>
              <p:nvSpPr>
                <p:cNvPr id="256" name="TextBox 255"/>
                <p:cNvSpPr txBox="1">
                  <a:spLocks/>
                </p:cNvSpPr>
                <p:nvPr/>
              </p:nvSpPr>
              <p:spPr>
                <a:xfrm>
                  <a:off x="3024188" y="3822700"/>
                  <a:ext cx="949304" cy="520700"/>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grpSp>
              <p:nvGrpSpPr>
                <p:cNvPr id="257" name="그룹 256"/>
                <p:cNvGrpSpPr/>
                <p:nvPr/>
              </p:nvGrpSpPr>
              <p:grpSpPr>
                <a:xfrm>
                  <a:off x="3024188" y="3536950"/>
                  <a:ext cx="949304" cy="205390"/>
                  <a:chOff x="3024188" y="3536950"/>
                  <a:chExt cx="949304" cy="205390"/>
                </a:xfrm>
              </p:grpSpPr>
              <p:sp>
                <p:nvSpPr>
                  <p:cNvPr id="258" name="TextBox 257"/>
                  <p:cNvSpPr txBox="1">
                    <a:spLocks/>
                  </p:cNvSpPr>
                  <p:nvPr/>
                </p:nvSpPr>
                <p:spPr>
                  <a:xfrm>
                    <a:off x="3024188" y="3603841"/>
                    <a:ext cx="949304"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2011</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259" name="직선 연결선 258"/>
                  <p:cNvCxnSpPr>
                    <a:cxnSpLocks/>
                  </p:cNvCxnSpPr>
                  <p:nvPr/>
                </p:nvCxnSpPr>
                <p:spPr>
                  <a:xfrm>
                    <a:off x="3024188" y="3536950"/>
                    <a:ext cx="949304"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grpSp>
          </p:grpSp>
          <p:grpSp>
            <p:nvGrpSpPr>
              <p:cNvPr id="262" name="그룹 261"/>
              <p:cNvGrpSpPr/>
              <p:nvPr/>
            </p:nvGrpSpPr>
            <p:grpSpPr>
              <a:xfrm>
                <a:off x="5171024" y="3663950"/>
                <a:ext cx="949304" cy="806450"/>
                <a:chOff x="3024188" y="3536950"/>
                <a:chExt cx="949304" cy="806450"/>
              </a:xfrm>
            </p:grpSpPr>
            <p:sp>
              <p:nvSpPr>
                <p:cNvPr id="264" name="TextBox 263"/>
                <p:cNvSpPr txBox="1">
                  <a:spLocks/>
                </p:cNvSpPr>
                <p:nvPr/>
              </p:nvSpPr>
              <p:spPr>
                <a:xfrm>
                  <a:off x="3024188" y="3822700"/>
                  <a:ext cx="949304" cy="520700"/>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grpSp>
              <p:nvGrpSpPr>
                <p:cNvPr id="265" name="그룹 264"/>
                <p:cNvGrpSpPr/>
                <p:nvPr/>
              </p:nvGrpSpPr>
              <p:grpSpPr>
                <a:xfrm>
                  <a:off x="3024188" y="3536950"/>
                  <a:ext cx="949304" cy="205390"/>
                  <a:chOff x="3024188" y="3536950"/>
                  <a:chExt cx="949304" cy="205390"/>
                </a:xfrm>
              </p:grpSpPr>
              <p:sp>
                <p:nvSpPr>
                  <p:cNvPr id="266" name="TextBox 265"/>
                  <p:cNvSpPr txBox="1">
                    <a:spLocks/>
                  </p:cNvSpPr>
                  <p:nvPr/>
                </p:nvSpPr>
                <p:spPr>
                  <a:xfrm>
                    <a:off x="3024188" y="3603841"/>
                    <a:ext cx="949304"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2012</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267" name="직선 연결선 266"/>
                  <p:cNvCxnSpPr>
                    <a:cxnSpLocks/>
                  </p:cNvCxnSpPr>
                  <p:nvPr/>
                </p:nvCxnSpPr>
                <p:spPr>
                  <a:xfrm>
                    <a:off x="3024188" y="3536950"/>
                    <a:ext cx="949304"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grpSp>
          </p:grpSp>
          <p:grpSp>
            <p:nvGrpSpPr>
              <p:cNvPr id="270" name="그룹 269"/>
              <p:cNvGrpSpPr/>
              <p:nvPr/>
            </p:nvGrpSpPr>
            <p:grpSpPr>
              <a:xfrm>
                <a:off x="6244442" y="3663950"/>
                <a:ext cx="949304" cy="806450"/>
                <a:chOff x="3024188" y="3536950"/>
                <a:chExt cx="949304" cy="806450"/>
              </a:xfrm>
            </p:grpSpPr>
            <p:sp>
              <p:nvSpPr>
                <p:cNvPr id="272" name="TextBox 271"/>
                <p:cNvSpPr txBox="1">
                  <a:spLocks/>
                </p:cNvSpPr>
                <p:nvPr/>
              </p:nvSpPr>
              <p:spPr>
                <a:xfrm>
                  <a:off x="3024188" y="3822700"/>
                  <a:ext cx="949304" cy="520700"/>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grpSp>
              <p:nvGrpSpPr>
                <p:cNvPr id="273" name="그룹 272"/>
                <p:cNvGrpSpPr/>
                <p:nvPr/>
              </p:nvGrpSpPr>
              <p:grpSpPr>
                <a:xfrm>
                  <a:off x="3024188" y="3536950"/>
                  <a:ext cx="949304" cy="205390"/>
                  <a:chOff x="3024188" y="3536950"/>
                  <a:chExt cx="949304" cy="205390"/>
                </a:xfrm>
              </p:grpSpPr>
              <p:sp>
                <p:nvSpPr>
                  <p:cNvPr id="274" name="TextBox 273"/>
                  <p:cNvSpPr txBox="1">
                    <a:spLocks/>
                  </p:cNvSpPr>
                  <p:nvPr/>
                </p:nvSpPr>
                <p:spPr>
                  <a:xfrm>
                    <a:off x="3024188" y="3603841"/>
                    <a:ext cx="949304"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2013</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275" name="직선 연결선 274"/>
                  <p:cNvCxnSpPr>
                    <a:cxnSpLocks/>
                  </p:cNvCxnSpPr>
                  <p:nvPr/>
                </p:nvCxnSpPr>
                <p:spPr>
                  <a:xfrm>
                    <a:off x="3024188" y="3536950"/>
                    <a:ext cx="949304"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grpSp>
          </p:grpSp>
          <p:grpSp>
            <p:nvGrpSpPr>
              <p:cNvPr id="278" name="그룹 277"/>
              <p:cNvGrpSpPr/>
              <p:nvPr/>
            </p:nvGrpSpPr>
            <p:grpSpPr>
              <a:xfrm>
                <a:off x="7317860" y="3663950"/>
                <a:ext cx="949304" cy="806450"/>
                <a:chOff x="3024188" y="3536950"/>
                <a:chExt cx="949304" cy="806450"/>
              </a:xfrm>
            </p:grpSpPr>
            <p:sp>
              <p:nvSpPr>
                <p:cNvPr id="280" name="TextBox 279"/>
                <p:cNvSpPr txBox="1">
                  <a:spLocks/>
                </p:cNvSpPr>
                <p:nvPr/>
              </p:nvSpPr>
              <p:spPr>
                <a:xfrm>
                  <a:off x="3024188" y="3822700"/>
                  <a:ext cx="949304" cy="520700"/>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grpSp>
              <p:nvGrpSpPr>
                <p:cNvPr id="281" name="그룹 280"/>
                <p:cNvGrpSpPr/>
                <p:nvPr/>
              </p:nvGrpSpPr>
              <p:grpSpPr>
                <a:xfrm>
                  <a:off x="3024188" y="3536950"/>
                  <a:ext cx="949304" cy="205390"/>
                  <a:chOff x="3024188" y="3536950"/>
                  <a:chExt cx="949304" cy="205390"/>
                </a:xfrm>
              </p:grpSpPr>
              <p:sp>
                <p:nvSpPr>
                  <p:cNvPr id="282" name="TextBox 281"/>
                  <p:cNvSpPr txBox="1">
                    <a:spLocks/>
                  </p:cNvSpPr>
                  <p:nvPr/>
                </p:nvSpPr>
                <p:spPr>
                  <a:xfrm>
                    <a:off x="3024188" y="3603841"/>
                    <a:ext cx="949304"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2014</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283" name="직선 연결선 282"/>
                  <p:cNvCxnSpPr>
                    <a:cxnSpLocks/>
                  </p:cNvCxnSpPr>
                  <p:nvPr/>
                </p:nvCxnSpPr>
                <p:spPr>
                  <a:xfrm>
                    <a:off x="3024188" y="3536950"/>
                    <a:ext cx="949304"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grpSp>
          </p:grpSp>
        </p:grpSp>
      </p:grpSp>
      <p:sp>
        <p:nvSpPr>
          <p:cNvPr id="192" name="TextBox 191"/>
          <p:cNvSpPr txBox="1"/>
          <p:nvPr/>
        </p:nvSpPr>
        <p:spPr>
          <a:xfrm>
            <a:off x="2630416" y="966572"/>
            <a:ext cx="1597170" cy="339945"/>
          </a:xfrm>
          <a:prstGeom prst="rect">
            <a:avLst/>
          </a:prstGeom>
          <a:noFill/>
        </p:spPr>
        <p:txBody>
          <a:bodyPr wrap="square" lIns="0" tIns="0" rIns="0" bIns="0" rtlCol="0" anchor="ctr">
            <a:noAutofit/>
          </a:bodyPr>
          <a:lstStyle/>
          <a:p>
            <a:pPr lvl="0" algn="ctr"/>
            <a:r>
              <a:rPr lang="en-US" altLang="ko-KR" sz="1400" dirty="0">
                <a:gradFill>
                  <a:gsLst>
                    <a:gs pos="0">
                      <a:schemeClr val="tx2"/>
                    </a:gs>
                    <a:gs pos="100000">
                      <a:schemeClr val="tx2"/>
                    </a:gs>
                  </a:gsLst>
                  <a:lin ang="0" scaled="1"/>
                </a:gradFill>
                <a:latin typeface="Bebas Neue"/>
                <a:ea typeface="Roboto Condensed Regular"/>
                <a:cs typeface="+mj-cs"/>
              </a:rPr>
              <a:t>We are the best company</a:t>
            </a:r>
            <a:endParaRPr lang="nb-NO" altLang="ko-KR" sz="1400" b="1" dirty="0">
              <a:gradFill>
                <a:gsLst>
                  <a:gs pos="0">
                    <a:schemeClr val="tx2"/>
                  </a:gs>
                  <a:gs pos="100000">
                    <a:schemeClr val="tx2"/>
                  </a:gs>
                </a:gsLst>
                <a:lin ang="0" scaled="1"/>
              </a:gradFill>
              <a:latin typeface="Bebas Neue" pitchFamily="34" charset="0"/>
              <a:ea typeface="Roboto Light" pitchFamily="2" charset="0"/>
              <a:cs typeface="Roboto Condensed Regular"/>
            </a:endParaRPr>
          </a:p>
        </p:txBody>
      </p:sp>
      <p:sp>
        <p:nvSpPr>
          <p:cNvPr id="11" name="Title 10"/>
          <p:cNvSpPr>
            <a:spLocks noGrp="1"/>
          </p:cNvSpPr>
          <p:nvPr>
            <p:ph type="title"/>
          </p:nvPr>
        </p:nvSpPr>
        <p:spPr/>
        <p:txBody>
          <a:bodyPr/>
          <a:lstStyle/>
          <a:p>
            <a:r>
              <a:rPr lang="en-US" altLang="ko-KR" dirty="0"/>
              <a:t>Bar Chart</a:t>
            </a:r>
            <a:endParaRPr lang="en-US" dirty="0"/>
          </a:p>
        </p:txBody>
      </p:sp>
      <p:grpSp>
        <p:nvGrpSpPr>
          <p:cNvPr id="150" name="그룹 149"/>
          <p:cNvGrpSpPr/>
          <p:nvPr/>
        </p:nvGrpSpPr>
        <p:grpSpPr>
          <a:xfrm>
            <a:off x="807513" y="1465268"/>
            <a:ext cx="5242974" cy="1030235"/>
            <a:chOff x="3024188" y="1465263"/>
            <a:chExt cx="5242974" cy="1030235"/>
          </a:xfrm>
        </p:grpSpPr>
        <p:grpSp>
          <p:nvGrpSpPr>
            <p:cNvPr id="149" name="그룹 148"/>
            <p:cNvGrpSpPr/>
            <p:nvPr/>
          </p:nvGrpSpPr>
          <p:grpSpPr>
            <a:xfrm>
              <a:off x="3107211" y="1465263"/>
              <a:ext cx="5076930" cy="917024"/>
              <a:chOff x="3107211" y="1465263"/>
              <a:chExt cx="5076930" cy="917024"/>
            </a:xfrm>
          </p:grpSpPr>
          <p:grpSp>
            <p:nvGrpSpPr>
              <p:cNvPr id="234" name="그룹 233"/>
              <p:cNvGrpSpPr/>
              <p:nvPr/>
            </p:nvGrpSpPr>
            <p:grpSpPr>
              <a:xfrm>
                <a:off x="4634314" y="1465263"/>
                <a:ext cx="2022721" cy="450333"/>
                <a:chOff x="4634314" y="1879601"/>
                <a:chExt cx="2022721" cy="450333"/>
              </a:xfrm>
            </p:grpSpPr>
            <p:sp>
              <p:nvSpPr>
                <p:cNvPr id="129" name="Freeform 35"/>
                <p:cNvSpPr>
                  <a:spLocks/>
                </p:cNvSpPr>
                <p:nvPr/>
              </p:nvSpPr>
              <p:spPr bwMode="auto">
                <a:xfrm>
                  <a:off x="4634314" y="2269554"/>
                  <a:ext cx="120759" cy="60380"/>
                </a:xfrm>
                <a:custGeom>
                  <a:avLst/>
                  <a:gdLst>
                    <a:gd name="T0" fmla="*/ 0 w 48"/>
                    <a:gd name="T1" fmla="*/ 24 h 24"/>
                    <a:gd name="T2" fmla="*/ 17 w 48"/>
                    <a:gd name="T3" fmla="*/ 0 h 24"/>
                    <a:gd name="T4" fmla="*/ 48 w 48"/>
                    <a:gd name="T5" fmla="*/ 0 h 24"/>
                    <a:gd name="T6" fmla="*/ 36 w 48"/>
                    <a:gd name="T7" fmla="*/ 24 h 24"/>
                    <a:gd name="T8" fmla="*/ 0 w 48"/>
                    <a:gd name="T9" fmla="*/ 24 h 24"/>
                  </a:gdLst>
                  <a:ahLst/>
                  <a:cxnLst>
                    <a:cxn ang="0">
                      <a:pos x="T0" y="T1"/>
                    </a:cxn>
                    <a:cxn ang="0">
                      <a:pos x="T2" y="T3"/>
                    </a:cxn>
                    <a:cxn ang="0">
                      <a:pos x="T4" y="T5"/>
                    </a:cxn>
                    <a:cxn ang="0">
                      <a:pos x="T6" y="T7"/>
                    </a:cxn>
                    <a:cxn ang="0">
                      <a:pos x="T8" y="T9"/>
                    </a:cxn>
                  </a:cxnLst>
                  <a:rect l="0" t="0" r="r" b="b"/>
                  <a:pathLst>
                    <a:path w="48" h="24">
                      <a:moveTo>
                        <a:pt x="0" y="24"/>
                      </a:moveTo>
                      <a:lnTo>
                        <a:pt x="17" y="0"/>
                      </a:lnTo>
                      <a:lnTo>
                        <a:pt x="48" y="0"/>
                      </a:lnTo>
                      <a:lnTo>
                        <a:pt x="36" y="24"/>
                      </a:lnTo>
                      <a:lnTo>
                        <a:pt x="0" y="24"/>
                      </a:lnTo>
                      <a:close/>
                    </a:path>
                  </a:pathLst>
                </a:custGeom>
                <a:pattFill prst="ltDnDiag">
                  <a:fgClr>
                    <a:schemeClr val="accent3">
                      <a:lumMod val="75000"/>
                    </a:schemeClr>
                  </a:fgClr>
                  <a:bgClr>
                    <a:schemeClr val="accent3">
                      <a:lumMod val="65000"/>
                    </a:schemeClr>
                  </a:bgClr>
                </a:patt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0" name="Freeform 36"/>
                <p:cNvSpPr>
                  <a:spLocks/>
                </p:cNvSpPr>
                <p:nvPr/>
              </p:nvSpPr>
              <p:spPr bwMode="auto">
                <a:xfrm>
                  <a:off x="4850675" y="2269554"/>
                  <a:ext cx="113213" cy="60380"/>
                </a:xfrm>
                <a:custGeom>
                  <a:avLst/>
                  <a:gdLst>
                    <a:gd name="T0" fmla="*/ 0 w 45"/>
                    <a:gd name="T1" fmla="*/ 24 h 24"/>
                    <a:gd name="T2" fmla="*/ 11 w 45"/>
                    <a:gd name="T3" fmla="*/ 0 h 24"/>
                    <a:gd name="T4" fmla="*/ 45 w 45"/>
                    <a:gd name="T5" fmla="*/ 0 h 24"/>
                    <a:gd name="T6" fmla="*/ 35 w 45"/>
                    <a:gd name="T7" fmla="*/ 24 h 24"/>
                    <a:gd name="T8" fmla="*/ 0 w 45"/>
                    <a:gd name="T9" fmla="*/ 24 h 24"/>
                  </a:gdLst>
                  <a:ahLst/>
                  <a:cxnLst>
                    <a:cxn ang="0">
                      <a:pos x="T0" y="T1"/>
                    </a:cxn>
                    <a:cxn ang="0">
                      <a:pos x="T2" y="T3"/>
                    </a:cxn>
                    <a:cxn ang="0">
                      <a:pos x="T4" y="T5"/>
                    </a:cxn>
                    <a:cxn ang="0">
                      <a:pos x="T6" y="T7"/>
                    </a:cxn>
                    <a:cxn ang="0">
                      <a:pos x="T8" y="T9"/>
                    </a:cxn>
                  </a:cxnLst>
                  <a:rect l="0" t="0" r="r" b="b"/>
                  <a:pathLst>
                    <a:path w="45" h="24">
                      <a:moveTo>
                        <a:pt x="0" y="24"/>
                      </a:moveTo>
                      <a:lnTo>
                        <a:pt x="11" y="0"/>
                      </a:lnTo>
                      <a:lnTo>
                        <a:pt x="45" y="0"/>
                      </a:lnTo>
                      <a:lnTo>
                        <a:pt x="35" y="24"/>
                      </a:lnTo>
                      <a:lnTo>
                        <a:pt x="0" y="24"/>
                      </a:lnTo>
                      <a:close/>
                    </a:path>
                  </a:pathLst>
                </a:custGeom>
                <a:pattFill prst="dkDnDiag">
                  <a:fgClr>
                    <a:schemeClr val="accent1"/>
                  </a:fgClr>
                  <a:bgClr>
                    <a:schemeClr val="accent1">
                      <a:lumMod val="75000"/>
                    </a:schemeClr>
                  </a:bgClr>
                </a:patt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31" name="Freeform 37"/>
                <p:cNvSpPr>
                  <a:spLocks/>
                </p:cNvSpPr>
                <p:nvPr/>
              </p:nvSpPr>
              <p:spPr bwMode="auto">
                <a:xfrm>
                  <a:off x="5064521" y="2269554"/>
                  <a:ext cx="108181" cy="60380"/>
                </a:xfrm>
                <a:custGeom>
                  <a:avLst/>
                  <a:gdLst>
                    <a:gd name="T0" fmla="*/ 0 w 43"/>
                    <a:gd name="T1" fmla="*/ 24 h 24"/>
                    <a:gd name="T2" fmla="*/ 9 w 43"/>
                    <a:gd name="T3" fmla="*/ 0 h 24"/>
                    <a:gd name="T4" fmla="*/ 43 w 43"/>
                    <a:gd name="T5" fmla="*/ 0 h 24"/>
                    <a:gd name="T6" fmla="*/ 35 w 43"/>
                    <a:gd name="T7" fmla="*/ 24 h 24"/>
                    <a:gd name="T8" fmla="*/ 0 w 43"/>
                    <a:gd name="T9" fmla="*/ 24 h 24"/>
                  </a:gdLst>
                  <a:ahLst/>
                  <a:cxnLst>
                    <a:cxn ang="0">
                      <a:pos x="T0" y="T1"/>
                    </a:cxn>
                    <a:cxn ang="0">
                      <a:pos x="T2" y="T3"/>
                    </a:cxn>
                    <a:cxn ang="0">
                      <a:pos x="T4" y="T5"/>
                    </a:cxn>
                    <a:cxn ang="0">
                      <a:pos x="T6" y="T7"/>
                    </a:cxn>
                    <a:cxn ang="0">
                      <a:pos x="T8" y="T9"/>
                    </a:cxn>
                  </a:cxnLst>
                  <a:rect l="0" t="0" r="r" b="b"/>
                  <a:pathLst>
                    <a:path w="43" h="24">
                      <a:moveTo>
                        <a:pt x="0" y="24"/>
                      </a:moveTo>
                      <a:lnTo>
                        <a:pt x="9" y="0"/>
                      </a:lnTo>
                      <a:lnTo>
                        <a:pt x="43" y="0"/>
                      </a:lnTo>
                      <a:lnTo>
                        <a:pt x="35" y="24"/>
                      </a:lnTo>
                      <a:lnTo>
                        <a:pt x="0" y="24"/>
                      </a:lnTo>
                      <a:close/>
                    </a:path>
                  </a:pathLst>
                </a:custGeom>
                <a:pattFill prst="ltDnDiag">
                  <a:fgClr>
                    <a:schemeClr val="accent3">
                      <a:lumMod val="75000"/>
                    </a:schemeClr>
                  </a:fgClr>
                  <a:bgClr>
                    <a:schemeClr val="accent3">
                      <a:lumMod val="65000"/>
                    </a:schemeClr>
                  </a:bgClr>
                </a:patt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2" name="Freeform 38"/>
                <p:cNvSpPr>
                  <a:spLocks/>
                </p:cNvSpPr>
                <p:nvPr/>
              </p:nvSpPr>
              <p:spPr bwMode="auto">
                <a:xfrm>
                  <a:off x="5278365" y="2269554"/>
                  <a:ext cx="95601" cy="60380"/>
                </a:xfrm>
                <a:custGeom>
                  <a:avLst/>
                  <a:gdLst>
                    <a:gd name="T0" fmla="*/ 0 w 38"/>
                    <a:gd name="T1" fmla="*/ 24 h 24"/>
                    <a:gd name="T2" fmla="*/ 7 w 38"/>
                    <a:gd name="T3" fmla="*/ 0 h 24"/>
                    <a:gd name="T4" fmla="*/ 38 w 38"/>
                    <a:gd name="T5" fmla="*/ 0 h 24"/>
                    <a:gd name="T6" fmla="*/ 36 w 38"/>
                    <a:gd name="T7" fmla="*/ 24 h 24"/>
                    <a:gd name="T8" fmla="*/ 0 w 38"/>
                    <a:gd name="T9" fmla="*/ 24 h 24"/>
                  </a:gdLst>
                  <a:ahLst/>
                  <a:cxnLst>
                    <a:cxn ang="0">
                      <a:pos x="T0" y="T1"/>
                    </a:cxn>
                    <a:cxn ang="0">
                      <a:pos x="T2" y="T3"/>
                    </a:cxn>
                    <a:cxn ang="0">
                      <a:pos x="T4" y="T5"/>
                    </a:cxn>
                    <a:cxn ang="0">
                      <a:pos x="T6" y="T7"/>
                    </a:cxn>
                    <a:cxn ang="0">
                      <a:pos x="T8" y="T9"/>
                    </a:cxn>
                  </a:cxnLst>
                  <a:rect l="0" t="0" r="r" b="b"/>
                  <a:pathLst>
                    <a:path w="38" h="24">
                      <a:moveTo>
                        <a:pt x="0" y="24"/>
                      </a:moveTo>
                      <a:lnTo>
                        <a:pt x="7" y="0"/>
                      </a:lnTo>
                      <a:lnTo>
                        <a:pt x="38" y="0"/>
                      </a:lnTo>
                      <a:lnTo>
                        <a:pt x="36" y="24"/>
                      </a:lnTo>
                      <a:lnTo>
                        <a:pt x="0" y="24"/>
                      </a:lnTo>
                      <a:close/>
                    </a:path>
                  </a:pathLst>
                </a:custGeom>
                <a:pattFill prst="dkDnDiag">
                  <a:fgClr>
                    <a:schemeClr val="accent1"/>
                  </a:fgClr>
                  <a:bgClr>
                    <a:schemeClr val="accent1">
                      <a:lumMod val="75000"/>
                    </a:schemeClr>
                  </a:bgClr>
                </a:patt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34" name="Freeform 40"/>
                <p:cNvSpPr>
                  <a:spLocks/>
                </p:cNvSpPr>
                <p:nvPr/>
              </p:nvSpPr>
              <p:spPr bwMode="auto">
                <a:xfrm>
                  <a:off x="5494726" y="2269554"/>
                  <a:ext cx="88055" cy="60380"/>
                </a:xfrm>
                <a:custGeom>
                  <a:avLst/>
                  <a:gdLst>
                    <a:gd name="T0" fmla="*/ 0 w 35"/>
                    <a:gd name="T1" fmla="*/ 24 h 24"/>
                    <a:gd name="T2" fmla="*/ 2 w 35"/>
                    <a:gd name="T3" fmla="*/ 0 h 24"/>
                    <a:gd name="T4" fmla="*/ 35 w 35"/>
                    <a:gd name="T5" fmla="*/ 0 h 24"/>
                    <a:gd name="T6" fmla="*/ 35 w 35"/>
                    <a:gd name="T7" fmla="*/ 24 h 24"/>
                    <a:gd name="T8" fmla="*/ 0 w 35"/>
                    <a:gd name="T9" fmla="*/ 24 h 24"/>
                  </a:gdLst>
                  <a:ahLst/>
                  <a:cxnLst>
                    <a:cxn ang="0">
                      <a:pos x="T0" y="T1"/>
                    </a:cxn>
                    <a:cxn ang="0">
                      <a:pos x="T2" y="T3"/>
                    </a:cxn>
                    <a:cxn ang="0">
                      <a:pos x="T4" y="T5"/>
                    </a:cxn>
                    <a:cxn ang="0">
                      <a:pos x="T6" y="T7"/>
                    </a:cxn>
                    <a:cxn ang="0">
                      <a:pos x="T8" y="T9"/>
                    </a:cxn>
                  </a:cxnLst>
                  <a:rect l="0" t="0" r="r" b="b"/>
                  <a:pathLst>
                    <a:path w="35" h="24">
                      <a:moveTo>
                        <a:pt x="0" y="24"/>
                      </a:moveTo>
                      <a:lnTo>
                        <a:pt x="2" y="0"/>
                      </a:lnTo>
                      <a:lnTo>
                        <a:pt x="35" y="0"/>
                      </a:lnTo>
                      <a:lnTo>
                        <a:pt x="35" y="24"/>
                      </a:lnTo>
                      <a:lnTo>
                        <a:pt x="0" y="24"/>
                      </a:lnTo>
                      <a:close/>
                    </a:path>
                  </a:pathLst>
                </a:custGeom>
                <a:pattFill prst="ltDnDiag">
                  <a:fgClr>
                    <a:schemeClr val="accent3">
                      <a:lumMod val="75000"/>
                    </a:schemeClr>
                  </a:fgClr>
                  <a:bgClr>
                    <a:schemeClr val="accent3">
                      <a:lumMod val="65000"/>
                    </a:schemeClr>
                  </a:bgClr>
                </a:patt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9" name="Freeform 45"/>
                <p:cNvSpPr>
                  <a:spLocks/>
                </p:cNvSpPr>
                <p:nvPr/>
              </p:nvSpPr>
              <p:spPr bwMode="auto">
                <a:xfrm>
                  <a:off x="6536276" y="2269554"/>
                  <a:ext cx="120759" cy="60380"/>
                </a:xfrm>
                <a:custGeom>
                  <a:avLst/>
                  <a:gdLst>
                    <a:gd name="T0" fmla="*/ 48 w 48"/>
                    <a:gd name="T1" fmla="*/ 24 h 24"/>
                    <a:gd name="T2" fmla="*/ 31 w 48"/>
                    <a:gd name="T3" fmla="*/ 0 h 24"/>
                    <a:gd name="T4" fmla="*/ 0 w 48"/>
                    <a:gd name="T5" fmla="*/ 0 h 24"/>
                    <a:gd name="T6" fmla="*/ 12 w 48"/>
                    <a:gd name="T7" fmla="*/ 24 h 24"/>
                    <a:gd name="T8" fmla="*/ 48 w 48"/>
                    <a:gd name="T9" fmla="*/ 24 h 24"/>
                  </a:gdLst>
                  <a:ahLst/>
                  <a:cxnLst>
                    <a:cxn ang="0">
                      <a:pos x="T0" y="T1"/>
                    </a:cxn>
                    <a:cxn ang="0">
                      <a:pos x="T2" y="T3"/>
                    </a:cxn>
                    <a:cxn ang="0">
                      <a:pos x="T4" y="T5"/>
                    </a:cxn>
                    <a:cxn ang="0">
                      <a:pos x="T6" y="T7"/>
                    </a:cxn>
                    <a:cxn ang="0">
                      <a:pos x="T8" y="T9"/>
                    </a:cxn>
                  </a:cxnLst>
                  <a:rect l="0" t="0" r="r" b="b"/>
                  <a:pathLst>
                    <a:path w="48" h="24">
                      <a:moveTo>
                        <a:pt x="48" y="24"/>
                      </a:moveTo>
                      <a:lnTo>
                        <a:pt x="31" y="0"/>
                      </a:lnTo>
                      <a:lnTo>
                        <a:pt x="0" y="0"/>
                      </a:lnTo>
                      <a:lnTo>
                        <a:pt x="12" y="24"/>
                      </a:lnTo>
                      <a:lnTo>
                        <a:pt x="48" y="24"/>
                      </a:lnTo>
                      <a:close/>
                    </a:path>
                  </a:pathLst>
                </a:custGeom>
                <a:pattFill prst="dkDnDiag">
                  <a:fgClr>
                    <a:schemeClr val="accent1"/>
                  </a:fgClr>
                  <a:bgClr>
                    <a:schemeClr val="accent1">
                      <a:lumMod val="75000"/>
                    </a:schemeClr>
                  </a:bgClr>
                </a:patt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40" name="Freeform 46"/>
                <p:cNvSpPr>
                  <a:spLocks/>
                </p:cNvSpPr>
                <p:nvPr/>
              </p:nvSpPr>
              <p:spPr bwMode="auto">
                <a:xfrm>
                  <a:off x="6327464" y="2269554"/>
                  <a:ext cx="113213" cy="60380"/>
                </a:xfrm>
                <a:custGeom>
                  <a:avLst/>
                  <a:gdLst>
                    <a:gd name="T0" fmla="*/ 45 w 45"/>
                    <a:gd name="T1" fmla="*/ 24 h 24"/>
                    <a:gd name="T2" fmla="*/ 34 w 45"/>
                    <a:gd name="T3" fmla="*/ 0 h 24"/>
                    <a:gd name="T4" fmla="*/ 0 w 45"/>
                    <a:gd name="T5" fmla="*/ 0 h 24"/>
                    <a:gd name="T6" fmla="*/ 10 w 45"/>
                    <a:gd name="T7" fmla="*/ 24 h 24"/>
                    <a:gd name="T8" fmla="*/ 45 w 45"/>
                    <a:gd name="T9" fmla="*/ 24 h 24"/>
                  </a:gdLst>
                  <a:ahLst/>
                  <a:cxnLst>
                    <a:cxn ang="0">
                      <a:pos x="T0" y="T1"/>
                    </a:cxn>
                    <a:cxn ang="0">
                      <a:pos x="T2" y="T3"/>
                    </a:cxn>
                    <a:cxn ang="0">
                      <a:pos x="T4" y="T5"/>
                    </a:cxn>
                    <a:cxn ang="0">
                      <a:pos x="T6" y="T7"/>
                    </a:cxn>
                    <a:cxn ang="0">
                      <a:pos x="T8" y="T9"/>
                    </a:cxn>
                  </a:cxnLst>
                  <a:rect l="0" t="0" r="r" b="b"/>
                  <a:pathLst>
                    <a:path w="45" h="24">
                      <a:moveTo>
                        <a:pt x="45" y="24"/>
                      </a:moveTo>
                      <a:lnTo>
                        <a:pt x="34" y="0"/>
                      </a:lnTo>
                      <a:lnTo>
                        <a:pt x="0" y="0"/>
                      </a:lnTo>
                      <a:lnTo>
                        <a:pt x="10" y="24"/>
                      </a:lnTo>
                      <a:lnTo>
                        <a:pt x="45" y="24"/>
                      </a:lnTo>
                      <a:close/>
                    </a:path>
                  </a:pathLst>
                </a:custGeom>
                <a:pattFill prst="ltDnDiag">
                  <a:fgClr>
                    <a:schemeClr val="accent3">
                      <a:lumMod val="75000"/>
                    </a:schemeClr>
                  </a:fgClr>
                  <a:bgClr>
                    <a:schemeClr val="accent3">
                      <a:lumMod val="65000"/>
                    </a:schemeClr>
                  </a:bgClr>
                </a:patt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1" name="Freeform 47"/>
                <p:cNvSpPr>
                  <a:spLocks/>
                </p:cNvSpPr>
                <p:nvPr/>
              </p:nvSpPr>
              <p:spPr bwMode="auto">
                <a:xfrm>
                  <a:off x="6118650" y="2269554"/>
                  <a:ext cx="108181" cy="60380"/>
                </a:xfrm>
                <a:custGeom>
                  <a:avLst/>
                  <a:gdLst>
                    <a:gd name="T0" fmla="*/ 43 w 43"/>
                    <a:gd name="T1" fmla="*/ 24 h 24"/>
                    <a:gd name="T2" fmla="*/ 34 w 43"/>
                    <a:gd name="T3" fmla="*/ 0 h 24"/>
                    <a:gd name="T4" fmla="*/ 0 w 43"/>
                    <a:gd name="T5" fmla="*/ 0 h 24"/>
                    <a:gd name="T6" fmla="*/ 8 w 43"/>
                    <a:gd name="T7" fmla="*/ 24 h 24"/>
                    <a:gd name="T8" fmla="*/ 43 w 43"/>
                    <a:gd name="T9" fmla="*/ 24 h 24"/>
                  </a:gdLst>
                  <a:ahLst/>
                  <a:cxnLst>
                    <a:cxn ang="0">
                      <a:pos x="T0" y="T1"/>
                    </a:cxn>
                    <a:cxn ang="0">
                      <a:pos x="T2" y="T3"/>
                    </a:cxn>
                    <a:cxn ang="0">
                      <a:pos x="T4" y="T5"/>
                    </a:cxn>
                    <a:cxn ang="0">
                      <a:pos x="T6" y="T7"/>
                    </a:cxn>
                    <a:cxn ang="0">
                      <a:pos x="T8" y="T9"/>
                    </a:cxn>
                  </a:cxnLst>
                  <a:rect l="0" t="0" r="r" b="b"/>
                  <a:pathLst>
                    <a:path w="43" h="24">
                      <a:moveTo>
                        <a:pt x="43" y="24"/>
                      </a:moveTo>
                      <a:lnTo>
                        <a:pt x="34" y="0"/>
                      </a:lnTo>
                      <a:lnTo>
                        <a:pt x="0" y="0"/>
                      </a:lnTo>
                      <a:lnTo>
                        <a:pt x="8" y="24"/>
                      </a:lnTo>
                      <a:lnTo>
                        <a:pt x="43" y="24"/>
                      </a:lnTo>
                      <a:close/>
                    </a:path>
                  </a:pathLst>
                </a:custGeom>
                <a:pattFill prst="dkDnDiag">
                  <a:fgClr>
                    <a:schemeClr val="accent1"/>
                  </a:fgClr>
                  <a:bgClr>
                    <a:schemeClr val="accent1">
                      <a:lumMod val="75000"/>
                    </a:schemeClr>
                  </a:bgClr>
                </a:patt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42" name="Freeform 48"/>
                <p:cNvSpPr>
                  <a:spLocks/>
                </p:cNvSpPr>
                <p:nvPr/>
              </p:nvSpPr>
              <p:spPr bwMode="auto">
                <a:xfrm>
                  <a:off x="5917384" y="2269554"/>
                  <a:ext cx="95601" cy="60380"/>
                </a:xfrm>
                <a:custGeom>
                  <a:avLst/>
                  <a:gdLst>
                    <a:gd name="T0" fmla="*/ 38 w 38"/>
                    <a:gd name="T1" fmla="*/ 24 h 24"/>
                    <a:gd name="T2" fmla="*/ 31 w 38"/>
                    <a:gd name="T3" fmla="*/ 0 h 24"/>
                    <a:gd name="T4" fmla="*/ 0 w 38"/>
                    <a:gd name="T5" fmla="*/ 0 h 24"/>
                    <a:gd name="T6" fmla="*/ 2 w 38"/>
                    <a:gd name="T7" fmla="*/ 24 h 24"/>
                    <a:gd name="T8" fmla="*/ 38 w 38"/>
                    <a:gd name="T9" fmla="*/ 24 h 24"/>
                  </a:gdLst>
                  <a:ahLst/>
                  <a:cxnLst>
                    <a:cxn ang="0">
                      <a:pos x="T0" y="T1"/>
                    </a:cxn>
                    <a:cxn ang="0">
                      <a:pos x="T2" y="T3"/>
                    </a:cxn>
                    <a:cxn ang="0">
                      <a:pos x="T4" y="T5"/>
                    </a:cxn>
                    <a:cxn ang="0">
                      <a:pos x="T6" y="T7"/>
                    </a:cxn>
                    <a:cxn ang="0">
                      <a:pos x="T8" y="T9"/>
                    </a:cxn>
                  </a:cxnLst>
                  <a:rect l="0" t="0" r="r" b="b"/>
                  <a:pathLst>
                    <a:path w="38" h="24">
                      <a:moveTo>
                        <a:pt x="38" y="24"/>
                      </a:moveTo>
                      <a:lnTo>
                        <a:pt x="31" y="0"/>
                      </a:lnTo>
                      <a:lnTo>
                        <a:pt x="0" y="0"/>
                      </a:lnTo>
                      <a:lnTo>
                        <a:pt x="2" y="24"/>
                      </a:lnTo>
                      <a:lnTo>
                        <a:pt x="38" y="24"/>
                      </a:lnTo>
                      <a:close/>
                    </a:path>
                  </a:pathLst>
                </a:custGeom>
                <a:pattFill prst="ltDnDiag">
                  <a:fgClr>
                    <a:schemeClr val="accent3">
                      <a:lumMod val="75000"/>
                    </a:schemeClr>
                  </a:fgClr>
                  <a:bgClr>
                    <a:schemeClr val="accent3">
                      <a:lumMod val="65000"/>
                    </a:schemeClr>
                  </a:bgClr>
                </a:patt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4" name="Freeform 50"/>
                <p:cNvSpPr>
                  <a:spLocks/>
                </p:cNvSpPr>
                <p:nvPr/>
              </p:nvSpPr>
              <p:spPr bwMode="auto">
                <a:xfrm>
                  <a:off x="5708571" y="2269554"/>
                  <a:ext cx="88055" cy="60380"/>
                </a:xfrm>
                <a:custGeom>
                  <a:avLst/>
                  <a:gdLst>
                    <a:gd name="T0" fmla="*/ 35 w 35"/>
                    <a:gd name="T1" fmla="*/ 24 h 24"/>
                    <a:gd name="T2" fmla="*/ 33 w 35"/>
                    <a:gd name="T3" fmla="*/ 0 h 24"/>
                    <a:gd name="T4" fmla="*/ 0 w 35"/>
                    <a:gd name="T5" fmla="*/ 0 h 24"/>
                    <a:gd name="T6" fmla="*/ 0 w 35"/>
                    <a:gd name="T7" fmla="*/ 24 h 24"/>
                    <a:gd name="T8" fmla="*/ 35 w 35"/>
                    <a:gd name="T9" fmla="*/ 24 h 24"/>
                  </a:gdLst>
                  <a:ahLst/>
                  <a:cxnLst>
                    <a:cxn ang="0">
                      <a:pos x="T0" y="T1"/>
                    </a:cxn>
                    <a:cxn ang="0">
                      <a:pos x="T2" y="T3"/>
                    </a:cxn>
                    <a:cxn ang="0">
                      <a:pos x="T4" y="T5"/>
                    </a:cxn>
                    <a:cxn ang="0">
                      <a:pos x="T6" y="T7"/>
                    </a:cxn>
                    <a:cxn ang="0">
                      <a:pos x="T8" y="T9"/>
                    </a:cxn>
                  </a:cxnLst>
                  <a:rect l="0" t="0" r="r" b="b"/>
                  <a:pathLst>
                    <a:path w="35" h="24">
                      <a:moveTo>
                        <a:pt x="35" y="24"/>
                      </a:moveTo>
                      <a:lnTo>
                        <a:pt x="33" y="0"/>
                      </a:lnTo>
                      <a:lnTo>
                        <a:pt x="0" y="0"/>
                      </a:lnTo>
                      <a:lnTo>
                        <a:pt x="0" y="24"/>
                      </a:lnTo>
                      <a:lnTo>
                        <a:pt x="35" y="24"/>
                      </a:lnTo>
                      <a:close/>
                    </a:path>
                  </a:pathLst>
                </a:custGeom>
                <a:pattFill prst="dkDnDiag">
                  <a:fgClr>
                    <a:schemeClr val="accent1"/>
                  </a:fgClr>
                  <a:bgClr>
                    <a:schemeClr val="accent1">
                      <a:lumMod val="75000"/>
                    </a:schemeClr>
                  </a:bgClr>
                </a:patt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nvGrpSpPr>
                <p:cNvPr id="207" name="그룹 206"/>
                <p:cNvGrpSpPr/>
                <p:nvPr/>
              </p:nvGrpSpPr>
              <p:grpSpPr>
                <a:xfrm>
                  <a:off x="4677084" y="1879601"/>
                  <a:ext cx="1937183" cy="389953"/>
                  <a:chOff x="4677084" y="1879601"/>
                  <a:chExt cx="1937183" cy="389953"/>
                </a:xfrm>
              </p:grpSpPr>
              <p:sp>
                <p:nvSpPr>
                  <p:cNvPr id="133" name="Rectangle 39"/>
                  <p:cNvSpPr>
                    <a:spLocks noChangeArrowheads="1"/>
                  </p:cNvSpPr>
                  <p:nvPr/>
                </p:nvSpPr>
                <p:spPr bwMode="auto">
                  <a:xfrm>
                    <a:off x="5499757" y="1879601"/>
                    <a:ext cx="83023" cy="389953"/>
                  </a:xfrm>
                  <a:prstGeom prst="rect">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5" name="Rectangle 41"/>
                  <p:cNvSpPr>
                    <a:spLocks noChangeArrowheads="1"/>
                  </p:cNvSpPr>
                  <p:nvPr/>
                </p:nvSpPr>
                <p:spPr bwMode="auto">
                  <a:xfrm>
                    <a:off x="5295976" y="1879601"/>
                    <a:ext cx="77991" cy="389953"/>
                  </a:xfrm>
                  <a:prstGeom prst="rect">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36" name="Rectangle 42"/>
                  <p:cNvSpPr>
                    <a:spLocks noChangeArrowheads="1"/>
                  </p:cNvSpPr>
                  <p:nvPr/>
                </p:nvSpPr>
                <p:spPr bwMode="auto">
                  <a:xfrm>
                    <a:off x="5087162" y="1879601"/>
                    <a:ext cx="85538" cy="389953"/>
                  </a:xfrm>
                  <a:prstGeom prst="rect">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7" name="Rectangle 43"/>
                  <p:cNvSpPr>
                    <a:spLocks noChangeArrowheads="1"/>
                  </p:cNvSpPr>
                  <p:nvPr/>
                </p:nvSpPr>
                <p:spPr bwMode="auto">
                  <a:xfrm>
                    <a:off x="4677084" y="1879601"/>
                    <a:ext cx="77991" cy="389953"/>
                  </a:xfrm>
                  <a:prstGeom prst="rect">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8" name="Rectangle 44"/>
                  <p:cNvSpPr>
                    <a:spLocks noChangeArrowheads="1"/>
                  </p:cNvSpPr>
                  <p:nvPr/>
                </p:nvSpPr>
                <p:spPr bwMode="auto">
                  <a:xfrm>
                    <a:off x="4878350" y="1879601"/>
                    <a:ext cx="85538" cy="389953"/>
                  </a:xfrm>
                  <a:prstGeom prst="rect">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43" name="Rectangle 49"/>
                  <p:cNvSpPr>
                    <a:spLocks noChangeArrowheads="1"/>
                  </p:cNvSpPr>
                  <p:nvPr/>
                </p:nvSpPr>
                <p:spPr bwMode="auto">
                  <a:xfrm>
                    <a:off x="5708571" y="1879601"/>
                    <a:ext cx="83023" cy="389953"/>
                  </a:xfrm>
                  <a:prstGeom prst="rect">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45" name="Rectangle 51"/>
                  <p:cNvSpPr>
                    <a:spLocks noChangeArrowheads="1"/>
                  </p:cNvSpPr>
                  <p:nvPr/>
                </p:nvSpPr>
                <p:spPr bwMode="auto">
                  <a:xfrm>
                    <a:off x="5917384" y="1879601"/>
                    <a:ext cx="77991" cy="389953"/>
                  </a:xfrm>
                  <a:prstGeom prst="rect">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6" name="Rectangle 52"/>
                  <p:cNvSpPr>
                    <a:spLocks noChangeArrowheads="1"/>
                  </p:cNvSpPr>
                  <p:nvPr/>
                </p:nvSpPr>
                <p:spPr bwMode="auto">
                  <a:xfrm>
                    <a:off x="6118650" y="1879601"/>
                    <a:ext cx="85538" cy="389953"/>
                  </a:xfrm>
                  <a:prstGeom prst="rect">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47" name="Rectangle 53"/>
                  <p:cNvSpPr>
                    <a:spLocks noChangeArrowheads="1"/>
                  </p:cNvSpPr>
                  <p:nvPr/>
                </p:nvSpPr>
                <p:spPr bwMode="auto">
                  <a:xfrm>
                    <a:off x="6536276" y="1879601"/>
                    <a:ext cx="77991" cy="389953"/>
                  </a:xfrm>
                  <a:prstGeom prst="rect">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48" name="Rectangle 54"/>
                  <p:cNvSpPr>
                    <a:spLocks noChangeArrowheads="1"/>
                  </p:cNvSpPr>
                  <p:nvPr/>
                </p:nvSpPr>
                <p:spPr bwMode="auto">
                  <a:xfrm>
                    <a:off x="6327464" y="1879601"/>
                    <a:ext cx="85538" cy="389953"/>
                  </a:xfrm>
                  <a:prstGeom prst="rect">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grpSp>
            <p:nvGrpSpPr>
              <p:cNvPr id="235" name="그룹 234"/>
              <p:cNvGrpSpPr/>
              <p:nvPr/>
            </p:nvGrpSpPr>
            <p:grpSpPr>
              <a:xfrm>
                <a:off x="3107211" y="1915596"/>
                <a:ext cx="5076930" cy="466691"/>
                <a:chOff x="3107211" y="2329934"/>
                <a:chExt cx="5076930" cy="676757"/>
              </a:xfrm>
            </p:grpSpPr>
            <p:sp>
              <p:nvSpPr>
                <p:cNvPr id="119" name="Freeform 25"/>
                <p:cNvSpPr>
                  <a:spLocks/>
                </p:cNvSpPr>
                <p:nvPr/>
              </p:nvSpPr>
              <p:spPr bwMode="auto">
                <a:xfrm>
                  <a:off x="4669536" y="2329934"/>
                  <a:ext cx="699399" cy="676757"/>
                </a:xfrm>
                <a:custGeom>
                  <a:avLst/>
                  <a:gdLst>
                    <a:gd name="T0" fmla="*/ 0 w 117"/>
                    <a:gd name="T1" fmla="*/ 113 h 113"/>
                    <a:gd name="T2" fmla="*/ 0 w 117"/>
                    <a:gd name="T3" fmla="*/ 113 h 113"/>
                    <a:gd name="T4" fmla="*/ 66 w 117"/>
                    <a:gd name="T5" fmla="*/ 113 h 113"/>
                    <a:gd name="T6" fmla="*/ 117 w 117"/>
                    <a:gd name="T7" fmla="*/ 0 h 113"/>
                    <a:gd name="T8" fmla="*/ 102 w 117"/>
                    <a:gd name="T9" fmla="*/ 0 h 113"/>
                    <a:gd name="T10" fmla="*/ 0 w 117"/>
                    <a:gd name="T11" fmla="*/ 113 h 113"/>
                  </a:gdLst>
                  <a:ahLst/>
                  <a:cxnLst>
                    <a:cxn ang="0">
                      <a:pos x="T0" y="T1"/>
                    </a:cxn>
                    <a:cxn ang="0">
                      <a:pos x="T2" y="T3"/>
                    </a:cxn>
                    <a:cxn ang="0">
                      <a:pos x="T4" y="T5"/>
                    </a:cxn>
                    <a:cxn ang="0">
                      <a:pos x="T6" y="T7"/>
                    </a:cxn>
                    <a:cxn ang="0">
                      <a:pos x="T8" y="T9"/>
                    </a:cxn>
                    <a:cxn ang="0">
                      <a:pos x="T10" y="T11"/>
                    </a:cxn>
                  </a:cxnLst>
                  <a:rect l="0" t="0" r="r" b="b"/>
                  <a:pathLst>
                    <a:path w="117" h="113">
                      <a:moveTo>
                        <a:pt x="0" y="113"/>
                      </a:moveTo>
                      <a:cubicBezTo>
                        <a:pt x="0" y="113"/>
                        <a:pt x="0" y="113"/>
                        <a:pt x="0" y="113"/>
                      </a:cubicBezTo>
                      <a:cubicBezTo>
                        <a:pt x="66" y="113"/>
                        <a:pt x="66" y="113"/>
                        <a:pt x="66" y="113"/>
                      </a:cubicBezTo>
                      <a:cubicBezTo>
                        <a:pt x="117" y="0"/>
                        <a:pt x="117" y="0"/>
                        <a:pt x="117" y="0"/>
                      </a:cubicBezTo>
                      <a:cubicBezTo>
                        <a:pt x="102" y="0"/>
                        <a:pt x="102" y="0"/>
                        <a:pt x="102" y="0"/>
                      </a:cubicBezTo>
                      <a:lnTo>
                        <a:pt x="0" y="113"/>
                      </a:lnTo>
                      <a:close/>
                    </a:path>
                  </a:pathLst>
                </a:custGeom>
                <a:solidFill>
                  <a:schemeClr val="accent1">
                    <a:lumMod val="75000"/>
                  </a:schemeClr>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20" name="Freeform 26"/>
                <p:cNvSpPr>
                  <a:spLocks/>
                </p:cNvSpPr>
                <p:nvPr/>
              </p:nvSpPr>
              <p:spPr bwMode="auto">
                <a:xfrm>
                  <a:off x="4146245" y="2329934"/>
                  <a:ext cx="1006329" cy="676757"/>
                </a:xfrm>
                <a:custGeom>
                  <a:avLst/>
                  <a:gdLst>
                    <a:gd name="T0" fmla="*/ 1 w 169"/>
                    <a:gd name="T1" fmla="*/ 112 h 113"/>
                    <a:gd name="T2" fmla="*/ 0 w 169"/>
                    <a:gd name="T3" fmla="*/ 113 h 113"/>
                    <a:gd name="T4" fmla="*/ 67 w 169"/>
                    <a:gd name="T5" fmla="*/ 113 h 113"/>
                    <a:gd name="T6" fmla="*/ 67 w 169"/>
                    <a:gd name="T7" fmla="*/ 113 h 113"/>
                    <a:gd name="T8" fmla="*/ 169 w 169"/>
                    <a:gd name="T9" fmla="*/ 0 h 113"/>
                    <a:gd name="T10" fmla="*/ 154 w 169"/>
                    <a:gd name="T11" fmla="*/ 0 h 113"/>
                    <a:gd name="T12" fmla="*/ 1 w 169"/>
                    <a:gd name="T13" fmla="*/ 112 h 113"/>
                  </a:gdLst>
                  <a:ahLst/>
                  <a:cxnLst>
                    <a:cxn ang="0">
                      <a:pos x="T0" y="T1"/>
                    </a:cxn>
                    <a:cxn ang="0">
                      <a:pos x="T2" y="T3"/>
                    </a:cxn>
                    <a:cxn ang="0">
                      <a:pos x="T4" y="T5"/>
                    </a:cxn>
                    <a:cxn ang="0">
                      <a:pos x="T6" y="T7"/>
                    </a:cxn>
                    <a:cxn ang="0">
                      <a:pos x="T8" y="T9"/>
                    </a:cxn>
                    <a:cxn ang="0">
                      <a:pos x="T10" y="T11"/>
                    </a:cxn>
                    <a:cxn ang="0">
                      <a:pos x="T12" y="T13"/>
                    </a:cxn>
                  </a:cxnLst>
                  <a:rect l="0" t="0" r="r" b="b"/>
                  <a:pathLst>
                    <a:path w="169" h="113">
                      <a:moveTo>
                        <a:pt x="1" y="112"/>
                      </a:moveTo>
                      <a:cubicBezTo>
                        <a:pt x="1" y="112"/>
                        <a:pt x="1" y="113"/>
                        <a:pt x="0" y="113"/>
                      </a:cubicBezTo>
                      <a:cubicBezTo>
                        <a:pt x="67" y="113"/>
                        <a:pt x="67" y="113"/>
                        <a:pt x="67" y="113"/>
                      </a:cubicBezTo>
                      <a:cubicBezTo>
                        <a:pt x="67" y="113"/>
                        <a:pt x="67" y="113"/>
                        <a:pt x="67" y="113"/>
                      </a:cubicBezTo>
                      <a:cubicBezTo>
                        <a:pt x="169" y="0"/>
                        <a:pt x="169" y="0"/>
                        <a:pt x="169" y="0"/>
                      </a:cubicBezTo>
                      <a:cubicBezTo>
                        <a:pt x="154" y="0"/>
                        <a:pt x="154" y="0"/>
                        <a:pt x="154" y="0"/>
                      </a:cubicBezTo>
                      <a:lnTo>
                        <a:pt x="1" y="112"/>
                      </a:lnTo>
                      <a:close/>
                    </a:path>
                  </a:pathLst>
                </a:custGeom>
                <a:solidFill>
                  <a:schemeClr val="accent3">
                    <a:lumMod val="50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1" name="Freeform 27"/>
                <p:cNvSpPr>
                  <a:spLocks/>
                </p:cNvSpPr>
                <p:nvPr/>
              </p:nvSpPr>
              <p:spPr bwMode="auto">
                <a:xfrm>
                  <a:off x="3107211" y="2329934"/>
                  <a:ext cx="1617675" cy="676757"/>
                </a:xfrm>
                <a:custGeom>
                  <a:avLst/>
                  <a:gdLst>
                    <a:gd name="T0" fmla="*/ 0 w 271"/>
                    <a:gd name="T1" fmla="*/ 113 h 113"/>
                    <a:gd name="T2" fmla="*/ 66 w 271"/>
                    <a:gd name="T3" fmla="*/ 113 h 113"/>
                    <a:gd name="T4" fmla="*/ 67 w 271"/>
                    <a:gd name="T5" fmla="*/ 113 h 113"/>
                    <a:gd name="T6" fmla="*/ 271 w 271"/>
                    <a:gd name="T7" fmla="*/ 0 h 113"/>
                    <a:gd name="T8" fmla="*/ 256 w 271"/>
                    <a:gd name="T9" fmla="*/ 0 h 113"/>
                    <a:gd name="T10" fmla="*/ 0 w 271"/>
                    <a:gd name="T11" fmla="*/ 113 h 113"/>
                  </a:gdLst>
                  <a:ahLst/>
                  <a:cxnLst>
                    <a:cxn ang="0">
                      <a:pos x="T0" y="T1"/>
                    </a:cxn>
                    <a:cxn ang="0">
                      <a:pos x="T2" y="T3"/>
                    </a:cxn>
                    <a:cxn ang="0">
                      <a:pos x="T4" y="T5"/>
                    </a:cxn>
                    <a:cxn ang="0">
                      <a:pos x="T6" y="T7"/>
                    </a:cxn>
                    <a:cxn ang="0">
                      <a:pos x="T8" y="T9"/>
                    </a:cxn>
                    <a:cxn ang="0">
                      <a:pos x="T10" y="T11"/>
                    </a:cxn>
                  </a:cxnLst>
                  <a:rect l="0" t="0" r="r" b="b"/>
                  <a:pathLst>
                    <a:path w="271" h="113">
                      <a:moveTo>
                        <a:pt x="0" y="113"/>
                      </a:moveTo>
                      <a:cubicBezTo>
                        <a:pt x="66" y="113"/>
                        <a:pt x="66" y="113"/>
                        <a:pt x="66" y="113"/>
                      </a:cubicBezTo>
                      <a:cubicBezTo>
                        <a:pt x="66" y="113"/>
                        <a:pt x="66" y="113"/>
                        <a:pt x="67" y="113"/>
                      </a:cubicBezTo>
                      <a:cubicBezTo>
                        <a:pt x="271" y="0"/>
                        <a:pt x="271" y="0"/>
                        <a:pt x="271" y="0"/>
                      </a:cubicBezTo>
                      <a:cubicBezTo>
                        <a:pt x="256" y="0"/>
                        <a:pt x="256" y="0"/>
                        <a:pt x="256" y="0"/>
                      </a:cubicBezTo>
                      <a:lnTo>
                        <a:pt x="0" y="113"/>
                      </a:lnTo>
                      <a:close/>
                    </a:path>
                  </a:pathLst>
                </a:custGeom>
                <a:solidFill>
                  <a:schemeClr val="accent3">
                    <a:lumMod val="50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2" name="Freeform 28"/>
                <p:cNvSpPr>
                  <a:spLocks/>
                </p:cNvSpPr>
                <p:nvPr/>
              </p:nvSpPr>
              <p:spPr bwMode="auto">
                <a:xfrm>
                  <a:off x="3627985" y="2329934"/>
                  <a:ext cx="1310744" cy="676757"/>
                </a:xfrm>
                <a:custGeom>
                  <a:avLst/>
                  <a:gdLst>
                    <a:gd name="T0" fmla="*/ 1 w 220"/>
                    <a:gd name="T1" fmla="*/ 113 h 113"/>
                    <a:gd name="T2" fmla="*/ 0 w 220"/>
                    <a:gd name="T3" fmla="*/ 113 h 113"/>
                    <a:gd name="T4" fmla="*/ 66 w 220"/>
                    <a:gd name="T5" fmla="*/ 113 h 113"/>
                    <a:gd name="T6" fmla="*/ 67 w 220"/>
                    <a:gd name="T7" fmla="*/ 112 h 113"/>
                    <a:gd name="T8" fmla="*/ 220 w 220"/>
                    <a:gd name="T9" fmla="*/ 0 h 113"/>
                    <a:gd name="T10" fmla="*/ 205 w 220"/>
                    <a:gd name="T11" fmla="*/ 0 h 113"/>
                    <a:gd name="T12" fmla="*/ 1 w 220"/>
                    <a:gd name="T13" fmla="*/ 113 h 113"/>
                  </a:gdLst>
                  <a:ahLst/>
                  <a:cxnLst>
                    <a:cxn ang="0">
                      <a:pos x="T0" y="T1"/>
                    </a:cxn>
                    <a:cxn ang="0">
                      <a:pos x="T2" y="T3"/>
                    </a:cxn>
                    <a:cxn ang="0">
                      <a:pos x="T4" y="T5"/>
                    </a:cxn>
                    <a:cxn ang="0">
                      <a:pos x="T6" y="T7"/>
                    </a:cxn>
                    <a:cxn ang="0">
                      <a:pos x="T8" y="T9"/>
                    </a:cxn>
                    <a:cxn ang="0">
                      <a:pos x="T10" y="T11"/>
                    </a:cxn>
                    <a:cxn ang="0">
                      <a:pos x="T12" y="T13"/>
                    </a:cxn>
                  </a:cxnLst>
                  <a:rect l="0" t="0" r="r" b="b"/>
                  <a:pathLst>
                    <a:path w="220" h="113">
                      <a:moveTo>
                        <a:pt x="1" y="113"/>
                      </a:moveTo>
                      <a:cubicBezTo>
                        <a:pt x="0" y="113"/>
                        <a:pt x="0" y="113"/>
                        <a:pt x="0" y="113"/>
                      </a:cubicBezTo>
                      <a:cubicBezTo>
                        <a:pt x="66" y="113"/>
                        <a:pt x="66" y="113"/>
                        <a:pt x="66" y="113"/>
                      </a:cubicBezTo>
                      <a:cubicBezTo>
                        <a:pt x="67" y="113"/>
                        <a:pt x="67" y="112"/>
                        <a:pt x="67" y="112"/>
                      </a:cubicBezTo>
                      <a:cubicBezTo>
                        <a:pt x="220" y="0"/>
                        <a:pt x="220" y="0"/>
                        <a:pt x="220" y="0"/>
                      </a:cubicBezTo>
                      <a:cubicBezTo>
                        <a:pt x="205" y="0"/>
                        <a:pt x="205" y="0"/>
                        <a:pt x="205" y="0"/>
                      </a:cubicBezTo>
                      <a:lnTo>
                        <a:pt x="1" y="113"/>
                      </a:lnTo>
                      <a:close/>
                    </a:path>
                  </a:pathLst>
                </a:custGeom>
                <a:solidFill>
                  <a:schemeClr val="accent1">
                    <a:lumMod val="75000"/>
                  </a:schemeClr>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23" name="Freeform 29"/>
                <p:cNvSpPr>
                  <a:spLocks/>
                </p:cNvSpPr>
                <p:nvPr/>
              </p:nvSpPr>
              <p:spPr bwMode="auto">
                <a:xfrm>
                  <a:off x="5708571" y="2329934"/>
                  <a:ext cx="392468" cy="676757"/>
                </a:xfrm>
                <a:custGeom>
                  <a:avLst/>
                  <a:gdLst>
                    <a:gd name="T0" fmla="*/ 0 w 156"/>
                    <a:gd name="T1" fmla="*/ 269 h 269"/>
                    <a:gd name="T2" fmla="*/ 156 w 156"/>
                    <a:gd name="T3" fmla="*/ 269 h 269"/>
                    <a:gd name="T4" fmla="*/ 35 w 156"/>
                    <a:gd name="T5" fmla="*/ 0 h 269"/>
                    <a:gd name="T6" fmla="*/ 0 w 156"/>
                    <a:gd name="T7" fmla="*/ 0 h 269"/>
                    <a:gd name="T8" fmla="*/ 0 w 156"/>
                    <a:gd name="T9" fmla="*/ 269 h 269"/>
                  </a:gdLst>
                  <a:ahLst/>
                  <a:cxnLst>
                    <a:cxn ang="0">
                      <a:pos x="T0" y="T1"/>
                    </a:cxn>
                    <a:cxn ang="0">
                      <a:pos x="T2" y="T3"/>
                    </a:cxn>
                    <a:cxn ang="0">
                      <a:pos x="T4" y="T5"/>
                    </a:cxn>
                    <a:cxn ang="0">
                      <a:pos x="T6" y="T7"/>
                    </a:cxn>
                    <a:cxn ang="0">
                      <a:pos x="T8" y="T9"/>
                    </a:cxn>
                  </a:cxnLst>
                  <a:rect l="0" t="0" r="r" b="b"/>
                  <a:pathLst>
                    <a:path w="156" h="269">
                      <a:moveTo>
                        <a:pt x="0" y="269"/>
                      </a:moveTo>
                      <a:lnTo>
                        <a:pt x="156" y="269"/>
                      </a:lnTo>
                      <a:lnTo>
                        <a:pt x="35" y="0"/>
                      </a:lnTo>
                      <a:lnTo>
                        <a:pt x="0" y="0"/>
                      </a:lnTo>
                      <a:lnTo>
                        <a:pt x="0" y="269"/>
                      </a:lnTo>
                      <a:close/>
                    </a:path>
                  </a:pathLst>
                </a:custGeom>
                <a:solidFill>
                  <a:schemeClr val="accent1">
                    <a:lumMod val="75000"/>
                  </a:schemeClr>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24" name="Freeform 30"/>
                <p:cNvSpPr>
                  <a:spLocks/>
                </p:cNvSpPr>
                <p:nvPr/>
              </p:nvSpPr>
              <p:spPr bwMode="auto">
                <a:xfrm>
                  <a:off x="5922415" y="2329934"/>
                  <a:ext cx="699399" cy="676757"/>
                </a:xfrm>
                <a:custGeom>
                  <a:avLst/>
                  <a:gdLst>
                    <a:gd name="T0" fmla="*/ 51 w 117"/>
                    <a:gd name="T1" fmla="*/ 113 h 113"/>
                    <a:gd name="T2" fmla="*/ 117 w 117"/>
                    <a:gd name="T3" fmla="*/ 113 h 113"/>
                    <a:gd name="T4" fmla="*/ 117 w 117"/>
                    <a:gd name="T5" fmla="*/ 113 h 113"/>
                    <a:gd name="T6" fmla="*/ 15 w 117"/>
                    <a:gd name="T7" fmla="*/ 0 h 113"/>
                    <a:gd name="T8" fmla="*/ 0 w 117"/>
                    <a:gd name="T9" fmla="*/ 0 h 113"/>
                    <a:gd name="T10" fmla="*/ 51 w 117"/>
                    <a:gd name="T11" fmla="*/ 113 h 113"/>
                  </a:gdLst>
                  <a:ahLst/>
                  <a:cxnLst>
                    <a:cxn ang="0">
                      <a:pos x="T0" y="T1"/>
                    </a:cxn>
                    <a:cxn ang="0">
                      <a:pos x="T2" y="T3"/>
                    </a:cxn>
                    <a:cxn ang="0">
                      <a:pos x="T4" y="T5"/>
                    </a:cxn>
                    <a:cxn ang="0">
                      <a:pos x="T6" y="T7"/>
                    </a:cxn>
                    <a:cxn ang="0">
                      <a:pos x="T8" y="T9"/>
                    </a:cxn>
                    <a:cxn ang="0">
                      <a:pos x="T10" y="T11"/>
                    </a:cxn>
                  </a:cxnLst>
                  <a:rect l="0" t="0" r="r" b="b"/>
                  <a:pathLst>
                    <a:path w="117" h="113">
                      <a:moveTo>
                        <a:pt x="51" y="113"/>
                      </a:moveTo>
                      <a:cubicBezTo>
                        <a:pt x="117" y="113"/>
                        <a:pt x="117" y="113"/>
                        <a:pt x="117" y="113"/>
                      </a:cubicBezTo>
                      <a:cubicBezTo>
                        <a:pt x="117" y="113"/>
                        <a:pt x="117" y="113"/>
                        <a:pt x="117" y="113"/>
                      </a:cubicBezTo>
                      <a:cubicBezTo>
                        <a:pt x="15" y="0"/>
                        <a:pt x="15" y="0"/>
                        <a:pt x="15" y="0"/>
                      </a:cubicBezTo>
                      <a:cubicBezTo>
                        <a:pt x="0" y="0"/>
                        <a:pt x="0" y="0"/>
                        <a:pt x="0" y="0"/>
                      </a:cubicBezTo>
                      <a:lnTo>
                        <a:pt x="51" y="113"/>
                      </a:lnTo>
                      <a:close/>
                    </a:path>
                  </a:pathLst>
                </a:custGeom>
                <a:solidFill>
                  <a:schemeClr val="accent3">
                    <a:lumMod val="50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5" name="Freeform 31"/>
                <p:cNvSpPr>
                  <a:spLocks/>
                </p:cNvSpPr>
                <p:nvPr/>
              </p:nvSpPr>
              <p:spPr bwMode="auto">
                <a:xfrm>
                  <a:off x="6138776" y="2329934"/>
                  <a:ext cx="1006329" cy="676757"/>
                </a:xfrm>
                <a:custGeom>
                  <a:avLst/>
                  <a:gdLst>
                    <a:gd name="T0" fmla="*/ 102 w 169"/>
                    <a:gd name="T1" fmla="*/ 113 h 113"/>
                    <a:gd name="T2" fmla="*/ 102 w 169"/>
                    <a:gd name="T3" fmla="*/ 113 h 113"/>
                    <a:gd name="T4" fmla="*/ 169 w 169"/>
                    <a:gd name="T5" fmla="*/ 113 h 113"/>
                    <a:gd name="T6" fmla="*/ 168 w 169"/>
                    <a:gd name="T7" fmla="*/ 112 h 113"/>
                    <a:gd name="T8" fmla="*/ 15 w 169"/>
                    <a:gd name="T9" fmla="*/ 0 h 113"/>
                    <a:gd name="T10" fmla="*/ 0 w 169"/>
                    <a:gd name="T11" fmla="*/ 0 h 113"/>
                    <a:gd name="T12" fmla="*/ 102 w 169"/>
                    <a:gd name="T13" fmla="*/ 113 h 113"/>
                  </a:gdLst>
                  <a:ahLst/>
                  <a:cxnLst>
                    <a:cxn ang="0">
                      <a:pos x="T0" y="T1"/>
                    </a:cxn>
                    <a:cxn ang="0">
                      <a:pos x="T2" y="T3"/>
                    </a:cxn>
                    <a:cxn ang="0">
                      <a:pos x="T4" y="T5"/>
                    </a:cxn>
                    <a:cxn ang="0">
                      <a:pos x="T6" y="T7"/>
                    </a:cxn>
                    <a:cxn ang="0">
                      <a:pos x="T8" y="T9"/>
                    </a:cxn>
                    <a:cxn ang="0">
                      <a:pos x="T10" y="T11"/>
                    </a:cxn>
                    <a:cxn ang="0">
                      <a:pos x="T12" y="T13"/>
                    </a:cxn>
                  </a:cxnLst>
                  <a:rect l="0" t="0" r="r" b="b"/>
                  <a:pathLst>
                    <a:path w="169" h="113">
                      <a:moveTo>
                        <a:pt x="102" y="113"/>
                      </a:moveTo>
                      <a:cubicBezTo>
                        <a:pt x="102" y="113"/>
                        <a:pt x="102" y="113"/>
                        <a:pt x="102" y="113"/>
                      </a:cubicBezTo>
                      <a:cubicBezTo>
                        <a:pt x="169" y="113"/>
                        <a:pt x="169" y="113"/>
                        <a:pt x="169" y="113"/>
                      </a:cubicBezTo>
                      <a:cubicBezTo>
                        <a:pt x="168" y="113"/>
                        <a:pt x="168" y="112"/>
                        <a:pt x="168" y="112"/>
                      </a:cubicBezTo>
                      <a:cubicBezTo>
                        <a:pt x="15" y="0"/>
                        <a:pt x="15" y="0"/>
                        <a:pt x="15" y="0"/>
                      </a:cubicBezTo>
                      <a:cubicBezTo>
                        <a:pt x="0" y="0"/>
                        <a:pt x="0" y="0"/>
                        <a:pt x="0" y="0"/>
                      </a:cubicBezTo>
                      <a:lnTo>
                        <a:pt x="102" y="113"/>
                      </a:lnTo>
                      <a:close/>
                    </a:path>
                  </a:pathLst>
                </a:custGeom>
                <a:solidFill>
                  <a:schemeClr val="accent1">
                    <a:lumMod val="75000"/>
                  </a:schemeClr>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26" name="Freeform 32"/>
                <p:cNvSpPr>
                  <a:spLocks/>
                </p:cNvSpPr>
                <p:nvPr/>
              </p:nvSpPr>
              <p:spPr bwMode="auto">
                <a:xfrm>
                  <a:off x="6566466" y="2329934"/>
                  <a:ext cx="1617675" cy="676757"/>
                </a:xfrm>
                <a:custGeom>
                  <a:avLst/>
                  <a:gdLst>
                    <a:gd name="T0" fmla="*/ 15 w 271"/>
                    <a:gd name="T1" fmla="*/ 0 h 113"/>
                    <a:gd name="T2" fmla="*/ 0 w 271"/>
                    <a:gd name="T3" fmla="*/ 0 h 113"/>
                    <a:gd name="T4" fmla="*/ 204 w 271"/>
                    <a:gd name="T5" fmla="*/ 113 h 113"/>
                    <a:gd name="T6" fmla="*/ 205 w 271"/>
                    <a:gd name="T7" fmla="*/ 113 h 113"/>
                    <a:gd name="T8" fmla="*/ 271 w 271"/>
                    <a:gd name="T9" fmla="*/ 113 h 113"/>
                    <a:gd name="T10" fmla="*/ 15 w 271"/>
                    <a:gd name="T11" fmla="*/ 0 h 113"/>
                  </a:gdLst>
                  <a:ahLst/>
                  <a:cxnLst>
                    <a:cxn ang="0">
                      <a:pos x="T0" y="T1"/>
                    </a:cxn>
                    <a:cxn ang="0">
                      <a:pos x="T2" y="T3"/>
                    </a:cxn>
                    <a:cxn ang="0">
                      <a:pos x="T4" y="T5"/>
                    </a:cxn>
                    <a:cxn ang="0">
                      <a:pos x="T6" y="T7"/>
                    </a:cxn>
                    <a:cxn ang="0">
                      <a:pos x="T8" y="T9"/>
                    </a:cxn>
                    <a:cxn ang="0">
                      <a:pos x="T10" y="T11"/>
                    </a:cxn>
                  </a:cxnLst>
                  <a:rect l="0" t="0" r="r" b="b"/>
                  <a:pathLst>
                    <a:path w="271" h="113">
                      <a:moveTo>
                        <a:pt x="15" y="0"/>
                      </a:moveTo>
                      <a:cubicBezTo>
                        <a:pt x="0" y="0"/>
                        <a:pt x="0" y="0"/>
                        <a:pt x="0" y="0"/>
                      </a:cubicBezTo>
                      <a:cubicBezTo>
                        <a:pt x="204" y="113"/>
                        <a:pt x="204" y="113"/>
                        <a:pt x="204" y="113"/>
                      </a:cubicBezTo>
                      <a:cubicBezTo>
                        <a:pt x="205" y="113"/>
                        <a:pt x="205" y="113"/>
                        <a:pt x="205" y="113"/>
                      </a:cubicBezTo>
                      <a:cubicBezTo>
                        <a:pt x="271" y="113"/>
                        <a:pt x="271" y="113"/>
                        <a:pt x="271" y="113"/>
                      </a:cubicBezTo>
                      <a:lnTo>
                        <a:pt x="15" y="0"/>
                      </a:lnTo>
                      <a:close/>
                    </a:path>
                  </a:pathLst>
                </a:custGeom>
                <a:solidFill>
                  <a:schemeClr val="accent1">
                    <a:lumMod val="75000"/>
                  </a:schemeClr>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27" name="Freeform 33"/>
                <p:cNvSpPr>
                  <a:spLocks/>
                </p:cNvSpPr>
                <p:nvPr/>
              </p:nvSpPr>
              <p:spPr bwMode="auto">
                <a:xfrm>
                  <a:off x="6352622" y="2329934"/>
                  <a:ext cx="1310744" cy="676757"/>
                </a:xfrm>
                <a:custGeom>
                  <a:avLst/>
                  <a:gdLst>
                    <a:gd name="T0" fmla="*/ 153 w 220"/>
                    <a:gd name="T1" fmla="*/ 112 h 113"/>
                    <a:gd name="T2" fmla="*/ 154 w 220"/>
                    <a:gd name="T3" fmla="*/ 113 h 113"/>
                    <a:gd name="T4" fmla="*/ 220 w 220"/>
                    <a:gd name="T5" fmla="*/ 113 h 113"/>
                    <a:gd name="T6" fmla="*/ 219 w 220"/>
                    <a:gd name="T7" fmla="*/ 113 h 113"/>
                    <a:gd name="T8" fmla="*/ 15 w 220"/>
                    <a:gd name="T9" fmla="*/ 0 h 113"/>
                    <a:gd name="T10" fmla="*/ 0 w 220"/>
                    <a:gd name="T11" fmla="*/ 0 h 113"/>
                    <a:gd name="T12" fmla="*/ 153 w 220"/>
                    <a:gd name="T13" fmla="*/ 112 h 113"/>
                  </a:gdLst>
                  <a:ahLst/>
                  <a:cxnLst>
                    <a:cxn ang="0">
                      <a:pos x="T0" y="T1"/>
                    </a:cxn>
                    <a:cxn ang="0">
                      <a:pos x="T2" y="T3"/>
                    </a:cxn>
                    <a:cxn ang="0">
                      <a:pos x="T4" y="T5"/>
                    </a:cxn>
                    <a:cxn ang="0">
                      <a:pos x="T6" y="T7"/>
                    </a:cxn>
                    <a:cxn ang="0">
                      <a:pos x="T8" y="T9"/>
                    </a:cxn>
                    <a:cxn ang="0">
                      <a:pos x="T10" y="T11"/>
                    </a:cxn>
                    <a:cxn ang="0">
                      <a:pos x="T12" y="T13"/>
                    </a:cxn>
                  </a:cxnLst>
                  <a:rect l="0" t="0" r="r" b="b"/>
                  <a:pathLst>
                    <a:path w="220" h="113">
                      <a:moveTo>
                        <a:pt x="153" y="112"/>
                      </a:moveTo>
                      <a:cubicBezTo>
                        <a:pt x="153" y="112"/>
                        <a:pt x="153" y="113"/>
                        <a:pt x="154" y="113"/>
                      </a:cubicBezTo>
                      <a:cubicBezTo>
                        <a:pt x="220" y="113"/>
                        <a:pt x="220" y="113"/>
                        <a:pt x="220" y="113"/>
                      </a:cubicBezTo>
                      <a:cubicBezTo>
                        <a:pt x="220" y="113"/>
                        <a:pt x="220" y="113"/>
                        <a:pt x="219" y="113"/>
                      </a:cubicBezTo>
                      <a:cubicBezTo>
                        <a:pt x="15" y="0"/>
                        <a:pt x="15" y="0"/>
                        <a:pt x="15" y="0"/>
                      </a:cubicBezTo>
                      <a:cubicBezTo>
                        <a:pt x="0" y="0"/>
                        <a:pt x="0" y="0"/>
                        <a:pt x="0" y="0"/>
                      </a:cubicBezTo>
                      <a:lnTo>
                        <a:pt x="153" y="112"/>
                      </a:lnTo>
                      <a:close/>
                    </a:path>
                  </a:pathLst>
                </a:custGeom>
                <a:solidFill>
                  <a:schemeClr val="accent3">
                    <a:lumMod val="50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8" name="Freeform 34"/>
                <p:cNvSpPr>
                  <a:spLocks/>
                </p:cNvSpPr>
                <p:nvPr/>
              </p:nvSpPr>
              <p:spPr bwMode="auto">
                <a:xfrm>
                  <a:off x="5190312" y="2329934"/>
                  <a:ext cx="392468" cy="676757"/>
                </a:xfrm>
                <a:custGeom>
                  <a:avLst/>
                  <a:gdLst>
                    <a:gd name="T0" fmla="*/ 0 w 156"/>
                    <a:gd name="T1" fmla="*/ 269 h 269"/>
                    <a:gd name="T2" fmla="*/ 156 w 156"/>
                    <a:gd name="T3" fmla="*/ 269 h 269"/>
                    <a:gd name="T4" fmla="*/ 156 w 156"/>
                    <a:gd name="T5" fmla="*/ 0 h 269"/>
                    <a:gd name="T6" fmla="*/ 121 w 156"/>
                    <a:gd name="T7" fmla="*/ 0 h 269"/>
                    <a:gd name="T8" fmla="*/ 0 w 156"/>
                    <a:gd name="T9" fmla="*/ 269 h 269"/>
                  </a:gdLst>
                  <a:ahLst/>
                  <a:cxnLst>
                    <a:cxn ang="0">
                      <a:pos x="T0" y="T1"/>
                    </a:cxn>
                    <a:cxn ang="0">
                      <a:pos x="T2" y="T3"/>
                    </a:cxn>
                    <a:cxn ang="0">
                      <a:pos x="T4" y="T5"/>
                    </a:cxn>
                    <a:cxn ang="0">
                      <a:pos x="T6" y="T7"/>
                    </a:cxn>
                    <a:cxn ang="0">
                      <a:pos x="T8" y="T9"/>
                    </a:cxn>
                  </a:cxnLst>
                  <a:rect l="0" t="0" r="r" b="b"/>
                  <a:pathLst>
                    <a:path w="156" h="269">
                      <a:moveTo>
                        <a:pt x="0" y="269"/>
                      </a:moveTo>
                      <a:lnTo>
                        <a:pt x="156" y="269"/>
                      </a:lnTo>
                      <a:lnTo>
                        <a:pt x="156" y="0"/>
                      </a:lnTo>
                      <a:lnTo>
                        <a:pt x="121" y="0"/>
                      </a:lnTo>
                      <a:lnTo>
                        <a:pt x="0" y="269"/>
                      </a:lnTo>
                      <a:close/>
                    </a:path>
                  </a:pathLst>
                </a:custGeom>
                <a:solidFill>
                  <a:schemeClr val="accent3">
                    <a:lumMod val="50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grpSp>
          <p:nvGrpSpPr>
            <p:cNvPr id="243" name="그룹 242"/>
            <p:cNvGrpSpPr/>
            <p:nvPr/>
          </p:nvGrpSpPr>
          <p:grpSpPr>
            <a:xfrm>
              <a:off x="3024188" y="2382285"/>
              <a:ext cx="5242974" cy="113213"/>
              <a:chOff x="3024188" y="2382285"/>
              <a:chExt cx="5242974" cy="113213"/>
            </a:xfrm>
          </p:grpSpPr>
          <p:sp>
            <p:nvSpPr>
              <p:cNvPr id="109" name="Freeform 15"/>
              <p:cNvSpPr>
                <a:spLocks/>
              </p:cNvSpPr>
              <p:nvPr/>
            </p:nvSpPr>
            <p:spPr bwMode="auto">
              <a:xfrm>
                <a:off x="3024188" y="2382285"/>
                <a:ext cx="478006" cy="113213"/>
              </a:xfrm>
              <a:custGeom>
                <a:avLst/>
                <a:gdLst>
                  <a:gd name="T0" fmla="*/ 164 w 190"/>
                  <a:gd name="T1" fmla="*/ 45 h 45"/>
                  <a:gd name="T2" fmla="*/ 190 w 190"/>
                  <a:gd name="T3" fmla="*/ 0 h 45"/>
                  <a:gd name="T4" fmla="*/ 33 w 190"/>
                  <a:gd name="T5" fmla="*/ 0 h 45"/>
                  <a:gd name="T6" fmla="*/ 0 w 190"/>
                  <a:gd name="T7" fmla="*/ 45 h 45"/>
                  <a:gd name="T8" fmla="*/ 164 w 190"/>
                  <a:gd name="T9" fmla="*/ 45 h 45"/>
                </a:gdLst>
                <a:ahLst/>
                <a:cxnLst>
                  <a:cxn ang="0">
                    <a:pos x="T0" y="T1"/>
                  </a:cxn>
                  <a:cxn ang="0">
                    <a:pos x="T2" y="T3"/>
                  </a:cxn>
                  <a:cxn ang="0">
                    <a:pos x="T4" y="T5"/>
                  </a:cxn>
                  <a:cxn ang="0">
                    <a:pos x="T6" y="T7"/>
                  </a:cxn>
                  <a:cxn ang="0">
                    <a:pos x="T8" y="T9"/>
                  </a:cxn>
                </a:cxnLst>
                <a:rect l="0" t="0" r="r" b="b"/>
                <a:pathLst>
                  <a:path w="190" h="45">
                    <a:moveTo>
                      <a:pt x="164" y="45"/>
                    </a:moveTo>
                    <a:lnTo>
                      <a:pt x="190" y="0"/>
                    </a:lnTo>
                    <a:lnTo>
                      <a:pt x="33" y="0"/>
                    </a:lnTo>
                    <a:lnTo>
                      <a:pt x="0" y="45"/>
                    </a:lnTo>
                    <a:lnTo>
                      <a:pt x="164" y="45"/>
                    </a:lnTo>
                    <a:close/>
                  </a:path>
                </a:pathLst>
              </a:custGeom>
              <a:pattFill prst="ltDnDiag">
                <a:fgClr>
                  <a:schemeClr val="accent3">
                    <a:lumMod val="75000"/>
                  </a:schemeClr>
                </a:fgClr>
                <a:bgClr>
                  <a:schemeClr val="accent3">
                    <a:lumMod val="65000"/>
                  </a:schemeClr>
                </a:bgClr>
              </a:patt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0" name="Freeform 16"/>
              <p:cNvSpPr>
                <a:spLocks/>
              </p:cNvSpPr>
              <p:nvPr/>
            </p:nvSpPr>
            <p:spPr bwMode="auto">
              <a:xfrm>
                <a:off x="3560059" y="2382285"/>
                <a:ext cx="460396" cy="113213"/>
              </a:xfrm>
              <a:custGeom>
                <a:avLst/>
                <a:gdLst>
                  <a:gd name="T0" fmla="*/ 0 w 183"/>
                  <a:gd name="T1" fmla="*/ 45 h 45"/>
                  <a:gd name="T2" fmla="*/ 27 w 183"/>
                  <a:gd name="T3" fmla="*/ 0 h 45"/>
                  <a:gd name="T4" fmla="*/ 183 w 183"/>
                  <a:gd name="T5" fmla="*/ 0 h 45"/>
                  <a:gd name="T6" fmla="*/ 164 w 183"/>
                  <a:gd name="T7" fmla="*/ 45 h 45"/>
                  <a:gd name="T8" fmla="*/ 0 w 183"/>
                  <a:gd name="T9" fmla="*/ 45 h 45"/>
                </a:gdLst>
                <a:ahLst/>
                <a:cxnLst>
                  <a:cxn ang="0">
                    <a:pos x="T0" y="T1"/>
                  </a:cxn>
                  <a:cxn ang="0">
                    <a:pos x="T2" y="T3"/>
                  </a:cxn>
                  <a:cxn ang="0">
                    <a:pos x="T4" y="T5"/>
                  </a:cxn>
                  <a:cxn ang="0">
                    <a:pos x="T6" y="T7"/>
                  </a:cxn>
                  <a:cxn ang="0">
                    <a:pos x="T8" y="T9"/>
                  </a:cxn>
                </a:cxnLst>
                <a:rect l="0" t="0" r="r" b="b"/>
                <a:pathLst>
                  <a:path w="183" h="45">
                    <a:moveTo>
                      <a:pt x="0" y="45"/>
                    </a:moveTo>
                    <a:lnTo>
                      <a:pt x="27" y="0"/>
                    </a:lnTo>
                    <a:lnTo>
                      <a:pt x="183" y="0"/>
                    </a:lnTo>
                    <a:lnTo>
                      <a:pt x="164" y="45"/>
                    </a:lnTo>
                    <a:lnTo>
                      <a:pt x="0" y="45"/>
                    </a:lnTo>
                    <a:close/>
                  </a:path>
                </a:pathLst>
              </a:custGeom>
              <a:pattFill prst="dkDnDiag">
                <a:fgClr>
                  <a:schemeClr val="accent1"/>
                </a:fgClr>
                <a:bgClr>
                  <a:schemeClr val="accent1">
                    <a:lumMod val="75000"/>
                  </a:schemeClr>
                </a:bgClr>
              </a:patt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11" name="Freeform 17"/>
              <p:cNvSpPr>
                <a:spLocks/>
              </p:cNvSpPr>
              <p:nvPr/>
            </p:nvSpPr>
            <p:spPr bwMode="auto">
              <a:xfrm>
                <a:off x="4098445" y="2382285"/>
                <a:ext cx="447816" cy="113213"/>
              </a:xfrm>
              <a:custGeom>
                <a:avLst/>
                <a:gdLst>
                  <a:gd name="T0" fmla="*/ 19 w 178"/>
                  <a:gd name="T1" fmla="*/ 0 h 45"/>
                  <a:gd name="T2" fmla="*/ 0 w 178"/>
                  <a:gd name="T3" fmla="*/ 45 h 45"/>
                  <a:gd name="T4" fmla="*/ 163 w 178"/>
                  <a:gd name="T5" fmla="*/ 45 h 45"/>
                  <a:gd name="T6" fmla="*/ 178 w 178"/>
                  <a:gd name="T7" fmla="*/ 0 h 45"/>
                  <a:gd name="T8" fmla="*/ 19 w 178"/>
                  <a:gd name="T9" fmla="*/ 0 h 45"/>
                </a:gdLst>
                <a:ahLst/>
                <a:cxnLst>
                  <a:cxn ang="0">
                    <a:pos x="T0" y="T1"/>
                  </a:cxn>
                  <a:cxn ang="0">
                    <a:pos x="T2" y="T3"/>
                  </a:cxn>
                  <a:cxn ang="0">
                    <a:pos x="T4" y="T5"/>
                  </a:cxn>
                  <a:cxn ang="0">
                    <a:pos x="T6" y="T7"/>
                  </a:cxn>
                  <a:cxn ang="0">
                    <a:pos x="T8" y="T9"/>
                  </a:cxn>
                </a:cxnLst>
                <a:rect l="0" t="0" r="r" b="b"/>
                <a:pathLst>
                  <a:path w="178" h="45">
                    <a:moveTo>
                      <a:pt x="19" y="0"/>
                    </a:moveTo>
                    <a:lnTo>
                      <a:pt x="0" y="45"/>
                    </a:lnTo>
                    <a:lnTo>
                      <a:pt x="163" y="45"/>
                    </a:lnTo>
                    <a:lnTo>
                      <a:pt x="178" y="0"/>
                    </a:lnTo>
                    <a:lnTo>
                      <a:pt x="19" y="0"/>
                    </a:lnTo>
                    <a:close/>
                  </a:path>
                </a:pathLst>
              </a:custGeom>
              <a:pattFill prst="ltDnDiag">
                <a:fgClr>
                  <a:schemeClr val="accent3">
                    <a:lumMod val="75000"/>
                  </a:schemeClr>
                </a:fgClr>
                <a:bgClr>
                  <a:schemeClr val="accent3">
                    <a:lumMod val="65000"/>
                  </a:schemeClr>
                </a:bgClr>
              </a:patt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2" name="Freeform 18"/>
              <p:cNvSpPr>
                <a:spLocks/>
              </p:cNvSpPr>
              <p:nvPr/>
            </p:nvSpPr>
            <p:spPr bwMode="auto">
              <a:xfrm>
                <a:off x="4634314" y="2382285"/>
                <a:ext cx="430206" cy="113213"/>
              </a:xfrm>
              <a:custGeom>
                <a:avLst/>
                <a:gdLst>
                  <a:gd name="T0" fmla="*/ 14 w 171"/>
                  <a:gd name="T1" fmla="*/ 0 h 45"/>
                  <a:gd name="T2" fmla="*/ 0 w 171"/>
                  <a:gd name="T3" fmla="*/ 45 h 45"/>
                  <a:gd name="T4" fmla="*/ 164 w 171"/>
                  <a:gd name="T5" fmla="*/ 45 h 45"/>
                  <a:gd name="T6" fmla="*/ 171 w 171"/>
                  <a:gd name="T7" fmla="*/ 0 h 45"/>
                  <a:gd name="T8" fmla="*/ 14 w 171"/>
                  <a:gd name="T9" fmla="*/ 0 h 45"/>
                </a:gdLst>
                <a:ahLst/>
                <a:cxnLst>
                  <a:cxn ang="0">
                    <a:pos x="T0" y="T1"/>
                  </a:cxn>
                  <a:cxn ang="0">
                    <a:pos x="T2" y="T3"/>
                  </a:cxn>
                  <a:cxn ang="0">
                    <a:pos x="T4" y="T5"/>
                  </a:cxn>
                  <a:cxn ang="0">
                    <a:pos x="T6" y="T7"/>
                  </a:cxn>
                  <a:cxn ang="0">
                    <a:pos x="T8" y="T9"/>
                  </a:cxn>
                </a:cxnLst>
                <a:rect l="0" t="0" r="r" b="b"/>
                <a:pathLst>
                  <a:path w="171" h="45">
                    <a:moveTo>
                      <a:pt x="14" y="0"/>
                    </a:moveTo>
                    <a:lnTo>
                      <a:pt x="0" y="45"/>
                    </a:lnTo>
                    <a:lnTo>
                      <a:pt x="164" y="45"/>
                    </a:lnTo>
                    <a:lnTo>
                      <a:pt x="171" y="0"/>
                    </a:lnTo>
                    <a:lnTo>
                      <a:pt x="14" y="0"/>
                    </a:lnTo>
                    <a:close/>
                  </a:path>
                </a:pathLst>
              </a:custGeom>
              <a:pattFill prst="dkDnDiag">
                <a:fgClr>
                  <a:schemeClr val="accent1"/>
                </a:fgClr>
                <a:bgClr>
                  <a:schemeClr val="accent1">
                    <a:lumMod val="75000"/>
                  </a:schemeClr>
                </a:bgClr>
              </a:patt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13" name="Freeform 19"/>
              <p:cNvSpPr>
                <a:spLocks/>
              </p:cNvSpPr>
              <p:nvPr/>
            </p:nvSpPr>
            <p:spPr bwMode="auto">
              <a:xfrm>
                <a:off x="5172700" y="2382285"/>
                <a:ext cx="410080" cy="113213"/>
              </a:xfrm>
              <a:custGeom>
                <a:avLst/>
                <a:gdLst>
                  <a:gd name="T0" fmla="*/ 7 w 163"/>
                  <a:gd name="T1" fmla="*/ 0 h 45"/>
                  <a:gd name="T2" fmla="*/ 0 w 163"/>
                  <a:gd name="T3" fmla="*/ 45 h 45"/>
                  <a:gd name="T4" fmla="*/ 163 w 163"/>
                  <a:gd name="T5" fmla="*/ 45 h 45"/>
                  <a:gd name="T6" fmla="*/ 163 w 163"/>
                  <a:gd name="T7" fmla="*/ 0 h 45"/>
                  <a:gd name="T8" fmla="*/ 7 w 163"/>
                  <a:gd name="T9" fmla="*/ 0 h 45"/>
                </a:gdLst>
                <a:ahLst/>
                <a:cxnLst>
                  <a:cxn ang="0">
                    <a:pos x="T0" y="T1"/>
                  </a:cxn>
                  <a:cxn ang="0">
                    <a:pos x="T2" y="T3"/>
                  </a:cxn>
                  <a:cxn ang="0">
                    <a:pos x="T4" y="T5"/>
                  </a:cxn>
                  <a:cxn ang="0">
                    <a:pos x="T6" y="T7"/>
                  </a:cxn>
                  <a:cxn ang="0">
                    <a:pos x="T8" y="T9"/>
                  </a:cxn>
                </a:cxnLst>
                <a:rect l="0" t="0" r="r" b="b"/>
                <a:pathLst>
                  <a:path w="163" h="45">
                    <a:moveTo>
                      <a:pt x="7" y="0"/>
                    </a:moveTo>
                    <a:lnTo>
                      <a:pt x="0" y="45"/>
                    </a:lnTo>
                    <a:lnTo>
                      <a:pt x="163" y="45"/>
                    </a:lnTo>
                    <a:lnTo>
                      <a:pt x="163" y="0"/>
                    </a:lnTo>
                    <a:lnTo>
                      <a:pt x="7" y="0"/>
                    </a:lnTo>
                    <a:close/>
                  </a:path>
                </a:pathLst>
              </a:custGeom>
              <a:pattFill prst="ltDnDiag">
                <a:fgClr>
                  <a:schemeClr val="accent3">
                    <a:lumMod val="75000"/>
                  </a:schemeClr>
                </a:fgClr>
                <a:bgClr>
                  <a:schemeClr val="accent3">
                    <a:lumMod val="65000"/>
                  </a:schemeClr>
                </a:bgClr>
              </a:patt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4" name="Freeform 20"/>
              <p:cNvSpPr>
                <a:spLocks/>
              </p:cNvSpPr>
              <p:nvPr/>
            </p:nvSpPr>
            <p:spPr bwMode="auto">
              <a:xfrm>
                <a:off x="7789156" y="2382285"/>
                <a:ext cx="478006" cy="113213"/>
              </a:xfrm>
              <a:custGeom>
                <a:avLst/>
                <a:gdLst>
                  <a:gd name="T0" fmla="*/ 26 w 190"/>
                  <a:gd name="T1" fmla="*/ 45 h 45"/>
                  <a:gd name="T2" fmla="*/ 0 w 190"/>
                  <a:gd name="T3" fmla="*/ 0 h 45"/>
                  <a:gd name="T4" fmla="*/ 157 w 190"/>
                  <a:gd name="T5" fmla="*/ 0 h 45"/>
                  <a:gd name="T6" fmla="*/ 190 w 190"/>
                  <a:gd name="T7" fmla="*/ 45 h 45"/>
                  <a:gd name="T8" fmla="*/ 26 w 190"/>
                  <a:gd name="T9" fmla="*/ 45 h 45"/>
                </a:gdLst>
                <a:ahLst/>
                <a:cxnLst>
                  <a:cxn ang="0">
                    <a:pos x="T0" y="T1"/>
                  </a:cxn>
                  <a:cxn ang="0">
                    <a:pos x="T2" y="T3"/>
                  </a:cxn>
                  <a:cxn ang="0">
                    <a:pos x="T4" y="T5"/>
                  </a:cxn>
                  <a:cxn ang="0">
                    <a:pos x="T6" y="T7"/>
                  </a:cxn>
                  <a:cxn ang="0">
                    <a:pos x="T8" y="T9"/>
                  </a:cxn>
                </a:cxnLst>
                <a:rect l="0" t="0" r="r" b="b"/>
                <a:pathLst>
                  <a:path w="190" h="45">
                    <a:moveTo>
                      <a:pt x="26" y="45"/>
                    </a:moveTo>
                    <a:lnTo>
                      <a:pt x="0" y="0"/>
                    </a:lnTo>
                    <a:lnTo>
                      <a:pt x="157" y="0"/>
                    </a:lnTo>
                    <a:lnTo>
                      <a:pt x="190" y="45"/>
                    </a:lnTo>
                    <a:lnTo>
                      <a:pt x="26" y="45"/>
                    </a:lnTo>
                    <a:close/>
                  </a:path>
                </a:pathLst>
              </a:custGeom>
              <a:pattFill prst="dkDnDiag">
                <a:fgClr>
                  <a:schemeClr val="accent1"/>
                </a:fgClr>
                <a:bgClr>
                  <a:schemeClr val="accent1">
                    <a:lumMod val="75000"/>
                  </a:schemeClr>
                </a:bgClr>
              </a:patt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15" name="Freeform 21"/>
              <p:cNvSpPr>
                <a:spLocks/>
              </p:cNvSpPr>
              <p:nvPr/>
            </p:nvSpPr>
            <p:spPr bwMode="auto">
              <a:xfrm>
                <a:off x="7270896" y="2382285"/>
                <a:ext cx="460396" cy="113213"/>
              </a:xfrm>
              <a:custGeom>
                <a:avLst/>
                <a:gdLst>
                  <a:gd name="T0" fmla="*/ 183 w 183"/>
                  <a:gd name="T1" fmla="*/ 45 h 45"/>
                  <a:gd name="T2" fmla="*/ 156 w 183"/>
                  <a:gd name="T3" fmla="*/ 0 h 45"/>
                  <a:gd name="T4" fmla="*/ 0 w 183"/>
                  <a:gd name="T5" fmla="*/ 0 h 45"/>
                  <a:gd name="T6" fmla="*/ 19 w 183"/>
                  <a:gd name="T7" fmla="*/ 45 h 45"/>
                  <a:gd name="T8" fmla="*/ 183 w 183"/>
                  <a:gd name="T9" fmla="*/ 45 h 45"/>
                </a:gdLst>
                <a:ahLst/>
                <a:cxnLst>
                  <a:cxn ang="0">
                    <a:pos x="T0" y="T1"/>
                  </a:cxn>
                  <a:cxn ang="0">
                    <a:pos x="T2" y="T3"/>
                  </a:cxn>
                  <a:cxn ang="0">
                    <a:pos x="T4" y="T5"/>
                  </a:cxn>
                  <a:cxn ang="0">
                    <a:pos x="T6" y="T7"/>
                  </a:cxn>
                  <a:cxn ang="0">
                    <a:pos x="T8" y="T9"/>
                  </a:cxn>
                </a:cxnLst>
                <a:rect l="0" t="0" r="r" b="b"/>
                <a:pathLst>
                  <a:path w="183" h="45">
                    <a:moveTo>
                      <a:pt x="183" y="45"/>
                    </a:moveTo>
                    <a:lnTo>
                      <a:pt x="156" y="0"/>
                    </a:lnTo>
                    <a:lnTo>
                      <a:pt x="0" y="0"/>
                    </a:lnTo>
                    <a:lnTo>
                      <a:pt x="19" y="45"/>
                    </a:lnTo>
                    <a:lnTo>
                      <a:pt x="183" y="45"/>
                    </a:lnTo>
                    <a:close/>
                  </a:path>
                </a:pathLst>
              </a:custGeom>
              <a:pattFill prst="ltDnDiag">
                <a:fgClr>
                  <a:schemeClr val="accent3">
                    <a:lumMod val="75000"/>
                  </a:schemeClr>
                </a:fgClr>
                <a:bgClr>
                  <a:schemeClr val="accent3">
                    <a:lumMod val="65000"/>
                  </a:schemeClr>
                </a:bgClr>
              </a:patt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6" name="Freeform 22"/>
              <p:cNvSpPr>
                <a:spLocks/>
              </p:cNvSpPr>
              <p:nvPr/>
            </p:nvSpPr>
            <p:spPr bwMode="auto">
              <a:xfrm>
                <a:off x="6745090" y="2382285"/>
                <a:ext cx="447816" cy="113213"/>
              </a:xfrm>
              <a:custGeom>
                <a:avLst/>
                <a:gdLst>
                  <a:gd name="T0" fmla="*/ 159 w 178"/>
                  <a:gd name="T1" fmla="*/ 0 h 45"/>
                  <a:gd name="T2" fmla="*/ 178 w 178"/>
                  <a:gd name="T3" fmla="*/ 45 h 45"/>
                  <a:gd name="T4" fmla="*/ 15 w 178"/>
                  <a:gd name="T5" fmla="*/ 45 h 45"/>
                  <a:gd name="T6" fmla="*/ 0 w 178"/>
                  <a:gd name="T7" fmla="*/ 0 h 45"/>
                  <a:gd name="T8" fmla="*/ 159 w 178"/>
                  <a:gd name="T9" fmla="*/ 0 h 45"/>
                </a:gdLst>
                <a:ahLst/>
                <a:cxnLst>
                  <a:cxn ang="0">
                    <a:pos x="T0" y="T1"/>
                  </a:cxn>
                  <a:cxn ang="0">
                    <a:pos x="T2" y="T3"/>
                  </a:cxn>
                  <a:cxn ang="0">
                    <a:pos x="T4" y="T5"/>
                  </a:cxn>
                  <a:cxn ang="0">
                    <a:pos x="T6" y="T7"/>
                  </a:cxn>
                  <a:cxn ang="0">
                    <a:pos x="T8" y="T9"/>
                  </a:cxn>
                </a:cxnLst>
                <a:rect l="0" t="0" r="r" b="b"/>
                <a:pathLst>
                  <a:path w="178" h="45">
                    <a:moveTo>
                      <a:pt x="159" y="0"/>
                    </a:moveTo>
                    <a:lnTo>
                      <a:pt x="178" y="45"/>
                    </a:lnTo>
                    <a:lnTo>
                      <a:pt x="15" y="45"/>
                    </a:lnTo>
                    <a:lnTo>
                      <a:pt x="0" y="0"/>
                    </a:lnTo>
                    <a:lnTo>
                      <a:pt x="159" y="0"/>
                    </a:lnTo>
                    <a:close/>
                  </a:path>
                </a:pathLst>
              </a:custGeom>
              <a:pattFill prst="dkDnDiag">
                <a:fgClr>
                  <a:schemeClr val="accent1"/>
                </a:fgClr>
                <a:bgClr>
                  <a:schemeClr val="accent1">
                    <a:lumMod val="75000"/>
                  </a:schemeClr>
                </a:bgClr>
              </a:patt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17" name="Freeform 23"/>
              <p:cNvSpPr>
                <a:spLocks/>
              </p:cNvSpPr>
              <p:nvPr/>
            </p:nvSpPr>
            <p:spPr bwMode="auto">
              <a:xfrm>
                <a:off x="6226831" y="2382285"/>
                <a:ext cx="430206" cy="113213"/>
              </a:xfrm>
              <a:custGeom>
                <a:avLst/>
                <a:gdLst>
                  <a:gd name="T0" fmla="*/ 157 w 171"/>
                  <a:gd name="T1" fmla="*/ 0 h 45"/>
                  <a:gd name="T2" fmla="*/ 171 w 171"/>
                  <a:gd name="T3" fmla="*/ 45 h 45"/>
                  <a:gd name="T4" fmla="*/ 7 w 171"/>
                  <a:gd name="T5" fmla="*/ 45 h 45"/>
                  <a:gd name="T6" fmla="*/ 0 w 171"/>
                  <a:gd name="T7" fmla="*/ 0 h 45"/>
                  <a:gd name="T8" fmla="*/ 157 w 171"/>
                  <a:gd name="T9" fmla="*/ 0 h 45"/>
                </a:gdLst>
                <a:ahLst/>
                <a:cxnLst>
                  <a:cxn ang="0">
                    <a:pos x="T0" y="T1"/>
                  </a:cxn>
                  <a:cxn ang="0">
                    <a:pos x="T2" y="T3"/>
                  </a:cxn>
                  <a:cxn ang="0">
                    <a:pos x="T4" y="T5"/>
                  </a:cxn>
                  <a:cxn ang="0">
                    <a:pos x="T6" y="T7"/>
                  </a:cxn>
                  <a:cxn ang="0">
                    <a:pos x="T8" y="T9"/>
                  </a:cxn>
                </a:cxnLst>
                <a:rect l="0" t="0" r="r" b="b"/>
                <a:pathLst>
                  <a:path w="171" h="45">
                    <a:moveTo>
                      <a:pt x="157" y="0"/>
                    </a:moveTo>
                    <a:lnTo>
                      <a:pt x="171" y="45"/>
                    </a:lnTo>
                    <a:lnTo>
                      <a:pt x="7" y="45"/>
                    </a:lnTo>
                    <a:lnTo>
                      <a:pt x="0" y="0"/>
                    </a:lnTo>
                    <a:lnTo>
                      <a:pt x="157" y="0"/>
                    </a:lnTo>
                    <a:close/>
                  </a:path>
                </a:pathLst>
              </a:custGeom>
              <a:pattFill prst="ltDnDiag">
                <a:fgClr>
                  <a:schemeClr val="accent3">
                    <a:lumMod val="75000"/>
                  </a:schemeClr>
                </a:fgClr>
                <a:bgClr>
                  <a:schemeClr val="accent3">
                    <a:lumMod val="65000"/>
                  </a:schemeClr>
                </a:bgClr>
              </a:patt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8" name="Freeform 24"/>
              <p:cNvSpPr>
                <a:spLocks/>
              </p:cNvSpPr>
              <p:nvPr/>
            </p:nvSpPr>
            <p:spPr bwMode="auto">
              <a:xfrm>
                <a:off x="5708571" y="2382285"/>
                <a:ext cx="410080" cy="113213"/>
              </a:xfrm>
              <a:custGeom>
                <a:avLst/>
                <a:gdLst>
                  <a:gd name="T0" fmla="*/ 156 w 163"/>
                  <a:gd name="T1" fmla="*/ 0 h 45"/>
                  <a:gd name="T2" fmla="*/ 163 w 163"/>
                  <a:gd name="T3" fmla="*/ 45 h 45"/>
                  <a:gd name="T4" fmla="*/ 0 w 163"/>
                  <a:gd name="T5" fmla="*/ 45 h 45"/>
                  <a:gd name="T6" fmla="*/ 0 w 163"/>
                  <a:gd name="T7" fmla="*/ 0 h 45"/>
                  <a:gd name="T8" fmla="*/ 156 w 163"/>
                  <a:gd name="T9" fmla="*/ 0 h 45"/>
                </a:gdLst>
                <a:ahLst/>
                <a:cxnLst>
                  <a:cxn ang="0">
                    <a:pos x="T0" y="T1"/>
                  </a:cxn>
                  <a:cxn ang="0">
                    <a:pos x="T2" y="T3"/>
                  </a:cxn>
                  <a:cxn ang="0">
                    <a:pos x="T4" y="T5"/>
                  </a:cxn>
                  <a:cxn ang="0">
                    <a:pos x="T6" y="T7"/>
                  </a:cxn>
                  <a:cxn ang="0">
                    <a:pos x="T8" y="T9"/>
                  </a:cxn>
                </a:cxnLst>
                <a:rect l="0" t="0" r="r" b="b"/>
                <a:pathLst>
                  <a:path w="163" h="45">
                    <a:moveTo>
                      <a:pt x="156" y="0"/>
                    </a:moveTo>
                    <a:lnTo>
                      <a:pt x="163" y="45"/>
                    </a:lnTo>
                    <a:lnTo>
                      <a:pt x="0" y="45"/>
                    </a:lnTo>
                    <a:lnTo>
                      <a:pt x="0" y="0"/>
                    </a:lnTo>
                    <a:lnTo>
                      <a:pt x="156" y="0"/>
                    </a:lnTo>
                    <a:close/>
                  </a:path>
                </a:pathLst>
              </a:custGeom>
              <a:pattFill prst="dkDnDiag">
                <a:fgClr>
                  <a:schemeClr val="accent1"/>
                </a:fgClr>
                <a:bgClr>
                  <a:schemeClr val="accent1">
                    <a:lumMod val="75000"/>
                  </a:schemeClr>
                </a:bgClr>
              </a:patt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grpSp>
        <p:nvGrpSpPr>
          <p:cNvPr id="213" name="그룹 212"/>
          <p:cNvGrpSpPr/>
          <p:nvPr/>
        </p:nvGrpSpPr>
        <p:grpSpPr>
          <a:xfrm>
            <a:off x="2460414" y="0"/>
            <a:ext cx="1937183" cy="774700"/>
            <a:chOff x="4677084" y="1879601"/>
            <a:chExt cx="1937183" cy="389953"/>
          </a:xfrm>
        </p:grpSpPr>
        <p:sp>
          <p:nvSpPr>
            <p:cNvPr id="214" name="Rectangle 39"/>
            <p:cNvSpPr>
              <a:spLocks noChangeArrowheads="1"/>
            </p:cNvSpPr>
            <p:nvPr/>
          </p:nvSpPr>
          <p:spPr bwMode="auto">
            <a:xfrm>
              <a:off x="5499757" y="1879601"/>
              <a:ext cx="83023" cy="389953"/>
            </a:xfrm>
            <a:prstGeom prst="rect">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15" name="Rectangle 41"/>
            <p:cNvSpPr>
              <a:spLocks noChangeArrowheads="1"/>
            </p:cNvSpPr>
            <p:nvPr/>
          </p:nvSpPr>
          <p:spPr bwMode="auto">
            <a:xfrm>
              <a:off x="5295976" y="1879601"/>
              <a:ext cx="77991" cy="389953"/>
            </a:xfrm>
            <a:prstGeom prst="rect">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16" name="Rectangle 42"/>
            <p:cNvSpPr>
              <a:spLocks noChangeArrowheads="1"/>
            </p:cNvSpPr>
            <p:nvPr/>
          </p:nvSpPr>
          <p:spPr bwMode="auto">
            <a:xfrm>
              <a:off x="5087162" y="1879601"/>
              <a:ext cx="85538" cy="389953"/>
            </a:xfrm>
            <a:prstGeom prst="rect">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17" name="Rectangle 43"/>
            <p:cNvSpPr>
              <a:spLocks noChangeArrowheads="1"/>
            </p:cNvSpPr>
            <p:nvPr/>
          </p:nvSpPr>
          <p:spPr bwMode="auto">
            <a:xfrm>
              <a:off x="4677084" y="1879601"/>
              <a:ext cx="77991" cy="389953"/>
            </a:xfrm>
            <a:prstGeom prst="rect">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18" name="Rectangle 44"/>
            <p:cNvSpPr>
              <a:spLocks noChangeArrowheads="1"/>
            </p:cNvSpPr>
            <p:nvPr/>
          </p:nvSpPr>
          <p:spPr bwMode="auto">
            <a:xfrm>
              <a:off x="4878350" y="1879601"/>
              <a:ext cx="85538" cy="389953"/>
            </a:xfrm>
            <a:prstGeom prst="rect">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19" name="Rectangle 49"/>
            <p:cNvSpPr>
              <a:spLocks noChangeArrowheads="1"/>
            </p:cNvSpPr>
            <p:nvPr/>
          </p:nvSpPr>
          <p:spPr bwMode="auto">
            <a:xfrm>
              <a:off x="5708571" y="1879601"/>
              <a:ext cx="83023" cy="389953"/>
            </a:xfrm>
            <a:prstGeom prst="rect">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20" name="Rectangle 51"/>
            <p:cNvSpPr>
              <a:spLocks noChangeArrowheads="1"/>
            </p:cNvSpPr>
            <p:nvPr/>
          </p:nvSpPr>
          <p:spPr bwMode="auto">
            <a:xfrm>
              <a:off x="5917384" y="1879601"/>
              <a:ext cx="77991" cy="389953"/>
            </a:xfrm>
            <a:prstGeom prst="rect">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21" name="Rectangle 52"/>
            <p:cNvSpPr>
              <a:spLocks noChangeArrowheads="1"/>
            </p:cNvSpPr>
            <p:nvPr/>
          </p:nvSpPr>
          <p:spPr bwMode="auto">
            <a:xfrm>
              <a:off x="6118650" y="1879601"/>
              <a:ext cx="85538" cy="389953"/>
            </a:xfrm>
            <a:prstGeom prst="rect">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22" name="Rectangle 53"/>
            <p:cNvSpPr>
              <a:spLocks noChangeArrowheads="1"/>
            </p:cNvSpPr>
            <p:nvPr/>
          </p:nvSpPr>
          <p:spPr bwMode="auto">
            <a:xfrm>
              <a:off x="6536276" y="1879601"/>
              <a:ext cx="77991" cy="389953"/>
            </a:xfrm>
            <a:prstGeom prst="rect">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23" name="Rectangle 54"/>
            <p:cNvSpPr>
              <a:spLocks noChangeArrowheads="1"/>
            </p:cNvSpPr>
            <p:nvPr/>
          </p:nvSpPr>
          <p:spPr bwMode="auto">
            <a:xfrm>
              <a:off x="6327464" y="1879601"/>
              <a:ext cx="85538" cy="389953"/>
            </a:xfrm>
            <a:prstGeom prst="rect">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151" name="그룹 150"/>
          <p:cNvGrpSpPr/>
          <p:nvPr/>
        </p:nvGrpSpPr>
        <p:grpSpPr>
          <a:xfrm>
            <a:off x="807518" y="2495494"/>
            <a:ext cx="412595" cy="414000"/>
            <a:chOff x="3024188" y="2495497"/>
            <a:chExt cx="412595" cy="414000"/>
          </a:xfrm>
        </p:grpSpPr>
        <p:sp>
          <p:nvSpPr>
            <p:cNvPr id="177" name="한쪽 모서리가 둥근 사각형 176"/>
            <p:cNvSpPr>
              <a:spLocks/>
            </p:cNvSpPr>
            <p:nvPr/>
          </p:nvSpPr>
          <p:spPr>
            <a:xfrm rot="10800000" flipH="1">
              <a:off x="3024188" y="2495497"/>
              <a:ext cx="412595" cy="414000"/>
            </a:xfrm>
            <a:prstGeom prst="round1Rect">
              <a:avLst>
                <a:gd name="adj" fmla="val 20000"/>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0" name="TextBox 189"/>
            <p:cNvSpPr txBox="1">
              <a:spLocks/>
            </p:cNvSpPr>
            <p:nvPr/>
          </p:nvSpPr>
          <p:spPr>
            <a:xfrm>
              <a:off x="3024188" y="2708470"/>
              <a:ext cx="412595"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-20</a:t>
              </a:r>
              <a:endParaRPr lang="ko-KR" altLang="en-US" sz="1100" b="1" dirty="0">
                <a:gradFill>
                  <a:gsLst>
                    <a:gs pos="0">
                      <a:schemeClr val="bg2"/>
                    </a:gs>
                    <a:gs pos="100000">
                      <a:schemeClr val="bg2"/>
                    </a:gs>
                  </a:gsLst>
                  <a:lin ang="5400000" scaled="0"/>
                </a:gradFill>
              </a:endParaRPr>
            </a:p>
          </p:txBody>
        </p:sp>
      </p:grpSp>
      <p:grpSp>
        <p:nvGrpSpPr>
          <p:cNvPr id="152" name="그룹 151"/>
          <p:cNvGrpSpPr/>
          <p:nvPr/>
        </p:nvGrpSpPr>
        <p:grpSpPr>
          <a:xfrm>
            <a:off x="1344227" y="2495495"/>
            <a:ext cx="412595" cy="867600"/>
            <a:chOff x="3560897" y="2495497"/>
            <a:chExt cx="412595" cy="867600"/>
          </a:xfrm>
        </p:grpSpPr>
        <p:sp>
          <p:nvSpPr>
            <p:cNvPr id="179" name="한쪽 모서리가 둥근 사각형 178"/>
            <p:cNvSpPr>
              <a:spLocks/>
            </p:cNvSpPr>
            <p:nvPr/>
          </p:nvSpPr>
          <p:spPr>
            <a:xfrm rot="10800000" flipH="1">
              <a:off x="3560897" y="2495497"/>
              <a:ext cx="412595" cy="867600"/>
            </a:xfrm>
            <a:prstGeom prst="round1Rect">
              <a:avLst>
                <a:gd name="adj" fmla="val 20000"/>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49" name="TextBox 248"/>
            <p:cNvSpPr txBox="1">
              <a:spLocks/>
            </p:cNvSpPr>
            <p:nvPr/>
          </p:nvSpPr>
          <p:spPr>
            <a:xfrm>
              <a:off x="3560897" y="3162070"/>
              <a:ext cx="412595"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-42</a:t>
              </a:r>
              <a:endParaRPr lang="ko-KR" altLang="en-US" sz="1100" b="1" dirty="0">
                <a:gradFill>
                  <a:gsLst>
                    <a:gs pos="0">
                      <a:schemeClr val="bg2"/>
                    </a:gs>
                    <a:gs pos="100000">
                      <a:schemeClr val="bg2"/>
                    </a:gs>
                  </a:gsLst>
                  <a:lin ang="5400000" scaled="0"/>
                </a:gradFill>
              </a:endParaRPr>
            </a:p>
          </p:txBody>
        </p:sp>
      </p:grpSp>
      <p:grpSp>
        <p:nvGrpSpPr>
          <p:cNvPr id="153" name="그룹 152"/>
          <p:cNvGrpSpPr/>
          <p:nvPr/>
        </p:nvGrpSpPr>
        <p:grpSpPr>
          <a:xfrm>
            <a:off x="1880936" y="2495494"/>
            <a:ext cx="412595" cy="475200"/>
            <a:chOff x="4097606" y="2495497"/>
            <a:chExt cx="412595" cy="475200"/>
          </a:xfrm>
        </p:grpSpPr>
        <p:sp>
          <p:nvSpPr>
            <p:cNvPr id="180" name="한쪽 모서리가 둥근 사각형 179"/>
            <p:cNvSpPr>
              <a:spLocks/>
            </p:cNvSpPr>
            <p:nvPr/>
          </p:nvSpPr>
          <p:spPr>
            <a:xfrm rot="10800000" flipH="1">
              <a:off x="4097606" y="2495497"/>
              <a:ext cx="412595" cy="475200"/>
            </a:xfrm>
            <a:prstGeom prst="round1Rect">
              <a:avLst>
                <a:gd name="adj" fmla="val 20000"/>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53" name="TextBox 252"/>
            <p:cNvSpPr txBox="1">
              <a:spLocks/>
            </p:cNvSpPr>
            <p:nvPr/>
          </p:nvSpPr>
          <p:spPr>
            <a:xfrm>
              <a:off x="4097606" y="2769670"/>
              <a:ext cx="412595"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-23</a:t>
              </a:r>
              <a:endParaRPr lang="ko-KR" altLang="en-US" sz="1100" b="1" dirty="0">
                <a:gradFill>
                  <a:gsLst>
                    <a:gs pos="0">
                      <a:schemeClr val="bg2"/>
                    </a:gs>
                    <a:gs pos="100000">
                      <a:schemeClr val="bg2"/>
                    </a:gs>
                  </a:gsLst>
                  <a:lin ang="5400000" scaled="0"/>
                </a:gradFill>
              </a:endParaRPr>
            </a:p>
          </p:txBody>
        </p:sp>
      </p:grpSp>
      <p:grpSp>
        <p:nvGrpSpPr>
          <p:cNvPr id="154" name="그룹 153"/>
          <p:cNvGrpSpPr/>
          <p:nvPr/>
        </p:nvGrpSpPr>
        <p:grpSpPr>
          <a:xfrm>
            <a:off x="2417645" y="2495495"/>
            <a:ext cx="412595" cy="662400"/>
            <a:chOff x="4634315" y="2495497"/>
            <a:chExt cx="412595" cy="662400"/>
          </a:xfrm>
        </p:grpSpPr>
        <p:sp>
          <p:nvSpPr>
            <p:cNvPr id="181" name="한쪽 모서리가 둥근 사각형 180"/>
            <p:cNvSpPr>
              <a:spLocks/>
            </p:cNvSpPr>
            <p:nvPr/>
          </p:nvSpPr>
          <p:spPr>
            <a:xfrm rot="10800000" flipH="1">
              <a:off x="4634315" y="2495497"/>
              <a:ext cx="412595" cy="662400"/>
            </a:xfrm>
            <a:prstGeom prst="round1Rect">
              <a:avLst>
                <a:gd name="adj" fmla="val 20000"/>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55" name="TextBox 254"/>
            <p:cNvSpPr txBox="1">
              <a:spLocks/>
            </p:cNvSpPr>
            <p:nvPr/>
          </p:nvSpPr>
          <p:spPr>
            <a:xfrm>
              <a:off x="4634315" y="2956870"/>
              <a:ext cx="412595"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-32</a:t>
              </a:r>
              <a:endParaRPr lang="ko-KR" altLang="en-US" sz="1100" b="1" dirty="0">
                <a:gradFill>
                  <a:gsLst>
                    <a:gs pos="0">
                      <a:schemeClr val="bg2"/>
                    </a:gs>
                    <a:gs pos="100000">
                      <a:schemeClr val="bg2"/>
                    </a:gs>
                  </a:gsLst>
                  <a:lin ang="5400000" scaled="0"/>
                </a:gradFill>
              </a:endParaRPr>
            </a:p>
          </p:txBody>
        </p:sp>
      </p:grpSp>
      <p:grpSp>
        <p:nvGrpSpPr>
          <p:cNvPr id="155" name="그룹 154"/>
          <p:cNvGrpSpPr/>
          <p:nvPr/>
        </p:nvGrpSpPr>
        <p:grpSpPr>
          <a:xfrm>
            <a:off x="2954354" y="2491827"/>
            <a:ext cx="412595" cy="169277"/>
            <a:chOff x="5171024" y="2491820"/>
            <a:chExt cx="412595" cy="169277"/>
          </a:xfrm>
        </p:grpSpPr>
        <p:sp>
          <p:nvSpPr>
            <p:cNvPr id="182" name="한쪽 모서리가 둥근 사각형 181"/>
            <p:cNvSpPr>
              <a:spLocks/>
            </p:cNvSpPr>
            <p:nvPr/>
          </p:nvSpPr>
          <p:spPr>
            <a:xfrm rot="10800000" flipH="1">
              <a:off x="5171024" y="2495497"/>
              <a:ext cx="412595" cy="165600"/>
            </a:xfrm>
            <a:prstGeom prst="round1Rect">
              <a:avLst>
                <a:gd name="adj" fmla="val 20000"/>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61" name="TextBox 260"/>
            <p:cNvSpPr txBox="1">
              <a:spLocks/>
            </p:cNvSpPr>
            <p:nvPr/>
          </p:nvSpPr>
          <p:spPr>
            <a:xfrm>
              <a:off x="5226051" y="2491820"/>
              <a:ext cx="302542"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-8</a:t>
              </a:r>
              <a:endParaRPr lang="ko-KR" altLang="en-US" sz="1100" b="1" dirty="0">
                <a:gradFill>
                  <a:gsLst>
                    <a:gs pos="0">
                      <a:schemeClr val="bg2"/>
                    </a:gs>
                    <a:gs pos="100000">
                      <a:schemeClr val="bg2"/>
                    </a:gs>
                  </a:gsLst>
                  <a:lin ang="5400000" scaled="0"/>
                </a:gradFill>
              </a:endParaRPr>
            </a:p>
          </p:txBody>
        </p:sp>
      </p:grpSp>
      <p:grpSp>
        <p:nvGrpSpPr>
          <p:cNvPr id="156" name="그룹 155"/>
          <p:cNvGrpSpPr/>
          <p:nvPr/>
        </p:nvGrpSpPr>
        <p:grpSpPr>
          <a:xfrm>
            <a:off x="3491063" y="2495495"/>
            <a:ext cx="412595" cy="784800"/>
            <a:chOff x="5707733" y="2495497"/>
            <a:chExt cx="412595" cy="784800"/>
          </a:xfrm>
        </p:grpSpPr>
        <p:sp>
          <p:nvSpPr>
            <p:cNvPr id="183" name="한쪽 모서리가 둥근 사각형 182"/>
            <p:cNvSpPr>
              <a:spLocks/>
            </p:cNvSpPr>
            <p:nvPr/>
          </p:nvSpPr>
          <p:spPr>
            <a:xfrm rot="10800000" flipH="1">
              <a:off x="5707733" y="2495497"/>
              <a:ext cx="412595" cy="784800"/>
            </a:xfrm>
            <a:prstGeom prst="round1Rect">
              <a:avLst>
                <a:gd name="adj" fmla="val 20000"/>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63" name="TextBox 262"/>
            <p:cNvSpPr txBox="1">
              <a:spLocks/>
            </p:cNvSpPr>
            <p:nvPr/>
          </p:nvSpPr>
          <p:spPr>
            <a:xfrm>
              <a:off x="5707733" y="3079270"/>
              <a:ext cx="412595"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-38</a:t>
              </a:r>
              <a:endParaRPr lang="ko-KR" altLang="en-US" sz="1100" b="1" dirty="0">
                <a:gradFill>
                  <a:gsLst>
                    <a:gs pos="0">
                      <a:schemeClr val="bg2"/>
                    </a:gs>
                    <a:gs pos="100000">
                      <a:schemeClr val="bg2"/>
                    </a:gs>
                  </a:gsLst>
                  <a:lin ang="5400000" scaled="0"/>
                </a:gradFill>
              </a:endParaRPr>
            </a:p>
          </p:txBody>
        </p:sp>
      </p:grpSp>
      <p:grpSp>
        <p:nvGrpSpPr>
          <p:cNvPr id="157" name="그룹 156"/>
          <p:cNvGrpSpPr/>
          <p:nvPr/>
        </p:nvGrpSpPr>
        <p:grpSpPr>
          <a:xfrm>
            <a:off x="4027772" y="2495494"/>
            <a:ext cx="412595" cy="453600"/>
            <a:chOff x="6244442" y="2495497"/>
            <a:chExt cx="412595" cy="453600"/>
          </a:xfrm>
        </p:grpSpPr>
        <p:sp>
          <p:nvSpPr>
            <p:cNvPr id="184" name="한쪽 모서리가 둥근 사각형 183"/>
            <p:cNvSpPr>
              <a:spLocks/>
            </p:cNvSpPr>
            <p:nvPr/>
          </p:nvSpPr>
          <p:spPr>
            <a:xfrm rot="10800000" flipH="1">
              <a:off x="6244442" y="2495497"/>
              <a:ext cx="412595" cy="453600"/>
            </a:xfrm>
            <a:prstGeom prst="round1Rect">
              <a:avLst>
                <a:gd name="adj" fmla="val 20000"/>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69" name="TextBox 268"/>
            <p:cNvSpPr txBox="1">
              <a:spLocks/>
            </p:cNvSpPr>
            <p:nvPr/>
          </p:nvSpPr>
          <p:spPr>
            <a:xfrm>
              <a:off x="6244442" y="2748070"/>
              <a:ext cx="412595"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-22</a:t>
              </a:r>
              <a:endParaRPr lang="ko-KR" altLang="en-US" sz="1100" b="1" dirty="0">
                <a:gradFill>
                  <a:gsLst>
                    <a:gs pos="0">
                      <a:schemeClr val="bg2"/>
                    </a:gs>
                    <a:gs pos="100000">
                      <a:schemeClr val="bg2"/>
                    </a:gs>
                  </a:gsLst>
                  <a:lin ang="5400000" scaled="0"/>
                </a:gradFill>
              </a:endParaRPr>
            </a:p>
          </p:txBody>
        </p:sp>
      </p:grpSp>
      <p:grpSp>
        <p:nvGrpSpPr>
          <p:cNvPr id="158" name="그룹 157"/>
          <p:cNvGrpSpPr/>
          <p:nvPr/>
        </p:nvGrpSpPr>
        <p:grpSpPr>
          <a:xfrm>
            <a:off x="4564481" y="2495491"/>
            <a:ext cx="412595" cy="205200"/>
            <a:chOff x="6781151" y="2495497"/>
            <a:chExt cx="412595" cy="205200"/>
          </a:xfrm>
        </p:grpSpPr>
        <p:sp>
          <p:nvSpPr>
            <p:cNvPr id="185" name="한쪽 모서리가 둥근 사각형 184"/>
            <p:cNvSpPr>
              <a:spLocks/>
            </p:cNvSpPr>
            <p:nvPr/>
          </p:nvSpPr>
          <p:spPr>
            <a:xfrm rot="10800000" flipH="1">
              <a:off x="6781151" y="2495497"/>
              <a:ext cx="412595" cy="205200"/>
            </a:xfrm>
            <a:prstGeom prst="round1Rect">
              <a:avLst>
                <a:gd name="adj" fmla="val 20000"/>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71" name="TextBox 270"/>
            <p:cNvSpPr txBox="1">
              <a:spLocks/>
            </p:cNvSpPr>
            <p:nvPr/>
          </p:nvSpPr>
          <p:spPr>
            <a:xfrm>
              <a:off x="6837497" y="2499670"/>
              <a:ext cx="299904"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-10</a:t>
              </a:r>
              <a:endParaRPr lang="ko-KR" altLang="en-US" sz="1100" b="1" dirty="0">
                <a:gradFill>
                  <a:gsLst>
                    <a:gs pos="0">
                      <a:schemeClr val="bg2"/>
                    </a:gs>
                    <a:gs pos="100000">
                      <a:schemeClr val="bg2"/>
                    </a:gs>
                  </a:gsLst>
                  <a:lin ang="5400000" scaled="0"/>
                </a:gradFill>
              </a:endParaRPr>
            </a:p>
          </p:txBody>
        </p:sp>
      </p:grpSp>
      <p:grpSp>
        <p:nvGrpSpPr>
          <p:cNvPr id="159" name="그룹 158"/>
          <p:cNvGrpSpPr/>
          <p:nvPr/>
        </p:nvGrpSpPr>
        <p:grpSpPr>
          <a:xfrm>
            <a:off x="5101190" y="2495495"/>
            <a:ext cx="412595" cy="540000"/>
            <a:chOff x="7317860" y="2495497"/>
            <a:chExt cx="412595" cy="540000"/>
          </a:xfrm>
        </p:grpSpPr>
        <p:sp>
          <p:nvSpPr>
            <p:cNvPr id="186" name="한쪽 모서리가 둥근 사각형 185"/>
            <p:cNvSpPr>
              <a:spLocks/>
            </p:cNvSpPr>
            <p:nvPr/>
          </p:nvSpPr>
          <p:spPr>
            <a:xfrm rot="10800000" flipH="1">
              <a:off x="7317860" y="2495497"/>
              <a:ext cx="412595" cy="540000"/>
            </a:xfrm>
            <a:prstGeom prst="round1Rect">
              <a:avLst>
                <a:gd name="adj" fmla="val 20000"/>
              </a:avLst>
            </a:prstGeom>
            <a:solidFill>
              <a:schemeClr val="accent3">
                <a:lumMod val="65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77" name="TextBox 276"/>
            <p:cNvSpPr txBox="1">
              <a:spLocks/>
            </p:cNvSpPr>
            <p:nvPr/>
          </p:nvSpPr>
          <p:spPr>
            <a:xfrm>
              <a:off x="7317860" y="2834470"/>
              <a:ext cx="412595"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-26</a:t>
              </a:r>
              <a:endParaRPr lang="ko-KR" altLang="en-US" sz="1100" b="1" dirty="0">
                <a:gradFill>
                  <a:gsLst>
                    <a:gs pos="0">
                      <a:schemeClr val="bg2"/>
                    </a:gs>
                    <a:gs pos="100000">
                      <a:schemeClr val="bg2"/>
                    </a:gs>
                  </a:gsLst>
                  <a:lin ang="5400000" scaled="0"/>
                </a:gradFill>
              </a:endParaRPr>
            </a:p>
          </p:txBody>
        </p:sp>
      </p:grpSp>
      <p:grpSp>
        <p:nvGrpSpPr>
          <p:cNvPr id="160" name="그룹 159"/>
          <p:cNvGrpSpPr/>
          <p:nvPr/>
        </p:nvGrpSpPr>
        <p:grpSpPr>
          <a:xfrm>
            <a:off x="5637897" y="2495497"/>
            <a:ext cx="412597" cy="1032998"/>
            <a:chOff x="7854567" y="2495497"/>
            <a:chExt cx="412597" cy="1032998"/>
          </a:xfrm>
        </p:grpSpPr>
        <p:sp>
          <p:nvSpPr>
            <p:cNvPr id="187" name="한쪽 모서리가 둥근 사각형 186"/>
            <p:cNvSpPr>
              <a:spLocks/>
            </p:cNvSpPr>
            <p:nvPr/>
          </p:nvSpPr>
          <p:spPr>
            <a:xfrm rot="10800000" flipH="1">
              <a:off x="7854567" y="2495497"/>
              <a:ext cx="412595" cy="1032998"/>
            </a:xfrm>
            <a:prstGeom prst="round1Rect">
              <a:avLst>
                <a:gd name="adj" fmla="val 20000"/>
              </a:avLst>
            </a:prstGeom>
            <a:solidFill>
              <a:schemeClr val="accent1"/>
            </a:solidFill>
            <a:ln w="6350" cap="rnd"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279" name="TextBox 278"/>
            <p:cNvSpPr txBox="1">
              <a:spLocks/>
            </p:cNvSpPr>
            <p:nvPr/>
          </p:nvSpPr>
          <p:spPr>
            <a:xfrm>
              <a:off x="7854569" y="3327468"/>
              <a:ext cx="412595"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-50</a:t>
              </a:r>
              <a:endParaRPr lang="ko-KR" altLang="en-US" sz="1100" b="1" dirty="0">
                <a:gradFill>
                  <a:gsLst>
                    <a:gs pos="0">
                      <a:schemeClr val="bg2"/>
                    </a:gs>
                    <a:gs pos="100000">
                      <a:schemeClr val="bg2"/>
                    </a:gs>
                  </a:gsLst>
                  <a:lin ang="5400000" scaled="0"/>
                </a:gradFill>
              </a:endParaRPr>
            </a:p>
          </p:txBody>
        </p: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3"/>
                                        </p:tgtEl>
                                        <p:attrNameLst>
                                          <p:attrName>style.visibility</p:attrName>
                                        </p:attrNameLst>
                                      </p:cBhvr>
                                      <p:to>
                                        <p:strVal val="visible"/>
                                      </p:to>
                                    </p:set>
                                    <p:animEffect transition="in" filter="wipe(up)">
                                      <p:cBhvr>
                                        <p:cTn id="7" dur="500"/>
                                        <p:tgtEl>
                                          <p:spTgt spid="213"/>
                                        </p:tgtEl>
                                      </p:cBhvr>
                                    </p:animEffect>
                                  </p:childTnLst>
                                </p:cTn>
                              </p:par>
                            </p:childTnLst>
                          </p:cTn>
                        </p:par>
                        <p:par>
                          <p:cTn id="8" fill="hold">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192"/>
                                        </p:tgtEl>
                                        <p:attrNameLst>
                                          <p:attrName>style.visibility</p:attrName>
                                        </p:attrNameLst>
                                      </p:cBhvr>
                                      <p:to>
                                        <p:strVal val="visible"/>
                                      </p:to>
                                    </p:set>
                                    <p:anim calcmode="lin" valueType="num">
                                      <p:cBhvr>
                                        <p:cTn id="11" dur="500" fill="hold"/>
                                        <p:tgtEl>
                                          <p:spTgt spid="192"/>
                                        </p:tgtEl>
                                        <p:attrNameLst>
                                          <p:attrName>ppt_w</p:attrName>
                                        </p:attrNameLst>
                                      </p:cBhvr>
                                      <p:tavLst>
                                        <p:tav tm="0">
                                          <p:val>
                                            <p:fltVal val="0"/>
                                          </p:val>
                                        </p:tav>
                                        <p:tav tm="100000">
                                          <p:val>
                                            <p:strVal val="#ppt_w"/>
                                          </p:val>
                                        </p:tav>
                                      </p:tavLst>
                                    </p:anim>
                                    <p:anim calcmode="lin" valueType="num">
                                      <p:cBhvr>
                                        <p:cTn id="12" dur="500" fill="hold"/>
                                        <p:tgtEl>
                                          <p:spTgt spid="192"/>
                                        </p:tgtEl>
                                        <p:attrNameLst>
                                          <p:attrName>ppt_h</p:attrName>
                                        </p:attrNameLst>
                                      </p:cBhvr>
                                      <p:tavLst>
                                        <p:tav tm="0">
                                          <p:val>
                                            <p:fltVal val="0"/>
                                          </p:val>
                                        </p:tav>
                                        <p:tav tm="100000">
                                          <p:val>
                                            <p:strVal val="#ppt_h"/>
                                          </p:val>
                                        </p:tav>
                                      </p:tavLst>
                                    </p:anim>
                                    <p:animEffect transition="in" filter="fade">
                                      <p:cBhvr>
                                        <p:cTn id="13" dur="500"/>
                                        <p:tgtEl>
                                          <p:spTgt spid="192"/>
                                        </p:tgtEl>
                                      </p:cBhvr>
                                    </p:animEffect>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150"/>
                                        </p:tgtEl>
                                        <p:attrNameLst>
                                          <p:attrName>style.visibility</p:attrName>
                                        </p:attrNameLst>
                                      </p:cBhvr>
                                      <p:to>
                                        <p:strVal val="visible"/>
                                      </p:to>
                                    </p:set>
                                    <p:animEffect transition="in" filter="wipe(up)">
                                      <p:cBhvr>
                                        <p:cTn id="17" dur="500"/>
                                        <p:tgtEl>
                                          <p:spTgt spid="150"/>
                                        </p:tgtEl>
                                      </p:cBhvr>
                                    </p:animEffect>
                                  </p:childTnLst>
                                </p:cTn>
                              </p:par>
                              <p:par>
                                <p:cTn id="18" presetID="42" presetClass="entr" presetSubtype="0" fill="hold" nodeType="withEffect">
                                  <p:stCondLst>
                                    <p:cond delay="0"/>
                                  </p:stCondLst>
                                  <p:childTnLst>
                                    <p:set>
                                      <p:cBhvr>
                                        <p:cTn id="19" dur="1" fill="hold">
                                          <p:stCondLst>
                                            <p:cond delay="0"/>
                                          </p:stCondLst>
                                        </p:cTn>
                                        <p:tgtEl>
                                          <p:spTgt spid="161"/>
                                        </p:tgtEl>
                                        <p:attrNameLst>
                                          <p:attrName>style.visibility</p:attrName>
                                        </p:attrNameLst>
                                      </p:cBhvr>
                                      <p:to>
                                        <p:strVal val="visible"/>
                                      </p:to>
                                    </p:set>
                                    <p:animEffect transition="in" filter="fade">
                                      <p:cBhvr>
                                        <p:cTn id="20" dur="500"/>
                                        <p:tgtEl>
                                          <p:spTgt spid="161"/>
                                        </p:tgtEl>
                                      </p:cBhvr>
                                    </p:animEffect>
                                    <p:anim calcmode="lin" valueType="num">
                                      <p:cBhvr>
                                        <p:cTn id="21" dur="500" fill="hold"/>
                                        <p:tgtEl>
                                          <p:spTgt spid="161"/>
                                        </p:tgtEl>
                                        <p:attrNameLst>
                                          <p:attrName>ppt_x</p:attrName>
                                        </p:attrNameLst>
                                      </p:cBhvr>
                                      <p:tavLst>
                                        <p:tav tm="0">
                                          <p:val>
                                            <p:strVal val="#ppt_x"/>
                                          </p:val>
                                        </p:tav>
                                        <p:tav tm="100000">
                                          <p:val>
                                            <p:strVal val="#ppt_x"/>
                                          </p:val>
                                        </p:tav>
                                      </p:tavLst>
                                    </p:anim>
                                    <p:anim calcmode="lin" valueType="num">
                                      <p:cBhvr>
                                        <p:cTn id="22" dur="500" fill="hold"/>
                                        <p:tgtEl>
                                          <p:spTgt spid="161"/>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12" presetClass="entr" presetSubtype="1" fill="hold" nodeType="afterEffect">
                                  <p:stCondLst>
                                    <p:cond delay="0"/>
                                  </p:stCondLst>
                                  <p:childTnLst>
                                    <p:set>
                                      <p:cBhvr>
                                        <p:cTn id="25" dur="1" fill="hold">
                                          <p:stCondLst>
                                            <p:cond delay="0"/>
                                          </p:stCondLst>
                                        </p:cTn>
                                        <p:tgtEl>
                                          <p:spTgt spid="151"/>
                                        </p:tgtEl>
                                        <p:attrNameLst>
                                          <p:attrName>style.visibility</p:attrName>
                                        </p:attrNameLst>
                                      </p:cBhvr>
                                      <p:to>
                                        <p:strVal val="visible"/>
                                      </p:to>
                                    </p:set>
                                    <p:animEffect transition="in" filter="slide(fromTop)">
                                      <p:cBhvr>
                                        <p:cTn id="26" dur="500"/>
                                        <p:tgtEl>
                                          <p:spTgt spid="151"/>
                                        </p:tgtEl>
                                      </p:cBhvr>
                                    </p:animEffect>
                                  </p:childTnLst>
                                </p:cTn>
                              </p:par>
                              <p:par>
                                <p:cTn id="27" presetID="12" presetClass="entr" presetSubtype="1" fill="hold" nodeType="withEffect">
                                  <p:stCondLst>
                                    <p:cond delay="200"/>
                                  </p:stCondLst>
                                  <p:childTnLst>
                                    <p:set>
                                      <p:cBhvr>
                                        <p:cTn id="28" dur="1" fill="hold">
                                          <p:stCondLst>
                                            <p:cond delay="0"/>
                                          </p:stCondLst>
                                        </p:cTn>
                                        <p:tgtEl>
                                          <p:spTgt spid="152"/>
                                        </p:tgtEl>
                                        <p:attrNameLst>
                                          <p:attrName>style.visibility</p:attrName>
                                        </p:attrNameLst>
                                      </p:cBhvr>
                                      <p:to>
                                        <p:strVal val="visible"/>
                                      </p:to>
                                    </p:set>
                                    <p:animEffect transition="in" filter="slide(fromTop)">
                                      <p:cBhvr>
                                        <p:cTn id="29" dur="500"/>
                                        <p:tgtEl>
                                          <p:spTgt spid="152"/>
                                        </p:tgtEl>
                                      </p:cBhvr>
                                    </p:animEffect>
                                  </p:childTnLst>
                                </p:cTn>
                              </p:par>
                            </p:childTnLst>
                          </p:cTn>
                        </p:par>
                        <p:par>
                          <p:cTn id="30" fill="hold">
                            <p:stCondLst>
                              <p:cond delay="2200"/>
                            </p:stCondLst>
                            <p:childTnLst>
                              <p:par>
                                <p:cTn id="31" presetID="12" presetClass="entr" presetSubtype="1" fill="hold" nodeType="afterEffect">
                                  <p:stCondLst>
                                    <p:cond delay="0"/>
                                  </p:stCondLst>
                                  <p:childTnLst>
                                    <p:set>
                                      <p:cBhvr>
                                        <p:cTn id="32" dur="1" fill="hold">
                                          <p:stCondLst>
                                            <p:cond delay="0"/>
                                          </p:stCondLst>
                                        </p:cTn>
                                        <p:tgtEl>
                                          <p:spTgt spid="153"/>
                                        </p:tgtEl>
                                        <p:attrNameLst>
                                          <p:attrName>style.visibility</p:attrName>
                                        </p:attrNameLst>
                                      </p:cBhvr>
                                      <p:to>
                                        <p:strVal val="visible"/>
                                      </p:to>
                                    </p:set>
                                    <p:animEffect transition="in" filter="slide(fromTop)">
                                      <p:cBhvr>
                                        <p:cTn id="33" dur="500"/>
                                        <p:tgtEl>
                                          <p:spTgt spid="153"/>
                                        </p:tgtEl>
                                      </p:cBhvr>
                                    </p:animEffect>
                                  </p:childTnLst>
                                </p:cTn>
                              </p:par>
                              <p:par>
                                <p:cTn id="34" presetID="12" presetClass="entr" presetSubtype="1" fill="hold" nodeType="withEffect">
                                  <p:stCondLst>
                                    <p:cond delay="200"/>
                                  </p:stCondLst>
                                  <p:childTnLst>
                                    <p:set>
                                      <p:cBhvr>
                                        <p:cTn id="35" dur="1" fill="hold">
                                          <p:stCondLst>
                                            <p:cond delay="0"/>
                                          </p:stCondLst>
                                        </p:cTn>
                                        <p:tgtEl>
                                          <p:spTgt spid="154"/>
                                        </p:tgtEl>
                                        <p:attrNameLst>
                                          <p:attrName>style.visibility</p:attrName>
                                        </p:attrNameLst>
                                      </p:cBhvr>
                                      <p:to>
                                        <p:strVal val="visible"/>
                                      </p:to>
                                    </p:set>
                                    <p:animEffect transition="in" filter="slide(fromTop)">
                                      <p:cBhvr>
                                        <p:cTn id="36" dur="500"/>
                                        <p:tgtEl>
                                          <p:spTgt spid="154"/>
                                        </p:tgtEl>
                                      </p:cBhvr>
                                    </p:animEffect>
                                  </p:childTnLst>
                                </p:cTn>
                              </p:par>
                            </p:childTnLst>
                          </p:cTn>
                        </p:par>
                        <p:par>
                          <p:cTn id="37" fill="hold">
                            <p:stCondLst>
                              <p:cond delay="2900"/>
                            </p:stCondLst>
                            <p:childTnLst>
                              <p:par>
                                <p:cTn id="38" presetID="12" presetClass="entr" presetSubtype="1" fill="hold" nodeType="afterEffect">
                                  <p:stCondLst>
                                    <p:cond delay="0"/>
                                  </p:stCondLst>
                                  <p:childTnLst>
                                    <p:set>
                                      <p:cBhvr>
                                        <p:cTn id="39" dur="1" fill="hold">
                                          <p:stCondLst>
                                            <p:cond delay="0"/>
                                          </p:stCondLst>
                                        </p:cTn>
                                        <p:tgtEl>
                                          <p:spTgt spid="155"/>
                                        </p:tgtEl>
                                        <p:attrNameLst>
                                          <p:attrName>style.visibility</p:attrName>
                                        </p:attrNameLst>
                                      </p:cBhvr>
                                      <p:to>
                                        <p:strVal val="visible"/>
                                      </p:to>
                                    </p:set>
                                    <p:animEffect transition="in" filter="slide(fromTop)">
                                      <p:cBhvr>
                                        <p:cTn id="40" dur="500"/>
                                        <p:tgtEl>
                                          <p:spTgt spid="155"/>
                                        </p:tgtEl>
                                      </p:cBhvr>
                                    </p:animEffect>
                                  </p:childTnLst>
                                </p:cTn>
                              </p:par>
                              <p:par>
                                <p:cTn id="41" presetID="12" presetClass="entr" presetSubtype="1" fill="hold" nodeType="withEffect">
                                  <p:stCondLst>
                                    <p:cond delay="200"/>
                                  </p:stCondLst>
                                  <p:childTnLst>
                                    <p:set>
                                      <p:cBhvr>
                                        <p:cTn id="42" dur="1" fill="hold">
                                          <p:stCondLst>
                                            <p:cond delay="0"/>
                                          </p:stCondLst>
                                        </p:cTn>
                                        <p:tgtEl>
                                          <p:spTgt spid="156"/>
                                        </p:tgtEl>
                                        <p:attrNameLst>
                                          <p:attrName>style.visibility</p:attrName>
                                        </p:attrNameLst>
                                      </p:cBhvr>
                                      <p:to>
                                        <p:strVal val="visible"/>
                                      </p:to>
                                    </p:set>
                                    <p:animEffect transition="in" filter="slide(fromTop)">
                                      <p:cBhvr>
                                        <p:cTn id="43" dur="500"/>
                                        <p:tgtEl>
                                          <p:spTgt spid="156"/>
                                        </p:tgtEl>
                                      </p:cBhvr>
                                    </p:animEffect>
                                  </p:childTnLst>
                                </p:cTn>
                              </p:par>
                            </p:childTnLst>
                          </p:cTn>
                        </p:par>
                        <p:par>
                          <p:cTn id="44" fill="hold">
                            <p:stCondLst>
                              <p:cond delay="3600"/>
                            </p:stCondLst>
                            <p:childTnLst>
                              <p:par>
                                <p:cTn id="45" presetID="12" presetClass="entr" presetSubtype="1" fill="hold" nodeType="afterEffect">
                                  <p:stCondLst>
                                    <p:cond delay="0"/>
                                  </p:stCondLst>
                                  <p:childTnLst>
                                    <p:set>
                                      <p:cBhvr>
                                        <p:cTn id="46" dur="1" fill="hold">
                                          <p:stCondLst>
                                            <p:cond delay="0"/>
                                          </p:stCondLst>
                                        </p:cTn>
                                        <p:tgtEl>
                                          <p:spTgt spid="157"/>
                                        </p:tgtEl>
                                        <p:attrNameLst>
                                          <p:attrName>style.visibility</p:attrName>
                                        </p:attrNameLst>
                                      </p:cBhvr>
                                      <p:to>
                                        <p:strVal val="visible"/>
                                      </p:to>
                                    </p:set>
                                    <p:animEffect transition="in" filter="slide(fromTop)">
                                      <p:cBhvr>
                                        <p:cTn id="47" dur="500"/>
                                        <p:tgtEl>
                                          <p:spTgt spid="157"/>
                                        </p:tgtEl>
                                      </p:cBhvr>
                                    </p:animEffect>
                                  </p:childTnLst>
                                </p:cTn>
                              </p:par>
                              <p:par>
                                <p:cTn id="48" presetID="12" presetClass="entr" presetSubtype="1" fill="hold" nodeType="withEffect">
                                  <p:stCondLst>
                                    <p:cond delay="200"/>
                                  </p:stCondLst>
                                  <p:childTnLst>
                                    <p:set>
                                      <p:cBhvr>
                                        <p:cTn id="49" dur="1" fill="hold">
                                          <p:stCondLst>
                                            <p:cond delay="0"/>
                                          </p:stCondLst>
                                        </p:cTn>
                                        <p:tgtEl>
                                          <p:spTgt spid="158"/>
                                        </p:tgtEl>
                                        <p:attrNameLst>
                                          <p:attrName>style.visibility</p:attrName>
                                        </p:attrNameLst>
                                      </p:cBhvr>
                                      <p:to>
                                        <p:strVal val="visible"/>
                                      </p:to>
                                    </p:set>
                                    <p:animEffect transition="in" filter="slide(fromTop)">
                                      <p:cBhvr>
                                        <p:cTn id="50" dur="500"/>
                                        <p:tgtEl>
                                          <p:spTgt spid="158"/>
                                        </p:tgtEl>
                                      </p:cBhvr>
                                    </p:animEffect>
                                  </p:childTnLst>
                                </p:cTn>
                              </p:par>
                            </p:childTnLst>
                          </p:cTn>
                        </p:par>
                        <p:par>
                          <p:cTn id="51" fill="hold">
                            <p:stCondLst>
                              <p:cond delay="4300"/>
                            </p:stCondLst>
                            <p:childTnLst>
                              <p:par>
                                <p:cTn id="52" presetID="12" presetClass="entr" presetSubtype="1" fill="hold" nodeType="afterEffect">
                                  <p:stCondLst>
                                    <p:cond delay="0"/>
                                  </p:stCondLst>
                                  <p:childTnLst>
                                    <p:set>
                                      <p:cBhvr>
                                        <p:cTn id="53" dur="1" fill="hold">
                                          <p:stCondLst>
                                            <p:cond delay="0"/>
                                          </p:stCondLst>
                                        </p:cTn>
                                        <p:tgtEl>
                                          <p:spTgt spid="159"/>
                                        </p:tgtEl>
                                        <p:attrNameLst>
                                          <p:attrName>style.visibility</p:attrName>
                                        </p:attrNameLst>
                                      </p:cBhvr>
                                      <p:to>
                                        <p:strVal val="visible"/>
                                      </p:to>
                                    </p:set>
                                    <p:animEffect transition="in" filter="slide(fromTop)">
                                      <p:cBhvr>
                                        <p:cTn id="54" dur="500"/>
                                        <p:tgtEl>
                                          <p:spTgt spid="159"/>
                                        </p:tgtEl>
                                      </p:cBhvr>
                                    </p:animEffect>
                                  </p:childTnLst>
                                </p:cTn>
                              </p:par>
                              <p:par>
                                <p:cTn id="55" presetID="12" presetClass="entr" presetSubtype="1" fill="hold" nodeType="withEffect">
                                  <p:stCondLst>
                                    <p:cond delay="200"/>
                                  </p:stCondLst>
                                  <p:childTnLst>
                                    <p:set>
                                      <p:cBhvr>
                                        <p:cTn id="56" dur="1" fill="hold">
                                          <p:stCondLst>
                                            <p:cond delay="0"/>
                                          </p:stCondLst>
                                        </p:cTn>
                                        <p:tgtEl>
                                          <p:spTgt spid="160"/>
                                        </p:tgtEl>
                                        <p:attrNameLst>
                                          <p:attrName>style.visibility</p:attrName>
                                        </p:attrNameLst>
                                      </p:cBhvr>
                                      <p:to>
                                        <p:strVal val="visible"/>
                                      </p:to>
                                    </p:set>
                                    <p:animEffect transition="in" filter="slide(fromTop)">
                                      <p:cBhvr>
                                        <p:cTn id="57" dur="5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그룹 86"/>
          <p:cNvGrpSpPr/>
          <p:nvPr/>
        </p:nvGrpSpPr>
        <p:grpSpPr>
          <a:xfrm>
            <a:off x="867061" y="1366723"/>
            <a:ext cx="5466953" cy="1600416"/>
            <a:chOff x="2956321" y="1366723"/>
            <a:chExt cx="5466953" cy="1600416"/>
          </a:xfrm>
        </p:grpSpPr>
        <p:cxnSp>
          <p:nvCxnSpPr>
            <p:cNvPr id="26" name="직선 연결선 25"/>
            <p:cNvCxnSpPr/>
            <p:nvPr/>
          </p:nvCxnSpPr>
          <p:spPr>
            <a:xfrm flipH="1">
              <a:off x="2956321" y="1366723"/>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flipH="1">
              <a:off x="2956321" y="1766827"/>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직선 연결선 19"/>
            <p:cNvCxnSpPr/>
            <p:nvPr/>
          </p:nvCxnSpPr>
          <p:spPr>
            <a:xfrm flipH="1">
              <a:off x="2956321" y="2166931"/>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직선 연결선 16"/>
            <p:cNvCxnSpPr/>
            <p:nvPr/>
          </p:nvCxnSpPr>
          <p:spPr>
            <a:xfrm flipH="1">
              <a:off x="2956321" y="2567035"/>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직선 연결선 13"/>
            <p:cNvCxnSpPr/>
            <p:nvPr/>
          </p:nvCxnSpPr>
          <p:spPr>
            <a:xfrm flipH="1">
              <a:off x="2956321" y="2967139"/>
              <a:ext cx="5466953"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1" name="Title 10"/>
          <p:cNvSpPr>
            <a:spLocks noGrp="1"/>
          </p:cNvSpPr>
          <p:nvPr>
            <p:ph type="title"/>
          </p:nvPr>
        </p:nvSpPr>
        <p:spPr/>
        <p:txBody>
          <a:bodyPr/>
          <a:lstStyle/>
          <a:p>
            <a:r>
              <a:rPr lang="en-US" altLang="ko-KR" dirty="0"/>
              <a:t>Bar Chart</a:t>
            </a:r>
            <a:endParaRPr lang="en-US" dirty="0"/>
          </a:p>
        </p:txBody>
      </p:sp>
      <p:grpSp>
        <p:nvGrpSpPr>
          <p:cNvPr id="77" name="그룹 76"/>
          <p:cNvGrpSpPr/>
          <p:nvPr/>
        </p:nvGrpSpPr>
        <p:grpSpPr>
          <a:xfrm>
            <a:off x="1459271" y="2557351"/>
            <a:ext cx="368580" cy="816242"/>
            <a:chOff x="3548536" y="2557349"/>
            <a:chExt cx="368580" cy="816242"/>
          </a:xfrm>
        </p:grpSpPr>
        <p:grpSp>
          <p:nvGrpSpPr>
            <p:cNvPr id="2" name="그룹 1"/>
            <p:cNvGrpSpPr/>
            <p:nvPr/>
          </p:nvGrpSpPr>
          <p:grpSpPr>
            <a:xfrm>
              <a:off x="3548536" y="2557349"/>
              <a:ext cx="368580" cy="534975"/>
              <a:chOff x="3548536" y="2557349"/>
              <a:chExt cx="368580" cy="534975"/>
            </a:xfrm>
            <a:solidFill>
              <a:schemeClr val="accent1"/>
            </a:solidFill>
          </p:grpSpPr>
          <p:sp>
            <p:nvSpPr>
              <p:cNvPr id="88" name="모서리가 둥근 직사각형 87"/>
              <p:cNvSpPr/>
              <p:nvPr/>
            </p:nvSpPr>
            <p:spPr>
              <a:xfrm>
                <a:off x="3548536" y="2697010"/>
                <a:ext cx="368580" cy="395314"/>
              </a:xfrm>
              <a:custGeom>
                <a:avLst/>
                <a:gdLst/>
                <a:ahLst/>
                <a:cxnLst/>
                <a:rect l="l" t="t" r="r" b="b"/>
                <a:pathLst>
                  <a:path w="373148" h="400213">
                    <a:moveTo>
                      <a:pt x="37404" y="0"/>
                    </a:moveTo>
                    <a:lnTo>
                      <a:pt x="335744" y="0"/>
                    </a:lnTo>
                    <a:cubicBezTo>
                      <a:pt x="356402" y="0"/>
                      <a:pt x="373148" y="16746"/>
                      <a:pt x="373148" y="37404"/>
                    </a:cubicBezTo>
                    <a:lnTo>
                      <a:pt x="373148" y="400213"/>
                    </a:lnTo>
                    <a:lnTo>
                      <a:pt x="186574" y="182948"/>
                    </a:lnTo>
                    <a:lnTo>
                      <a:pt x="0" y="400213"/>
                    </a:lnTo>
                    <a:lnTo>
                      <a:pt x="0" y="37404"/>
                    </a:lnTo>
                    <a:cubicBezTo>
                      <a:pt x="0" y="16746"/>
                      <a:pt x="16746" y="0"/>
                      <a:pt x="37404" y="0"/>
                    </a:cubicBezTo>
                    <a:close/>
                  </a:path>
                </a:pathLst>
              </a:custGeom>
              <a:grpFill/>
              <a:ln w="3175">
                <a:noFill/>
              </a:ln>
            </p:spPr>
            <p:txBody>
              <a:bodyPr vert="horz" wrap="square" lIns="0" tIns="0" rIns="0" bIns="0" numCol="1" anchor="ctr" anchorCtr="0" compatLnSpc="1">
                <a:prstTxWarp prst="textNoShape">
                  <a:avLst/>
                </a:prstTxWarp>
              </a:bodyPr>
              <a:lstStyle/>
              <a:p>
                <a:pPr algn="ctr"/>
                <a:endParaRPr lang="ko-KR" altLang="en-US" sz="1000" dirty="0">
                  <a:gradFill>
                    <a:gsLst>
                      <a:gs pos="0">
                        <a:schemeClr val="bg1"/>
                      </a:gs>
                      <a:gs pos="100000">
                        <a:schemeClr val="bg1"/>
                      </a:gs>
                    </a:gsLst>
                    <a:lin ang="0" scaled="0"/>
                  </a:gradFill>
                </a:endParaRPr>
              </a:p>
            </p:txBody>
          </p:sp>
          <p:sp>
            <p:nvSpPr>
              <p:cNvPr id="89" name="이등변 삼각형 88"/>
              <p:cNvSpPr>
                <a:spLocks/>
              </p:cNvSpPr>
              <p:nvPr/>
            </p:nvSpPr>
            <p:spPr>
              <a:xfrm>
                <a:off x="3651673" y="2557349"/>
                <a:ext cx="162306" cy="94503"/>
              </a:xfrm>
              <a:prstGeom prst="triangle">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0" name="직사각형 89"/>
              <p:cNvSpPr/>
              <p:nvPr/>
            </p:nvSpPr>
            <p:spPr>
              <a:xfrm>
                <a:off x="3697267" y="2651852"/>
                <a:ext cx="71119" cy="45159"/>
              </a:xfrm>
              <a:prstGeom prst="rect">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96" name="그룹 95"/>
            <p:cNvGrpSpPr/>
            <p:nvPr/>
          </p:nvGrpSpPr>
          <p:grpSpPr>
            <a:xfrm>
              <a:off x="3548536" y="2911824"/>
              <a:ext cx="368580" cy="461767"/>
              <a:chOff x="2038552" y="3723944"/>
              <a:chExt cx="373148" cy="467489"/>
            </a:xfrm>
            <a:pattFill prst="dkDnDiag">
              <a:fgClr>
                <a:schemeClr val="accent3">
                  <a:lumMod val="75000"/>
                </a:schemeClr>
              </a:fgClr>
              <a:bgClr>
                <a:schemeClr val="accent3">
                  <a:lumMod val="65000"/>
                </a:schemeClr>
              </a:bgClr>
            </a:pattFill>
          </p:grpSpPr>
          <p:sp>
            <p:nvSpPr>
              <p:cNvPr id="94" name="이등변 삼각형 93"/>
              <p:cNvSpPr>
                <a:spLocks/>
              </p:cNvSpPr>
              <p:nvPr/>
            </p:nvSpPr>
            <p:spPr>
              <a:xfrm>
                <a:off x="2038552" y="3723944"/>
                <a:ext cx="373148" cy="217089"/>
              </a:xfrm>
              <a:prstGeom prst="triangle">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5" name="직사각형 94"/>
              <p:cNvSpPr>
                <a:spLocks/>
              </p:cNvSpPr>
              <p:nvPr/>
            </p:nvSpPr>
            <p:spPr>
              <a:xfrm>
                <a:off x="2038552" y="3941034"/>
                <a:ext cx="373148" cy="250399"/>
              </a:xfrm>
              <a:prstGeom prst="rect">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99" name="TextBox 98"/>
            <p:cNvSpPr txBox="1">
              <a:spLocks/>
            </p:cNvSpPr>
            <p:nvPr/>
          </p:nvSpPr>
          <p:spPr>
            <a:xfrm>
              <a:off x="3548536" y="2713255"/>
              <a:ext cx="368580"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74</a:t>
              </a:r>
              <a:endParaRPr lang="ko-KR" altLang="en-US" sz="11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78" name="그룹 77"/>
          <p:cNvGrpSpPr/>
          <p:nvPr/>
        </p:nvGrpSpPr>
        <p:grpSpPr>
          <a:xfrm>
            <a:off x="2793300" y="2227147"/>
            <a:ext cx="368580" cy="1146446"/>
            <a:chOff x="4882565" y="2227145"/>
            <a:chExt cx="368580" cy="1146446"/>
          </a:xfrm>
        </p:grpSpPr>
        <p:grpSp>
          <p:nvGrpSpPr>
            <p:cNvPr id="3" name="그룹 2"/>
            <p:cNvGrpSpPr/>
            <p:nvPr/>
          </p:nvGrpSpPr>
          <p:grpSpPr>
            <a:xfrm>
              <a:off x="4882565" y="2227145"/>
              <a:ext cx="368580" cy="534975"/>
              <a:chOff x="4882565" y="2227145"/>
              <a:chExt cx="368580" cy="534975"/>
            </a:xfrm>
            <a:solidFill>
              <a:schemeClr val="accent1"/>
            </a:solidFill>
          </p:grpSpPr>
          <p:sp>
            <p:nvSpPr>
              <p:cNvPr id="104" name="모서리가 둥근 직사각형 87"/>
              <p:cNvSpPr/>
              <p:nvPr/>
            </p:nvSpPr>
            <p:spPr>
              <a:xfrm>
                <a:off x="4882565" y="2366806"/>
                <a:ext cx="368580" cy="395314"/>
              </a:xfrm>
              <a:custGeom>
                <a:avLst/>
                <a:gdLst/>
                <a:ahLst/>
                <a:cxnLst/>
                <a:rect l="l" t="t" r="r" b="b"/>
                <a:pathLst>
                  <a:path w="373148" h="400213">
                    <a:moveTo>
                      <a:pt x="37404" y="0"/>
                    </a:moveTo>
                    <a:lnTo>
                      <a:pt x="335744" y="0"/>
                    </a:lnTo>
                    <a:cubicBezTo>
                      <a:pt x="356402" y="0"/>
                      <a:pt x="373148" y="16746"/>
                      <a:pt x="373148" y="37404"/>
                    </a:cubicBezTo>
                    <a:lnTo>
                      <a:pt x="373148" y="400213"/>
                    </a:lnTo>
                    <a:lnTo>
                      <a:pt x="186574" y="182948"/>
                    </a:lnTo>
                    <a:lnTo>
                      <a:pt x="0" y="400213"/>
                    </a:lnTo>
                    <a:lnTo>
                      <a:pt x="0" y="37404"/>
                    </a:lnTo>
                    <a:cubicBezTo>
                      <a:pt x="0" y="16746"/>
                      <a:pt x="16746" y="0"/>
                      <a:pt x="37404" y="0"/>
                    </a:cubicBezTo>
                    <a:close/>
                  </a:path>
                </a:pathLst>
              </a:custGeom>
              <a:grpFill/>
              <a:ln w="3175">
                <a:noFill/>
              </a:ln>
            </p:spPr>
            <p:txBody>
              <a:bodyPr vert="horz" wrap="square" lIns="0" tIns="0" rIns="0" bIns="0" numCol="1" anchor="ctr" anchorCtr="0" compatLnSpc="1">
                <a:prstTxWarp prst="textNoShape">
                  <a:avLst/>
                </a:prstTxWarp>
              </a:bodyPr>
              <a:lstStyle/>
              <a:p>
                <a:pPr algn="ctr"/>
                <a:endParaRPr lang="ko-KR" altLang="en-US" sz="1000" dirty="0">
                  <a:gradFill>
                    <a:gsLst>
                      <a:gs pos="0">
                        <a:schemeClr val="bg1"/>
                      </a:gs>
                      <a:gs pos="100000">
                        <a:schemeClr val="bg1"/>
                      </a:gs>
                    </a:gsLst>
                    <a:lin ang="0" scaled="0"/>
                  </a:gradFill>
                </a:endParaRPr>
              </a:p>
            </p:txBody>
          </p:sp>
          <p:sp>
            <p:nvSpPr>
              <p:cNvPr id="105" name="이등변 삼각형 104"/>
              <p:cNvSpPr>
                <a:spLocks/>
              </p:cNvSpPr>
              <p:nvPr/>
            </p:nvSpPr>
            <p:spPr>
              <a:xfrm>
                <a:off x="4985702" y="2227145"/>
                <a:ext cx="162306" cy="94503"/>
              </a:xfrm>
              <a:prstGeom prst="triangle">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06" name="직사각형 105"/>
              <p:cNvSpPr/>
              <p:nvPr/>
            </p:nvSpPr>
            <p:spPr>
              <a:xfrm>
                <a:off x="5031296" y="2321648"/>
                <a:ext cx="71119" cy="45159"/>
              </a:xfrm>
              <a:prstGeom prst="rect">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07" name="그룹 106"/>
            <p:cNvGrpSpPr/>
            <p:nvPr/>
          </p:nvGrpSpPr>
          <p:grpSpPr>
            <a:xfrm>
              <a:off x="4882565" y="2581620"/>
              <a:ext cx="368580" cy="791971"/>
              <a:chOff x="2038552" y="3723944"/>
              <a:chExt cx="373148" cy="801788"/>
            </a:xfrm>
            <a:pattFill prst="dkDnDiag">
              <a:fgClr>
                <a:schemeClr val="accent3">
                  <a:lumMod val="75000"/>
                </a:schemeClr>
              </a:fgClr>
              <a:bgClr>
                <a:schemeClr val="accent3">
                  <a:lumMod val="65000"/>
                </a:schemeClr>
              </a:bgClr>
            </a:pattFill>
          </p:grpSpPr>
          <p:sp>
            <p:nvSpPr>
              <p:cNvPr id="108" name="이등변 삼각형 107"/>
              <p:cNvSpPr>
                <a:spLocks/>
              </p:cNvSpPr>
              <p:nvPr/>
            </p:nvSpPr>
            <p:spPr>
              <a:xfrm>
                <a:off x="2038552" y="3723944"/>
                <a:ext cx="373148" cy="217089"/>
              </a:xfrm>
              <a:prstGeom prst="triangle">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09" name="직사각형 108"/>
              <p:cNvSpPr>
                <a:spLocks/>
              </p:cNvSpPr>
              <p:nvPr/>
            </p:nvSpPr>
            <p:spPr>
              <a:xfrm>
                <a:off x="2038552" y="3941036"/>
                <a:ext cx="373148" cy="584696"/>
              </a:xfrm>
              <a:prstGeom prst="rect">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03" name="TextBox 102"/>
            <p:cNvSpPr txBox="1">
              <a:spLocks/>
            </p:cNvSpPr>
            <p:nvPr/>
          </p:nvSpPr>
          <p:spPr>
            <a:xfrm>
              <a:off x="4882565" y="2383054"/>
              <a:ext cx="368580"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125</a:t>
              </a:r>
              <a:endParaRPr lang="ko-KR" altLang="en-US" sz="11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79" name="그룹 78"/>
          <p:cNvGrpSpPr/>
          <p:nvPr/>
        </p:nvGrpSpPr>
        <p:grpSpPr>
          <a:xfrm>
            <a:off x="4127329" y="1895210"/>
            <a:ext cx="368580" cy="1478385"/>
            <a:chOff x="6216594" y="1895206"/>
            <a:chExt cx="368580" cy="1478385"/>
          </a:xfrm>
        </p:grpSpPr>
        <p:grpSp>
          <p:nvGrpSpPr>
            <p:cNvPr id="34" name="그룹 33"/>
            <p:cNvGrpSpPr/>
            <p:nvPr/>
          </p:nvGrpSpPr>
          <p:grpSpPr>
            <a:xfrm>
              <a:off x="6216594" y="1895206"/>
              <a:ext cx="368580" cy="534975"/>
              <a:chOff x="6216594" y="1895206"/>
              <a:chExt cx="368580" cy="534975"/>
            </a:xfrm>
            <a:solidFill>
              <a:schemeClr val="accent1"/>
            </a:solidFill>
          </p:grpSpPr>
          <p:sp>
            <p:nvSpPr>
              <p:cNvPr id="113" name="모서리가 둥근 직사각형 87"/>
              <p:cNvSpPr/>
              <p:nvPr/>
            </p:nvSpPr>
            <p:spPr>
              <a:xfrm>
                <a:off x="6216594" y="2034867"/>
                <a:ext cx="368580" cy="395314"/>
              </a:xfrm>
              <a:custGeom>
                <a:avLst/>
                <a:gdLst/>
                <a:ahLst/>
                <a:cxnLst/>
                <a:rect l="l" t="t" r="r" b="b"/>
                <a:pathLst>
                  <a:path w="373148" h="400213">
                    <a:moveTo>
                      <a:pt x="37404" y="0"/>
                    </a:moveTo>
                    <a:lnTo>
                      <a:pt x="335744" y="0"/>
                    </a:lnTo>
                    <a:cubicBezTo>
                      <a:pt x="356402" y="0"/>
                      <a:pt x="373148" y="16746"/>
                      <a:pt x="373148" y="37404"/>
                    </a:cubicBezTo>
                    <a:lnTo>
                      <a:pt x="373148" y="400213"/>
                    </a:lnTo>
                    <a:lnTo>
                      <a:pt x="186574" y="182948"/>
                    </a:lnTo>
                    <a:lnTo>
                      <a:pt x="0" y="400213"/>
                    </a:lnTo>
                    <a:lnTo>
                      <a:pt x="0" y="37404"/>
                    </a:lnTo>
                    <a:cubicBezTo>
                      <a:pt x="0" y="16746"/>
                      <a:pt x="16746" y="0"/>
                      <a:pt x="37404" y="0"/>
                    </a:cubicBezTo>
                    <a:close/>
                  </a:path>
                </a:pathLst>
              </a:custGeom>
              <a:grpFill/>
              <a:ln w="3175">
                <a:noFill/>
              </a:ln>
            </p:spPr>
            <p:txBody>
              <a:bodyPr vert="horz" wrap="square" lIns="0" tIns="0" rIns="0" bIns="0" numCol="1" anchor="ctr" anchorCtr="0" compatLnSpc="1">
                <a:prstTxWarp prst="textNoShape">
                  <a:avLst/>
                </a:prstTxWarp>
              </a:bodyPr>
              <a:lstStyle/>
              <a:p>
                <a:pPr algn="ctr"/>
                <a:endParaRPr lang="ko-KR" altLang="en-US" sz="1000" dirty="0">
                  <a:gradFill>
                    <a:gsLst>
                      <a:gs pos="0">
                        <a:schemeClr val="bg1"/>
                      </a:gs>
                      <a:gs pos="100000">
                        <a:schemeClr val="bg1"/>
                      </a:gs>
                    </a:gsLst>
                    <a:lin ang="0" scaled="0"/>
                  </a:gradFill>
                </a:endParaRPr>
              </a:p>
            </p:txBody>
          </p:sp>
          <p:sp>
            <p:nvSpPr>
              <p:cNvPr id="114" name="이등변 삼각형 113"/>
              <p:cNvSpPr>
                <a:spLocks/>
              </p:cNvSpPr>
              <p:nvPr/>
            </p:nvSpPr>
            <p:spPr>
              <a:xfrm>
                <a:off x="6319731" y="1895206"/>
                <a:ext cx="162306" cy="94503"/>
              </a:xfrm>
              <a:prstGeom prst="triangle">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15" name="직사각형 114"/>
              <p:cNvSpPr/>
              <p:nvPr/>
            </p:nvSpPr>
            <p:spPr>
              <a:xfrm>
                <a:off x="6365325" y="1989709"/>
                <a:ext cx="71119" cy="45159"/>
              </a:xfrm>
              <a:prstGeom prst="rect">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16" name="그룹 115"/>
            <p:cNvGrpSpPr/>
            <p:nvPr/>
          </p:nvGrpSpPr>
          <p:grpSpPr>
            <a:xfrm>
              <a:off x="6216594" y="2249681"/>
              <a:ext cx="368580" cy="1123910"/>
              <a:chOff x="2038552" y="3723944"/>
              <a:chExt cx="373148" cy="1137839"/>
            </a:xfrm>
            <a:pattFill prst="dkDnDiag">
              <a:fgClr>
                <a:schemeClr val="accent3">
                  <a:lumMod val="75000"/>
                </a:schemeClr>
              </a:fgClr>
              <a:bgClr>
                <a:schemeClr val="accent3">
                  <a:lumMod val="65000"/>
                </a:schemeClr>
              </a:bgClr>
            </a:pattFill>
          </p:grpSpPr>
          <p:sp>
            <p:nvSpPr>
              <p:cNvPr id="117" name="이등변 삼각형 116"/>
              <p:cNvSpPr>
                <a:spLocks/>
              </p:cNvSpPr>
              <p:nvPr/>
            </p:nvSpPr>
            <p:spPr>
              <a:xfrm>
                <a:off x="2038552" y="3723944"/>
                <a:ext cx="373148" cy="217089"/>
              </a:xfrm>
              <a:prstGeom prst="triangle">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18" name="직사각형 117"/>
              <p:cNvSpPr>
                <a:spLocks/>
              </p:cNvSpPr>
              <p:nvPr/>
            </p:nvSpPr>
            <p:spPr>
              <a:xfrm>
                <a:off x="2038552" y="3941033"/>
                <a:ext cx="373148" cy="920750"/>
              </a:xfrm>
              <a:prstGeom prst="rect">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12" name="TextBox 111"/>
            <p:cNvSpPr txBox="1">
              <a:spLocks/>
            </p:cNvSpPr>
            <p:nvPr/>
          </p:nvSpPr>
          <p:spPr>
            <a:xfrm>
              <a:off x="6216594" y="2051116"/>
              <a:ext cx="368580"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168</a:t>
              </a:r>
              <a:endParaRPr lang="ko-KR" altLang="en-US" sz="11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80" name="그룹 79"/>
          <p:cNvGrpSpPr/>
          <p:nvPr/>
        </p:nvGrpSpPr>
        <p:grpSpPr>
          <a:xfrm>
            <a:off x="5461358" y="1547697"/>
            <a:ext cx="368580" cy="1825894"/>
            <a:chOff x="7550623" y="1547697"/>
            <a:chExt cx="368580" cy="1825894"/>
          </a:xfrm>
        </p:grpSpPr>
        <p:grpSp>
          <p:nvGrpSpPr>
            <p:cNvPr id="35" name="그룹 34"/>
            <p:cNvGrpSpPr/>
            <p:nvPr/>
          </p:nvGrpSpPr>
          <p:grpSpPr>
            <a:xfrm>
              <a:off x="7550623" y="1547697"/>
              <a:ext cx="368580" cy="534975"/>
              <a:chOff x="7550623" y="1547697"/>
              <a:chExt cx="368580" cy="534975"/>
            </a:xfrm>
          </p:grpSpPr>
          <p:sp>
            <p:nvSpPr>
              <p:cNvPr id="122" name="모서리가 둥근 직사각형 87"/>
              <p:cNvSpPr/>
              <p:nvPr/>
            </p:nvSpPr>
            <p:spPr>
              <a:xfrm>
                <a:off x="7550623" y="1687358"/>
                <a:ext cx="368580" cy="395314"/>
              </a:xfrm>
              <a:custGeom>
                <a:avLst/>
                <a:gdLst/>
                <a:ahLst/>
                <a:cxnLst/>
                <a:rect l="l" t="t" r="r" b="b"/>
                <a:pathLst>
                  <a:path w="373148" h="400213">
                    <a:moveTo>
                      <a:pt x="37404" y="0"/>
                    </a:moveTo>
                    <a:lnTo>
                      <a:pt x="335744" y="0"/>
                    </a:lnTo>
                    <a:cubicBezTo>
                      <a:pt x="356402" y="0"/>
                      <a:pt x="373148" y="16746"/>
                      <a:pt x="373148" y="37404"/>
                    </a:cubicBezTo>
                    <a:lnTo>
                      <a:pt x="373148" y="400213"/>
                    </a:lnTo>
                    <a:lnTo>
                      <a:pt x="186574" y="182948"/>
                    </a:lnTo>
                    <a:lnTo>
                      <a:pt x="0" y="400213"/>
                    </a:lnTo>
                    <a:lnTo>
                      <a:pt x="0" y="37404"/>
                    </a:lnTo>
                    <a:cubicBezTo>
                      <a:pt x="0" y="16746"/>
                      <a:pt x="16746" y="0"/>
                      <a:pt x="37404" y="0"/>
                    </a:cubicBezTo>
                    <a:close/>
                  </a:path>
                </a:pathLst>
              </a:custGeom>
              <a:solidFill>
                <a:schemeClr val="accent1"/>
              </a:solidFill>
              <a:ln w="3175">
                <a:noFill/>
              </a:ln>
            </p:spPr>
            <p:txBody>
              <a:bodyPr vert="horz" wrap="square" lIns="0" tIns="0" rIns="0" bIns="0" numCol="1" anchor="ctr" anchorCtr="0" compatLnSpc="1">
                <a:prstTxWarp prst="textNoShape">
                  <a:avLst/>
                </a:prstTxWarp>
              </a:bodyPr>
              <a:lstStyle/>
              <a:p>
                <a:pPr algn="ctr"/>
                <a:endParaRPr lang="ko-KR" altLang="en-US" sz="1000" dirty="0">
                  <a:gradFill>
                    <a:gsLst>
                      <a:gs pos="0">
                        <a:schemeClr val="bg1"/>
                      </a:gs>
                      <a:gs pos="100000">
                        <a:schemeClr val="bg1"/>
                      </a:gs>
                    </a:gsLst>
                    <a:lin ang="0" scaled="0"/>
                  </a:gradFill>
                </a:endParaRPr>
              </a:p>
            </p:txBody>
          </p:sp>
          <p:sp>
            <p:nvSpPr>
              <p:cNvPr id="123" name="이등변 삼각형 122"/>
              <p:cNvSpPr>
                <a:spLocks/>
              </p:cNvSpPr>
              <p:nvPr/>
            </p:nvSpPr>
            <p:spPr>
              <a:xfrm>
                <a:off x="7653760" y="1547697"/>
                <a:ext cx="162306" cy="94503"/>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24" name="직사각형 123"/>
              <p:cNvSpPr/>
              <p:nvPr/>
            </p:nvSpPr>
            <p:spPr>
              <a:xfrm>
                <a:off x="7699354" y="1642200"/>
                <a:ext cx="71119" cy="45159"/>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25" name="그룹 124"/>
            <p:cNvGrpSpPr/>
            <p:nvPr/>
          </p:nvGrpSpPr>
          <p:grpSpPr>
            <a:xfrm>
              <a:off x="7550623" y="1902172"/>
              <a:ext cx="368580" cy="1471419"/>
              <a:chOff x="2038552" y="3723944"/>
              <a:chExt cx="373148" cy="1489655"/>
            </a:xfrm>
            <a:pattFill prst="dkDnDiag">
              <a:fgClr>
                <a:schemeClr val="accent3">
                  <a:lumMod val="75000"/>
                </a:schemeClr>
              </a:fgClr>
              <a:bgClr>
                <a:schemeClr val="accent3">
                  <a:lumMod val="65000"/>
                </a:schemeClr>
              </a:bgClr>
            </a:pattFill>
          </p:grpSpPr>
          <p:sp>
            <p:nvSpPr>
              <p:cNvPr id="126" name="이등변 삼각형 125"/>
              <p:cNvSpPr>
                <a:spLocks/>
              </p:cNvSpPr>
              <p:nvPr/>
            </p:nvSpPr>
            <p:spPr>
              <a:xfrm>
                <a:off x="2038552" y="3723944"/>
                <a:ext cx="373148" cy="217089"/>
              </a:xfrm>
              <a:prstGeom prst="triangle">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27" name="직사각형 126"/>
              <p:cNvSpPr>
                <a:spLocks/>
              </p:cNvSpPr>
              <p:nvPr/>
            </p:nvSpPr>
            <p:spPr>
              <a:xfrm>
                <a:off x="2038552" y="3941033"/>
                <a:ext cx="373148" cy="1272566"/>
              </a:xfrm>
              <a:prstGeom prst="rect">
                <a:avLst/>
              </a:prstGeom>
              <a:grp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21" name="TextBox 120"/>
            <p:cNvSpPr txBox="1">
              <a:spLocks/>
            </p:cNvSpPr>
            <p:nvPr/>
          </p:nvSpPr>
          <p:spPr>
            <a:xfrm>
              <a:off x="7550623" y="1703607"/>
              <a:ext cx="368580" cy="169277"/>
            </a:xfrm>
            <a:prstGeom prst="rect">
              <a:avLst/>
            </a:prstGeom>
            <a:noFill/>
          </p:spPr>
          <p:txBody>
            <a:bodyPr wrap="square" lIns="0" tIns="0" rIns="0" bIns="0" rtlCol="0">
              <a:spAutoFit/>
            </a:bodyPr>
            <a:lstStyle/>
            <a:p>
              <a:pPr algn="ctr"/>
              <a:r>
                <a:rPr lang="nb-NO" altLang="ko-KR" sz="1100" b="1" dirty="0">
                  <a:gradFill>
                    <a:gsLst>
                      <a:gs pos="0">
                        <a:schemeClr val="bg2"/>
                      </a:gs>
                      <a:gs pos="100000">
                        <a:schemeClr val="bg2"/>
                      </a:gs>
                    </a:gsLst>
                    <a:lin ang="5400000" scaled="0"/>
                  </a:gradFill>
                  <a:latin typeface="Roboto Condensed Regular"/>
                  <a:ea typeface="Roboto Light" pitchFamily="2" charset="0"/>
                </a:rPr>
                <a:t>210</a:t>
              </a:r>
              <a:endParaRPr lang="ko-KR" altLang="en-US" sz="11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86" name="그룹 85"/>
          <p:cNvGrpSpPr/>
          <p:nvPr/>
        </p:nvGrpSpPr>
        <p:grpSpPr>
          <a:xfrm>
            <a:off x="525698" y="1042185"/>
            <a:ext cx="5808317" cy="3396466"/>
            <a:chOff x="2614958" y="1042184"/>
            <a:chExt cx="5808317" cy="3396466"/>
          </a:xfrm>
        </p:grpSpPr>
        <p:grpSp>
          <p:nvGrpSpPr>
            <p:cNvPr id="5" name="그룹 4"/>
            <p:cNvGrpSpPr/>
            <p:nvPr/>
          </p:nvGrpSpPr>
          <p:grpSpPr>
            <a:xfrm>
              <a:off x="2956322" y="1390650"/>
              <a:ext cx="5466953" cy="1976591"/>
              <a:chOff x="2956322" y="1390650"/>
              <a:chExt cx="5466953" cy="1976591"/>
            </a:xfrm>
          </p:grpSpPr>
          <p:sp>
            <p:nvSpPr>
              <p:cNvPr id="29" name="Freeform 11"/>
              <p:cNvSpPr>
                <a:spLocks/>
              </p:cNvSpPr>
              <p:nvPr/>
            </p:nvSpPr>
            <p:spPr bwMode="auto">
              <a:xfrm>
                <a:off x="2956322" y="3198339"/>
                <a:ext cx="168730" cy="168902"/>
              </a:xfrm>
              <a:custGeom>
                <a:avLst/>
                <a:gdLst>
                  <a:gd name="T0" fmla="*/ 1552 w 1552"/>
                  <a:gd name="T1" fmla="*/ 1446 h 1446"/>
                  <a:gd name="T2" fmla="*/ 71 w 1552"/>
                  <a:gd name="T3" fmla="*/ 1446 h 1446"/>
                  <a:gd name="T4" fmla="*/ 0 w 1552"/>
                  <a:gd name="T5" fmla="*/ 1375 h 1446"/>
                  <a:gd name="T6" fmla="*/ 0 w 1552"/>
                  <a:gd name="T7" fmla="*/ 0 h 1446"/>
                  <a:gd name="connsiteX0" fmla="*/ 10000 w 10000"/>
                  <a:gd name="connsiteY0" fmla="*/ 491 h 491"/>
                  <a:gd name="connsiteX1" fmla="*/ 457 w 10000"/>
                  <a:gd name="connsiteY1" fmla="*/ 491 h 491"/>
                  <a:gd name="connsiteX2" fmla="*/ 0 w 10000"/>
                  <a:gd name="connsiteY2" fmla="*/ 0 h 491"/>
                  <a:gd name="connsiteX0" fmla="*/ 457 w 457"/>
                  <a:gd name="connsiteY0" fmla="*/ 10000 h 10000"/>
                  <a:gd name="connsiteX1" fmla="*/ 0 w 457"/>
                  <a:gd name="connsiteY1" fmla="*/ 0 h 10000"/>
                </a:gdLst>
                <a:ahLst/>
                <a:cxnLst>
                  <a:cxn ang="0">
                    <a:pos x="connsiteX0" y="connsiteY0"/>
                  </a:cxn>
                  <a:cxn ang="0">
                    <a:pos x="connsiteX1" y="connsiteY1"/>
                  </a:cxn>
                </a:cxnLst>
                <a:rect l="l" t="t" r="r" b="b"/>
                <a:pathLst>
                  <a:path w="457" h="10000">
                    <a:moveTo>
                      <a:pt x="457" y="10000"/>
                    </a:moveTo>
                    <a:cubicBezTo>
                      <a:pt x="206" y="10000"/>
                      <a:pt x="0" y="5499"/>
                      <a:pt x="0" y="0"/>
                    </a:cubicBezTo>
                  </a:path>
                </a:pathLst>
              </a:cu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ko-KR" altLang="en-US" sz="2514" dirty="0"/>
              </a:p>
            </p:txBody>
          </p:sp>
          <p:cxnSp>
            <p:nvCxnSpPr>
              <p:cNvPr id="30" name="직선 연결선 29"/>
              <p:cNvCxnSpPr/>
              <p:nvPr/>
            </p:nvCxnSpPr>
            <p:spPr>
              <a:xfrm>
                <a:off x="2956322" y="1390650"/>
                <a:ext cx="0" cy="1814041"/>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H="1">
                <a:off x="3125052" y="3367241"/>
                <a:ext cx="5298223"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85" name="그룹 84"/>
            <p:cNvGrpSpPr/>
            <p:nvPr/>
          </p:nvGrpSpPr>
          <p:grpSpPr>
            <a:xfrm>
              <a:off x="2614958" y="1312862"/>
              <a:ext cx="359364" cy="1708138"/>
              <a:chOff x="2614958" y="1312862"/>
              <a:chExt cx="359364" cy="1708138"/>
            </a:xfrm>
          </p:grpSpPr>
          <p:sp>
            <p:nvSpPr>
              <p:cNvPr id="27" name="타원 26"/>
              <p:cNvSpPr/>
              <p:nvPr/>
            </p:nvSpPr>
            <p:spPr>
              <a:xfrm>
                <a:off x="2938322" y="1348723"/>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8" name="TextBox 27"/>
              <p:cNvSpPr txBox="1"/>
              <p:nvPr/>
            </p:nvSpPr>
            <p:spPr>
              <a:xfrm>
                <a:off x="2614958" y="1312862"/>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250</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24" name="타원 23"/>
              <p:cNvSpPr/>
              <p:nvPr/>
            </p:nvSpPr>
            <p:spPr>
              <a:xfrm>
                <a:off x="2938322" y="1748827"/>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5" name="TextBox 24"/>
              <p:cNvSpPr txBox="1"/>
              <p:nvPr/>
            </p:nvSpPr>
            <p:spPr>
              <a:xfrm>
                <a:off x="2614958" y="1712966"/>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200</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21" name="타원 20"/>
              <p:cNvSpPr/>
              <p:nvPr/>
            </p:nvSpPr>
            <p:spPr>
              <a:xfrm>
                <a:off x="2938322" y="2148931"/>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2" name="TextBox 21"/>
              <p:cNvSpPr txBox="1"/>
              <p:nvPr/>
            </p:nvSpPr>
            <p:spPr>
              <a:xfrm>
                <a:off x="2614958" y="2113070"/>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150</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18" name="타원 17"/>
              <p:cNvSpPr/>
              <p:nvPr/>
            </p:nvSpPr>
            <p:spPr>
              <a:xfrm>
                <a:off x="2938322" y="2549035"/>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9" name="TextBox 18"/>
              <p:cNvSpPr txBox="1"/>
              <p:nvPr/>
            </p:nvSpPr>
            <p:spPr>
              <a:xfrm>
                <a:off x="2614958" y="2513174"/>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100</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15" name="타원 14"/>
              <p:cNvSpPr/>
              <p:nvPr/>
            </p:nvSpPr>
            <p:spPr>
              <a:xfrm>
                <a:off x="2938322" y="2949139"/>
                <a:ext cx="36000" cy="36000"/>
              </a:xfrm>
              <a:prstGeom prst="ellipse">
                <a:avLst/>
              </a:prstGeom>
              <a:solidFill>
                <a:schemeClr val="tx2">
                  <a:alpha val="50000"/>
                </a:schemeClr>
              </a:solidFill>
              <a:ln w="6350" cap="flat" cmpd="sng" algn="ctr">
                <a:solidFill>
                  <a:schemeClr val="tx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 name="TextBox 15"/>
              <p:cNvSpPr txBox="1"/>
              <p:nvPr/>
            </p:nvSpPr>
            <p:spPr>
              <a:xfrm>
                <a:off x="2614958" y="2913278"/>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50</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grpSp>
        <p:sp>
          <p:nvSpPr>
            <p:cNvPr id="33" name="TextBox 32"/>
            <p:cNvSpPr txBox="1"/>
            <p:nvPr/>
          </p:nvSpPr>
          <p:spPr>
            <a:xfrm>
              <a:off x="2868480" y="1042184"/>
              <a:ext cx="2751270" cy="284966"/>
            </a:xfrm>
            <a:prstGeom prst="rect">
              <a:avLst/>
            </a:prstGeom>
            <a:noFill/>
          </p:spPr>
          <p:txBody>
            <a:bodyPr wrap="square" lIns="0" tIns="0" rIns="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Bar Chart Main Title Here</a:t>
              </a:r>
              <a:endParaRPr lang="ko-KR" altLang="en-US" sz="1200" b="1" dirty="0">
                <a:gradFill>
                  <a:gsLst>
                    <a:gs pos="0">
                      <a:schemeClr val="accent1"/>
                    </a:gs>
                    <a:gs pos="100000">
                      <a:schemeClr val="accent1"/>
                    </a:gs>
                  </a:gsLst>
                  <a:lin ang="5400000" scaled="0"/>
                </a:gradFill>
                <a:latin typeface="Roboto Condensed Regular"/>
              </a:endParaRPr>
            </a:p>
          </p:txBody>
        </p:sp>
        <p:grpSp>
          <p:nvGrpSpPr>
            <p:cNvPr id="76" name="그룹 75"/>
            <p:cNvGrpSpPr/>
            <p:nvPr/>
          </p:nvGrpSpPr>
          <p:grpSpPr>
            <a:xfrm>
              <a:off x="3370263" y="3373591"/>
              <a:ext cx="5053012" cy="1065059"/>
              <a:chOff x="3370263" y="3373591"/>
              <a:chExt cx="5053012" cy="1065059"/>
            </a:xfrm>
          </p:grpSpPr>
          <p:sp>
            <p:nvSpPr>
              <p:cNvPr id="32" name="TextBox 31"/>
              <p:cNvSpPr txBox="1"/>
              <p:nvPr/>
            </p:nvSpPr>
            <p:spPr>
              <a:xfrm>
                <a:off x="6659562" y="4219575"/>
                <a:ext cx="1763713" cy="219075"/>
              </a:xfrm>
              <a:prstGeom prst="rect">
                <a:avLst/>
              </a:prstGeom>
              <a:noFill/>
            </p:spPr>
            <p:txBody>
              <a:bodyPr wrap="square" lIns="0" tIns="0" rIns="0" bIns="0" rtlCol="0">
                <a:noAutofit/>
              </a:bodyPr>
              <a:lstStyle/>
              <a:p>
                <a:pPr algn="r">
                  <a:spcAft>
                    <a:spcPts val="300"/>
                  </a:spcAft>
                </a:pPr>
                <a:r>
                  <a:rPr lang="fr-FR"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rPr>
                  <a:t>(Quisque cursus, metus vitae pharetra auctor.)</a:t>
                </a:r>
                <a:endParaRPr lang="en-US"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endParaRPr>
              </a:p>
            </p:txBody>
          </p:sp>
          <p:sp>
            <p:nvSpPr>
              <p:cNvPr id="42" name="TextBox 41"/>
              <p:cNvSpPr txBox="1"/>
              <p:nvPr/>
            </p:nvSpPr>
            <p:spPr>
              <a:xfrm>
                <a:off x="7372350"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48" name="TextBox 47"/>
              <p:cNvSpPr txBox="1"/>
              <p:nvPr/>
            </p:nvSpPr>
            <p:spPr>
              <a:xfrm>
                <a:off x="6038321"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68" name="TextBox 67"/>
              <p:cNvSpPr txBox="1"/>
              <p:nvPr/>
            </p:nvSpPr>
            <p:spPr>
              <a:xfrm>
                <a:off x="4704292"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82" name="TextBox 81"/>
              <p:cNvSpPr txBox="1"/>
              <p:nvPr/>
            </p:nvSpPr>
            <p:spPr>
              <a:xfrm>
                <a:off x="3370263" y="3624432"/>
                <a:ext cx="845934" cy="78246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43" name="TextBox 42"/>
              <p:cNvSpPr txBox="1"/>
              <p:nvPr/>
            </p:nvSpPr>
            <p:spPr>
              <a:xfrm>
                <a:off x="7382833" y="34210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2014</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49" name="TextBox 48"/>
              <p:cNvSpPr txBox="1"/>
              <p:nvPr/>
            </p:nvSpPr>
            <p:spPr>
              <a:xfrm>
                <a:off x="6048804" y="34210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2013</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69" name="TextBox 68"/>
              <p:cNvSpPr txBox="1"/>
              <p:nvPr/>
            </p:nvSpPr>
            <p:spPr>
              <a:xfrm>
                <a:off x="4714775" y="34210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2012</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83" name="TextBox 82"/>
              <p:cNvSpPr txBox="1"/>
              <p:nvPr/>
            </p:nvSpPr>
            <p:spPr>
              <a:xfrm>
                <a:off x="3380746" y="34210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2011</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cxnSp>
            <p:nvCxnSpPr>
              <p:cNvPr id="44" name="직선 연결선 43"/>
              <p:cNvCxnSpPr/>
              <p:nvPr/>
            </p:nvCxnSpPr>
            <p:spPr>
              <a:xfrm flipH="1">
                <a:off x="7505560" y="3373591"/>
                <a:ext cx="45870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0" name="직선 연결선 49"/>
              <p:cNvCxnSpPr/>
              <p:nvPr/>
            </p:nvCxnSpPr>
            <p:spPr>
              <a:xfrm flipH="1">
                <a:off x="6171531" y="3373591"/>
                <a:ext cx="45870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직선 연결선 69"/>
              <p:cNvCxnSpPr/>
              <p:nvPr/>
            </p:nvCxnSpPr>
            <p:spPr>
              <a:xfrm flipH="1">
                <a:off x="4837502" y="3373591"/>
                <a:ext cx="45870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4" name="직선 연결선 83"/>
              <p:cNvCxnSpPr/>
              <p:nvPr/>
            </p:nvCxnSpPr>
            <p:spPr>
              <a:xfrm flipH="1">
                <a:off x="3503473" y="3373591"/>
                <a:ext cx="45870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500"/>
                                        <p:tgtEl>
                                          <p:spTgt spid="87"/>
                                        </p:tgtEl>
                                      </p:cBhvr>
                                    </p:animEffect>
                                    <p:anim calcmode="lin" valueType="num">
                                      <p:cBhvr>
                                        <p:cTn id="8" dur="500" fill="hold"/>
                                        <p:tgtEl>
                                          <p:spTgt spid="87"/>
                                        </p:tgtEl>
                                        <p:attrNameLst>
                                          <p:attrName>ppt_x</p:attrName>
                                        </p:attrNameLst>
                                      </p:cBhvr>
                                      <p:tavLst>
                                        <p:tav tm="0">
                                          <p:val>
                                            <p:strVal val="#ppt_x"/>
                                          </p:val>
                                        </p:tav>
                                        <p:tav tm="100000">
                                          <p:val>
                                            <p:strVal val="#ppt_x"/>
                                          </p:val>
                                        </p:tav>
                                      </p:tavLst>
                                    </p:anim>
                                    <p:anim calcmode="lin" valueType="num">
                                      <p:cBhvr>
                                        <p:cTn id="9" dur="500" fill="hold"/>
                                        <p:tgtEl>
                                          <p:spTgt spid="87"/>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fade">
                                      <p:cBhvr>
                                        <p:cTn id="12" dur="500"/>
                                        <p:tgtEl>
                                          <p:spTgt spid="86"/>
                                        </p:tgtEl>
                                      </p:cBhvr>
                                    </p:animEffect>
                                    <p:anim calcmode="lin" valueType="num">
                                      <p:cBhvr>
                                        <p:cTn id="13" dur="500" fill="hold"/>
                                        <p:tgtEl>
                                          <p:spTgt spid="86"/>
                                        </p:tgtEl>
                                        <p:attrNameLst>
                                          <p:attrName>ppt_x</p:attrName>
                                        </p:attrNameLst>
                                      </p:cBhvr>
                                      <p:tavLst>
                                        <p:tav tm="0">
                                          <p:val>
                                            <p:strVal val="#ppt_x"/>
                                          </p:val>
                                        </p:tav>
                                        <p:tav tm="100000">
                                          <p:val>
                                            <p:strVal val="#ppt_x"/>
                                          </p:val>
                                        </p:tav>
                                      </p:tavLst>
                                    </p:anim>
                                    <p:anim calcmode="lin" valueType="num">
                                      <p:cBhvr>
                                        <p:cTn id="14" dur="500" fill="hold"/>
                                        <p:tgtEl>
                                          <p:spTgt spid="86"/>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2" presetClass="entr" presetSubtype="4" fill="hold" nodeType="afterEffect">
                                  <p:stCondLst>
                                    <p:cond delay="0"/>
                                  </p:stCondLst>
                                  <p:childTnLst>
                                    <p:set>
                                      <p:cBhvr>
                                        <p:cTn id="17" dur="1" fill="hold">
                                          <p:stCondLst>
                                            <p:cond delay="0"/>
                                          </p:stCondLst>
                                        </p:cTn>
                                        <p:tgtEl>
                                          <p:spTgt spid="77"/>
                                        </p:tgtEl>
                                        <p:attrNameLst>
                                          <p:attrName>style.visibility</p:attrName>
                                        </p:attrNameLst>
                                      </p:cBhvr>
                                      <p:to>
                                        <p:strVal val="visible"/>
                                      </p:to>
                                    </p:set>
                                    <p:animEffect transition="in" filter="slide(fromBottom)">
                                      <p:cBhvr>
                                        <p:cTn id="18" dur="500"/>
                                        <p:tgtEl>
                                          <p:spTgt spid="77"/>
                                        </p:tgtEl>
                                      </p:cBhvr>
                                    </p:animEffect>
                                  </p:childTnLst>
                                </p:cTn>
                              </p:par>
                            </p:childTnLst>
                          </p:cTn>
                        </p:par>
                        <p:par>
                          <p:cTn id="19" fill="hold">
                            <p:stCondLst>
                              <p:cond delay="1000"/>
                            </p:stCondLst>
                            <p:childTnLst>
                              <p:par>
                                <p:cTn id="20" presetID="12" presetClass="entr" presetSubtype="4" fill="hold" nodeType="after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slide(fromBottom)">
                                      <p:cBhvr>
                                        <p:cTn id="22" dur="500"/>
                                        <p:tgtEl>
                                          <p:spTgt spid="78"/>
                                        </p:tgtEl>
                                      </p:cBhvr>
                                    </p:animEffect>
                                  </p:childTnLst>
                                </p:cTn>
                              </p:par>
                            </p:childTnLst>
                          </p:cTn>
                        </p:par>
                        <p:par>
                          <p:cTn id="23" fill="hold">
                            <p:stCondLst>
                              <p:cond delay="1500"/>
                            </p:stCondLst>
                            <p:childTnLst>
                              <p:par>
                                <p:cTn id="24" presetID="12" presetClass="entr" presetSubtype="4" fill="hold" nodeType="afterEffect">
                                  <p:stCondLst>
                                    <p:cond delay="0"/>
                                  </p:stCondLst>
                                  <p:childTnLst>
                                    <p:set>
                                      <p:cBhvr>
                                        <p:cTn id="25" dur="1" fill="hold">
                                          <p:stCondLst>
                                            <p:cond delay="0"/>
                                          </p:stCondLst>
                                        </p:cTn>
                                        <p:tgtEl>
                                          <p:spTgt spid="79"/>
                                        </p:tgtEl>
                                        <p:attrNameLst>
                                          <p:attrName>style.visibility</p:attrName>
                                        </p:attrNameLst>
                                      </p:cBhvr>
                                      <p:to>
                                        <p:strVal val="visible"/>
                                      </p:to>
                                    </p:set>
                                    <p:animEffect transition="in" filter="slide(fromBottom)">
                                      <p:cBhvr>
                                        <p:cTn id="26" dur="500"/>
                                        <p:tgtEl>
                                          <p:spTgt spid="79"/>
                                        </p:tgtEl>
                                      </p:cBhvr>
                                    </p:animEffect>
                                  </p:childTnLst>
                                </p:cTn>
                              </p:par>
                            </p:childTnLst>
                          </p:cTn>
                        </p:par>
                        <p:par>
                          <p:cTn id="27" fill="hold">
                            <p:stCondLst>
                              <p:cond delay="2000"/>
                            </p:stCondLst>
                            <p:childTnLst>
                              <p:par>
                                <p:cTn id="28" presetID="12" presetClass="entr" presetSubtype="4" fill="hold" nodeType="afterEffect">
                                  <p:stCondLst>
                                    <p:cond delay="0"/>
                                  </p:stCondLst>
                                  <p:childTnLst>
                                    <p:set>
                                      <p:cBhvr>
                                        <p:cTn id="29" dur="1" fill="hold">
                                          <p:stCondLst>
                                            <p:cond delay="0"/>
                                          </p:stCondLst>
                                        </p:cTn>
                                        <p:tgtEl>
                                          <p:spTgt spid="80"/>
                                        </p:tgtEl>
                                        <p:attrNameLst>
                                          <p:attrName>style.visibility</p:attrName>
                                        </p:attrNameLst>
                                      </p:cBhvr>
                                      <p:to>
                                        <p:strVal val="visible"/>
                                      </p:to>
                                    </p:set>
                                    <p:animEffect transition="in" filter="slide(fromBottom)">
                                      <p:cBhvr>
                                        <p:cTn id="30"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Bar Chart</a:t>
            </a:r>
          </a:p>
        </p:txBody>
      </p:sp>
      <p:grpSp>
        <p:nvGrpSpPr>
          <p:cNvPr id="123" name="그룹 122"/>
          <p:cNvGrpSpPr/>
          <p:nvPr/>
        </p:nvGrpSpPr>
        <p:grpSpPr>
          <a:xfrm>
            <a:off x="333376" y="1255880"/>
            <a:ext cx="6196324" cy="2011641"/>
            <a:chOff x="720727" y="1134381"/>
            <a:chExt cx="7702548" cy="2011641"/>
          </a:xfrm>
        </p:grpSpPr>
        <p:sp>
          <p:nvSpPr>
            <p:cNvPr id="350" name="직사각형 349"/>
            <p:cNvSpPr/>
            <p:nvPr/>
          </p:nvSpPr>
          <p:spPr>
            <a:xfrm>
              <a:off x="720727" y="1134381"/>
              <a:ext cx="7702548" cy="2011641"/>
            </a:xfrm>
            <a:prstGeom prst="rect">
              <a:avLst/>
            </a:prstGeom>
            <a:pattFill prst="pct70">
              <a:fgClr>
                <a:schemeClr val="bg2">
                  <a:lumMod val="95000"/>
                </a:schemeClr>
              </a:fgClr>
              <a:bgClr>
                <a:schemeClr val="bg2">
                  <a:lumMod val="6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2" name="그룹 1"/>
            <p:cNvGrpSpPr/>
            <p:nvPr/>
          </p:nvGrpSpPr>
          <p:grpSpPr>
            <a:xfrm>
              <a:off x="720727" y="1335541"/>
              <a:ext cx="7702548" cy="1609290"/>
              <a:chOff x="810725" y="1330745"/>
              <a:chExt cx="7606200" cy="1589160"/>
            </a:xfrm>
          </p:grpSpPr>
          <p:cxnSp>
            <p:nvCxnSpPr>
              <p:cNvPr id="157" name="직선 연결선 156"/>
              <p:cNvCxnSpPr/>
              <p:nvPr/>
            </p:nvCxnSpPr>
            <p:spPr>
              <a:xfrm>
                <a:off x="810725" y="1330745"/>
                <a:ext cx="7606200" cy="0"/>
              </a:xfrm>
              <a:prstGeom prst="line">
                <a:avLst/>
              </a:prstGeom>
              <a:ln w="1270" cap="rnd">
                <a:gradFill>
                  <a:gsLst>
                    <a:gs pos="0">
                      <a:schemeClr val="accent3">
                        <a:lumMod val="50000"/>
                        <a:alpha val="20000"/>
                      </a:schemeClr>
                    </a:gs>
                    <a:gs pos="100000">
                      <a:schemeClr val="accent3">
                        <a:lumMod val="50000"/>
                        <a:alpha val="20000"/>
                      </a:schemeClr>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p:nvPr/>
            </p:nvCxnSpPr>
            <p:spPr>
              <a:xfrm>
                <a:off x="810725" y="1529390"/>
                <a:ext cx="7606200" cy="0"/>
              </a:xfrm>
              <a:prstGeom prst="line">
                <a:avLst/>
              </a:prstGeom>
              <a:ln w="1270" cap="rnd">
                <a:gradFill>
                  <a:gsLst>
                    <a:gs pos="0">
                      <a:schemeClr val="accent3">
                        <a:lumMod val="50000"/>
                        <a:alpha val="20000"/>
                      </a:schemeClr>
                    </a:gs>
                    <a:gs pos="100000">
                      <a:schemeClr val="accent3">
                        <a:lumMod val="50000"/>
                        <a:alpha val="20000"/>
                      </a:schemeClr>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159" name="직선 연결선 158"/>
              <p:cNvCxnSpPr/>
              <p:nvPr/>
            </p:nvCxnSpPr>
            <p:spPr>
              <a:xfrm>
                <a:off x="810725" y="1728035"/>
                <a:ext cx="7606200" cy="0"/>
              </a:xfrm>
              <a:prstGeom prst="line">
                <a:avLst/>
              </a:prstGeom>
              <a:ln w="1270" cap="rnd">
                <a:gradFill>
                  <a:gsLst>
                    <a:gs pos="0">
                      <a:schemeClr val="accent3">
                        <a:lumMod val="50000"/>
                        <a:alpha val="20000"/>
                      </a:schemeClr>
                    </a:gs>
                    <a:gs pos="100000">
                      <a:schemeClr val="accent3">
                        <a:lumMod val="50000"/>
                        <a:alpha val="20000"/>
                      </a:schemeClr>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160" name="직선 연결선 159"/>
              <p:cNvCxnSpPr/>
              <p:nvPr/>
            </p:nvCxnSpPr>
            <p:spPr>
              <a:xfrm>
                <a:off x="810725" y="1926680"/>
                <a:ext cx="7606200" cy="0"/>
              </a:xfrm>
              <a:prstGeom prst="line">
                <a:avLst/>
              </a:prstGeom>
              <a:ln w="1270" cap="rnd">
                <a:gradFill>
                  <a:gsLst>
                    <a:gs pos="0">
                      <a:schemeClr val="accent3">
                        <a:lumMod val="50000"/>
                        <a:alpha val="20000"/>
                      </a:schemeClr>
                    </a:gs>
                    <a:gs pos="100000">
                      <a:schemeClr val="accent3">
                        <a:lumMod val="50000"/>
                        <a:alpha val="20000"/>
                      </a:schemeClr>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p:nvPr/>
            </p:nvCxnSpPr>
            <p:spPr>
              <a:xfrm>
                <a:off x="810725" y="2323970"/>
                <a:ext cx="7606200" cy="0"/>
              </a:xfrm>
              <a:prstGeom prst="line">
                <a:avLst/>
              </a:prstGeom>
              <a:ln w="1270" cap="rnd">
                <a:gradFill>
                  <a:gsLst>
                    <a:gs pos="0">
                      <a:schemeClr val="accent3">
                        <a:lumMod val="50000"/>
                        <a:alpha val="20000"/>
                      </a:schemeClr>
                    </a:gs>
                    <a:gs pos="100000">
                      <a:schemeClr val="accent3">
                        <a:lumMod val="50000"/>
                        <a:alpha val="20000"/>
                      </a:schemeClr>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162" name="직선 연결선 161"/>
              <p:cNvCxnSpPr/>
              <p:nvPr/>
            </p:nvCxnSpPr>
            <p:spPr>
              <a:xfrm>
                <a:off x="810725" y="2721260"/>
                <a:ext cx="7606200" cy="0"/>
              </a:xfrm>
              <a:prstGeom prst="line">
                <a:avLst/>
              </a:prstGeom>
              <a:ln w="1270" cap="rnd">
                <a:gradFill>
                  <a:gsLst>
                    <a:gs pos="0">
                      <a:schemeClr val="accent3">
                        <a:lumMod val="50000"/>
                        <a:alpha val="20000"/>
                      </a:schemeClr>
                    </a:gs>
                    <a:gs pos="100000">
                      <a:schemeClr val="accent3">
                        <a:lumMod val="50000"/>
                        <a:alpha val="20000"/>
                      </a:schemeClr>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p:nvPr/>
            </p:nvCxnSpPr>
            <p:spPr>
              <a:xfrm>
                <a:off x="810725" y="2919905"/>
                <a:ext cx="7606200" cy="0"/>
              </a:xfrm>
              <a:prstGeom prst="line">
                <a:avLst/>
              </a:prstGeom>
              <a:ln w="1270" cap="rnd">
                <a:gradFill>
                  <a:gsLst>
                    <a:gs pos="0">
                      <a:schemeClr val="accent3">
                        <a:lumMod val="50000"/>
                        <a:alpha val="20000"/>
                      </a:schemeClr>
                    </a:gs>
                    <a:gs pos="100000">
                      <a:schemeClr val="accent3">
                        <a:lumMod val="50000"/>
                        <a:alpha val="20000"/>
                      </a:schemeClr>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165" name="직선 연결선 164"/>
              <p:cNvCxnSpPr/>
              <p:nvPr/>
            </p:nvCxnSpPr>
            <p:spPr>
              <a:xfrm>
                <a:off x="810725" y="2522615"/>
                <a:ext cx="7606200" cy="0"/>
              </a:xfrm>
              <a:prstGeom prst="line">
                <a:avLst/>
              </a:prstGeom>
              <a:ln w="1270" cap="rnd">
                <a:gradFill>
                  <a:gsLst>
                    <a:gs pos="0">
                      <a:schemeClr val="accent3">
                        <a:lumMod val="50000"/>
                        <a:alpha val="20000"/>
                      </a:schemeClr>
                    </a:gs>
                    <a:gs pos="100000">
                      <a:schemeClr val="accent3">
                        <a:lumMod val="50000"/>
                        <a:alpha val="20000"/>
                      </a:schemeClr>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166" name="직선 연결선 165"/>
              <p:cNvCxnSpPr/>
              <p:nvPr/>
            </p:nvCxnSpPr>
            <p:spPr>
              <a:xfrm>
                <a:off x="810725" y="2125325"/>
                <a:ext cx="7606200" cy="0"/>
              </a:xfrm>
              <a:prstGeom prst="line">
                <a:avLst/>
              </a:prstGeom>
              <a:ln w="1270" cap="rnd">
                <a:gradFill>
                  <a:gsLst>
                    <a:gs pos="0">
                      <a:schemeClr val="accent3">
                        <a:lumMod val="50000"/>
                        <a:alpha val="20000"/>
                      </a:schemeClr>
                    </a:gs>
                    <a:gs pos="100000">
                      <a:schemeClr val="accent3">
                        <a:lumMod val="50000"/>
                        <a:alpha val="20000"/>
                      </a:schemeClr>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grpSp>
          <p:nvGrpSpPr>
            <p:cNvPr id="345" name="그룹 344"/>
            <p:cNvGrpSpPr/>
            <p:nvPr/>
          </p:nvGrpSpPr>
          <p:grpSpPr>
            <a:xfrm>
              <a:off x="1685683" y="1134381"/>
              <a:ext cx="5789735" cy="2011612"/>
              <a:chOff x="1763611" y="1132101"/>
              <a:chExt cx="5717314" cy="1986450"/>
            </a:xfrm>
          </p:grpSpPr>
          <p:cxnSp>
            <p:nvCxnSpPr>
              <p:cNvPr id="147" name="직선 연결선 146"/>
              <p:cNvCxnSpPr/>
              <p:nvPr/>
            </p:nvCxnSpPr>
            <p:spPr>
              <a:xfrm rot="5400000">
                <a:off x="770386" y="2125326"/>
                <a:ext cx="1986450" cy="0"/>
              </a:xfrm>
              <a:prstGeom prst="line">
                <a:avLst/>
              </a:prstGeom>
              <a:ln w="3175" cap="rnd">
                <a:gradFill>
                  <a:gsLst>
                    <a:gs pos="0">
                      <a:schemeClr val="accent3">
                        <a:lumMod val="65000"/>
                      </a:schemeClr>
                    </a:gs>
                    <a:gs pos="100000">
                      <a:schemeClr val="accent3">
                        <a:lumMod val="75000"/>
                        <a:alpha val="50000"/>
                      </a:schemeClr>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269" name="직선 연결선 268"/>
              <p:cNvCxnSpPr/>
              <p:nvPr/>
            </p:nvCxnSpPr>
            <p:spPr>
              <a:xfrm rot="5400000">
                <a:off x="1723272" y="2125326"/>
                <a:ext cx="1986450" cy="0"/>
              </a:xfrm>
              <a:prstGeom prst="line">
                <a:avLst/>
              </a:prstGeom>
              <a:ln w="3175" cap="rnd">
                <a:gradFill>
                  <a:gsLst>
                    <a:gs pos="0">
                      <a:schemeClr val="accent3">
                        <a:lumMod val="65000"/>
                      </a:schemeClr>
                    </a:gs>
                    <a:gs pos="100000">
                      <a:schemeClr val="accent3">
                        <a:lumMod val="75000"/>
                        <a:alpha val="50000"/>
                      </a:schemeClr>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273" name="직선 연결선 272"/>
              <p:cNvCxnSpPr/>
              <p:nvPr/>
            </p:nvCxnSpPr>
            <p:spPr>
              <a:xfrm rot="5400000">
                <a:off x="2676158" y="2125326"/>
                <a:ext cx="1986450" cy="0"/>
              </a:xfrm>
              <a:prstGeom prst="line">
                <a:avLst/>
              </a:prstGeom>
              <a:ln w="3175" cap="rnd">
                <a:gradFill>
                  <a:gsLst>
                    <a:gs pos="0">
                      <a:schemeClr val="accent3">
                        <a:lumMod val="65000"/>
                      </a:schemeClr>
                    </a:gs>
                    <a:gs pos="100000">
                      <a:schemeClr val="accent3">
                        <a:lumMod val="75000"/>
                        <a:alpha val="50000"/>
                      </a:schemeClr>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277" name="직선 연결선 276"/>
              <p:cNvCxnSpPr/>
              <p:nvPr/>
            </p:nvCxnSpPr>
            <p:spPr>
              <a:xfrm rot="5400000">
                <a:off x="3629044" y="2125326"/>
                <a:ext cx="1986450" cy="0"/>
              </a:xfrm>
              <a:prstGeom prst="line">
                <a:avLst/>
              </a:prstGeom>
              <a:ln w="3175" cap="rnd">
                <a:gradFill>
                  <a:gsLst>
                    <a:gs pos="0">
                      <a:schemeClr val="accent3">
                        <a:lumMod val="65000"/>
                      </a:schemeClr>
                    </a:gs>
                    <a:gs pos="100000">
                      <a:schemeClr val="accent3">
                        <a:lumMod val="75000"/>
                        <a:alpha val="50000"/>
                      </a:schemeClr>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281" name="직선 연결선 280"/>
              <p:cNvCxnSpPr/>
              <p:nvPr/>
            </p:nvCxnSpPr>
            <p:spPr>
              <a:xfrm rot="5400000">
                <a:off x="4581930" y="2125326"/>
                <a:ext cx="1986450" cy="0"/>
              </a:xfrm>
              <a:prstGeom prst="line">
                <a:avLst/>
              </a:prstGeom>
              <a:ln w="3175" cap="rnd">
                <a:gradFill>
                  <a:gsLst>
                    <a:gs pos="0">
                      <a:schemeClr val="accent3">
                        <a:lumMod val="65000"/>
                      </a:schemeClr>
                    </a:gs>
                    <a:gs pos="100000">
                      <a:schemeClr val="accent3">
                        <a:lumMod val="75000"/>
                        <a:alpha val="50000"/>
                      </a:schemeClr>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285" name="직선 연결선 284"/>
              <p:cNvCxnSpPr/>
              <p:nvPr/>
            </p:nvCxnSpPr>
            <p:spPr>
              <a:xfrm rot="5400000">
                <a:off x="5534816" y="2125326"/>
                <a:ext cx="1986450" cy="0"/>
              </a:xfrm>
              <a:prstGeom prst="line">
                <a:avLst/>
              </a:prstGeom>
              <a:ln w="3175" cap="rnd">
                <a:gradFill>
                  <a:gsLst>
                    <a:gs pos="0">
                      <a:schemeClr val="accent3">
                        <a:lumMod val="65000"/>
                      </a:schemeClr>
                    </a:gs>
                    <a:gs pos="100000">
                      <a:schemeClr val="accent3">
                        <a:lumMod val="75000"/>
                        <a:alpha val="50000"/>
                      </a:schemeClr>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302" name="직선 연결선 301"/>
              <p:cNvCxnSpPr/>
              <p:nvPr/>
            </p:nvCxnSpPr>
            <p:spPr>
              <a:xfrm rot="5400000">
                <a:off x="6487700" y="2125326"/>
                <a:ext cx="1986450" cy="0"/>
              </a:xfrm>
              <a:prstGeom prst="line">
                <a:avLst/>
              </a:prstGeom>
              <a:ln w="3175" cap="rnd">
                <a:gradFill>
                  <a:gsLst>
                    <a:gs pos="0">
                      <a:schemeClr val="accent3">
                        <a:lumMod val="65000"/>
                      </a:schemeClr>
                    </a:gs>
                    <a:gs pos="100000">
                      <a:schemeClr val="accent3">
                        <a:lumMod val="75000"/>
                        <a:alpha val="50000"/>
                      </a:schemeClr>
                    </a:gs>
                  </a:gsLst>
                  <a:lin ang="5400000" scaled="1"/>
                </a:gradFill>
                <a:prstDash val="dash"/>
              </a:ln>
            </p:spPr>
            <p:style>
              <a:lnRef idx="1">
                <a:schemeClr val="accent1"/>
              </a:lnRef>
              <a:fillRef idx="0">
                <a:schemeClr val="accent1"/>
              </a:fillRef>
              <a:effectRef idx="0">
                <a:schemeClr val="accent1"/>
              </a:effectRef>
              <a:fontRef idx="minor">
                <a:schemeClr val="tx1"/>
              </a:fontRef>
            </p:style>
          </p:cxnSp>
        </p:grpSp>
      </p:grpSp>
      <p:grpSp>
        <p:nvGrpSpPr>
          <p:cNvPr id="115" name="그룹 114"/>
          <p:cNvGrpSpPr/>
          <p:nvPr/>
        </p:nvGrpSpPr>
        <p:grpSpPr>
          <a:xfrm>
            <a:off x="497363" y="2871594"/>
            <a:ext cx="475914" cy="395894"/>
            <a:chOff x="924575" y="2750099"/>
            <a:chExt cx="591601" cy="395894"/>
          </a:xfrm>
        </p:grpSpPr>
        <p:grpSp>
          <p:nvGrpSpPr>
            <p:cNvPr id="22" name="그룹 21"/>
            <p:cNvGrpSpPr/>
            <p:nvPr/>
          </p:nvGrpSpPr>
          <p:grpSpPr>
            <a:xfrm rot="5400000">
              <a:off x="1094074" y="2954272"/>
              <a:ext cx="201162" cy="182280"/>
              <a:chOff x="873124" y="1104502"/>
              <a:chExt cx="198646" cy="180000"/>
            </a:xfrm>
            <a:solidFill>
              <a:srgbClr val="4AB38B"/>
            </a:solidFill>
          </p:grpSpPr>
          <p:sp>
            <p:nvSpPr>
              <p:cNvPr id="180" name="직사각형 179"/>
              <p:cNvSpPr/>
              <p:nvPr/>
            </p:nvSpPr>
            <p:spPr>
              <a:xfrm>
                <a:off x="963125" y="1104502"/>
                <a:ext cx="108645" cy="18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181" name="타원 180"/>
              <p:cNvSpPr/>
              <p:nvPr/>
            </p:nvSpPr>
            <p:spPr>
              <a:xfrm>
                <a:off x="873124" y="1104502"/>
                <a:ext cx="180000" cy="18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82" name="TextBox 181"/>
            <p:cNvSpPr txBox="1"/>
            <p:nvPr/>
          </p:nvSpPr>
          <p:spPr>
            <a:xfrm>
              <a:off x="924575" y="2750099"/>
              <a:ext cx="591601" cy="182279"/>
            </a:xfrm>
            <a:prstGeom prst="rect">
              <a:avLst/>
            </a:prstGeom>
            <a:noFill/>
            <a:ln w="28575">
              <a:noFill/>
            </a:ln>
          </p:spPr>
          <p:txBody>
            <a:bodyPr wrap="square" lIns="72000" tIns="0" rIns="72000" bIns="0" rtlCol="0" anchor="ctr">
              <a:noAutofit/>
            </a:bodyPr>
            <a:lstStyle/>
            <a:p>
              <a:pPr lvl="0" algn="ctr"/>
              <a:r>
                <a:rPr lang="en-US" altLang="ko-KR" sz="1200" b="1" dirty="0">
                  <a:gradFill>
                    <a:gsLst>
                      <a:gs pos="0">
                        <a:schemeClr val="tx2"/>
                      </a:gs>
                      <a:gs pos="100000">
                        <a:schemeClr val="tx2"/>
                      </a:gs>
                    </a:gsLst>
                    <a:lin ang="5400000" scaled="0"/>
                  </a:gradFill>
                  <a:effectLst>
                    <a:glow rad="101600">
                      <a:schemeClr val="bg2"/>
                    </a:glow>
                  </a:effectLst>
                  <a:latin typeface="+mj-lt"/>
                </a:rPr>
                <a:t>10</a:t>
              </a:r>
              <a:r>
                <a:rPr lang="en-US" altLang="ko-KR" sz="900" dirty="0">
                  <a:gradFill>
                    <a:gsLst>
                      <a:gs pos="0">
                        <a:schemeClr val="tx2"/>
                      </a:gs>
                      <a:gs pos="100000">
                        <a:schemeClr val="tx2"/>
                      </a:gs>
                    </a:gsLst>
                    <a:lin ang="5400000" scaled="0"/>
                  </a:gradFill>
                  <a:effectLst>
                    <a:glow rad="101600">
                      <a:schemeClr val="bg2"/>
                    </a:glow>
                  </a:effectLst>
                </a:rPr>
                <a:t>%</a:t>
              </a:r>
              <a:endParaRPr lang="ko-KR" altLang="en-US" sz="900" dirty="0">
                <a:gradFill>
                  <a:gsLst>
                    <a:gs pos="0">
                      <a:schemeClr val="tx2"/>
                    </a:gs>
                    <a:gs pos="100000">
                      <a:schemeClr val="tx2"/>
                    </a:gs>
                  </a:gsLst>
                  <a:lin ang="5400000" scaled="0"/>
                </a:gradFill>
                <a:effectLst>
                  <a:glow rad="101600">
                    <a:schemeClr val="bg2"/>
                  </a:glow>
                </a:effectLst>
              </a:endParaRPr>
            </a:p>
          </p:txBody>
        </p:sp>
      </p:grpSp>
      <p:grpSp>
        <p:nvGrpSpPr>
          <p:cNvPr id="116" name="그룹 115"/>
          <p:cNvGrpSpPr/>
          <p:nvPr/>
        </p:nvGrpSpPr>
        <p:grpSpPr>
          <a:xfrm>
            <a:off x="1273626" y="2423432"/>
            <a:ext cx="475914" cy="844087"/>
            <a:chOff x="1889531" y="2301933"/>
            <a:chExt cx="591601" cy="844087"/>
          </a:xfrm>
        </p:grpSpPr>
        <p:grpSp>
          <p:nvGrpSpPr>
            <p:cNvPr id="188" name="그룹 187"/>
            <p:cNvGrpSpPr/>
            <p:nvPr/>
          </p:nvGrpSpPr>
          <p:grpSpPr>
            <a:xfrm rot="5400000">
              <a:off x="1834935" y="2730202"/>
              <a:ext cx="649354" cy="182281"/>
              <a:chOff x="873124" y="1104501"/>
              <a:chExt cx="641232" cy="180001"/>
            </a:xfrm>
            <a:solidFill>
              <a:srgbClr val="4AB38B"/>
            </a:solidFill>
          </p:grpSpPr>
          <p:sp>
            <p:nvSpPr>
              <p:cNvPr id="190" name="직사각형 189"/>
              <p:cNvSpPr/>
              <p:nvPr/>
            </p:nvSpPr>
            <p:spPr>
              <a:xfrm>
                <a:off x="963130" y="1104501"/>
                <a:ext cx="551226" cy="18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191" name="타원 190"/>
              <p:cNvSpPr/>
              <p:nvPr/>
            </p:nvSpPr>
            <p:spPr>
              <a:xfrm>
                <a:off x="873124" y="1104502"/>
                <a:ext cx="180000" cy="18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89" name="TextBox 188"/>
            <p:cNvSpPr txBox="1"/>
            <p:nvPr/>
          </p:nvSpPr>
          <p:spPr>
            <a:xfrm>
              <a:off x="1889531" y="2301933"/>
              <a:ext cx="591601" cy="182279"/>
            </a:xfrm>
            <a:prstGeom prst="rect">
              <a:avLst/>
            </a:prstGeom>
            <a:noFill/>
            <a:ln w="28575">
              <a:noFill/>
            </a:ln>
          </p:spPr>
          <p:txBody>
            <a:bodyPr wrap="square" lIns="72000" tIns="0" rIns="72000" bIns="0" rtlCol="0" anchor="ctr">
              <a:noAutofit/>
            </a:bodyPr>
            <a:lstStyle/>
            <a:p>
              <a:pPr lvl="0" algn="ctr"/>
              <a:r>
                <a:rPr lang="en-US" altLang="ko-KR" sz="1200" b="1" dirty="0">
                  <a:gradFill>
                    <a:gsLst>
                      <a:gs pos="0">
                        <a:schemeClr val="tx2"/>
                      </a:gs>
                      <a:gs pos="100000">
                        <a:schemeClr val="tx2"/>
                      </a:gs>
                    </a:gsLst>
                    <a:lin ang="5400000" scaled="0"/>
                  </a:gradFill>
                  <a:effectLst>
                    <a:glow rad="101600">
                      <a:schemeClr val="bg2"/>
                    </a:glow>
                  </a:effectLst>
                  <a:latin typeface="+mj-lt"/>
                </a:rPr>
                <a:t>32</a:t>
              </a:r>
              <a:r>
                <a:rPr lang="en-US" altLang="ko-KR" sz="900" dirty="0">
                  <a:gradFill>
                    <a:gsLst>
                      <a:gs pos="0">
                        <a:schemeClr val="tx2"/>
                      </a:gs>
                      <a:gs pos="100000">
                        <a:schemeClr val="tx2"/>
                      </a:gs>
                    </a:gsLst>
                    <a:lin ang="5400000" scaled="0"/>
                  </a:gradFill>
                  <a:effectLst>
                    <a:glow rad="101600">
                      <a:schemeClr val="bg2"/>
                    </a:glow>
                  </a:effectLst>
                </a:rPr>
                <a:t>%</a:t>
              </a:r>
              <a:endParaRPr lang="ko-KR" altLang="en-US" sz="900" dirty="0">
                <a:gradFill>
                  <a:gsLst>
                    <a:gs pos="0">
                      <a:schemeClr val="tx2"/>
                    </a:gs>
                    <a:gs pos="100000">
                      <a:schemeClr val="tx2"/>
                    </a:gs>
                  </a:gsLst>
                  <a:lin ang="5400000" scaled="0"/>
                </a:gradFill>
                <a:effectLst>
                  <a:glow rad="101600">
                    <a:schemeClr val="bg2"/>
                  </a:glow>
                </a:effectLst>
              </a:endParaRPr>
            </a:p>
          </p:txBody>
        </p:sp>
      </p:grpSp>
      <p:grpSp>
        <p:nvGrpSpPr>
          <p:cNvPr id="117" name="그룹 116"/>
          <p:cNvGrpSpPr/>
          <p:nvPr/>
        </p:nvGrpSpPr>
        <p:grpSpPr>
          <a:xfrm>
            <a:off x="2049886" y="2673255"/>
            <a:ext cx="475914" cy="594265"/>
            <a:chOff x="2854487" y="2551756"/>
            <a:chExt cx="591601" cy="594265"/>
          </a:xfrm>
        </p:grpSpPr>
        <p:grpSp>
          <p:nvGrpSpPr>
            <p:cNvPr id="197" name="그룹 196"/>
            <p:cNvGrpSpPr/>
            <p:nvPr/>
          </p:nvGrpSpPr>
          <p:grpSpPr>
            <a:xfrm rot="5400000">
              <a:off x="2924801" y="2855114"/>
              <a:ext cx="399533" cy="182281"/>
              <a:chOff x="873125" y="1104501"/>
              <a:chExt cx="394535" cy="180001"/>
            </a:xfrm>
            <a:solidFill>
              <a:srgbClr val="4AB38B"/>
            </a:solidFill>
          </p:grpSpPr>
          <p:sp>
            <p:nvSpPr>
              <p:cNvPr id="199" name="직사각형 198"/>
              <p:cNvSpPr/>
              <p:nvPr/>
            </p:nvSpPr>
            <p:spPr>
              <a:xfrm>
                <a:off x="963129" y="1104502"/>
                <a:ext cx="304531" cy="18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00" name="타원 199"/>
              <p:cNvSpPr/>
              <p:nvPr/>
            </p:nvSpPr>
            <p:spPr>
              <a:xfrm>
                <a:off x="873125" y="1104501"/>
                <a:ext cx="180000" cy="18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198" name="TextBox 197"/>
            <p:cNvSpPr txBox="1"/>
            <p:nvPr/>
          </p:nvSpPr>
          <p:spPr>
            <a:xfrm>
              <a:off x="2854487" y="2551756"/>
              <a:ext cx="591601" cy="182279"/>
            </a:xfrm>
            <a:prstGeom prst="rect">
              <a:avLst/>
            </a:prstGeom>
            <a:noFill/>
            <a:ln w="28575">
              <a:noFill/>
            </a:ln>
          </p:spPr>
          <p:txBody>
            <a:bodyPr wrap="square" lIns="72000" tIns="0" rIns="72000" bIns="0" rtlCol="0" anchor="ctr">
              <a:noAutofit/>
            </a:bodyPr>
            <a:lstStyle/>
            <a:p>
              <a:pPr lvl="0" algn="ctr"/>
              <a:r>
                <a:rPr lang="en-US" altLang="ko-KR" sz="1200" b="1" dirty="0">
                  <a:gradFill>
                    <a:gsLst>
                      <a:gs pos="0">
                        <a:schemeClr val="tx2"/>
                      </a:gs>
                      <a:gs pos="100000">
                        <a:schemeClr val="tx2"/>
                      </a:gs>
                    </a:gsLst>
                    <a:lin ang="5400000" scaled="0"/>
                  </a:gradFill>
                  <a:effectLst>
                    <a:glow rad="101600">
                      <a:schemeClr val="bg2"/>
                    </a:glow>
                  </a:effectLst>
                  <a:latin typeface="+mj-lt"/>
                </a:rPr>
                <a:t>20</a:t>
              </a:r>
              <a:r>
                <a:rPr lang="en-US" altLang="ko-KR" sz="900" dirty="0">
                  <a:gradFill>
                    <a:gsLst>
                      <a:gs pos="0">
                        <a:schemeClr val="tx2"/>
                      </a:gs>
                      <a:gs pos="100000">
                        <a:schemeClr val="tx2"/>
                      </a:gs>
                    </a:gsLst>
                    <a:lin ang="5400000" scaled="0"/>
                  </a:gradFill>
                  <a:effectLst>
                    <a:glow rad="101600">
                      <a:schemeClr val="bg2"/>
                    </a:glow>
                  </a:effectLst>
                </a:rPr>
                <a:t>%</a:t>
              </a:r>
              <a:endParaRPr lang="ko-KR" altLang="en-US" sz="900" dirty="0">
                <a:gradFill>
                  <a:gsLst>
                    <a:gs pos="0">
                      <a:schemeClr val="tx2"/>
                    </a:gs>
                    <a:gs pos="100000">
                      <a:schemeClr val="tx2"/>
                    </a:gs>
                  </a:gsLst>
                  <a:lin ang="5400000" scaled="0"/>
                </a:gradFill>
                <a:effectLst>
                  <a:glow rad="101600">
                    <a:schemeClr val="bg2"/>
                  </a:glow>
                </a:effectLst>
              </a:endParaRPr>
            </a:p>
          </p:txBody>
        </p:sp>
      </p:grpSp>
      <p:grpSp>
        <p:nvGrpSpPr>
          <p:cNvPr id="118" name="그룹 117"/>
          <p:cNvGrpSpPr/>
          <p:nvPr/>
        </p:nvGrpSpPr>
        <p:grpSpPr>
          <a:xfrm>
            <a:off x="2826146" y="2098568"/>
            <a:ext cx="475914" cy="1168947"/>
            <a:chOff x="3819444" y="1977070"/>
            <a:chExt cx="591601" cy="1168947"/>
          </a:xfrm>
        </p:grpSpPr>
        <p:grpSp>
          <p:nvGrpSpPr>
            <p:cNvPr id="206" name="그룹 205"/>
            <p:cNvGrpSpPr/>
            <p:nvPr/>
          </p:nvGrpSpPr>
          <p:grpSpPr>
            <a:xfrm rot="5400000">
              <a:off x="3602417" y="2567770"/>
              <a:ext cx="974215" cy="182280"/>
              <a:chOff x="873125" y="1104501"/>
              <a:chExt cx="962029" cy="180000"/>
            </a:xfrm>
            <a:solidFill>
              <a:srgbClr val="4AB38B"/>
            </a:solidFill>
          </p:grpSpPr>
          <p:sp>
            <p:nvSpPr>
              <p:cNvPr id="208" name="직사각형 207"/>
              <p:cNvSpPr/>
              <p:nvPr/>
            </p:nvSpPr>
            <p:spPr>
              <a:xfrm>
                <a:off x="963128" y="1104501"/>
                <a:ext cx="872026" cy="18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09" name="타원 208"/>
              <p:cNvSpPr/>
              <p:nvPr/>
            </p:nvSpPr>
            <p:spPr>
              <a:xfrm>
                <a:off x="873125" y="1104501"/>
                <a:ext cx="180000" cy="18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207" name="TextBox 206"/>
            <p:cNvSpPr txBox="1"/>
            <p:nvPr/>
          </p:nvSpPr>
          <p:spPr>
            <a:xfrm>
              <a:off x="3819444" y="1977070"/>
              <a:ext cx="591601" cy="182279"/>
            </a:xfrm>
            <a:prstGeom prst="rect">
              <a:avLst/>
            </a:prstGeom>
            <a:noFill/>
            <a:ln w="28575">
              <a:noFill/>
            </a:ln>
          </p:spPr>
          <p:txBody>
            <a:bodyPr wrap="square" lIns="72000" tIns="0" rIns="72000" bIns="0" rtlCol="0" anchor="ctr">
              <a:noAutofit/>
            </a:bodyPr>
            <a:lstStyle/>
            <a:p>
              <a:pPr lvl="0" algn="ctr"/>
              <a:r>
                <a:rPr lang="en-US" altLang="ko-KR" sz="1200" b="1" dirty="0">
                  <a:gradFill>
                    <a:gsLst>
                      <a:gs pos="0">
                        <a:schemeClr val="tx2"/>
                      </a:gs>
                      <a:gs pos="100000">
                        <a:schemeClr val="tx2"/>
                      </a:gs>
                    </a:gsLst>
                    <a:lin ang="5400000" scaled="0"/>
                  </a:gradFill>
                  <a:effectLst>
                    <a:glow rad="101600">
                      <a:schemeClr val="bg2"/>
                    </a:glow>
                  </a:effectLst>
                  <a:latin typeface="+mj-lt"/>
                </a:rPr>
                <a:t>38</a:t>
              </a:r>
              <a:r>
                <a:rPr lang="en-US" altLang="ko-KR" sz="900" dirty="0">
                  <a:gradFill>
                    <a:gsLst>
                      <a:gs pos="0">
                        <a:schemeClr val="tx2"/>
                      </a:gs>
                      <a:gs pos="100000">
                        <a:schemeClr val="tx2"/>
                      </a:gs>
                    </a:gsLst>
                    <a:lin ang="5400000" scaled="0"/>
                  </a:gradFill>
                  <a:effectLst>
                    <a:glow rad="101600">
                      <a:schemeClr val="bg2"/>
                    </a:glow>
                  </a:effectLst>
                </a:rPr>
                <a:t>%</a:t>
              </a:r>
              <a:endParaRPr lang="ko-KR" altLang="en-US" sz="900" dirty="0">
                <a:gradFill>
                  <a:gsLst>
                    <a:gs pos="0">
                      <a:schemeClr val="tx2"/>
                    </a:gs>
                    <a:gs pos="100000">
                      <a:schemeClr val="tx2"/>
                    </a:gs>
                  </a:gsLst>
                  <a:lin ang="5400000" scaled="0"/>
                </a:gradFill>
                <a:effectLst>
                  <a:glow rad="101600">
                    <a:schemeClr val="bg2"/>
                  </a:glow>
                </a:effectLst>
              </a:endParaRPr>
            </a:p>
          </p:txBody>
        </p:sp>
      </p:grpSp>
      <p:grpSp>
        <p:nvGrpSpPr>
          <p:cNvPr id="119" name="그룹 118"/>
          <p:cNvGrpSpPr/>
          <p:nvPr/>
        </p:nvGrpSpPr>
        <p:grpSpPr>
          <a:xfrm>
            <a:off x="3602407" y="2329655"/>
            <a:ext cx="475914" cy="937857"/>
            <a:chOff x="4784400" y="2208158"/>
            <a:chExt cx="591601" cy="937857"/>
          </a:xfrm>
        </p:grpSpPr>
        <p:grpSp>
          <p:nvGrpSpPr>
            <p:cNvPr id="215" name="그룹 214"/>
            <p:cNvGrpSpPr/>
            <p:nvPr/>
          </p:nvGrpSpPr>
          <p:grpSpPr>
            <a:xfrm rot="5400000">
              <a:off x="4682919" y="2683313"/>
              <a:ext cx="743122" cy="182281"/>
              <a:chOff x="873126" y="1104501"/>
              <a:chExt cx="733827" cy="180001"/>
            </a:xfrm>
            <a:solidFill>
              <a:srgbClr val="4AB38B"/>
            </a:solidFill>
          </p:grpSpPr>
          <p:sp>
            <p:nvSpPr>
              <p:cNvPr id="217" name="직사각형 216"/>
              <p:cNvSpPr/>
              <p:nvPr/>
            </p:nvSpPr>
            <p:spPr>
              <a:xfrm>
                <a:off x="963127" y="1104502"/>
                <a:ext cx="643826" cy="18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18" name="타원 217"/>
              <p:cNvSpPr/>
              <p:nvPr/>
            </p:nvSpPr>
            <p:spPr>
              <a:xfrm>
                <a:off x="873126" y="1104501"/>
                <a:ext cx="180000" cy="18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216" name="TextBox 215"/>
            <p:cNvSpPr txBox="1"/>
            <p:nvPr/>
          </p:nvSpPr>
          <p:spPr>
            <a:xfrm>
              <a:off x="4784400" y="2208158"/>
              <a:ext cx="591601" cy="182279"/>
            </a:xfrm>
            <a:prstGeom prst="rect">
              <a:avLst/>
            </a:prstGeom>
            <a:noFill/>
            <a:ln w="28575">
              <a:noFill/>
            </a:ln>
          </p:spPr>
          <p:txBody>
            <a:bodyPr wrap="square" lIns="72000" tIns="0" rIns="72000" bIns="0" rtlCol="0" anchor="ctr">
              <a:noAutofit/>
            </a:bodyPr>
            <a:lstStyle/>
            <a:p>
              <a:pPr lvl="0" algn="ctr"/>
              <a:r>
                <a:rPr lang="en-US" altLang="ko-KR" sz="1200" b="1" dirty="0">
                  <a:gradFill>
                    <a:gsLst>
                      <a:gs pos="0">
                        <a:schemeClr val="tx2"/>
                      </a:gs>
                      <a:gs pos="100000">
                        <a:schemeClr val="tx2"/>
                      </a:gs>
                    </a:gsLst>
                    <a:lin ang="5400000" scaled="0"/>
                  </a:gradFill>
                  <a:effectLst>
                    <a:glow rad="101600">
                      <a:schemeClr val="bg2"/>
                    </a:glow>
                  </a:effectLst>
                  <a:latin typeface="+mj-lt"/>
                </a:rPr>
                <a:t>46</a:t>
              </a:r>
              <a:r>
                <a:rPr lang="en-US" altLang="ko-KR" sz="900" dirty="0">
                  <a:gradFill>
                    <a:gsLst>
                      <a:gs pos="0">
                        <a:schemeClr val="tx2"/>
                      </a:gs>
                      <a:gs pos="100000">
                        <a:schemeClr val="tx2"/>
                      </a:gs>
                    </a:gsLst>
                    <a:lin ang="5400000" scaled="0"/>
                  </a:gradFill>
                  <a:effectLst>
                    <a:glow rad="101600">
                      <a:schemeClr val="bg2"/>
                    </a:glow>
                  </a:effectLst>
                </a:rPr>
                <a:t>%</a:t>
              </a:r>
              <a:endParaRPr lang="ko-KR" altLang="en-US" sz="900" dirty="0">
                <a:gradFill>
                  <a:gsLst>
                    <a:gs pos="0">
                      <a:schemeClr val="tx2"/>
                    </a:gs>
                    <a:gs pos="100000">
                      <a:schemeClr val="tx2"/>
                    </a:gs>
                  </a:gsLst>
                  <a:lin ang="5400000" scaled="0"/>
                </a:gradFill>
                <a:effectLst>
                  <a:glow rad="101600">
                    <a:schemeClr val="bg2"/>
                  </a:glow>
                </a:effectLst>
              </a:endParaRPr>
            </a:p>
          </p:txBody>
        </p:sp>
      </p:grpSp>
      <p:grpSp>
        <p:nvGrpSpPr>
          <p:cNvPr id="120" name="그룹 119"/>
          <p:cNvGrpSpPr/>
          <p:nvPr/>
        </p:nvGrpSpPr>
        <p:grpSpPr>
          <a:xfrm>
            <a:off x="4378667" y="2174882"/>
            <a:ext cx="475914" cy="1092627"/>
            <a:chOff x="5749356" y="2053384"/>
            <a:chExt cx="591601" cy="1092627"/>
          </a:xfrm>
        </p:grpSpPr>
        <p:grpSp>
          <p:nvGrpSpPr>
            <p:cNvPr id="224" name="그룹 223"/>
            <p:cNvGrpSpPr/>
            <p:nvPr/>
          </p:nvGrpSpPr>
          <p:grpSpPr>
            <a:xfrm rot="5400000">
              <a:off x="5570490" y="2605924"/>
              <a:ext cx="897894" cy="182280"/>
              <a:chOff x="873125" y="1104501"/>
              <a:chExt cx="886663" cy="180000"/>
            </a:xfrm>
            <a:solidFill>
              <a:srgbClr val="4AB38B"/>
            </a:solidFill>
          </p:grpSpPr>
          <p:sp>
            <p:nvSpPr>
              <p:cNvPr id="226" name="직사각형 225"/>
              <p:cNvSpPr/>
              <p:nvPr/>
            </p:nvSpPr>
            <p:spPr>
              <a:xfrm>
                <a:off x="963126" y="1104501"/>
                <a:ext cx="796662" cy="18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27" name="타원 226"/>
              <p:cNvSpPr/>
              <p:nvPr/>
            </p:nvSpPr>
            <p:spPr>
              <a:xfrm>
                <a:off x="873125" y="1104501"/>
                <a:ext cx="180000" cy="18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225" name="TextBox 224"/>
            <p:cNvSpPr txBox="1"/>
            <p:nvPr/>
          </p:nvSpPr>
          <p:spPr>
            <a:xfrm>
              <a:off x="5749356" y="2053384"/>
              <a:ext cx="591601" cy="182279"/>
            </a:xfrm>
            <a:prstGeom prst="rect">
              <a:avLst/>
            </a:prstGeom>
            <a:noFill/>
            <a:ln w="28575">
              <a:noFill/>
            </a:ln>
          </p:spPr>
          <p:txBody>
            <a:bodyPr wrap="square" lIns="72000" tIns="0" rIns="72000" bIns="0" rtlCol="0" anchor="ctr">
              <a:noAutofit/>
            </a:bodyPr>
            <a:lstStyle/>
            <a:p>
              <a:pPr lvl="0" algn="ctr"/>
              <a:r>
                <a:rPr lang="en-US" altLang="ko-KR" sz="1200" b="1" dirty="0">
                  <a:gradFill>
                    <a:gsLst>
                      <a:gs pos="0">
                        <a:schemeClr val="tx2"/>
                      </a:gs>
                      <a:gs pos="100000">
                        <a:schemeClr val="tx2"/>
                      </a:gs>
                    </a:gsLst>
                    <a:lin ang="5400000" scaled="0"/>
                  </a:gradFill>
                  <a:effectLst>
                    <a:glow rad="101600">
                      <a:schemeClr val="bg2"/>
                    </a:glow>
                  </a:effectLst>
                  <a:latin typeface="+mj-lt"/>
                </a:rPr>
                <a:t>35</a:t>
              </a:r>
              <a:r>
                <a:rPr lang="en-US" altLang="ko-KR" sz="900" dirty="0">
                  <a:gradFill>
                    <a:gsLst>
                      <a:gs pos="0">
                        <a:schemeClr val="tx2"/>
                      </a:gs>
                      <a:gs pos="100000">
                        <a:schemeClr val="tx2"/>
                      </a:gs>
                    </a:gsLst>
                    <a:lin ang="5400000" scaled="0"/>
                  </a:gradFill>
                  <a:effectLst>
                    <a:glow rad="101600">
                      <a:schemeClr val="bg2"/>
                    </a:glow>
                  </a:effectLst>
                </a:rPr>
                <a:t>%</a:t>
              </a:r>
              <a:endParaRPr lang="ko-KR" altLang="en-US" sz="900" dirty="0">
                <a:gradFill>
                  <a:gsLst>
                    <a:gs pos="0">
                      <a:schemeClr val="tx2"/>
                    </a:gs>
                    <a:gs pos="100000">
                      <a:schemeClr val="tx2"/>
                    </a:gs>
                  </a:gsLst>
                  <a:lin ang="5400000" scaled="0"/>
                </a:gradFill>
                <a:effectLst>
                  <a:glow rad="101600">
                    <a:schemeClr val="bg2"/>
                  </a:glow>
                </a:effectLst>
              </a:endParaRPr>
            </a:p>
          </p:txBody>
        </p:sp>
      </p:grpSp>
      <p:grpSp>
        <p:nvGrpSpPr>
          <p:cNvPr id="121" name="그룹 120"/>
          <p:cNvGrpSpPr/>
          <p:nvPr/>
        </p:nvGrpSpPr>
        <p:grpSpPr>
          <a:xfrm>
            <a:off x="5154927" y="1879668"/>
            <a:ext cx="475914" cy="1387834"/>
            <a:chOff x="6714312" y="1758173"/>
            <a:chExt cx="591601" cy="1387834"/>
          </a:xfrm>
        </p:grpSpPr>
        <p:grpSp>
          <p:nvGrpSpPr>
            <p:cNvPr id="233" name="그룹 232"/>
            <p:cNvGrpSpPr/>
            <p:nvPr/>
          </p:nvGrpSpPr>
          <p:grpSpPr>
            <a:xfrm rot="5400000">
              <a:off x="6387842" y="2458316"/>
              <a:ext cx="1193103" cy="182280"/>
              <a:chOff x="873125" y="1104501"/>
              <a:chExt cx="1178179" cy="180000"/>
            </a:xfrm>
            <a:solidFill>
              <a:srgbClr val="4AB38B"/>
            </a:solidFill>
          </p:grpSpPr>
          <p:sp>
            <p:nvSpPr>
              <p:cNvPr id="235" name="직사각형 234"/>
              <p:cNvSpPr/>
              <p:nvPr/>
            </p:nvSpPr>
            <p:spPr>
              <a:xfrm>
                <a:off x="963126" y="1104501"/>
                <a:ext cx="1088178" cy="18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36" name="타원 235"/>
              <p:cNvSpPr/>
              <p:nvPr/>
            </p:nvSpPr>
            <p:spPr>
              <a:xfrm>
                <a:off x="873125" y="1104501"/>
                <a:ext cx="180000" cy="18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234" name="TextBox 233"/>
            <p:cNvSpPr txBox="1"/>
            <p:nvPr/>
          </p:nvSpPr>
          <p:spPr>
            <a:xfrm>
              <a:off x="6714312" y="1758173"/>
              <a:ext cx="591601" cy="182279"/>
            </a:xfrm>
            <a:prstGeom prst="rect">
              <a:avLst/>
            </a:prstGeom>
            <a:noFill/>
            <a:ln w="28575">
              <a:noFill/>
            </a:ln>
          </p:spPr>
          <p:txBody>
            <a:bodyPr wrap="square" lIns="72000" tIns="0" rIns="72000" bIns="0" rtlCol="0" anchor="ctr">
              <a:noAutofit/>
            </a:bodyPr>
            <a:lstStyle/>
            <a:p>
              <a:pPr lvl="0" algn="ctr"/>
              <a:r>
                <a:rPr lang="en-US" altLang="ko-KR" sz="1200" b="1" dirty="0">
                  <a:gradFill>
                    <a:gsLst>
                      <a:gs pos="0">
                        <a:schemeClr val="tx2"/>
                      </a:gs>
                      <a:gs pos="100000">
                        <a:schemeClr val="tx2"/>
                      </a:gs>
                    </a:gsLst>
                    <a:lin ang="5400000" scaled="0"/>
                  </a:gradFill>
                  <a:effectLst>
                    <a:glow rad="101600">
                      <a:schemeClr val="bg2"/>
                    </a:glow>
                  </a:effectLst>
                  <a:latin typeface="+mj-lt"/>
                </a:rPr>
                <a:t>59</a:t>
              </a:r>
              <a:r>
                <a:rPr lang="en-US" altLang="ko-KR" sz="900" dirty="0">
                  <a:gradFill>
                    <a:gsLst>
                      <a:gs pos="0">
                        <a:schemeClr val="tx2"/>
                      </a:gs>
                      <a:gs pos="100000">
                        <a:schemeClr val="tx2"/>
                      </a:gs>
                    </a:gsLst>
                    <a:lin ang="5400000" scaled="0"/>
                  </a:gradFill>
                  <a:effectLst>
                    <a:glow rad="101600">
                      <a:schemeClr val="bg2"/>
                    </a:glow>
                  </a:effectLst>
                </a:rPr>
                <a:t>%</a:t>
              </a:r>
              <a:endParaRPr lang="ko-KR" altLang="en-US" sz="900" dirty="0">
                <a:gradFill>
                  <a:gsLst>
                    <a:gs pos="0">
                      <a:schemeClr val="tx2"/>
                    </a:gs>
                    <a:gs pos="100000">
                      <a:schemeClr val="tx2"/>
                    </a:gs>
                  </a:gsLst>
                  <a:lin ang="5400000" scaled="0"/>
                </a:gradFill>
                <a:effectLst>
                  <a:glow rad="101600">
                    <a:schemeClr val="bg2"/>
                  </a:glow>
                </a:effectLst>
              </a:endParaRPr>
            </a:p>
          </p:txBody>
        </p:sp>
      </p:grpSp>
      <p:grpSp>
        <p:nvGrpSpPr>
          <p:cNvPr id="122" name="그룹 121"/>
          <p:cNvGrpSpPr/>
          <p:nvPr/>
        </p:nvGrpSpPr>
        <p:grpSpPr>
          <a:xfrm>
            <a:off x="5931185" y="1415570"/>
            <a:ext cx="475914" cy="1851932"/>
            <a:chOff x="7679266" y="1294076"/>
            <a:chExt cx="591601" cy="1851932"/>
          </a:xfrm>
        </p:grpSpPr>
        <p:grpSp>
          <p:nvGrpSpPr>
            <p:cNvPr id="242" name="그룹 241"/>
            <p:cNvGrpSpPr/>
            <p:nvPr/>
          </p:nvGrpSpPr>
          <p:grpSpPr>
            <a:xfrm rot="5400000">
              <a:off x="7120748" y="2226267"/>
              <a:ext cx="1657201" cy="182281"/>
              <a:chOff x="873121" y="1104502"/>
              <a:chExt cx="1636472" cy="180001"/>
            </a:xfrm>
            <a:solidFill>
              <a:srgbClr val="4AB38B"/>
            </a:solidFill>
          </p:grpSpPr>
          <p:sp>
            <p:nvSpPr>
              <p:cNvPr id="244" name="직사각형 243"/>
              <p:cNvSpPr/>
              <p:nvPr/>
            </p:nvSpPr>
            <p:spPr>
              <a:xfrm>
                <a:off x="963127" y="1104502"/>
                <a:ext cx="1546466" cy="180000"/>
              </a:xfrm>
              <a:prstGeom prst="rect">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514" dirty="0"/>
                  <a:t> </a:t>
                </a:r>
                <a:endParaRPr lang="ko-KR" altLang="en-US" sz="2514" dirty="0"/>
              </a:p>
            </p:txBody>
          </p:sp>
          <p:sp>
            <p:nvSpPr>
              <p:cNvPr id="245" name="타원 244"/>
              <p:cNvSpPr/>
              <p:nvPr/>
            </p:nvSpPr>
            <p:spPr>
              <a:xfrm>
                <a:off x="873121" y="1104503"/>
                <a:ext cx="180000" cy="180000"/>
              </a:xfrm>
              <a:prstGeom prst="ellips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
          <p:nvSpPr>
            <p:cNvPr id="243" name="TextBox 242"/>
            <p:cNvSpPr txBox="1"/>
            <p:nvPr/>
          </p:nvSpPr>
          <p:spPr>
            <a:xfrm>
              <a:off x="7679266" y="1294076"/>
              <a:ext cx="591601" cy="182279"/>
            </a:xfrm>
            <a:prstGeom prst="rect">
              <a:avLst/>
            </a:prstGeom>
            <a:noFill/>
            <a:ln w="28575">
              <a:noFill/>
            </a:ln>
          </p:spPr>
          <p:txBody>
            <a:bodyPr wrap="square" lIns="72000" tIns="0" rIns="72000" bIns="0" rtlCol="0" anchor="ctr">
              <a:noAutofit/>
            </a:bodyPr>
            <a:lstStyle/>
            <a:p>
              <a:pPr lvl="0" algn="ctr"/>
              <a:r>
                <a:rPr lang="en-US" altLang="ko-KR" sz="1200" b="1" dirty="0">
                  <a:gradFill>
                    <a:gsLst>
                      <a:gs pos="0">
                        <a:schemeClr val="tx2"/>
                      </a:gs>
                      <a:gs pos="100000">
                        <a:schemeClr val="tx2"/>
                      </a:gs>
                    </a:gsLst>
                    <a:lin ang="5400000" scaled="0"/>
                  </a:gradFill>
                  <a:effectLst>
                    <a:glow rad="101600">
                      <a:schemeClr val="bg2"/>
                    </a:glow>
                  </a:effectLst>
                  <a:latin typeface="+mj-lt"/>
                </a:rPr>
                <a:t>82</a:t>
              </a:r>
              <a:r>
                <a:rPr lang="en-US" altLang="ko-KR" sz="900" dirty="0">
                  <a:gradFill>
                    <a:gsLst>
                      <a:gs pos="0">
                        <a:schemeClr val="tx2"/>
                      </a:gs>
                      <a:gs pos="100000">
                        <a:schemeClr val="tx2"/>
                      </a:gs>
                    </a:gsLst>
                    <a:lin ang="5400000" scaled="0"/>
                  </a:gradFill>
                  <a:effectLst>
                    <a:glow rad="101600">
                      <a:schemeClr val="bg2"/>
                    </a:glow>
                  </a:effectLst>
                </a:rPr>
                <a:t>%</a:t>
              </a:r>
              <a:endParaRPr lang="ko-KR" altLang="en-US" sz="900" dirty="0">
                <a:gradFill>
                  <a:gsLst>
                    <a:gs pos="0">
                      <a:schemeClr val="tx2"/>
                    </a:gs>
                    <a:gs pos="100000">
                      <a:schemeClr val="tx2"/>
                    </a:gs>
                  </a:gsLst>
                  <a:lin ang="5400000" scaled="0"/>
                </a:gradFill>
                <a:effectLst>
                  <a:glow rad="101600">
                    <a:schemeClr val="bg2"/>
                  </a:glow>
                </a:effectLst>
              </a:endParaRPr>
            </a:p>
          </p:txBody>
        </p:sp>
      </p:grpSp>
      <p:grpSp>
        <p:nvGrpSpPr>
          <p:cNvPr id="125" name="그룹 124"/>
          <p:cNvGrpSpPr/>
          <p:nvPr/>
        </p:nvGrpSpPr>
        <p:grpSpPr>
          <a:xfrm>
            <a:off x="333375" y="1003702"/>
            <a:ext cx="6451089" cy="3750119"/>
            <a:chOff x="720726" y="882203"/>
            <a:chExt cx="8019242" cy="3750119"/>
          </a:xfrm>
        </p:grpSpPr>
        <p:sp>
          <p:nvSpPr>
            <p:cNvPr id="144" name="이등변 삼각형 143"/>
            <p:cNvSpPr/>
            <p:nvPr/>
          </p:nvSpPr>
          <p:spPr>
            <a:xfrm rot="5400000">
              <a:off x="8420584" y="884894"/>
              <a:ext cx="322076" cy="316693"/>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54" name="TextBox 353"/>
            <p:cNvSpPr txBox="1"/>
            <p:nvPr/>
          </p:nvSpPr>
          <p:spPr>
            <a:xfrm>
              <a:off x="4580556" y="952101"/>
              <a:ext cx="964957" cy="182279"/>
            </a:xfrm>
            <a:prstGeom prst="rect">
              <a:avLst/>
            </a:prstGeom>
            <a:pattFill prst="ltUpDiag">
              <a:fgClr>
                <a:schemeClr val="accent3">
                  <a:lumMod val="65000"/>
                </a:schemeClr>
              </a:fgClr>
              <a:bgClr>
                <a:schemeClr val="accent3">
                  <a:lumMod val="75000"/>
                </a:schemeClr>
              </a:bgClr>
            </a:pattFill>
          </p:spPr>
          <p:txBody>
            <a:bodyPr wrap="square" lIns="0" tIns="0" rIns="0" bIns="0" rtlCol="0" anchor="ctr">
              <a:noAutofit/>
            </a:bodyPr>
            <a:lstStyle/>
            <a:p>
              <a:pPr lvl="0" algn="ctr"/>
              <a:r>
                <a:rPr lang="en-US" altLang="ko-KR" sz="1200" dirty="0">
                  <a:gradFill>
                    <a:gsLst>
                      <a:gs pos="0">
                        <a:schemeClr val="bg2"/>
                      </a:gs>
                      <a:gs pos="100000">
                        <a:schemeClr val="bg2"/>
                      </a:gs>
                    </a:gsLst>
                    <a:lin ang="5400000" scaled="0"/>
                  </a:gradFill>
                  <a:latin typeface="Bebas Neue" pitchFamily="34" charset="0"/>
                </a:rPr>
                <a:t>2011</a:t>
              </a:r>
              <a:endParaRPr lang="ko-KR" altLang="en-US" sz="1200" dirty="0">
                <a:gradFill>
                  <a:gsLst>
                    <a:gs pos="0">
                      <a:schemeClr val="bg2"/>
                    </a:gs>
                    <a:gs pos="100000">
                      <a:schemeClr val="bg2"/>
                    </a:gs>
                  </a:gsLst>
                  <a:lin ang="5400000" scaled="0"/>
                </a:gradFill>
                <a:latin typeface="Bebas Neue" pitchFamily="34" charset="0"/>
              </a:endParaRPr>
            </a:p>
          </p:txBody>
        </p:sp>
        <p:sp>
          <p:nvSpPr>
            <p:cNvPr id="355" name="TextBox 354"/>
            <p:cNvSpPr txBox="1"/>
            <p:nvPr/>
          </p:nvSpPr>
          <p:spPr>
            <a:xfrm>
              <a:off x="5545513" y="952101"/>
              <a:ext cx="964957" cy="182279"/>
            </a:xfrm>
            <a:prstGeom prst="rect">
              <a:avLst/>
            </a:prstGeom>
            <a:pattFill prst="ltUpDiag">
              <a:fgClr>
                <a:schemeClr val="accent3">
                  <a:lumMod val="65000"/>
                </a:schemeClr>
              </a:fgClr>
              <a:bgClr>
                <a:schemeClr val="accent3">
                  <a:lumMod val="75000"/>
                </a:schemeClr>
              </a:bgClr>
            </a:pattFill>
          </p:spPr>
          <p:txBody>
            <a:bodyPr wrap="square" lIns="0" tIns="0" rIns="0" bIns="0" rtlCol="0" anchor="ctr">
              <a:noAutofit/>
            </a:bodyPr>
            <a:lstStyle/>
            <a:p>
              <a:pPr lvl="0" algn="ctr"/>
              <a:r>
                <a:rPr lang="en-US" altLang="ko-KR" sz="1200" dirty="0">
                  <a:gradFill>
                    <a:gsLst>
                      <a:gs pos="0">
                        <a:schemeClr val="bg2"/>
                      </a:gs>
                      <a:gs pos="100000">
                        <a:schemeClr val="bg2"/>
                      </a:gs>
                    </a:gsLst>
                    <a:lin ang="5400000" scaled="0"/>
                  </a:gradFill>
                  <a:latin typeface="Bebas Neue" pitchFamily="34" charset="0"/>
                </a:rPr>
                <a:t>2012</a:t>
              </a:r>
              <a:endParaRPr lang="ko-KR" altLang="en-US" sz="1200" dirty="0">
                <a:gradFill>
                  <a:gsLst>
                    <a:gs pos="0">
                      <a:schemeClr val="bg2"/>
                    </a:gs>
                    <a:gs pos="100000">
                      <a:schemeClr val="bg2"/>
                    </a:gs>
                  </a:gsLst>
                  <a:lin ang="5400000" scaled="0"/>
                </a:gradFill>
                <a:latin typeface="Bebas Neue" pitchFamily="34" charset="0"/>
              </a:endParaRPr>
            </a:p>
          </p:txBody>
        </p:sp>
        <p:sp>
          <p:nvSpPr>
            <p:cNvPr id="356" name="TextBox 355"/>
            <p:cNvSpPr txBox="1"/>
            <p:nvPr/>
          </p:nvSpPr>
          <p:spPr>
            <a:xfrm>
              <a:off x="6510471" y="952101"/>
              <a:ext cx="964957" cy="182279"/>
            </a:xfrm>
            <a:prstGeom prst="rect">
              <a:avLst/>
            </a:prstGeom>
            <a:pattFill prst="ltUpDiag">
              <a:fgClr>
                <a:schemeClr val="accent3">
                  <a:lumMod val="65000"/>
                </a:schemeClr>
              </a:fgClr>
              <a:bgClr>
                <a:schemeClr val="accent3">
                  <a:lumMod val="75000"/>
                </a:schemeClr>
              </a:bgClr>
            </a:pattFill>
          </p:spPr>
          <p:txBody>
            <a:bodyPr wrap="square" lIns="0" tIns="0" rIns="0" bIns="0" rtlCol="0" anchor="ctr">
              <a:noAutofit/>
            </a:bodyPr>
            <a:lstStyle/>
            <a:p>
              <a:pPr lvl="0" algn="ctr"/>
              <a:r>
                <a:rPr lang="en-US" altLang="ko-KR" sz="1200" dirty="0">
                  <a:gradFill>
                    <a:gsLst>
                      <a:gs pos="0">
                        <a:schemeClr val="bg2"/>
                      </a:gs>
                      <a:gs pos="100000">
                        <a:schemeClr val="bg2"/>
                      </a:gs>
                    </a:gsLst>
                    <a:lin ang="5400000" scaled="0"/>
                  </a:gradFill>
                  <a:latin typeface="Bebas Neue" pitchFamily="34" charset="0"/>
                </a:rPr>
                <a:t>2013</a:t>
              </a:r>
              <a:endParaRPr lang="ko-KR" altLang="en-US" sz="1200" dirty="0">
                <a:gradFill>
                  <a:gsLst>
                    <a:gs pos="0">
                      <a:schemeClr val="bg2"/>
                    </a:gs>
                    <a:gs pos="100000">
                      <a:schemeClr val="bg2"/>
                    </a:gs>
                  </a:gsLst>
                  <a:lin ang="5400000" scaled="0"/>
                </a:gradFill>
                <a:latin typeface="Bebas Neue" pitchFamily="34" charset="0"/>
              </a:endParaRPr>
            </a:p>
          </p:txBody>
        </p:sp>
        <p:sp>
          <p:nvSpPr>
            <p:cNvPr id="357" name="TextBox 356"/>
            <p:cNvSpPr txBox="1"/>
            <p:nvPr/>
          </p:nvSpPr>
          <p:spPr>
            <a:xfrm>
              <a:off x="7475420" y="952101"/>
              <a:ext cx="947856" cy="182279"/>
            </a:xfrm>
            <a:prstGeom prst="rect">
              <a:avLst/>
            </a:prstGeom>
            <a:pattFill prst="ltUpDiag">
              <a:fgClr>
                <a:schemeClr val="accent1">
                  <a:lumMod val="75000"/>
                </a:schemeClr>
              </a:fgClr>
              <a:bgClr>
                <a:schemeClr val="accent1"/>
              </a:bgClr>
            </a:pattFill>
          </p:spPr>
          <p:txBody>
            <a:bodyPr wrap="square" lIns="0" tIns="0" rIns="0" bIns="0" rtlCol="0" anchor="ctr">
              <a:noAutofit/>
            </a:bodyPr>
            <a:lstStyle/>
            <a:p>
              <a:pPr lvl="0" algn="ctr"/>
              <a:r>
                <a:rPr lang="en-US" altLang="ko-KR" sz="1200" dirty="0">
                  <a:gradFill>
                    <a:gsLst>
                      <a:gs pos="0">
                        <a:schemeClr val="accent3"/>
                      </a:gs>
                      <a:gs pos="100000">
                        <a:schemeClr val="accent3"/>
                      </a:gs>
                    </a:gsLst>
                    <a:lin ang="5400000" scaled="0"/>
                  </a:gradFill>
                  <a:latin typeface="Bebas Neue" pitchFamily="34" charset="0"/>
                </a:rPr>
                <a:t>2014</a:t>
              </a:r>
              <a:endParaRPr lang="ko-KR" altLang="en-US" sz="1200" dirty="0">
                <a:gradFill>
                  <a:gsLst>
                    <a:gs pos="0">
                      <a:schemeClr val="accent3"/>
                    </a:gs>
                    <a:gs pos="100000">
                      <a:schemeClr val="accent3"/>
                    </a:gs>
                  </a:gsLst>
                  <a:lin ang="5400000" scaled="0"/>
                </a:gradFill>
                <a:latin typeface="Bebas Neue" pitchFamily="34" charset="0"/>
              </a:endParaRPr>
            </a:p>
          </p:txBody>
        </p:sp>
        <p:sp>
          <p:nvSpPr>
            <p:cNvPr id="352" name="TextBox 351"/>
            <p:cNvSpPr txBox="1"/>
            <p:nvPr/>
          </p:nvSpPr>
          <p:spPr>
            <a:xfrm>
              <a:off x="2650642" y="952101"/>
              <a:ext cx="964957" cy="182279"/>
            </a:xfrm>
            <a:prstGeom prst="rect">
              <a:avLst/>
            </a:prstGeom>
            <a:pattFill prst="ltUpDiag">
              <a:fgClr>
                <a:schemeClr val="accent3">
                  <a:lumMod val="65000"/>
                </a:schemeClr>
              </a:fgClr>
              <a:bgClr>
                <a:schemeClr val="accent3">
                  <a:lumMod val="75000"/>
                </a:schemeClr>
              </a:bgClr>
            </a:pattFill>
          </p:spPr>
          <p:txBody>
            <a:bodyPr wrap="square" lIns="0" tIns="0" rIns="0" bIns="0" rtlCol="0" anchor="ctr">
              <a:noAutofit/>
            </a:bodyPr>
            <a:lstStyle/>
            <a:p>
              <a:pPr lvl="0" algn="ctr"/>
              <a:r>
                <a:rPr lang="en-US" altLang="ko-KR" sz="1200" dirty="0">
                  <a:gradFill>
                    <a:gsLst>
                      <a:gs pos="0">
                        <a:schemeClr val="bg2"/>
                      </a:gs>
                      <a:gs pos="100000">
                        <a:schemeClr val="bg2"/>
                      </a:gs>
                    </a:gsLst>
                    <a:lin ang="5400000" scaled="0"/>
                  </a:gradFill>
                  <a:latin typeface="Bebas Neue" pitchFamily="34" charset="0"/>
                </a:rPr>
                <a:t>2009</a:t>
              </a:r>
              <a:endParaRPr lang="ko-KR" altLang="en-US" sz="1200" dirty="0">
                <a:gradFill>
                  <a:gsLst>
                    <a:gs pos="0">
                      <a:schemeClr val="bg2"/>
                    </a:gs>
                    <a:gs pos="100000">
                      <a:schemeClr val="bg2"/>
                    </a:gs>
                  </a:gsLst>
                  <a:lin ang="5400000" scaled="0"/>
                </a:gradFill>
                <a:latin typeface="Bebas Neue" pitchFamily="34" charset="0"/>
              </a:endParaRPr>
            </a:p>
          </p:txBody>
        </p:sp>
        <p:sp>
          <p:nvSpPr>
            <p:cNvPr id="353" name="TextBox 352"/>
            <p:cNvSpPr txBox="1"/>
            <p:nvPr/>
          </p:nvSpPr>
          <p:spPr>
            <a:xfrm>
              <a:off x="3615599" y="952101"/>
              <a:ext cx="964957" cy="182279"/>
            </a:xfrm>
            <a:prstGeom prst="rect">
              <a:avLst/>
            </a:prstGeom>
            <a:pattFill prst="ltUpDiag">
              <a:fgClr>
                <a:schemeClr val="accent3">
                  <a:lumMod val="65000"/>
                </a:schemeClr>
              </a:fgClr>
              <a:bgClr>
                <a:schemeClr val="accent3">
                  <a:lumMod val="75000"/>
                </a:schemeClr>
              </a:bgClr>
            </a:pattFill>
          </p:spPr>
          <p:txBody>
            <a:bodyPr wrap="square" lIns="0" tIns="0" rIns="0" bIns="0" rtlCol="0" anchor="ctr">
              <a:noAutofit/>
            </a:bodyPr>
            <a:lstStyle/>
            <a:p>
              <a:pPr lvl="0" algn="ctr"/>
              <a:r>
                <a:rPr lang="en-US" altLang="ko-KR" sz="1200" dirty="0">
                  <a:gradFill>
                    <a:gsLst>
                      <a:gs pos="0">
                        <a:schemeClr val="bg2"/>
                      </a:gs>
                      <a:gs pos="100000">
                        <a:schemeClr val="bg2"/>
                      </a:gs>
                    </a:gsLst>
                    <a:lin ang="5400000" scaled="0"/>
                  </a:gradFill>
                  <a:latin typeface="Bebas Neue" pitchFamily="34" charset="0"/>
                </a:rPr>
                <a:t>2010</a:t>
              </a:r>
              <a:endParaRPr lang="ko-KR" altLang="en-US" sz="1200" dirty="0">
                <a:gradFill>
                  <a:gsLst>
                    <a:gs pos="0">
                      <a:schemeClr val="bg2"/>
                    </a:gs>
                    <a:gs pos="100000">
                      <a:schemeClr val="bg2"/>
                    </a:gs>
                  </a:gsLst>
                  <a:lin ang="5400000" scaled="0"/>
                </a:gradFill>
                <a:latin typeface="Bebas Neue" pitchFamily="34" charset="0"/>
              </a:endParaRPr>
            </a:p>
          </p:txBody>
        </p:sp>
        <p:sp>
          <p:nvSpPr>
            <p:cNvPr id="351" name="TextBox 350"/>
            <p:cNvSpPr txBox="1"/>
            <p:nvPr/>
          </p:nvSpPr>
          <p:spPr>
            <a:xfrm>
              <a:off x="1685684" y="952101"/>
              <a:ext cx="964957" cy="182279"/>
            </a:xfrm>
            <a:prstGeom prst="rect">
              <a:avLst/>
            </a:prstGeom>
            <a:pattFill prst="ltUpDiag">
              <a:fgClr>
                <a:schemeClr val="accent3">
                  <a:lumMod val="65000"/>
                </a:schemeClr>
              </a:fgClr>
              <a:bgClr>
                <a:schemeClr val="accent3">
                  <a:lumMod val="75000"/>
                </a:schemeClr>
              </a:bgClr>
            </a:pattFill>
          </p:spPr>
          <p:txBody>
            <a:bodyPr wrap="square" lIns="0" tIns="0" rIns="0" bIns="0" rtlCol="0" anchor="ctr">
              <a:noAutofit/>
            </a:bodyPr>
            <a:lstStyle/>
            <a:p>
              <a:pPr lvl="0" algn="ctr"/>
              <a:r>
                <a:rPr lang="en-US" altLang="ko-KR" sz="1200" dirty="0">
                  <a:gradFill>
                    <a:gsLst>
                      <a:gs pos="0">
                        <a:schemeClr val="bg2"/>
                      </a:gs>
                      <a:gs pos="100000">
                        <a:schemeClr val="bg2"/>
                      </a:gs>
                    </a:gsLst>
                    <a:lin ang="5400000" scaled="0"/>
                  </a:gradFill>
                  <a:latin typeface="Bebas Neue" pitchFamily="34" charset="0"/>
                </a:rPr>
                <a:t>2008</a:t>
              </a:r>
              <a:endParaRPr lang="ko-KR" altLang="en-US" sz="1200" dirty="0">
                <a:gradFill>
                  <a:gsLst>
                    <a:gs pos="0">
                      <a:schemeClr val="bg2"/>
                    </a:gs>
                    <a:gs pos="100000">
                      <a:schemeClr val="bg2"/>
                    </a:gs>
                  </a:gsLst>
                  <a:lin ang="5400000" scaled="0"/>
                </a:gradFill>
                <a:latin typeface="Bebas Neue" pitchFamily="34" charset="0"/>
              </a:endParaRPr>
            </a:p>
          </p:txBody>
        </p:sp>
        <p:cxnSp>
          <p:nvCxnSpPr>
            <p:cNvPr id="163" name="직선 연결선 162"/>
            <p:cNvCxnSpPr/>
            <p:nvPr/>
          </p:nvCxnSpPr>
          <p:spPr>
            <a:xfrm>
              <a:off x="720727" y="3145992"/>
              <a:ext cx="7702548" cy="0"/>
            </a:xfrm>
            <a:prstGeom prst="line">
              <a:avLst/>
            </a:prstGeom>
            <a:ln w="3175" cap="rnd">
              <a:solidFill>
                <a:schemeClr val="bg2"/>
              </a:solidFill>
              <a:prstDash val="solid"/>
            </a:ln>
          </p:spPr>
          <p:style>
            <a:lnRef idx="1">
              <a:schemeClr val="accent1"/>
            </a:lnRef>
            <a:fillRef idx="0">
              <a:schemeClr val="accent1"/>
            </a:fillRef>
            <a:effectRef idx="0">
              <a:schemeClr val="accent1"/>
            </a:effectRef>
            <a:fontRef idx="minor">
              <a:schemeClr val="tx1"/>
            </a:fontRef>
          </p:style>
        </p:cxnSp>
        <p:sp>
          <p:nvSpPr>
            <p:cNvPr id="146" name="TextBox 145"/>
            <p:cNvSpPr txBox="1"/>
            <p:nvPr/>
          </p:nvSpPr>
          <p:spPr>
            <a:xfrm>
              <a:off x="720726" y="952101"/>
              <a:ext cx="964957" cy="182279"/>
            </a:xfrm>
            <a:prstGeom prst="rect">
              <a:avLst/>
            </a:prstGeom>
            <a:pattFill prst="ltUpDiag">
              <a:fgClr>
                <a:schemeClr val="accent3">
                  <a:lumMod val="65000"/>
                </a:schemeClr>
              </a:fgClr>
              <a:bgClr>
                <a:schemeClr val="accent3">
                  <a:lumMod val="75000"/>
                </a:schemeClr>
              </a:bgClr>
            </a:pattFill>
          </p:spPr>
          <p:txBody>
            <a:bodyPr wrap="square" lIns="0" tIns="0" rIns="0" bIns="0" rtlCol="0" anchor="ctr">
              <a:noAutofit/>
            </a:bodyPr>
            <a:lstStyle/>
            <a:p>
              <a:pPr lvl="0" algn="ctr"/>
              <a:r>
                <a:rPr lang="en-US" altLang="ko-KR" sz="1200" dirty="0">
                  <a:gradFill>
                    <a:gsLst>
                      <a:gs pos="0">
                        <a:schemeClr val="bg2"/>
                      </a:gs>
                      <a:gs pos="100000">
                        <a:schemeClr val="bg2"/>
                      </a:gs>
                    </a:gsLst>
                    <a:lin ang="5400000" scaled="0"/>
                  </a:gradFill>
                  <a:latin typeface="Bebas Neue" pitchFamily="34" charset="0"/>
                </a:rPr>
                <a:t>2007</a:t>
              </a:r>
              <a:endParaRPr lang="ko-KR" altLang="en-US" sz="1200" dirty="0">
                <a:gradFill>
                  <a:gsLst>
                    <a:gs pos="0">
                      <a:schemeClr val="bg2"/>
                    </a:gs>
                    <a:gs pos="100000">
                      <a:schemeClr val="bg2"/>
                    </a:gs>
                  </a:gsLst>
                  <a:lin ang="5400000" scaled="0"/>
                </a:gradFill>
                <a:latin typeface="Bebas Neue" pitchFamily="34" charset="0"/>
              </a:endParaRPr>
            </a:p>
          </p:txBody>
        </p:sp>
        <p:grpSp>
          <p:nvGrpSpPr>
            <p:cNvPr id="359" name="그룹 358"/>
            <p:cNvGrpSpPr/>
            <p:nvPr/>
          </p:nvGrpSpPr>
          <p:grpSpPr>
            <a:xfrm>
              <a:off x="720727" y="3216414"/>
              <a:ext cx="947856" cy="614335"/>
              <a:chOff x="810725" y="3188091"/>
              <a:chExt cx="936000" cy="606651"/>
            </a:xfrm>
          </p:grpSpPr>
          <p:sp>
            <p:nvSpPr>
              <p:cNvPr id="148" name="TextBox 147"/>
              <p:cNvSpPr txBox="1"/>
              <p:nvPr/>
            </p:nvSpPr>
            <p:spPr>
              <a:xfrm>
                <a:off x="810725" y="3368489"/>
                <a:ext cx="936000" cy="426253"/>
              </a:xfrm>
              <a:prstGeom prst="rect">
                <a:avLst/>
              </a:prstGeom>
              <a:noFill/>
            </p:spPr>
            <p:txBody>
              <a:bodyPr wrap="square" lIns="72000" tIns="0" rIns="72000" bIns="0" rtlCol="0">
                <a:noAutofit/>
              </a:bodyPr>
              <a:lstStyle/>
              <a:p>
                <a:pPr lvl="0" algn="ctr">
                  <a:buClr>
                    <a:schemeClr val="bg2"/>
                  </a:buClr>
                </a:pPr>
                <a:r>
                  <a:rPr lang="pt-BR"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Quisque cursus, metus vitae pharetra auctor.</a:t>
                </a:r>
                <a:endParaRPr lang="en-US"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151" name="TextBox 150"/>
              <p:cNvSpPr txBox="1"/>
              <p:nvPr/>
            </p:nvSpPr>
            <p:spPr>
              <a:xfrm>
                <a:off x="810725" y="3188091"/>
                <a:ext cx="936000" cy="179999"/>
              </a:xfrm>
              <a:prstGeom prst="rect">
                <a:avLst/>
              </a:prstGeom>
              <a:noFill/>
            </p:spPr>
            <p:txBody>
              <a:bodyPr wrap="square" lIns="72000" tIns="0" rIns="72000" bIns="0" rtlCol="0" anchor="ctr">
                <a:noAutofit/>
              </a:bodyPr>
              <a:lstStyle/>
              <a:p>
                <a:pPr lvl="0" algn="ctr"/>
                <a:r>
                  <a:rPr lang="en-US" altLang="ko-KR" sz="900" b="1" dirty="0">
                    <a:gradFill>
                      <a:gsLst>
                        <a:gs pos="0">
                          <a:schemeClr val="accent1"/>
                        </a:gs>
                        <a:gs pos="100000">
                          <a:schemeClr val="accent1"/>
                        </a:gs>
                      </a:gsLst>
                      <a:lin ang="5400000" scaled="0"/>
                    </a:gradFill>
                    <a:latin typeface="+mj-lt"/>
                  </a:rPr>
                  <a:t>Lorem Ipsum </a:t>
                </a:r>
              </a:p>
            </p:txBody>
          </p:sp>
        </p:grpSp>
        <p:grpSp>
          <p:nvGrpSpPr>
            <p:cNvPr id="360" name="그룹 359"/>
            <p:cNvGrpSpPr/>
            <p:nvPr/>
          </p:nvGrpSpPr>
          <p:grpSpPr>
            <a:xfrm>
              <a:off x="1685683" y="3216414"/>
              <a:ext cx="947856" cy="614335"/>
              <a:chOff x="1763611" y="3188091"/>
              <a:chExt cx="936000" cy="606651"/>
            </a:xfrm>
          </p:grpSpPr>
          <p:sp>
            <p:nvSpPr>
              <p:cNvPr id="186" name="TextBox 185"/>
              <p:cNvSpPr txBox="1"/>
              <p:nvPr/>
            </p:nvSpPr>
            <p:spPr>
              <a:xfrm>
                <a:off x="1763611" y="3368489"/>
                <a:ext cx="936000" cy="426253"/>
              </a:xfrm>
              <a:prstGeom prst="rect">
                <a:avLst/>
              </a:prstGeom>
              <a:noFill/>
            </p:spPr>
            <p:txBody>
              <a:bodyPr wrap="square" lIns="72000" tIns="0" rIns="72000" bIns="0" rtlCol="0">
                <a:noAutofit/>
              </a:bodyPr>
              <a:lstStyle/>
              <a:p>
                <a:pPr algn="ctr">
                  <a:buClr>
                    <a:schemeClr val="bg2"/>
                  </a:buClr>
                </a:pPr>
                <a:r>
                  <a:rPr lang="fr-FR"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usto eu magna luctus suscipit. Sed lectus. Integer euismod lacus luctuss magna. Quisque cursus, metus vitae pharetra auctor.</a:t>
                </a:r>
                <a:endParaRPr lang="en-US"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187" name="TextBox 186"/>
              <p:cNvSpPr txBox="1"/>
              <p:nvPr/>
            </p:nvSpPr>
            <p:spPr>
              <a:xfrm>
                <a:off x="1763611" y="3188091"/>
                <a:ext cx="936000" cy="179999"/>
              </a:xfrm>
              <a:prstGeom prst="rect">
                <a:avLst/>
              </a:prstGeom>
              <a:noFill/>
            </p:spPr>
            <p:txBody>
              <a:bodyPr wrap="square" lIns="72000" tIns="0" rIns="72000" bIns="0" rtlCol="0" anchor="ctr">
                <a:noAutofit/>
              </a:bodyPr>
              <a:lstStyle/>
              <a:p>
                <a:pPr algn="ctr"/>
                <a:r>
                  <a:rPr lang="en-US" altLang="ko-KR" sz="900" b="1" dirty="0">
                    <a:gradFill>
                      <a:gsLst>
                        <a:gs pos="0">
                          <a:schemeClr val="accent1"/>
                        </a:gs>
                        <a:gs pos="100000">
                          <a:schemeClr val="accent1"/>
                        </a:gs>
                      </a:gsLst>
                      <a:lin ang="5400000" scaled="0"/>
                    </a:gradFill>
                    <a:latin typeface="+mj-lt"/>
                  </a:rPr>
                  <a:t>Lorem Ipsum </a:t>
                </a:r>
              </a:p>
            </p:txBody>
          </p:sp>
        </p:grpSp>
        <p:grpSp>
          <p:nvGrpSpPr>
            <p:cNvPr id="361" name="그룹 360"/>
            <p:cNvGrpSpPr/>
            <p:nvPr/>
          </p:nvGrpSpPr>
          <p:grpSpPr>
            <a:xfrm>
              <a:off x="2650639" y="3216414"/>
              <a:ext cx="947856" cy="614335"/>
              <a:chOff x="2716497" y="3188091"/>
              <a:chExt cx="936000" cy="606651"/>
            </a:xfrm>
          </p:grpSpPr>
          <p:sp>
            <p:nvSpPr>
              <p:cNvPr id="195" name="TextBox 194"/>
              <p:cNvSpPr txBox="1"/>
              <p:nvPr/>
            </p:nvSpPr>
            <p:spPr>
              <a:xfrm>
                <a:off x="2716497" y="3368489"/>
                <a:ext cx="936000" cy="426253"/>
              </a:xfrm>
              <a:prstGeom prst="rect">
                <a:avLst/>
              </a:prstGeom>
              <a:noFill/>
            </p:spPr>
            <p:txBody>
              <a:bodyPr wrap="square" lIns="72000" tIns="0" rIns="72000" bIns="0" rtlCol="0">
                <a:noAutofit/>
              </a:bodyPr>
              <a:lstStyle/>
              <a:p>
                <a:pPr lvl="0" algn="ctr"/>
                <a:r>
                  <a:rPr lang="fr-FR"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elementum. Morbi in ipsum sit amet pede facilisis laoreet. Donec lacus nunc, viverra nec, blandit vel, egestas et, augue. Vestibulum tincidunt malesuada tellus. Ut ultrices ultrices enim. Curabitur sit amet mauris. </a:t>
                </a:r>
                <a:endParaRPr lang="en-US"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196" name="TextBox 195"/>
              <p:cNvSpPr txBox="1"/>
              <p:nvPr/>
            </p:nvSpPr>
            <p:spPr>
              <a:xfrm>
                <a:off x="2716497" y="3188091"/>
                <a:ext cx="936000" cy="179999"/>
              </a:xfrm>
              <a:prstGeom prst="rect">
                <a:avLst/>
              </a:prstGeom>
              <a:noFill/>
            </p:spPr>
            <p:txBody>
              <a:bodyPr wrap="square" lIns="72000" tIns="0" rIns="72000" bIns="0" rtlCol="0" anchor="ctr">
                <a:noAutofit/>
              </a:bodyPr>
              <a:lstStyle/>
              <a:p>
                <a:pPr algn="ctr"/>
                <a:r>
                  <a:rPr lang="en-US" altLang="ko-KR" sz="900" b="1" dirty="0">
                    <a:gradFill>
                      <a:gsLst>
                        <a:gs pos="0">
                          <a:schemeClr val="accent1"/>
                        </a:gs>
                        <a:gs pos="100000">
                          <a:schemeClr val="accent1"/>
                        </a:gs>
                      </a:gsLst>
                      <a:lin ang="5400000" scaled="0"/>
                    </a:gradFill>
                    <a:latin typeface="+mj-lt"/>
                  </a:rPr>
                  <a:t>Lorem Ipsum </a:t>
                </a:r>
              </a:p>
            </p:txBody>
          </p:sp>
        </p:grpSp>
        <p:grpSp>
          <p:nvGrpSpPr>
            <p:cNvPr id="362" name="그룹 361"/>
            <p:cNvGrpSpPr/>
            <p:nvPr/>
          </p:nvGrpSpPr>
          <p:grpSpPr>
            <a:xfrm>
              <a:off x="3615596" y="3216414"/>
              <a:ext cx="947856" cy="614335"/>
              <a:chOff x="3669383" y="3188091"/>
              <a:chExt cx="936000" cy="606651"/>
            </a:xfrm>
          </p:grpSpPr>
          <p:sp>
            <p:nvSpPr>
              <p:cNvPr id="204" name="TextBox 203"/>
              <p:cNvSpPr txBox="1"/>
              <p:nvPr/>
            </p:nvSpPr>
            <p:spPr>
              <a:xfrm>
                <a:off x="3669383" y="3368489"/>
                <a:ext cx="936000" cy="426253"/>
              </a:xfrm>
              <a:prstGeom prst="rect">
                <a:avLst/>
              </a:prstGeom>
              <a:noFill/>
            </p:spPr>
            <p:txBody>
              <a:bodyPr wrap="square" lIns="72000" tIns="0" rIns="72000" bIns="0" rtlCol="0">
                <a:noAutofit/>
              </a:bodyPr>
              <a:lstStyle/>
              <a:p>
                <a:pPr algn="ctr">
                  <a:buClr>
                    <a:schemeClr val="bg2"/>
                  </a:buClr>
                </a:pPr>
                <a:r>
                  <a:rPr lang="fr-FR"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Integer euismod lacus luctuss magna. Quisque cursus, metus vitae pharetra auctor, sem massa mattis sem, at interdum magna augue eget diam. Vestibulum ante.</a:t>
                </a:r>
                <a:endParaRPr lang="en-US"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205" name="TextBox 204"/>
              <p:cNvSpPr txBox="1"/>
              <p:nvPr/>
            </p:nvSpPr>
            <p:spPr>
              <a:xfrm>
                <a:off x="3669383" y="3188091"/>
                <a:ext cx="936000" cy="179999"/>
              </a:xfrm>
              <a:prstGeom prst="rect">
                <a:avLst/>
              </a:prstGeom>
              <a:noFill/>
            </p:spPr>
            <p:txBody>
              <a:bodyPr wrap="square" lIns="72000" tIns="0" rIns="72000" bIns="0" rtlCol="0" anchor="ctr">
                <a:noAutofit/>
              </a:bodyPr>
              <a:lstStyle/>
              <a:p>
                <a:pPr algn="ctr"/>
                <a:r>
                  <a:rPr lang="en-US" altLang="ko-KR" sz="900" b="1" dirty="0">
                    <a:gradFill>
                      <a:gsLst>
                        <a:gs pos="0">
                          <a:schemeClr val="accent1"/>
                        </a:gs>
                        <a:gs pos="100000">
                          <a:schemeClr val="accent1"/>
                        </a:gs>
                      </a:gsLst>
                      <a:lin ang="5400000" scaled="0"/>
                    </a:gradFill>
                    <a:latin typeface="+mj-lt"/>
                  </a:rPr>
                  <a:t>Lorem Ipsum </a:t>
                </a:r>
              </a:p>
            </p:txBody>
          </p:sp>
        </p:grpSp>
        <p:grpSp>
          <p:nvGrpSpPr>
            <p:cNvPr id="363" name="그룹 362"/>
            <p:cNvGrpSpPr/>
            <p:nvPr/>
          </p:nvGrpSpPr>
          <p:grpSpPr>
            <a:xfrm>
              <a:off x="4580552" y="3216414"/>
              <a:ext cx="947856" cy="614335"/>
              <a:chOff x="4622269" y="3188091"/>
              <a:chExt cx="936000" cy="606651"/>
            </a:xfrm>
          </p:grpSpPr>
          <p:sp>
            <p:nvSpPr>
              <p:cNvPr id="213" name="TextBox 212"/>
              <p:cNvSpPr txBox="1"/>
              <p:nvPr/>
            </p:nvSpPr>
            <p:spPr>
              <a:xfrm>
                <a:off x="4622269" y="3368489"/>
                <a:ext cx="936000" cy="426253"/>
              </a:xfrm>
              <a:prstGeom prst="rect">
                <a:avLst/>
              </a:prstGeom>
              <a:noFill/>
            </p:spPr>
            <p:txBody>
              <a:bodyPr wrap="square" lIns="72000" tIns="0" rIns="72000" bIns="0" rtlCol="0">
                <a:noAutofit/>
              </a:bodyPr>
              <a:lstStyle/>
              <a:p>
                <a:pPr algn="ctr">
                  <a:buClr>
                    <a:schemeClr val="bg2"/>
                  </a:buClr>
                </a:pPr>
                <a:r>
                  <a:rPr lang="fr-FR"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usto eu magna luctus suscipit. Sed lectus. Integer euismod lacus luctuss magna. </a:t>
                </a:r>
                <a:endParaRPr lang="en-US"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214" name="TextBox 213"/>
              <p:cNvSpPr txBox="1"/>
              <p:nvPr/>
            </p:nvSpPr>
            <p:spPr>
              <a:xfrm>
                <a:off x="4622269" y="3188091"/>
                <a:ext cx="936000" cy="179999"/>
              </a:xfrm>
              <a:prstGeom prst="rect">
                <a:avLst/>
              </a:prstGeom>
              <a:noFill/>
            </p:spPr>
            <p:txBody>
              <a:bodyPr wrap="square" lIns="72000" tIns="0" rIns="72000" bIns="0" rtlCol="0" anchor="ctr">
                <a:noAutofit/>
              </a:bodyPr>
              <a:lstStyle/>
              <a:p>
                <a:pPr algn="ctr"/>
                <a:r>
                  <a:rPr lang="en-US" altLang="ko-KR" sz="900" b="1" dirty="0">
                    <a:gradFill>
                      <a:gsLst>
                        <a:gs pos="0">
                          <a:schemeClr val="accent1"/>
                        </a:gs>
                        <a:gs pos="100000">
                          <a:schemeClr val="accent1"/>
                        </a:gs>
                      </a:gsLst>
                      <a:lin ang="5400000" scaled="0"/>
                    </a:gradFill>
                    <a:latin typeface="+mj-lt"/>
                  </a:rPr>
                  <a:t>Lorem Ipsum </a:t>
                </a:r>
              </a:p>
            </p:txBody>
          </p:sp>
        </p:grpSp>
        <p:grpSp>
          <p:nvGrpSpPr>
            <p:cNvPr id="364" name="그룹 363"/>
            <p:cNvGrpSpPr/>
            <p:nvPr/>
          </p:nvGrpSpPr>
          <p:grpSpPr>
            <a:xfrm>
              <a:off x="5545508" y="3216414"/>
              <a:ext cx="947856" cy="614335"/>
              <a:chOff x="5575155" y="3188091"/>
              <a:chExt cx="936000" cy="606651"/>
            </a:xfrm>
          </p:grpSpPr>
          <p:sp>
            <p:nvSpPr>
              <p:cNvPr id="222" name="TextBox 221"/>
              <p:cNvSpPr txBox="1"/>
              <p:nvPr/>
            </p:nvSpPr>
            <p:spPr>
              <a:xfrm>
                <a:off x="5575155" y="3368489"/>
                <a:ext cx="936000" cy="426253"/>
              </a:xfrm>
              <a:prstGeom prst="rect">
                <a:avLst/>
              </a:prstGeom>
              <a:noFill/>
            </p:spPr>
            <p:txBody>
              <a:bodyPr wrap="square" lIns="72000" tIns="0" rIns="72000" bIns="0" rtlCol="0">
                <a:noAutofit/>
              </a:bodyPr>
              <a:lstStyle/>
              <a:p>
                <a:pPr lvl="0" algn="ctr"/>
                <a:r>
                  <a:rPr lang="fr-FR"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elementum. Morbi in ipsum sit amet pede facilisis laoreet. Donec lacus nunc, viverra nec, blandit vel, egestas et, augue. Vestibulum .</a:t>
                </a:r>
                <a:endParaRPr lang="en-US"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223" name="TextBox 222"/>
              <p:cNvSpPr txBox="1"/>
              <p:nvPr/>
            </p:nvSpPr>
            <p:spPr>
              <a:xfrm>
                <a:off x="5575155" y="3188091"/>
                <a:ext cx="936000" cy="179999"/>
              </a:xfrm>
              <a:prstGeom prst="rect">
                <a:avLst/>
              </a:prstGeom>
              <a:noFill/>
            </p:spPr>
            <p:txBody>
              <a:bodyPr wrap="square" lIns="72000" tIns="0" rIns="72000" bIns="0" rtlCol="0" anchor="ctr">
                <a:noAutofit/>
              </a:bodyPr>
              <a:lstStyle/>
              <a:p>
                <a:pPr algn="ctr"/>
                <a:r>
                  <a:rPr lang="en-US" altLang="ko-KR" sz="900" b="1" dirty="0">
                    <a:gradFill>
                      <a:gsLst>
                        <a:gs pos="0">
                          <a:schemeClr val="accent1"/>
                        </a:gs>
                        <a:gs pos="100000">
                          <a:schemeClr val="accent1"/>
                        </a:gs>
                      </a:gsLst>
                      <a:lin ang="5400000" scaled="0"/>
                    </a:gradFill>
                    <a:latin typeface="+mj-lt"/>
                  </a:rPr>
                  <a:t>Lorem Ipsum </a:t>
                </a:r>
              </a:p>
            </p:txBody>
          </p:sp>
        </p:grpSp>
        <p:grpSp>
          <p:nvGrpSpPr>
            <p:cNvPr id="365" name="그룹 364"/>
            <p:cNvGrpSpPr/>
            <p:nvPr/>
          </p:nvGrpSpPr>
          <p:grpSpPr>
            <a:xfrm>
              <a:off x="6510464" y="3216414"/>
              <a:ext cx="947856" cy="614335"/>
              <a:chOff x="6528041" y="3188091"/>
              <a:chExt cx="936000" cy="606651"/>
            </a:xfrm>
          </p:grpSpPr>
          <p:sp>
            <p:nvSpPr>
              <p:cNvPr id="231" name="TextBox 230"/>
              <p:cNvSpPr txBox="1"/>
              <p:nvPr/>
            </p:nvSpPr>
            <p:spPr>
              <a:xfrm>
                <a:off x="6528041" y="3368489"/>
                <a:ext cx="936000" cy="426253"/>
              </a:xfrm>
              <a:prstGeom prst="rect">
                <a:avLst/>
              </a:prstGeom>
              <a:noFill/>
            </p:spPr>
            <p:txBody>
              <a:bodyPr wrap="square" lIns="72000" tIns="0" rIns="72000" bIns="0" rtlCol="0">
                <a:noAutofit/>
              </a:bodyPr>
              <a:lstStyle/>
              <a:p>
                <a:pPr algn="ctr">
                  <a:buClr>
                    <a:schemeClr val="bg2"/>
                  </a:buClr>
                </a:pPr>
                <a:r>
                  <a:rPr lang="fr-FR"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usto eu magna luctus suscipit. Sed lectus. Integer euismod lacus luctuss magna. Quisque cursus, metus vitae pharetra auctor, sem massa mattis sem, at interdum magna augue eget diam. Vestibulum ante.</a:t>
                </a:r>
                <a:endParaRPr lang="en-US"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232" name="TextBox 231"/>
              <p:cNvSpPr txBox="1"/>
              <p:nvPr/>
            </p:nvSpPr>
            <p:spPr>
              <a:xfrm>
                <a:off x="6528041" y="3188091"/>
                <a:ext cx="936000" cy="179999"/>
              </a:xfrm>
              <a:prstGeom prst="rect">
                <a:avLst/>
              </a:prstGeom>
              <a:noFill/>
            </p:spPr>
            <p:txBody>
              <a:bodyPr wrap="square" lIns="72000" tIns="0" rIns="72000" bIns="0" rtlCol="0" anchor="ctr">
                <a:noAutofit/>
              </a:bodyPr>
              <a:lstStyle/>
              <a:p>
                <a:pPr algn="ctr"/>
                <a:r>
                  <a:rPr lang="en-US" altLang="ko-KR" sz="900" b="1" dirty="0">
                    <a:gradFill>
                      <a:gsLst>
                        <a:gs pos="0">
                          <a:schemeClr val="accent1"/>
                        </a:gs>
                        <a:gs pos="100000">
                          <a:schemeClr val="accent1"/>
                        </a:gs>
                      </a:gsLst>
                      <a:lin ang="5400000" scaled="0"/>
                    </a:gradFill>
                    <a:latin typeface="+mj-lt"/>
                  </a:rPr>
                  <a:t>Lorem Ipsum </a:t>
                </a:r>
              </a:p>
            </p:txBody>
          </p:sp>
        </p:grpSp>
        <p:grpSp>
          <p:nvGrpSpPr>
            <p:cNvPr id="366" name="그룹 365"/>
            <p:cNvGrpSpPr/>
            <p:nvPr/>
          </p:nvGrpSpPr>
          <p:grpSpPr>
            <a:xfrm>
              <a:off x="7475419" y="3216414"/>
              <a:ext cx="947856" cy="614335"/>
              <a:chOff x="7480925" y="3188091"/>
              <a:chExt cx="936000" cy="606651"/>
            </a:xfrm>
          </p:grpSpPr>
          <p:sp>
            <p:nvSpPr>
              <p:cNvPr id="240" name="TextBox 239"/>
              <p:cNvSpPr txBox="1"/>
              <p:nvPr/>
            </p:nvSpPr>
            <p:spPr>
              <a:xfrm>
                <a:off x="7480925" y="3368489"/>
                <a:ext cx="936000" cy="426253"/>
              </a:xfrm>
              <a:prstGeom prst="rect">
                <a:avLst/>
              </a:prstGeom>
              <a:noFill/>
            </p:spPr>
            <p:txBody>
              <a:bodyPr wrap="square" lIns="72000" tIns="0" rIns="72000" bIns="0" rtlCol="0">
                <a:noAutofit/>
              </a:bodyPr>
              <a:lstStyle/>
              <a:p>
                <a:pPr lvl="0" algn="ctr">
                  <a:buClr>
                    <a:schemeClr val="bg2"/>
                  </a:buClr>
                </a:pPr>
                <a:r>
                  <a:rPr lang="pt-BR"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Quisque cursus, metus vitae pharetra auctor.</a:t>
                </a:r>
                <a:endParaRPr lang="en-US" altLang="ko-KR" sz="600" dirty="0">
                  <a:gradFill>
                    <a:gsLst>
                      <a:gs pos="0">
                        <a:schemeClr val="tx1">
                          <a:alpha val="50000"/>
                        </a:schemeClr>
                      </a:gs>
                      <a:gs pos="100000">
                        <a:schemeClr val="tx1">
                          <a:alpha val="50000"/>
                        </a:schemeClr>
                      </a:gs>
                    </a:gsLst>
                    <a:lin ang="5400000" scaled="0"/>
                  </a:gradFill>
                  <a:ea typeface="Roboto Light" pitchFamily="2" charset="0"/>
                  <a:cs typeface="Roboto Condensed Regular"/>
                </a:endParaRPr>
              </a:p>
            </p:txBody>
          </p:sp>
          <p:sp>
            <p:nvSpPr>
              <p:cNvPr id="241" name="TextBox 240"/>
              <p:cNvSpPr txBox="1"/>
              <p:nvPr/>
            </p:nvSpPr>
            <p:spPr>
              <a:xfrm>
                <a:off x="7480925" y="3188091"/>
                <a:ext cx="936000" cy="179999"/>
              </a:xfrm>
              <a:prstGeom prst="rect">
                <a:avLst/>
              </a:prstGeom>
              <a:noFill/>
            </p:spPr>
            <p:txBody>
              <a:bodyPr wrap="square" lIns="72000" tIns="0" rIns="72000" bIns="0" rtlCol="0" anchor="ctr">
                <a:noAutofit/>
              </a:bodyPr>
              <a:lstStyle/>
              <a:p>
                <a:pPr algn="ctr"/>
                <a:r>
                  <a:rPr lang="en-US" altLang="ko-KR" sz="900" b="1" dirty="0">
                    <a:gradFill>
                      <a:gsLst>
                        <a:gs pos="0">
                          <a:schemeClr val="accent1"/>
                        </a:gs>
                        <a:gs pos="100000">
                          <a:schemeClr val="accent1"/>
                        </a:gs>
                      </a:gsLst>
                      <a:lin ang="5400000" scaled="0"/>
                    </a:gradFill>
                    <a:latin typeface="+mj-lt"/>
                  </a:rPr>
                  <a:t>Lorem Ipsum </a:t>
                </a:r>
              </a:p>
            </p:txBody>
          </p:sp>
        </p:grpSp>
        <p:grpSp>
          <p:nvGrpSpPr>
            <p:cNvPr id="3" name="그룹 2"/>
            <p:cNvGrpSpPr/>
            <p:nvPr/>
          </p:nvGrpSpPr>
          <p:grpSpPr>
            <a:xfrm>
              <a:off x="1685683" y="1043241"/>
              <a:ext cx="5880875" cy="91140"/>
              <a:chOff x="1763611" y="1042101"/>
              <a:chExt cx="5807314" cy="90000"/>
            </a:xfrm>
            <a:pattFill prst="pct70">
              <a:fgClr>
                <a:schemeClr val="bg2"/>
              </a:fgClr>
              <a:bgClr>
                <a:schemeClr val="bg2">
                  <a:lumMod val="85000"/>
                </a:schemeClr>
              </a:bgClr>
            </a:pattFill>
          </p:grpSpPr>
          <p:sp>
            <p:nvSpPr>
              <p:cNvPr id="305" name="직각 삼각형 304"/>
              <p:cNvSpPr>
                <a:spLocks/>
              </p:cNvSpPr>
              <p:nvPr/>
            </p:nvSpPr>
            <p:spPr>
              <a:xfrm rot="10800000" flipH="1" flipV="1">
                <a:off x="7480925" y="1042101"/>
                <a:ext cx="90000" cy="90000"/>
              </a:xfrm>
              <a:prstGeom prst="rtTriangle">
                <a:avLst/>
              </a:prstGeom>
              <a:pattFill prst="pct70">
                <a:fgClr>
                  <a:schemeClr val="bg2">
                    <a:lumMod val="95000"/>
                  </a:schemeClr>
                </a:fgClr>
                <a:bgClr>
                  <a:schemeClr val="bg2">
                    <a:lumMod val="6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07" name="직각 삼각형 306"/>
              <p:cNvSpPr>
                <a:spLocks/>
              </p:cNvSpPr>
              <p:nvPr/>
            </p:nvSpPr>
            <p:spPr>
              <a:xfrm rot="10800000" flipH="1" flipV="1">
                <a:off x="6528041" y="1042101"/>
                <a:ext cx="90000" cy="90000"/>
              </a:xfrm>
              <a:prstGeom prst="rtTriangle">
                <a:avLst/>
              </a:prstGeom>
              <a:pattFill prst="pct70">
                <a:fgClr>
                  <a:schemeClr val="bg2">
                    <a:lumMod val="95000"/>
                  </a:schemeClr>
                </a:fgClr>
                <a:bgClr>
                  <a:schemeClr val="bg2">
                    <a:lumMod val="6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10" name="직각 삼각형 309"/>
              <p:cNvSpPr>
                <a:spLocks/>
              </p:cNvSpPr>
              <p:nvPr/>
            </p:nvSpPr>
            <p:spPr>
              <a:xfrm rot="10800000" flipH="1" flipV="1">
                <a:off x="5575155" y="1042101"/>
                <a:ext cx="90000" cy="90000"/>
              </a:xfrm>
              <a:prstGeom prst="rtTriangle">
                <a:avLst/>
              </a:prstGeom>
              <a:pattFill prst="pct70">
                <a:fgClr>
                  <a:schemeClr val="bg2">
                    <a:lumMod val="95000"/>
                  </a:schemeClr>
                </a:fgClr>
                <a:bgClr>
                  <a:schemeClr val="bg2">
                    <a:lumMod val="6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13" name="직각 삼각형 312"/>
              <p:cNvSpPr>
                <a:spLocks/>
              </p:cNvSpPr>
              <p:nvPr/>
            </p:nvSpPr>
            <p:spPr>
              <a:xfrm rot="10800000" flipH="1" flipV="1">
                <a:off x="4622269" y="1042101"/>
                <a:ext cx="90000" cy="90000"/>
              </a:xfrm>
              <a:prstGeom prst="rtTriangle">
                <a:avLst/>
              </a:prstGeom>
              <a:pattFill prst="pct70">
                <a:fgClr>
                  <a:schemeClr val="bg2">
                    <a:lumMod val="95000"/>
                  </a:schemeClr>
                </a:fgClr>
                <a:bgClr>
                  <a:schemeClr val="bg2">
                    <a:lumMod val="6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16" name="직각 삼각형 315"/>
              <p:cNvSpPr>
                <a:spLocks/>
              </p:cNvSpPr>
              <p:nvPr/>
            </p:nvSpPr>
            <p:spPr>
              <a:xfrm rot="10800000" flipH="1" flipV="1">
                <a:off x="3669383" y="1042101"/>
                <a:ext cx="90000" cy="90000"/>
              </a:xfrm>
              <a:prstGeom prst="rtTriangle">
                <a:avLst/>
              </a:prstGeom>
              <a:pattFill prst="pct70">
                <a:fgClr>
                  <a:schemeClr val="bg2">
                    <a:lumMod val="95000"/>
                  </a:schemeClr>
                </a:fgClr>
                <a:bgClr>
                  <a:schemeClr val="bg2">
                    <a:lumMod val="6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19" name="직각 삼각형 318"/>
              <p:cNvSpPr>
                <a:spLocks/>
              </p:cNvSpPr>
              <p:nvPr/>
            </p:nvSpPr>
            <p:spPr>
              <a:xfrm rot="10800000" flipH="1" flipV="1">
                <a:off x="2716497" y="1042101"/>
                <a:ext cx="90000" cy="90000"/>
              </a:xfrm>
              <a:prstGeom prst="rtTriangle">
                <a:avLst/>
              </a:prstGeom>
              <a:pattFill prst="pct70">
                <a:fgClr>
                  <a:schemeClr val="bg2">
                    <a:lumMod val="95000"/>
                  </a:schemeClr>
                </a:fgClr>
                <a:bgClr>
                  <a:schemeClr val="bg2">
                    <a:lumMod val="6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22" name="직각 삼각형 321"/>
              <p:cNvSpPr>
                <a:spLocks/>
              </p:cNvSpPr>
              <p:nvPr/>
            </p:nvSpPr>
            <p:spPr>
              <a:xfrm rot="10800000" flipH="1" flipV="1">
                <a:off x="1763611" y="1042101"/>
                <a:ext cx="90000" cy="90000"/>
              </a:xfrm>
              <a:prstGeom prst="rtTriangle">
                <a:avLst/>
              </a:prstGeom>
              <a:pattFill prst="pct70">
                <a:fgClr>
                  <a:schemeClr val="bg2">
                    <a:lumMod val="95000"/>
                  </a:schemeClr>
                </a:fgClr>
                <a:bgClr>
                  <a:schemeClr val="bg2">
                    <a:lumMod val="65000"/>
                  </a:schemeClr>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337" name="그룹 336"/>
            <p:cNvGrpSpPr/>
            <p:nvPr/>
          </p:nvGrpSpPr>
          <p:grpSpPr>
            <a:xfrm>
              <a:off x="1685683" y="3146022"/>
              <a:ext cx="5789735" cy="1486300"/>
              <a:chOff x="1763611" y="1132101"/>
              <a:chExt cx="5717314" cy="2749140"/>
            </a:xfrm>
          </p:grpSpPr>
          <p:cxnSp>
            <p:nvCxnSpPr>
              <p:cNvPr id="338" name="직선 연결선 337"/>
              <p:cNvCxnSpPr/>
              <p:nvPr/>
            </p:nvCxnSpPr>
            <p:spPr>
              <a:xfrm rot="5400000">
                <a:off x="389041" y="2506671"/>
                <a:ext cx="2749140" cy="0"/>
              </a:xfrm>
              <a:prstGeom prst="line">
                <a:avLst/>
              </a:prstGeom>
              <a:ln w="3175" cap="rnd">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339" name="직선 연결선 338"/>
              <p:cNvCxnSpPr/>
              <p:nvPr/>
            </p:nvCxnSpPr>
            <p:spPr>
              <a:xfrm rot="5400000">
                <a:off x="1341927" y="2506671"/>
                <a:ext cx="2749140" cy="0"/>
              </a:xfrm>
              <a:prstGeom prst="line">
                <a:avLst/>
              </a:prstGeom>
              <a:ln w="3175" cap="rnd">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340" name="직선 연결선 339"/>
              <p:cNvCxnSpPr/>
              <p:nvPr/>
            </p:nvCxnSpPr>
            <p:spPr>
              <a:xfrm rot="5400000">
                <a:off x="2294813" y="2506671"/>
                <a:ext cx="2749140" cy="0"/>
              </a:xfrm>
              <a:prstGeom prst="line">
                <a:avLst/>
              </a:prstGeom>
              <a:ln w="3175" cap="rnd">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341" name="직선 연결선 340"/>
              <p:cNvCxnSpPr/>
              <p:nvPr/>
            </p:nvCxnSpPr>
            <p:spPr>
              <a:xfrm rot="5400000">
                <a:off x="3247699" y="2506671"/>
                <a:ext cx="2749140" cy="0"/>
              </a:xfrm>
              <a:prstGeom prst="line">
                <a:avLst/>
              </a:prstGeom>
              <a:ln w="3175" cap="rnd">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342" name="직선 연결선 341"/>
              <p:cNvCxnSpPr/>
              <p:nvPr/>
            </p:nvCxnSpPr>
            <p:spPr>
              <a:xfrm rot="5400000">
                <a:off x="4200585" y="2506671"/>
                <a:ext cx="2749140" cy="0"/>
              </a:xfrm>
              <a:prstGeom prst="line">
                <a:avLst/>
              </a:prstGeom>
              <a:ln w="3175" cap="rnd">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343" name="직선 연결선 342"/>
              <p:cNvCxnSpPr/>
              <p:nvPr/>
            </p:nvCxnSpPr>
            <p:spPr>
              <a:xfrm rot="5400000">
                <a:off x="5153471" y="2506671"/>
                <a:ext cx="2749140" cy="0"/>
              </a:xfrm>
              <a:prstGeom prst="line">
                <a:avLst/>
              </a:prstGeom>
              <a:ln w="3175" cap="rnd">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344" name="직선 연결선 343"/>
              <p:cNvCxnSpPr/>
              <p:nvPr/>
            </p:nvCxnSpPr>
            <p:spPr>
              <a:xfrm rot="5400000">
                <a:off x="6106355" y="2506671"/>
                <a:ext cx="2749140" cy="0"/>
              </a:xfrm>
              <a:prstGeom prst="line">
                <a:avLst/>
              </a:prstGeom>
              <a:ln w="3175" cap="rnd">
                <a:solidFill>
                  <a:schemeClr val="bg2"/>
                </a:solidFill>
                <a:prstDash val="dash"/>
              </a:ln>
            </p:spPr>
            <p:style>
              <a:lnRef idx="1">
                <a:schemeClr val="accent1"/>
              </a:lnRef>
              <a:fillRef idx="0">
                <a:schemeClr val="accent1"/>
              </a:fillRef>
              <a:effectRef idx="0">
                <a:schemeClr val="accent1"/>
              </a:effectRef>
              <a:fontRef idx="minor">
                <a:schemeClr val="tx1"/>
              </a:fontRef>
            </p:style>
          </p:cxnSp>
        </p:grpSp>
        <p:sp>
          <p:nvSpPr>
            <p:cNvPr id="346" name="직사각형 345"/>
            <p:cNvSpPr/>
            <p:nvPr/>
          </p:nvSpPr>
          <p:spPr>
            <a:xfrm>
              <a:off x="720727" y="3109536"/>
              <a:ext cx="7702548" cy="36456"/>
            </a:xfrm>
            <a:prstGeom prst="rect">
              <a:avLst/>
            </a:prstGeom>
            <a:solidFill>
              <a:srgbClr val="000000">
                <a:alpha val="5098"/>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cxnSp>
          <p:nvCxnSpPr>
            <p:cNvPr id="347" name="직선 연결선 346"/>
            <p:cNvCxnSpPr/>
            <p:nvPr/>
          </p:nvCxnSpPr>
          <p:spPr>
            <a:xfrm>
              <a:off x="720727" y="4620171"/>
              <a:ext cx="7702548" cy="0"/>
            </a:xfrm>
            <a:prstGeom prst="line">
              <a:avLst/>
            </a:prstGeom>
            <a:ln w="3175" cap="rnd">
              <a:solidFill>
                <a:schemeClr val="bg2"/>
              </a:solidFill>
              <a:prstDash val="solid"/>
            </a:ln>
          </p:spPr>
          <p:style>
            <a:lnRef idx="1">
              <a:schemeClr val="accent1"/>
            </a:lnRef>
            <a:fillRef idx="0">
              <a:schemeClr val="accent1"/>
            </a:fillRef>
            <a:effectRef idx="0">
              <a:schemeClr val="accent1"/>
            </a:effectRef>
            <a:fontRef idx="minor">
              <a:schemeClr val="tx1"/>
            </a:fontRef>
          </p:style>
        </p:cxnSp>
        <p:cxnSp>
          <p:nvCxnSpPr>
            <p:cNvPr id="7" name="직선 연결선 6"/>
            <p:cNvCxnSpPr>
              <a:cxnSpLocks/>
            </p:cNvCxnSpPr>
            <p:nvPr/>
          </p:nvCxnSpPr>
          <p:spPr>
            <a:xfrm>
              <a:off x="720727" y="3145992"/>
              <a:ext cx="7702548" cy="0"/>
            </a:xfrm>
            <a:prstGeom prst="line">
              <a:avLst/>
            </a:prstGeom>
            <a:ln w="3175"/>
          </p:spPr>
          <p:style>
            <a:lnRef idx="1">
              <a:schemeClr val="accent1"/>
            </a:lnRef>
            <a:fillRef idx="0">
              <a:schemeClr val="accent1"/>
            </a:fillRef>
            <a:effectRef idx="0">
              <a:schemeClr val="accent1"/>
            </a:effectRef>
            <a:fontRef idx="minor">
              <a:schemeClr val="tx1"/>
            </a:fontRef>
          </p:style>
        </p:cxnSp>
        <p:grpSp>
          <p:nvGrpSpPr>
            <p:cNvPr id="138" name="그룹 137"/>
            <p:cNvGrpSpPr/>
            <p:nvPr/>
          </p:nvGrpSpPr>
          <p:grpSpPr>
            <a:xfrm>
              <a:off x="1685683" y="952099"/>
              <a:ext cx="5789735" cy="182281"/>
              <a:chOff x="1763611" y="952100"/>
              <a:chExt cx="5717314" cy="180000"/>
            </a:xfrm>
          </p:grpSpPr>
          <p:cxnSp>
            <p:nvCxnSpPr>
              <p:cNvPr id="139" name="직선 연결선 138"/>
              <p:cNvCxnSpPr/>
              <p:nvPr/>
            </p:nvCxnSpPr>
            <p:spPr>
              <a:xfrm>
                <a:off x="1763611" y="952100"/>
                <a:ext cx="0" cy="180000"/>
              </a:xfrm>
              <a:prstGeom prst="line">
                <a:avLst/>
              </a:prstGeom>
              <a:ln w="6350">
                <a:solidFill>
                  <a:schemeClr val="bg2"/>
                </a:solidFill>
                <a:prstDash val="solid"/>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a:off x="2716497" y="952100"/>
                <a:ext cx="0" cy="180000"/>
              </a:xfrm>
              <a:prstGeom prst="line">
                <a:avLst/>
              </a:prstGeom>
              <a:ln w="6350">
                <a:solidFill>
                  <a:schemeClr val="bg2"/>
                </a:solidFill>
                <a:prstDash val="solid"/>
              </a:ln>
            </p:spPr>
            <p:style>
              <a:lnRef idx="1">
                <a:schemeClr val="accent1"/>
              </a:lnRef>
              <a:fillRef idx="0">
                <a:schemeClr val="accent1"/>
              </a:fillRef>
              <a:effectRef idx="0">
                <a:schemeClr val="accent1"/>
              </a:effectRef>
              <a:fontRef idx="minor">
                <a:schemeClr val="tx1"/>
              </a:fontRef>
            </p:style>
          </p:cxnSp>
          <p:cxnSp>
            <p:nvCxnSpPr>
              <p:cNvPr id="141" name="직선 연결선 140"/>
              <p:cNvCxnSpPr/>
              <p:nvPr/>
            </p:nvCxnSpPr>
            <p:spPr>
              <a:xfrm>
                <a:off x="3669383" y="952100"/>
                <a:ext cx="0" cy="180000"/>
              </a:xfrm>
              <a:prstGeom prst="line">
                <a:avLst/>
              </a:prstGeom>
              <a:ln w="6350">
                <a:solidFill>
                  <a:schemeClr val="bg2"/>
                </a:solidFill>
                <a:prstDash val="solid"/>
              </a:ln>
            </p:spPr>
            <p:style>
              <a:lnRef idx="1">
                <a:schemeClr val="accent1"/>
              </a:lnRef>
              <a:fillRef idx="0">
                <a:schemeClr val="accent1"/>
              </a:fillRef>
              <a:effectRef idx="0">
                <a:schemeClr val="accent1"/>
              </a:effectRef>
              <a:fontRef idx="minor">
                <a:schemeClr val="tx1"/>
              </a:fontRef>
            </p:style>
          </p:cxnSp>
          <p:cxnSp>
            <p:nvCxnSpPr>
              <p:cNvPr id="143" name="직선 연결선 142"/>
              <p:cNvCxnSpPr/>
              <p:nvPr/>
            </p:nvCxnSpPr>
            <p:spPr>
              <a:xfrm>
                <a:off x="4622269" y="952100"/>
                <a:ext cx="0" cy="180000"/>
              </a:xfrm>
              <a:prstGeom prst="line">
                <a:avLst/>
              </a:prstGeom>
              <a:ln w="6350">
                <a:solidFill>
                  <a:schemeClr val="bg2"/>
                </a:solidFill>
                <a:prstDash val="solid"/>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p:nvPr/>
            </p:nvCxnSpPr>
            <p:spPr>
              <a:xfrm>
                <a:off x="5575155" y="952100"/>
                <a:ext cx="0" cy="180000"/>
              </a:xfrm>
              <a:prstGeom prst="line">
                <a:avLst/>
              </a:prstGeom>
              <a:ln w="6350">
                <a:solidFill>
                  <a:schemeClr val="bg2"/>
                </a:solidFill>
                <a:prstDash val="solid"/>
              </a:ln>
            </p:spPr>
            <p:style>
              <a:lnRef idx="1">
                <a:schemeClr val="accent1"/>
              </a:lnRef>
              <a:fillRef idx="0">
                <a:schemeClr val="accent1"/>
              </a:fillRef>
              <a:effectRef idx="0">
                <a:schemeClr val="accent1"/>
              </a:effectRef>
              <a:fontRef idx="minor">
                <a:schemeClr val="tx1"/>
              </a:fontRef>
            </p:style>
          </p:cxnSp>
          <p:cxnSp>
            <p:nvCxnSpPr>
              <p:cNvPr id="149" name="직선 연결선 148"/>
              <p:cNvCxnSpPr/>
              <p:nvPr/>
            </p:nvCxnSpPr>
            <p:spPr>
              <a:xfrm>
                <a:off x="6528041" y="952100"/>
                <a:ext cx="0" cy="180000"/>
              </a:xfrm>
              <a:prstGeom prst="line">
                <a:avLst/>
              </a:prstGeom>
              <a:ln w="6350">
                <a:solidFill>
                  <a:schemeClr val="bg2"/>
                </a:solidFill>
                <a:prstDash val="solid"/>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p:nvPr/>
            </p:nvCxnSpPr>
            <p:spPr>
              <a:xfrm>
                <a:off x="7480925" y="952100"/>
                <a:ext cx="0" cy="180000"/>
              </a:xfrm>
              <a:prstGeom prst="line">
                <a:avLst/>
              </a:prstGeom>
              <a:ln w="6350">
                <a:solidFill>
                  <a:schemeClr val="bg2"/>
                </a:solidFill>
                <a:prstDash val="solid"/>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7579254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500"/>
                                        <p:tgtEl>
                                          <p:spTgt spid="123"/>
                                        </p:tgtEl>
                                      </p:cBhvr>
                                    </p:animEffect>
                                    <p:anim calcmode="lin" valueType="num">
                                      <p:cBhvr>
                                        <p:cTn id="8" dur="500" fill="hold"/>
                                        <p:tgtEl>
                                          <p:spTgt spid="123"/>
                                        </p:tgtEl>
                                        <p:attrNameLst>
                                          <p:attrName>ppt_x</p:attrName>
                                        </p:attrNameLst>
                                      </p:cBhvr>
                                      <p:tavLst>
                                        <p:tav tm="0">
                                          <p:val>
                                            <p:strVal val="#ppt_x"/>
                                          </p:val>
                                        </p:tav>
                                        <p:tav tm="100000">
                                          <p:val>
                                            <p:strVal val="#ppt_x"/>
                                          </p:val>
                                        </p:tav>
                                      </p:tavLst>
                                    </p:anim>
                                    <p:anim calcmode="lin" valueType="num">
                                      <p:cBhvr>
                                        <p:cTn id="9" dur="500" fill="hold"/>
                                        <p:tgtEl>
                                          <p:spTgt spid="123"/>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125"/>
                                        </p:tgtEl>
                                        <p:attrNameLst>
                                          <p:attrName>style.visibility</p:attrName>
                                        </p:attrNameLst>
                                      </p:cBhvr>
                                      <p:to>
                                        <p:strVal val="visible"/>
                                      </p:to>
                                    </p:set>
                                    <p:animEffect transition="in" filter="fade">
                                      <p:cBhvr>
                                        <p:cTn id="12" dur="500"/>
                                        <p:tgtEl>
                                          <p:spTgt spid="125"/>
                                        </p:tgtEl>
                                      </p:cBhvr>
                                    </p:animEffect>
                                    <p:anim calcmode="lin" valueType="num">
                                      <p:cBhvr>
                                        <p:cTn id="13" dur="500" fill="hold"/>
                                        <p:tgtEl>
                                          <p:spTgt spid="125"/>
                                        </p:tgtEl>
                                        <p:attrNameLst>
                                          <p:attrName>ppt_x</p:attrName>
                                        </p:attrNameLst>
                                      </p:cBhvr>
                                      <p:tavLst>
                                        <p:tav tm="0">
                                          <p:val>
                                            <p:strVal val="#ppt_x"/>
                                          </p:val>
                                        </p:tav>
                                        <p:tav tm="100000">
                                          <p:val>
                                            <p:strVal val="#ppt_x"/>
                                          </p:val>
                                        </p:tav>
                                      </p:tavLst>
                                    </p:anim>
                                    <p:anim calcmode="lin" valueType="num">
                                      <p:cBhvr>
                                        <p:cTn id="14" dur="500" fill="hold"/>
                                        <p:tgtEl>
                                          <p:spTgt spid="125"/>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2" presetClass="entr" presetSubtype="4" fill="hold" nodeType="afterEffect">
                                  <p:stCondLst>
                                    <p:cond delay="0"/>
                                  </p:stCondLst>
                                  <p:childTnLst>
                                    <p:set>
                                      <p:cBhvr>
                                        <p:cTn id="17" dur="1" fill="hold">
                                          <p:stCondLst>
                                            <p:cond delay="0"/>
                                          </p:stCondLst>
                                        </p:cTn>
                                        <p:tgtEl>
                                          <p:spTgt spid="115"/>
                                        </p:tgtEl>
                                        <p:attrNameLst>
                                          <p:attrName>style.visibility</p:attrName>
                                        </p:attrNameLst>
                                      </p:cBhvr>
                                      <p:to>
                                        <p:strVal val="visible"/>
                                      </p:to>
                                    </p:set>
                                    <p:animEffect transition="in" filter="slide(fromBottom)">
                                      <p:cBhvr>
                                        <p:cTn id="18" dur="500"/>
                                        <p:tgtEl>
                                          <p:spTgt spid="115"/>
                                        </p:tgtEl>
                                      </p:cBhvr>
                                    </p:animEffect>
                                  </p:childTnLst>
                                </p:cTn>
                              </p:par>
                            </p:childTnLst>
                          </p:cTn>
                        </p:par>
                        <p:par>
                          <p:cTn id="19" fill="hold">
                            <p:stCondLst>
                              <p:cond delay="1000"/>
                            </p:stCondLst>
                            <p:childTnLst>
                              <p:par>
                                <p:cTn id="20" presetID="12" presetClass="entr" presetSubtype="4" fill="hold" nodeType="afterEffect">
                                  <p:stCondLst>
                                    <p:cond delay="0"/>
                                  </p:stCondLst>
                                  <p:childTnLst>
                                    <p:set>
                                      <p:cBhvr>
                                        <p:cTn id="21" dur="1" fill="hold">
                                          <p:stCondLst>
                                            <p:cond delay="0"/>
                                          </p:stCondLst>
                                        </p:cTn>
                                        <p:tgtEl>
                                          <p:spTgt spid="116"/>
                                        </p:tgtEl>
                                        <p:attrNameLst>
                                          <p:attrName>style.visibility</p:attrName>
                                        </p:attrNameLst>
                                      </p:cBhvr>
                                      <p:to>
                                        <p:strVal val="visible"/>
                                      </p:to>
                                    </p:set>
                                    <p:animEffect transition="in" filter="slide(fromBottom)">
                                      <p:cBhvr>
                                        <p:cTn id="22" dur="500"/>
                                        <p:tgtEl>
                                          <p:spTgt spid="116"/>
                                        </p:tgtEl>
                                      </p:cBhvr>
                                    </p:animEffect>
                                  </p:childTnLst>
                                </p:cTn>
                              </p:par>
                            </p:childTnLst>
                          </p:cTn>
                        </p:par>
                        <p:par>
                          <p:cTn id="23" fill="hold">
                            <p:stCondLst>
                              <p:cond delay="1500"/>
                            </p:stCondLst>
                            <p:childTnLst>
                              <p:par>
                                <p:cTn id="24" presetID="12" presetClass="entr" presetSubtype="4" fill="hold" nodeType="afterEffect">
                                  <p:stCondLst>
                                    <p:cond delay="0"/>
                                  </p:stCondLst>
                                  <p:childTnLst>
                                    <p:set>
                                      <p:cBhvr>
                                        <p:cTn id="25" dur="1" fill="hold">
                                          <p:stCondLst>
                                            <p:cond delay="0"/>
                                          </p:stCondLst>
                                        </p:cTn>
                                        <p:tgtEl>
                                          <p:spTgt spid="117"/>
                                        </p:tgtEl>
                                        <p:attrNameLst>
                                          <p:attrName>style.visibility</p:attrName>
                                        </p:attrNameLst>
                                      </p:cBhvr>
                                      <p:to>
                                        <p:strVal val="visible"/>
                                      </p:to>
                                    </p:set>
                                    <p:animEffect transition="in" filter="slide(fromBottom)">
                                      <p:cBhvr>
                                        <p:cTn id="26" dur="500"/>
                                        <p:tgtEl>
                                          <p:spTgt spid="117"/>
                                        </p:tgtEl>
                                      </p:cBhvr>
                                    </p:animEffect>
                                  </p:childTnLst>
                                </p:cTn>
                              </p:par>
                            </p:childTnLst>
                          </p:cTn>
                        </p:par>
                        <p:par>
                          <p:cTn id="27" fill="hold">
                            <p:stCondLst>
                              <p:cond delay="2000"/>
                            </p:stCondLst>
                            <p:childTnLst>
                              <p:par>
                                <p:cTn id="28" presetID="12" presetClass="entr" presetSubtype="4" fill="hold" nodeType="afterEffect">
                                  <p:stCondLst>
                                    <p:cond delay="0"/>
                                  </p:stCondLst>
                                  <p:childTnLst>
                                    <p:set>
                                      <p:cBhvr>
                                        <p:cTn id="29" dur="1" fill="hold">
                                          <p:stCondLst>
                                            <p:cond delay="0"/>
                                          </p:stCondLst>
                                        </p:cTn>
                                        <p:tgtEl>
                                          <p:spTgt spid="118"/>
                                        </p:tgtEl>
                                        <p:attrNameLst>
                                          <p:attrName>style.visibility</p:attrName>
                                        </p:attrNameLst>
                                      </p:cBhvr>
                                      <p:to>
                                        <p:strVal val="visible"/>
                                      </p:to>
                                    </p:set>
                                    <p:animEffect transition="in" filter="slide(fromBottom)">
                                      <p:cBhvr>
                                        <p:cTn id="30" dur="500"/>
                                        <p:tgtEl>
                                          <p:spTgt spid="118"/>
                                        </p:tgtEl>
                                      </p:cBhvr>
                                    </p:animEffect>
                                  </p:childTnLst>
                                </p:cTn>
                              </p:par>
                            </p:childTnLst>
                          </p:cTn>
                        </p:par>
                        <p:par>
                          <p:cTn id="31" fill="hold">
                            <p:stCondLst>
                              <p:cond delay="2500"/>
                            </p:stCondLst>
                            <p:childTnLst>
                              <p:par>
                                <p:cTn id="32" presetID="12" presetClass="entr" presetSubtype="4" fill="hold" nodeType="afterEffect">
                                  <p:stCondLst>
                                    <p:cond delay="0"/>
                                  </p:stCondLst>
                                  <p:childTnLst>
                                    <p:set>
                                      <p:cBhvr>
                                        <p:cTn id="33" dur="1" fill="hold">
                                          <p:stCondLst>
                                            <p:cond delay="0"/>
                                          </p:stCondLst>
                                        </p:cTn>
                                        <p:tgtEl>
                                          <p:spTgt spid="119"/>
                                        </p:tgtEl>
                                        <p:attrNameLst>
                                          <p:attrName>style.visibility</p:attrName>
                                        </p:attrNameLst>
                                      </p:cBhvr>
                                      <p:to>
                                        <p:strVal val="visible"/>
                                      </p:to>
                                    </p:set>
                                    <p:animEffect transition="in" filter="slide(fromBottom)">
                                      <p:cBhvr>
                                        <p:cTn id="34" dur="500"/>
                                        <p:tgtEl>
                                          <p:spTgt spid="119"/>
                                        </p:tgtEl>
                                      </p:cBhvr>
                                    </p:animEffect>
                                  </p:childTnLst>
                                </p:cTn>
                              </p:par>
                            </p:childTnLst>
                          </p:cTn>
                        </p:par>
                        <p:par>
                          <p:cTn id="35" fill="hold">
                            <p:stCondLst>
                              <p:cond delay="3000"/>
                            </p:stCondLst>
                            <p:childTnLst>
                              <p:par>
                                <p:cTn id="36" presetID="12" presetClass="entr" presetSubtype="4" fill="hold" nodeType="afterEffect">
                                  <p:stCondLst>
                                    <p:cond delay="0"/>
                                  </p:stCondLst>
                                  <p:childTnLst>
                                    <p:set>
                                      <p:cBhvr>
                                        <p:cTn id="37" dur="1" fill="hold">
                                          <p:stCondLst>
                                            <p:cond delay="0"/>
                                          </p:stCondLst>
                                        </p:cTn>
                                        <p:tgtEl>
                                          <p:spTgt spid="120"/>
                                        </p:tgtEl>
                                        <p:attrNameLst>
                                          <p:attrName>style.visibility</p:attrName>
                                        </p:attrNameLst>
                                      </p:cBhvr>
                                      <p:to>
                                        <p:strVal val="visible"/>
                                      </p:to>
                                    </p:set>
                                    <p:animEffect transition="in" filter="slide(fromBottom)">
                                      <p:cBhvr>
                                        <p:cTn id="38" dur="500"/>
                                        <p:tgtEl>
                                          <p:spTgt spid="120"/>
                                        </p:tgtEl>
                                      </p:cBhvr>
                                    </p:animEffect>
                                  </p:childTnLst>
                                </p:cTn>
                              </p:par>
                            </p:childTnLst>
                          </p:cTn>
                        </p:par>
                        <p:par>
                          <p:cTn id="39" fill="hold">
                            <p:stCondLst>
                              <p:cond delay="3500"/>
                            </p:stCondLst>
                            <p:childTnLst>
                              <p:par>
                                <p:cTn id="40" presetID="12" presetClass="entr" presetSubtype="4" fill="hold" nodeType="afterEffect">
                                  <p:stCondLst>
                                    <p:cond delay="0"/>
                                  </p:stCondLst>
                                  <p:childTnLst>
                                    <p:set>
                                      <p:cBhvr>
                                        <p:cTn id="41" dur="1" fill="hold">
                                          <p:stCondLst>
                                            <p:cond delay="0"/>
                                          </p:stCondLst>
                                        </p:cTn>
                                        <p:tgtEl>
                                          <p:spTgt spid="121"/>
                                        </p:tgtEl>
                                        <p:attrNameLst>
                                          <p:attrName>style.visibility</p:attrName>
                                        </p:attrNameLst>
                                      </p:cBhvr>
                                      <p:to>
                                        <p:strVal val="visible"/>
                                      </p:to>
                                    </p:set>
                                    <p:animEffect transition="in" filter="slide(fromBottom)">
                                      <p:cBhvr>
                                        <p:cTn id="42" dur="500"/>
                                        <p:tgtEl>
                                          <p:spTgt spid="121"/>
                                        </p:tgtEl>
                                      </p:cBhvr>
                                    </p:animEffect>
                                  </p:childTnLst>
                                </p:cTn>
                              </p:par>
                            </p:childTnLst>
                          </p:cTn>
                        </p:par>
                        <p:par>
                          <p:cTn id="43" fill="hold">
                            <p:stCondLst>
                              <p:cond delay="4000"/>
                            </p:stCondLst>
                            <p:childTnLst>
                              <p:par>
                                <p:cTn id="44" presetID="12" presetClass="entr" presetSubtype="4" fill="hold" nodeType="afterEffect">
                                  <p:stCondLst>
                                    <p:cond delay="0"/>
                                  </p:stCondLst>
                                  <p:childTnLst>
                                    <p:set>
                                      <p:cBhvr>
                                        <p:cTn id="45" dur="1" fill="hold">
                                          <p:stCondLst>
                                            <p:cond delay="0"/>
                                          </p:stCondLst>
                                        </p:cTn>
                                        <p:tgtEl>
                                          <p:spTgt spid="122"/>
                                        </p:tgtEl>
                                        <p:attrNameLst>
                                          <p:attrName>style.visibility</p:attrName>
                                        </p:attrNameLst>
                                      </p:cBhvr>
                                      <p:to>
                                        <p:strVal val="visible"/>
                                      </p:to>
                                    </p:set>
                                    <p:animEffect transition="in" filter="slide(fromBottom)">
                                      <p:cBhvr>
                                        <p:cTn id="46"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 name="그룹 95"/>
          <p:cNvGrpSpPr/>
          <p:nvPr/>
        </p:nvGrpSpPr>
        <p:grpSpPr>
          <a:xfrm>
            <a:off x="585166" y="1042186"/>
            <a:ext cx="5687667" cy="3599666"/>
            <a:chOff x="2735608" y="1042184"/>
            <a:chExt cx="5687667" cy="3599666"/>
          </a:xfrm>
        </p:grpSpPr>
        <p:grpSp>
          <p:nvGrpSpPr>
            <p:cNvPr id="2" name="그룹 1"/>
            <p:cNvGrpSpPr/>
            <p:nvPr/>
          </p:nvGrpSpPr>
          <p:grpSpPr>
            <a:xfrm>
              <a:off x="3111500" y="1355997"/>
              <a:ext cx="5311775" cy="2088114"/>
              <a:chOff x="3111500" y="1355997"/>
              <a:chExt cx="5311775" cy="2088114"/>
            </a:xfrm>
          </p:grpSpPr>
          <p:cxnSp>
            <p:nvCxnSpPr>
              <p:cNvPr id="221" name="직선 연결선 220"/>
              <p:cNvCxnSpPr>
                <a:cxnSpLocks/>
              </p:cNvCxnSpPr>
              <p:nvPr/>
            </p:nvCxnSpPr>
            <p:spPr>
              <a:xfrm flipH="1">
                <a:off x="3111500" y="3444111"/>
                <a:ext cx="5311775" cy="0"/>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81" name="직선 연결선 280"/>
              <p:cNvCxnSpPr>
                <a:cxnSpLocks/>
              </p:cNvCxnSpPr>
              <p:nvPr/>
            </p:nvCxnSpPr>
            <p:spPr>
              <a:xfrm flipH="1">
                <a:off x="3111500" y="3339711"/>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9" name="직선 연결선 288"/>
              <p:cNvCxnSpPr>
                <a:cxnSpLocks/>
              </p:cNvCxnSpPr>
              <p:nvPr/>
            </p:nvCxnSpPr>
            <p:spPr>
              <a:xfrm flipH="1">
                <a:off x="3111500" y="3235305"/>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0" name="직선 연결선 289"/>
              <p:cNvCxnSpPr>
                <a:cxnSpLocks/>
              </p:cNvCxnSpPr>
              <p:nvPr/>
            </p:nvCxnSpPr>
            <p:spPr>
              <a:xfrm flipH="1">
                <a:off x="3111500" y="3130899"/>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2" name="직선 연결선 291"/>
              <p:cNvCxnSpPr>
                <a:cxnSpLocks/>
              </p:cNvCxnSpPr>
              <p:nvPr/>
            </p:nvCxnSpPr>
            <p:spPr>
              <a:xfrm flipH="1">
                <a:off x="3111500" y="3026493"/>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3" name="직선 연결선 292"/>
              <p:cNvCxnSpPr>
                <a:cxnSpLocks/>
              </p:cNvCxnSpPr>
              <p:nvPr/>
            </p:nvCxnSpPr>
            <p:spPr>
              <a:xfrm flipH="1">
                <a:off x="3111500" y="2922087"/>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4" name="직선 연결선 293"/>
              <p:cNvCxnSpPr>
                <a:cxnSpLocks/>
              </p:cNvCxnSpPr>
              <p:nvPr/>
            </p:nvCxnSpPr>
            <p:spPr>
              <a:xfrm flipH="1">
                <a:off x="3111500" y="2817681"/>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5" name="직선 연결선 294"/>
              <p:cNvCxnSpPr>
                <a:cxnSpLocks/>
              </p:cNvCxnSpPr>
              <p:nvPr/>
            </p:nvCxnSpPr>
            <p:spPr>
              <a:xfrm flipH="1">
                <a:off x="3111500" y="2713275"/>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6" name="직선 연결선 295"/>
              <p:cNvCxnSpPr>
                <a:cxnSpLocks/>
              </p:cNvCxnSpPr>
              <p:nvPr/>
            </p:nvCxnSpPr>
            <p:spPr>
              <a:xfrm flipH="1">
                <a:off x="3111500" y="2608869"/>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7" name="직선 연결선 296"/>
              <p:cNvCxnSpPr>
                <a:cxnSpLocks/>
              </p:cNvCxnSpPr>
              <p:nvPr/>
            </p:nvCxnSpPr>
            <p:spPr>
              <a:xfrm flipH="1">
                <a:off x="3111500" y="2504463"/>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8" name="직선 연결선 297"/>
              <p:cNvCxnSpPr>
                <a:cxnSpLocks/>
              </p:cNvCxnSpPr>
              <p:nvPr/>
            </p:nvCxnSpPr>
            <p:spPr>
              <a:xfrm flipH="1">
                <a:off x="3111500" y="2400057"/>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9" name="직선 연결선 298"/>
              <p:cNvCxnSpPr>
                <a:cxnSpLocks/>
              </p:cNvCxnSpPr>
              <p:nvPr/>
            </p:nvCxnSpPr>
            <p:spPr>
              <a:xfrm flipH="1">
                <a:off x="3111500" y="2295651"/>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0" name="직선 연결선 299"/>
              <p:cNvCxnSpPr>
                <a:cxnSpLocks/>
              </p:cNvCxnSpPr>
              <p:nvPr/>
            </p:nvCxnSpPr>
            <p:spPr>
              <a:xfrm flipH="1">
                <a:off x="3111500" y="2191245"/>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1" name="직선 연결선 300"/>
              <p:cNvCxnSpPr>
                <a:cxnSpLocks/>
              </p:cNvCxnSpPr>
              <p:nvPr/>
            </p:nvCxnSpPr>
            <p:spPr>
              <a:xfrm flipH="1">
                <a:off x="3111500" y="2086839"/>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2" name="직선 연결선 301"/>
              <p:cNvCxnSpPr>
                <a:cxnSpLocks/>
              </p:cNvCxnSpPr>
              <p:nvPr/>
            </p:nvCxnSpPr>
            <p:spPr>
              <a:xfrm flipH="1">
                <a:off x="3111500" y="1982433"/>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3" name="직선 연결선 302"/>
              <p:cNvCxnSpPr>
                <a:cxnSpLocks/>
              </p:cNvCxnSpPr>
              <p:nvPr/>
            </p:nvCxnSpPr>
            <p:spPr>
              <a:xfrm flipH="1">
                <a:off x="3111500" y="1878027"/>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4" name="직선 연결선 303"/>
              <p:cNvCxnSpPr>
                <a:cxnSpLocks/>
              </p:cNvCxnSpPr>
              <p:nvPr/>
            </p:nvCxnSpPr>
            <p:spPr>
              <a:xfrm flipH="1">
                <a:off x="3111500" y="1773621"/>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5" name="직선 연결선 304"/>
              <p:cNvCxnSpPr>
                <a:cxnSpLocks/>
              </p:cNvCxnSpPr>
              <p:nvPr/>
            </p:nvCxnSpPr>
            <p:spPr>
              <a:xfrm flipH="1">
                <a:off x="3111500" y="1669215"/>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6" name="직선 연결선 305"/>
              <p:cNvCxnSpPr>
                <a:cxnSpLocks/>
              </p:cNvCxnSpPr>
              <p:nvPr/>
            </p:nvCxnSpPr>
            <p:spPr>
              <a:xfrm flipH="1">
                <a:off x="3111500" y="1564809"/>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7" name="직선 연결선 306"/>
              <p:cNvCxnSpPr>
                <a:cxnSpLocks/>
              </p:cNvCxnSpPr>
              <p:nvPr/>
            </p:nvCxnSpPr>
            <p:spPr>
              <a:xfrm flipH="1">
                <a:off x="3111500" y="1460403"/>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8" name="직선 연결선 307"/>
              <p:cNvCxnSpPr>
                <a:cxnSpLocks/>
              </p:cNvCxnSpPr>
              <p:nvPr/>
            </p:nvCxnSpPr>
            <p:spPr>
              <a:xfrm flipH="1">
                <a:off x="3111500" y="1355997"/>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08" name="TextBox 107"/>
            <p:cNvSpPr txBox="1"/>
            <p:nvPr/>
          </p:nvSpPr>
          <p:spPr>
            <a:xfrm>
              <a:off x="6659562" y="4422775"/>
              <a:ext cx="1763713" cy="219075"/>
            </a:xfrm>
            <a:prstGeom prst="rect">
              <a:avLst/>
            </a:prstGeom>
            <a:noFill/>
          </p:spPr>
          <p:txBody>
            <a:bodyPr wrap="square" lIns="0" tIns="0" rIns="0" bIns="0" rtlCol="0">
              <a:noAutofit/>
            </a:bodyPr>
            <a:lstStyle/>
            <a:p>
              <a:pPr algn="r">
                <a:spcAft>
                  <a:spcPts val="300"/>
                </a:spcAft>
              </a:pPr>
              <a:r>
                <a:rPr lang="fr-FR"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rPr>
                <a:t>(Quisque cursus, metus vitae pharetra auctor.)</a:t>
              </a:r>
              <a:endParaRPr lang="en-US"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endParaRPr>
            </a:p>
          </p:txBody>
        </p:sp>
        <p:sp>
          <p:nvSpPr>
            <p:cNvPr id="109" name="TextBox 108"/>
            <p:cNvSpPr txBox="1"/>
            <p:nvPr/>
          </p:nvSpPr>
          <p:spPr>
            <a:xfrm>
              <a:off x="2868480" y="1042184"/>
              <a:ext cx="2751270" cy="284966"/>
            </a:xfrm>
            <a:prstGeom prst="rect">
              <a:avLst/>
            </a:prstGeom>
            <a:noFill/>
          </p:spPr>
          <p:txBody>
            <a:bodyPr wrap="square" lIns="0" tIns="0" rIns="0" bIns="0" rtlCol="0">
              <a:noAutofit/>
            </a:bodyPr>
            <a:lstStyle/>
            <a:p>
              <a:pPr lvl="0"/>
              <a:r>
                <a:rPr lang="en-US" altLang="ko-KR" sz="1200" b="1" dirty="0">
                  <a:gradFill>
                    <a:gsLst>
                      <a:gs pos="0">
                        <a:schemeClr val="accent1"/>
                      </a:gs>
                      <a:gs pos="100000">
                        <a:schemeClr val="accent1"/>
                      </a:gs>
                    </a:gsLst>
                    <a:lin ang="5400000" scaled="0"/>
                  </a:gradFill>
                  <a:latin typeface="Roboto Condensed Regular"/>
                </a:rPr>
                <a:t>Bar Chart Main Title Here</a:t>
              </a:r>
              <a:endParaRPr lang="ko-KR" altLang="en-US" sz="1200" b="1" dirty="0">
                <a:gradFill>
                  <a:gsLst>
                    <a:gs pos="0">
                      <a:schemeClr val="accent1"/>
                    </a:gs>
                    <a:gs pos="100000">
                      <a:schemeClr val="accent1"/>
                    </a:gs>
                  </a:gsLst>
                  <a:lin ang="5400000" scaled="0"/>
                </a:gradFill>
                <a:latin typeface="Roboto Condensed Regular"/>
              </a:endParaRPr>
            </a:p>
          </p:txBody>
        </p:sp>
        <p:grpSp>
          <p:nvGrpSpPr>
            <p:cNvPr id="288" name="그룹 287"/>
            <p:cNvGrpSpPr/>
            <p:nvPr/>
          </p:nvGrpSpPr>
          <p:grpSpPr>
            <a:xfrm>
              <a:off x="3048414" y="1355997"/>
              <a:ext cx="46800" cy="2088114"/>
              <a:chOff x="3111914" y="1355997"/>
              <a:chExt cx="46800" cy="2088114"/>
            </a:xfrm>
          </p:grpSpPr>
          <p:cxnSp>
            <p:nvCxnSpPr>
              <p:cNvPr id="239" name="직선 연결선 238"/>
              <p:cNvCxnSpPr>
                <a:cxnSpLocks/>
              </p:cNvCxnSpPr>
              <p:nvPr/>
            </p:nvCxnSpPr>
            <p:spPr>
              <a:xfrm>
                <a:off x="3111915" y="3444111"/>
                <a:ext cx="46799" cy="0"/>
              </a:xfrm>
              <a:prstGeom prst="line">
                <a:avLst/>
              </a:prstGeom>
              <a:ln w="952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40" name="직선 연결선 239"/>
              <p:cNvCxnSpPr>
                <a:cxnSpLocks/>
              </p:cNvCxnSpPr>
              <p:nvPr/>
            </p:nvCxnSpPr>
            <p:spPr>
              <a:xfrm>
                <a:off x="3111914" y="3339706"/>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41" name="직선 연결선 240"/>
              <p:cNvCxnSpPr>
                <a:cxnSpLocks/>
              </p:cNvCxnSpPr>
              <p:nvPr/>
            </p:nvCxnSpPr>
            <p:spPr>
              <a:xfrm>
                <a:off x="3111914" y="3235300"/>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42" name="직선 연결선 241"/>
              <p:cNvCxnSpPr>
                <a:cxnSpLocks/>
              </p:cNvCxnSpPr>
              <p:nvPr/>
            </p:nvCxnSpPr>
            <p:spPr>
              <a:xfrm>
                <a:off x="3111914" y="3130894"/>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43" name="직선 연결선 242"/>
              <p:cNvCxnSpPr>
                <a:cxnSpLocks/>
              </p:cNvCxnSpPr>
              <p:nvPr/>
            </p:nvCxnSpPr>
            <p:spPr>
              <a:xfrm>
                <a:off x="3111915" y="3026489"/>
                <a:ext cx="46799" cy="0"/>
              </a:xfrm>
              <a:prstGeom prst="line">
                <a:avLst/>
              </a:prstGeom>
              <a:ln w="952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44" name="직선 연결선 243"/>
              <p:cNvCxnSpPr>
                <a:cxnSpLocks/>
              </p:cNvCxnSpPr>
              <p:nvPr/>
            </p:nvCxnSpPr>
            <p:spPr>
              <a:xfrm>
                <a:off x="3111914" y="2922083"/>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45" name="직선 연결선 244"/>
              <p:cNvCxnSpPr>
                <a:cxnSpLocks/>
              </p:cNvCxnSpPr>
              <p:nvPr/>
            </p:nvCxnSpPr>
            <p:spPr>
              <a:xfrm>
                <a:off x="3111914" y="2817677"/>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46" name="직선 연결선 245"/>
              <p:cNvCxnSpPr>
                <a:cxnSpLocks/>
              </p:cNvCxnSpPr>
              <p:nvPr/>
            </p:nvCxnSpPr>
            <p:spPr>
              <a:xfrm>
                <a:off x="3111914" y="2713271"/>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47" name="직선 연결선 246"/>
              <p:cNvCxnSpPr>
                <a:cxnSpLocks/>
              </p:cNvCxnSpPr>
              <p:nvPr/>
            </p:nvCxnSpPr>
            <p:spPr>
              <a:xfrm>
                <a:off x="3111915" y="2608866"/>
                <a:ext cx="46799" cy="0"/>
              </a:xfrm>
              <a:prstGeom prst="line">
                <a:avLst/>
              </a:prstGeom>
              <a:ln w="952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48" name="직선 연결선 247"/>
              <p:cNvCxnSpPr>
                <a:cxnSpLocks/>
              </p:cNvCxnSpPr>
              <p:nvPr/>
            </p:nvCxnSpPr>
            <p:spPr>
              <a:xfrm>
                <a:off x="3111914" y="2086837"/>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49" name="직선 연결선 248"/>
              <p:cNvCxnSpPr>
                <a:cxnSpLocks/>
              </p:cNvCxnSpPr>
              <p:nvPr/>
            </p:nvCxnSpPr>
            <p:spPr>
              <a:xfrm>
                <a:off x="3111914" y="1982432"/>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50" name="직선 연결선 249"/>
              <p:cNvCxnSpPr>
                <a:cxnSpLocks/>
              </p:cNvCxnSpPr>
              <p:nvPr/>
            </p:nvCxnSpPr>
            <p:spPr>
              <a:xfrm>
                <a:off x="3111914" y="1878026"/>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51" name="직선 연결선 250"/>
              <p:cNvCxnSpPr>
                <a:cxnSpLocks/>
              </p:cNvCxnSpPr>
              <p:nvPr/>
            </p:nvCxnSpPr>
            <p:spPr>
              <a:xfrm>
                <a:off x="3111915" y="1773620"/>
                <a:ext cx="46799" cy="0"/>
              </a:xfrm>
              <a:prstGeom prst="line">
                <a:avLst/>
              </a:prstGeom>
              <a:ln w="952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68" name="직선 연결선 267"/>
              <p:cNvCxnSpPr>
                <a:cxnSpLocks/>
              </p:cNvCxnSpPr>
              <p:nvPr/>
            </p:nvCxnSpPr>
            <p:spPr>
              <a:xfrm>
                <a:off x="3111915" y="2191243"/>
                <a:ext cx="46799" cy="0"/>
              </a:xfrm>
              <a:prstGeom prst="line">
                <a:avLst/>
              </a:prstGeom>
              <a:ln w="952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69" name="직선 연결선 268"/>
              <p:cNvCxnSpPr>
                <a:cxnSpLocks/>
              </p:cNvCxnSpPr>
              <p:nvPr/>
            </p:nvCxnSpPr>
            <p:spPr>
              <a:xfrm>
                <a:off x="3111914" y="2295649"/>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70" name="직선 연결선 269"/>
              <p:cNvCxnSpPr>
                <a:cxnSpLocks/>
              </p:cNvCxnSpPr>
              <p:nvPr/>
            </p:nvCxnSpPr>
            <p:spPr>
              <a:xfrm>
                <a:off x="3111914" y="2400054"/>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71" name="직선 연결선 270"/>
              <p:cNvCxnSpPr>
                <a:cxnSpLocks/>
              </p:cNvCxnSpPr>
              <p:nvPr/>
            </p:nvCxnSpPr>
            <p:spPr>
              <a:xfrm>
                <a:off x="3111914" y="2504460"/>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72" name="직선 연결선 271"/>
              <p:cNvCxnSpPr>
                <a:cxnSpLocks/>
              </p:cNvCxnSpPr>
              <p:nvPr/>
            </p:nvCxnSpPr>
            <p:spPr>
              <a:xfrm>
                <a:off x="3111915" y="1355997"/>
                <a:ext cx="46799" cy="0"/>
              </a:xfrm>
              <a:prstGeom prst="line">
                <a:avLst/>
              </a:prstGeom>
              <a:ln w="952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73" name="직선 연결선 272"/>
              <p:cNvCxnSpPr>
                <a:cxnSpLocks/>
              </p:cNvCxnSpPr>
              <p:nvPr/>
            </p:nvCxnSpPr>
            <p:spPr>
              <a:xfrm>
                <a:off x="3111914" y="1460403"/>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74" name="직선 연결선 273"/>
              <p:cNvCxnSpPr>
                <a:cxnSpLocks/>
              </p:cNvCxnSpPr>
              <p:nvPr/>
            </p:nvCxnSpPr>
            <p:spPr>
              <a:xfrm>
                <a:off x="3111914" y="1564809"/>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275" name="직선 연결선 274"/>
              <p:cNvCxnSpPr>
                <a:cxnSpLocks/>
              </p:cNvCxnSpPr>
              <p:nvPr/>
            </p:nvCxnSpPr>
            <p:spPr>
              <a:xfrm>
                <a:off x="3111914" y="1669214"/>
                <a:ext cx="23155" cy="0"/>
              </a:xfrm>
              <a:prstGeom prst="line">
                <a:avLst/>
              </a:prstGeom>
              <a:ln w="3175">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sp>
          <p:nvSpPr>
            <p:cNvPr id="282" name="TextBox 281"/>
            <p:cNvSpPr txBox="1"/>
            <p:nvPr/>
          </p:nvSpPr>
          <p:spPr>
            <a:xfrm>
              <a:off x="2735608" y="1302136"/>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200</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283" name="TextBox 282"/>
            <p:cNvSpPr txBox="1"/>
            <p:nvPr/>
          </p:nvSpPr>
          <p:spPr>
            <a:xfrm>
              <a:off x="2735608" y="1719759"/>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160</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284" name="TextBox 283"/>
            <p:cNvSpPr txBox="1"/>
            <p:nvPr/>
          </p:nvSpPr>
          <p:spPr>
            <a:xfrm>
              <a:off x="2735608" y="2137382"/>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120</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285" name="TextBox 284"/>
            <p:cNvSpPr txBox="1"/>
            <p:nvPr/>
          </p:nvSpPr>
          <p:spPr>
            <a:xfrm>
              <a:off x="2735608" y="2555005"/>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80</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286" name="TextBox 285"/>
            <p:cNvSpPr txBox="1"/>
            <p:nvPr/>
          </p:nvSpPr>
          <p:spPr>
            <a:xfrm>
              <a:off x="2735608" y="2972628"/>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40</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287" name="TextBox 286"/>
            <p:cNvSpPr txBox="1"/>
            <p:nvPr/>
          </p:nvSpPr>
          <p:spPr>
            <a:xfrm>
              <a:off x="2735608" y="3390250"/>
              <a:ext cx="280642" cy="107722"/>
            </a:xfrm>
            <a:prstGeom prst="rect">
              <a:avLst/>
            </a:prstGeom>
            <a:noFill/>
          </p:spPr>
          <p:txBody>
            <a:bodyPr wrap="square" lIns="0" tIns="0" rIns="0" bIns="0" rtlCol="0">
              <a:spAutoFit/>
            </a:bodyPr>
            <a:lstStyle/>
            <a:p>
              <a:pPr algn="r"/>
              <a:r>
                <a:rPr lang="nb-NO" altLang="ko-KR"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rPr>
                <a:t>0</a:t>
              </a:r>
              <a:endParaRPr lang="ko-KR" altLang="en-US" sz="7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cs typeface="Roboto Condensed Regular"/>
              </a:endParaRPr>
            </a:p>
          </p:txBody>
        </p:sp>
        <p:sp>
          <p:nvSpPr>
            <p:cNvPr id="110" name="TextBox 109"/>
            <p:cNvSpPr txBox="1"/>
            <p:nvPr/>
          </p:nvSpPr>
          <p:spPr>
            <a:xfrm>
              <a:off x="7585104" y="3687932"/>
              <a:ext cx="763166" cy="56021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150" name="TextBox 149"/>
            <p:cNvSpPr txBox="1"/>
            <p:nvPr/>
          </p:nvSpPr>
          <p:spPr>
            <a:xfrm>
              <a:off x="7614607" y="35099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2014</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372" name="TextBox 371"/>
            <p:cNvSpPr txBox="1"/>
            <p:nvPr/>
          </p:nvSpPr>
          <p:spPr>
            <a:xfrm>
              <a:off x="6499254" y="3687932"/>
              <a:ext cx="763166" cy="56021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373" name="TextBox 372"/>
            <p:cNvSpPr txBox="1"/>
            <p:nvPr/>
          </p:nvSpPr>
          <p:spPr>
            <a:xfrm>
              <a:off x="6528757" y="35099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2014</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382" name="TextBox 381"/>
            <p:cNvSpPr txBox="1"/>
            <p:nvPr/>
          </p:nvSpPr>
          <p:spPr>
            <a:xfrm>
              <a:off x="5413404" y="3687932"/>
              <a:ext cx="763166" cy="56021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383" name="TextBox 382"/>
            <p:cNvSpPr txBox="1"/>
            <p:nvPr/>
          </p:nvSpPr>
          <p:spPr>
            <a:xfrm>
              <a:off x="5442907" y="35099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2014</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392" name="TextBox 391"/>
            <p:cNvSpPr txBox="1"/>
            <p:nvPr/>
          </p:nvSpPr>
          <p:spPr>
            <a:xfrm>
              <a:off x="4327554" y="3687932"/>
              <a:ext cx="763166" cy="56021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393" name="TextBox 392"/>
            <p:cNvSpPr txBox="1"/>
            <p:nvPr/>
          </p:nvSpPr>
          <p:spPr>
            <a:xfrm>
              <a:off x="4357057" y="35099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2014</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sp>
          <p:nvSpPr>
            <p:cNvPr id="402" name="TextBox 401"/>
            <p:cNvSpPr txBox="1"/>
            <p:nvPr/>
          </p:nvSpPr>
          <p:spPr>
            <a:xfrm>
              <a:off x="3241704" y="3687932"/>
              <a:ext cx="763166" cy="56021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403" name="TextBox 402"/>
            <p:cNvSpPr txBox="1"/>
            <p:nvPr/>
          </p:nvSpPr>
          <p:spPr>
            <a:xfrm>
              <a:off x="3271207" y="35099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2014</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sp>
        <p:nvSpPr>
          <p:cNvPr id="11" name="Title 10"/>
          <p:cNvSpPr>
            <a:spLocks noGrp="1"/>
          </p:cNvSpPr>
          <p:nvPr>
            <p:ph type="title"/>
          </p:nvPr>
        </p:nvSpPr>
        <p:spPr/>
        <p:txBody>
          <a:bodyPr/>
          <a:lstStyle/>
          <a:p>
            <a:r>
              <a:rPr lang="en-US" altLang="ko-KR" dirty="0"/>
              <a:t>Bar Chart</a:t>
            </a:r>
            <a:endParaRPr lang="en-US" dirty="0"/>
          </a:p>
        </p:txBody>
      </p:sp>
      <p:grpSp>
        <p:nvGrpSpPr>
          <p:cNvPr id="95" name="그룹 94"/>
          <p:cNvGrpSpPr/>
          <p:nvPr/>
        </p:nvGrpSpPr>
        <p:grpSpPr>
          <a:xfrm>
            <a:off x="5815862" y="1462402"/>
            <a:ext cx="286510" cy="1974692"/>
            <a:chOff x="7966307" y="1462400"/>
            <a:chExt cx="286510" cy="1974692"/>
          </a:xfrm>
        </p:grpSpPr>
        <p:cxnSp>
          <p:nvCxnSpPr>
            <p:cNvPr id="162" name="직선 연결선 161"/>
            <p:cNvCxnSpPr/>
            <p:nvPr/>
          </p:nvCxnSpPr>
          <p:spPr>
            <a:xfrm flipV="1">
              <a:off x="8109561" y="1809750"/>
              <a:ext cx="0" cy="1627342"/>
            </a:xfrm>
            <a:prstGeom prst="line">
              <a:avLst/>
            </a:prstGeom>
            <a:ln w="9525" cap="rnd">
              <a:solidFill>
                <a:schemeClr val="accent1"/>
              </a:solidFill>
              <a:prstDash val="sysDot"/>
              <a:headEnd type="oval" w="sm" len="sm"/>
              <a:tailEnd type="none"/>
            </a:ln>
          </p:spPr>
          <p:style>
            <a:lnRef idx="1">
              <a:schemeClr val="accent1"/>
            </a:lnRef>
            <a:fillRef idx="0">
              <a:schemeClr val="accent1"/>
            </a:fillRef>
            <a:effectRef idx="0">
              <a:schemeClr val="accent1"/>
            </a:effectRef>
            <a:fontRef idx="minor">
              <a:schemeClr val="tx1"/>
            </a:fontRef>
          </p:style>
        </p:cxnSp>
        <p:sp>
          <p:nvSpPr>
            <p:cNvPr id="163" name="Freeform 5"/>
            <p:cNvSpPr>
              <a:spLocks/>
            </p:cNvSpPr>
            <p:nvPr/>
          </p:nvSpPr>
          <p:spPr bwMode="auto">
            <a:xfrm>
              <a:off x="7966307" y="1462400"/>
              <a:ext cx="286510" cy="360790"/>
            </a:xfrm>
            <a:custGeom>
              <a:avLst/>
              <a:gdLst>
                <a:gd name="T0" fmla="*/ 218 w 231"/>
                <a:gd name="T1" fmla="*/ 189 h 290"/>
                <a:gd name="T2" fmla="*/ 116 w 231"/>
                <a:gd name="T3" fmla="*/ 289 h 290"/>
                <a:gd name="T4" fmla="*/ 14 w 231"/>
                <a:gd name="T5" fmla="*/ 189 h 290"/>
                <a:gd name="T6" fmla="*/ 116 w 231"/>
                <a:gd name="T7" fmla="*/ 0 h 290"/>
                <a:gd name="T8" fmla="*/ 218 w 231"/>
                <a:gd name="T9" fmla="*/ 189 h 290"/>
              </a:gdLst>
              <a:ahLst/>
              <a:cxnLst>
                <a:cxn ang="0">
                  <a:pos x="T0" y="T1"/>
                </a:cxn>
                <a:cxn ang="0">
                  <a:pos x="T2" y="T3"/>
                </a:cxn>
                <a:cxn ang="0">
                  <a:pos x="T4" y="T5"/>
                </a:cxn>
                <a:cxn ang="0">
                  <a:pos x="T6" y="T7"/>
                </a:cxn>
                <a:cxn ang="0">
                  <a:pos x="T8" y="T9"/>
                </a:cxn>
              </a:cxnLst>
              <a:rect l="0" t="0" r="r" b="b"/>
              <a:pathLst>
                <a:path w="231" h="290">
                  <a:moveTo>
                    <a:pt x="218" y="189"/>
                  </a:moveTo>
                  <a:cubicBezTo>
                    <a:pt x="217" y="245"/>
                    <a:pt x="172" y="290"/>
                    <a:pt x="116" y="289"/>
                  </a:cubicBezTo>
                  <a:cubicBezTo>
                    <a:pt x="60" y="290"/>
                    <a:pt x="14" y="245"/>
                    <a:pt x="14" y="189"/>
                  </a:cubicBezTo>
                  <a:cubicBezTo>
                    <a:pt x="14" y="189"/>
                    <a:pt x="0" y="108"/>
                    <a:pt x="116" y="0"/>
                  </a:cubicBezTo>
                  <a:cubicBezTo>
                    <a:pt x="231" y="108"/>
                    <a:pt x="218" y="189"/>
                    <a:pt x="218" y="189"/>
                  </a:cubicBezTo>
                  <a:close/>
                </a:path>
              </a:pathLst>
            </a:custGeom>
            <a:solidFill>
              <a:schemeClr val="accent1"/>
            </a:solidFill>
            <a:ln w="25400">
              <a:noFill/>
            </a:ln>
          </p:spPr>
          <p:txBody>
            <a:bodyPr vert="horz" wrap="square" lIns="0" tIns="0" rIns="0" bIns="0" numCol="1" anchor="ctr" anchorCtr="0" compatLnSpc="1">
              <a:prstTxWarp prst="textNoShape">
                <a:avLst/>
              </a:prstTxWarp>
            </a:bodyPr>
            <a:lstStyle/>
            <a:p>
              <a:pPr algn="ctr">
                <a:lnSpc>
                  <a:spcPts val="2500"/>
                </a:lnSpc>
              </a:pPr>
              <a:r>
                <a:rPr lang="nb-NO" altLang="ko-KR" sz="1000" b="1" dirty="0">
                  <a:gradFill>
                    <a:gsLst>
                      <a:gs pos="0">
                        <a:schemeClr val="bg2"/>
                      </a:gs>
                      <a:gs pos="100000">
                        <a:schemeClr val="bg2"/>
                      </a:gs>
                    </a:gsLst>
                    <a:lin ang="5400000" scaled="0"/>
                  </a:gradFill>
                  <a:latin typeface="Roboto Condensed Regular"/>
                  <a:ea typeface="Roboto Light" pitchFamily="2" charset="0"/>
                </a:rPr>
                <a:t>190</a:t>
              </a:r>
              <a:endParaRPr lang="ko-KR" altLang="en-US" sz="10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94" name="그룹 93"/>
          <p:cNvGrpSpPr/>
          <p:nvPr/>
        </p:nvGrpSpPr>
        <p:grpSpPr>
          <a:xfrm>
            <a:off x="5530112" y="2192655"/>
            <a:ext cx="286510" cy="1244441"/>
            <a:chOff x="7680557" y="2192650"/>
            <a:chExt cx="286510" cy="1244441"/>
          </a:xfrm>
        </p:grpSpPr>
        <p:cxnSp>
          <p:nvCxnSpPr>
            <p:cNvPr id="317" name="직선 연결선 316"/>
            <p:cNvCxnSpPr/>
            <p:nvPr/>
          </p:nvCxnSpPr>
          <p:spPr>
            <a:xfrm flipV="1">
              <a:off x="7823811" y="2505168"/>
              <a:ext cx="0" cy="931923"/>
            </a:xfrm>
            <a:prstGeom prst="line">
              <a:avLst/>
            </a:prstGeom>
            <a:ln w="9525" cap="rnd">
              <a:solidFill>
                <a:schemeClr val="accent3">
                  <a:lumMod val="50000"/>
                </a:schemeClr>
              </a:solidFill>
              <a:prstDash val="sysDot"/>
              <a:headEnd type="oval" w="sm" len="sm"/>
              <a:tailEnd type="none"/>
            </a:ln>
          </p:spPr>
          <p:style>
            <a:lnRef idx="1">
              <a:schemeClr val="accent1"/>
            </a:lnRef>
            <a:fillRef idx="0">
              <a:schemeClr val="accent1"/>
            </a:fillRef>
            <a:effectRef idx="0">
              <a:schemeClr val="accent1"/>
            </a:effectRef>
            <a:fontRef idx="minor">
              <a:schemeClr val="tx1"/>
            </a:fontRef>
          </p:style>
        </p:cxnSp>
        <p:sp>
          <p:nvSpPr>
            <p:cNvPr id="318" name="Freeform 5"/>
            <p:cNvSpPr>
              <a:spLocks/>
            </p:cNvSpPr>
            <p:nvPr/>
          </p:nvSpPr>
          <p:spPr bwMode="auto">
            <a:xfrm>
              <a:off x="7680557" y="2192650"/>
              <a:ext cx="286510" cy="360790"/>
            </a:xfrm>
            <a:custGeom>
              <a:avLst/>
              <a:gdLst>
                <a:gd name="T0" fmla="*/ 218 w 231"/>
                <a:gd name="T1" fmla="*/ 189 h 290"/>
                <a:gd name="T2" fmla="*/ 116 w 231"/>
                <a:gd name="T3" fmla="*/ 289 h 290"/>
                <a:gd name="T4" fmla="*/ 14 w 231"/>
                <a:gd name="T5" fmla="*/ 189 h 290"/>
                <a:gd name="T6" fmla="*/ 116 w 231"/>
                <a:gd name="T7" fmla="*/ 0 h 290"/>
                <a:gd name="T8" fmla="*/ 218 w 231"/>
                <a:gd name="T9" fmla="*/ 189 h 290"/>
              </a:gdLst>
              <a:ahLst/>
              <a:cxnLst>
                <a:cxn ang="0">
                  <a:pos x="T0" y="T1"/>
                </a:cxn>
                <a:cxn ang="0">
                  <a:pos x="T2" y="T3"/>
                </a:cxn>
                <a:cxn ang="0">
                  <a:pos x="T4" y="T5"/>
                </a:cxn>
                <a:cxn ang="0">
                  <a:pos x="T6" y="T7"/>
                </a:cxn>
                <a:cxn ang="0">
                  <a:pos x="T8" y="T9"/>
                </a:cxn>
              </a:cxnLst>
              <a:rect l="0" t="0" r="r" b="b"/>
              <a:pathLst>
                <a:path w="231" h="290">
                  <a:moveTo>
                    <a:pt x="218" y="189"/>
                  </a:moveTo>
                  <a:cubicBezTo>
                    <a:pt x="217" y="245"/>
                    <a:pt x="172" y="290"/>
                    <a:pt x="116" y="289"/>
                  </a:cubicBezTo>
                  <a:cubicBezTo>
                    <a:pt x="60" y="290"/>
                    <a:pt x="14" y="245"/>
                    <a:pt x="14" y="189"/>
                  </a:cubicBezTo>
                  <a:cubicBezTo>
                    <a:pt x="14" y="189"/>
                    <a:pt x="0" y="108"/>
                    <a:pt x="116" y="0"/>
                  </a:cubicBezTo>
                  <a:cubicBezTo>
                    <a:pt x="231" y="108"/>
                    <a:pt x="218" y="189"/>
                    <a:pt x="218" y="189"/>
                  </a:cubicBezTo>
                  <a:close/>
                </a:path>
              </a:pathLst>
            </a:custGeom>
            <a:solidFill>
              <a:schemeClr val="accent3">
                <a:lumMod val="50000"/>
              </a:schemeClr>
            </a:solidFill>
            <a:ln w="25400">
              <a:noFill/>
            </a:ln>
          </p:spPr>
          <p:txBody>
            <a:bodyPr vert="horz" wrap="square" lIns="0" tIns="0" rIns="0" bIns="0" numCol="1" anchor="ctr" anchorCtr="0" compatLnSpc="1">
              <a:prstTxWarp prst="textNoShape">
                <a:avLst/>
              </a:prstTxWarp>
            </a:bodyPr>
            <a:lstStyle/>
            <a:p>
              <a:pPr algn="ctr">
                <a:lnSpc>
                  <a:spcPts val="2500"/>
                </a:lnSpc>
              </a:pPr>
              <a:r>
                <a:rPr lang="nb-NO" altLang="ko-KR" sz="1000" b="1" dirty="0">
                  <a:gradFill>
                    <a:gsLst>
                      <a:gs pos="0">
                        <a:schemeClr val="bg2"/>
                      </a:gs>
                      <a:gs pos="100000">
                        <a:schemeClr val="bg2"/>
                      </a:gs>
                    </a:gsLst>
                    <a:lin ang="5400000" scaled="0"/>
                  </a:gradFill>
                  <a:latin typeface="Roboto Condensed Regular"/>
                  <a:ea typeface="Roboto Light" pitchFamily="2" charset="0"/>
                </a:rPr>
                <a:t>120</a:t>
              </a:r>
              <a:endParaRPr lang="ko-KR" altLang="en-US" sz="10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93" name="그룹 92"/>
          <p:cNvGrpSpPr/>
          <p:nvPr/>
        </p:nvGrpSpPr>
        <p:grpSpPr>
          <a:xfrm>
            <a:off x="4730012" y="1976752"/>
            <a:ext cx="286510" cy="1460342"/>
            <a:chOff x="6880457" y="1976750"/>
            <a:chExt cx="286510" cy="1460342"/>
          </a:xfrm>
        </p:grpSpPr>
        <p:cxnSp>
          <p:nvCxnSpPr>
            <p:cNvPr id="379" name="직선 연결선 378"/>
            <p:cNvCxnSpPr/>
            <p:nvPr/>
          </p:nvCxnSpPr>
          <p:spPr>
            <a:xfrm flipV="1">
              <a:off x="7023711" y="2266950"/>
              <a:ext cx="0" cy="1170142"/>
            </a:xfrm>
            <a:prstGeom prst="line">
              <a:avLst/>
            </a:prstGeom>
            <a:ln w="9525" cap="rnd">
              <a:solidFill>
                <a:schemeClr val="accent1"/>
              </a:solidFill>
              <a:prstDash val="sysDot"/>
              <a:headEnd type="oval" w="sm" len="sm"/>
              <a:tailEnd type="none"/>
            </a:ln>
          </p:spPr>
          <p:style>
            <a:lnRef idx="1">
              <a:schemeClr val="accent1"/>
            </a:lnRef>
            <a:fillRef idx="0">
              <a:schemeClr val="accent1"/>
            </a:fillRef>
            <a:effectRef idx="0">
              <a:schemeClr val="accent1"/>
            </a:effectRef>
            <a:fontRef idx="minor">
              <a:schemeClr val="tx1"/>
            </a:fontRef>
          </p:style>
        </p:cxnSp>
        <p:sp>
          <p:nvSpPr>
            <p:cNvPr id="380" name="Freeform 5"/>
            <p:cNvSpPr>
              <a:spLocks/>
            </p:cNvSpPr>
            <p:nvPr/>
          </p:nvSpPr>
          <p:spPr bwMode="auto">
            <a:xfrm>
              <a:off x="6880457" y="1976750"/>
              <a:ext cx="286510" cy="360790"/>
            </a:xfrm>
            <a:custGeom>
              <a:avLst/>
              <a:gdLst>
                <a:gd name="T0" fmla="*/ 218 w 231"/>
                <a:gd name="T1" fmla="*/ 189 h 290"/>
                <a:gd name="T2" fmla="*/ 116 w 231"/>
                <a:gd name="T3" fmla="*/ 289 h 290"/>
                <a:gd name="T4" fmla="*/ 14 w 231"/>
                <a:gd name="T5" fmla="*/ 189 h 290"/>
                <a:gd name="T6" fmla="*/ 116 w 231"/>
                <a:gd name="T7" fmla="*/ 0 h 290"/>
                <a:gd name="T8" fmla="*/ 218 w 231"/>
                <a:gd name="T9" fmla="*/ 189 h 290"/>
              </a:gdLst>
              <a:ahLst/>
              <a:cxnLst>
                <a:cxn ang="0">
                  <a:pos x="T0" y="T1"/>
                </a:cxn>
                <a:cxn ang="0">
                  <a:pos x="T2" y="T3"/>
                </a:cxn>
                <a:cxn ang="0">
                  <a:pos x="T4" y="T5"/>
                </a:cxn>
                <a:cxn ang="0">
                  <a:pos x="T6" y="T7"/>
                </a:cxn>
                <a:cxn ang="0">
                  <a:pos x="T8" y="T9"/>
                </a:cxn>
              </a:cxnLst>
              <a:rect l="0" t="0" r="r" b="b"/>
              <a:pathLst>
                <a:path w="231" h="290">
                  <a:moveTo>
                    <a:pt x="218" y="189"/>
                  </a:moveTo>
                  <a:cubicBezTo>
                    <a:pt x="217" y="245"/>
                    <a:pt x="172" y="290"/>
                    <a:pt x="116" y="289"/>
                  </a:cubicBezTo>
                  <a:cubicBezTo>
                    <a:pt x="60" y="290"/>
                    <a:pt x="14" y="245"/>
                    <a:pt x="14" y="189"/>
                  </a:cubicBezTo>
                  <a:cubicBezTo>
                    <a:pt x="14" y="189"/>
                    <a:pt x="0" y="108"/>
                    <a:pt x="116" y="0"/>
                  </a:cubicBezTo>
                  <a:cubicBezTo>
                    <a:pt x="231" y="108"/>
                    <a:pt x="218" y="189"/>
                    <a:pt x="218" y="189"/>
                  </a:cubicBezTo>
                  <a:close/>
                </a:path>
              </a:pathLst>
            </a:custGeom>
            <a:solidFill>
              <a:schemeClr val="accent1"/>
            </a:solidFill>
            <a:ln w="25400">
              <a:noFill/>
            </a:ln>
          </p:spPr>
          <p:txBody>
            <a:bodyPr vert="horz" wrap="square" lIns="0" tIns="0" rIns="0" bIns="0" numCol="1" anchor="ctr" anchorCtr="0" compatLnSpc="1">
              <a:prstTxWarp prst="textNoShape">
                <a:avLst/>
              </a:prstTxWarp>
            </a:bodyPr>
            <a:lstStyle/>
            <a:p>
              <a:pPr algn="ctr">
                <a:lnSpc>
                  <a:spcPts val="2500"/>
                </a:lnSpc>
              </a:pPr>
              <a:r>
                <a:rPr lang="nb-NO" altLang="ko-KR" sz="1000" b="1" dirty="0">
                  <a:gradFill>
                    <a:gsLst>
                      <a:gs pos="0">
                        <a:schemeClr val="bg2"/>
                      </a:gs>
                      <a:gs pos="100000">
                        <a:schemeClr val="bg2"/>
                      </a:gs>
                    </a:gsLst>
                    <a:lin ang="5400000" scaled="0"/>
                  </a:gradFill>
                  <a:latin typeface="Roboto Condensed Regular"/>
                  <a:ea typeface="Roboto Light" pitchFamily="2" charset="0"/>
                </a:rPr>
                <a:t>140</a:t>
              </a:r>
              <a:endParaRPr lang="ko-KR" altLang="en-US" sz="10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92" name="그룹 91"/>
          <p:cNvGrpSpPr/>
          <p:nvPr/>
        </p:nvGrpSpPr>
        <p:grpSpPr>
          <a:xfrm>
            <a:off x="4444262" y="2300605"/>
            <a:ext cx="286510" cy="1136491"/>
            <a:chOff x="6594707" y="2300600"/>
            <a:chExt cx="286510" cy="1136491"/>
          </a:xfrm>
        </p:grpSpPr>
        <p:cxnSp>
          <p:nvCxnSpPr>
            <p:cNvPr id="377" name="직선 연결선 376"/>
            <p:cNvCxnSpPr/>
            <p:nvPr/>
          </p:nvCxnSpPr>
          <p:spPr>
            <a:xfrm flipV="1">
              <a:off x="6737961" y="2505168"/>
              <a:ext cx="0" cy="931923"/>
            </a:xfrm>
            <a:prstGeom prst="line">
              <a:avLst/>
            </a:prstGeom>
            <a:ln w="9525" cap="rnd">
              <a:solidFill>
                <a:schemeClr val="accent3">
                  <a:lumMod val="50000"/>
                </a:schemeClr>
              </a:solidFill>
              <a:prstDash val="sysDot"/>
              <a:headEnd type="oval" w="sm" len="sm"/>
              <a:tailEnd type="none"/>
            </a:ln>
          </p:spPr>
          <p:style>
            <a:lnRef idx="1">
              <a:schemeClr val="accent1"/>
            </a:lnRef>
            <a:fillRef idx="0">
              <a:schemeClr val="accent1"/>
            </a:fillRef>
            <a:effectRef idx="0">
              <a:schemeClr val="accent1"/>
            </a:effectRef>
            <a:fontRef idx="minor">
              <a:schemeClr val="tx1"/>
            </a:fontRef>
          </p:style>
        </p:cxnSp>
        <p:sp>
          <p:nvSpPr>
            <p:cNvPr id="378" name="Freeform 5"/>
            <p:cNvSpPr>
              <a:spLocks/>
            </p:cNvSpPr>
            <p:nvPr/>
          </p:nvSpPr>
          <p:spPr bwMode="auto">
            <a:xfrm>
              <a:off x="6594707" y="2300600"/>
              <a:ext cx="286510" cy="360790"/>
            </a:xfrm>
            <a:custGeom>
              <a:avLst/>
              <a:gdLst>
                <a:gd name="T0" fmla="*/ 218 w 231"/>
                <a:gd name="T1" fmla="*/ 189 h 290"/>
                <a:gd name="T2" fmla="*/ 116 w 231"/>
                <a:gd name="T3" fmla="*/ 289 h 290"/>
                <a:gd name="T4" fmla="*/ 14 w 231"/>
                <a:gd name="T5" fmla="*/ 189 h 290"/>
                <a:gd name="T6" fmla="*/ 116 w 231"/>
                <a:gd name="T7" fmla="*/ 0 h 290"/>
                <a:gd name="T8" fmla="*/ 218 w 231"/>
                <a:gd name="T9" fmla="*/ 189 h 290"/>
              </a:gdLst>
              <a:ahLst/>
              <a:cxnLst>
                <a:cxn ang="0">
                  <a:pos x="T0" y="T1"/>
                </a:cxn>
                <a:cxn ang="0">
                  <a:pos x="T2" y="T3"/>
                </a:cxn>
                <a:cxn ang="0">
                  <a:pos x="T4" y="T5"/>
                </a:cxn>
                <a:cxn ang="0">
                  <a:pos x="T6" y="T7"/>
                </a:cxn>
                <a:cxn ang="0">
                  <a:pos x="T8" y="T9"/>
                </a:cxn>
              </a:cxnLst>
              <a:rect l="0" t="0" r="r" b="b"/>
              <a:pathLst>
                <a:path w="231" h="290">
                  <a:moveTo>
                    <a:pt x="218" y="189"/>
                  </a:moveTo>
                  <a:cubicBezTo>
                    <a:pt x="217" y="245"/>
                    <a:pt x="172" y="290"/>
                    <a:pt x="116" y="289"/>
                  </a:cubicBezTo>
                  <a:cubicBezTo>
                    <a:pt x="60" y="290"/>
                    <a:pt x="14" y="245"/>
                    <a:pt x="14" y="189"/>
                  </a:cubicBezTo>
                  <a:cubicBezTo>
                    <a:pt x="14" y="189"/>
                    <a:pt x="0" y="108"/>
                    <a:pt x="116" y="0"/>
                  </a:cubicBezTo>
                  <a:cubicBezTo>
                    <a:pt x="231" y="108"/>
                    <a:pt x="218" y="189"/>
                    <a:pt x="218" y="189"/>
                  </a:cubicBezTo>
                  <a:close/>
                </a:path>
              </a:pathLst>
            </a:custGeom>
            <a:solidFill>
              <a:schemeClr val="accent3">
                <a:lumMod val="50000"/>
              </a:schemeClr>
            </a:solidFill>
            <a:ln w="25400">
              <a:noFill/>
            </a:ln>
          </p:spPr>
          <p:txBody>
            <a:bodyPr vert="horz" wrap="square" lIns="0" tIns="0" rIns="0" bIns="0" numCol="1" anchor="ctr" anchorCtr="0" compatLnSpc="1">
              <a:prstTxWarp prst="textNoShape">
                <a:avLst/>
              </a:prstTxWarp>
            </a:bodyPr>
            <a:lstStyle/>
            <a:p>
              <a:pPr algn="ctr">
                <a:lnSpc>
                  <a:spcPts val="2500"/>
                </a:lnSpc>
              </a:pPr>
              <a:r>
                <a:rPr lang="nb-NO" altLang="ko-KR" sz="1000" b="1" dirty="0">
                  <a:gradFill>
                    <a:gsLst>
                      <a:gs pos="0">
                        <a:schemeClr val="bg2"/>
                      </a:gs>
                      <a:gs pos="100000">
                        <a:schemeClr val="bg2"/>
                      </a:gs>
                    </a:gsLst>
                    <a:lin ang="5400000" scaled="0"/>
                  </a:gradFill>
                  <a:latin typeface="Roboto Condensed Regular"/>
                  <a:ea typeface="Roboto Light" pitchFamily="2" charset="0"/>
                </a:rPr>
                <a:t>110</a:t>
              </a:r>
              <a:endParaRPr lang="ko-KR" altLang="en-US" sz="10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91" name="그룹 90"/>
          <p:cNvGrpSpPr/>
          <p:nvPr/>
        </p:nvGrpSpPr>
        <p:grpSpPr>
          <a:xfrm>
            <a:off x="3644162" y="2199005"/>
            <a:ext cx="286510" cy="1238091"/>
            <a:chOff x="5794607" y="2199000"/>
            <a:chExt cx="286510" cy="1238091"/>
          </a:xfrm>
        </p:grpSpPr>
        <p:cxnSp>
          <p:nvCxnSpPr>
            <p:cNvPr id="389" name="직선 연결선 388"/>
            <p:cNvCxnSpPr/>
            <p:nvPr/>
          </p:nvCxnSpPr>
          <p:spPr>
            <a:xfrm flipV="1">
              <a:off x="5937861" y="2505168"/>
              <a:ext cx="0" cy="931923"/>
            </a:xfrm>
            <a:prstGeom prst="line">
              <a:avLst/>
            </a:prstGeom>
            <a:ln w="9525" cap="rnd">
              <a:solidFill>
                <a:schemeClr val="accent1"/>
              </a:solidFill>
              <a:prstDash val="sysDot"/>
              <a:headEnd type="oval" w="sm" len="sm"/>
              <a:tailEnd type="none"/>
            </a:ln>
          </p:spPr>
          <p:style>
            <a:lnRef idx="1">
              <a:schemeClr val="accent1"/>
            </a:lnRef>
            <a:fillRef idx="0">
              <a:schemeClr val="accent1"/>
            </a:fillRef>
            <a:effectRef idx="0">
              <a:schemeClr val="accent1"/>
            </a:effectRef>
            <a:fontRef idx="minor">
              <a:schemeClr val="tx1"/>
            </a:fontRef>
          </p:style>
        </p:cxnSp>
        <p:sp>
          <p:nvSpPr>
            <p:cNvPr id="390" name="Freeform 5"/>
            <p:cNvSpPr>
              <a:spLocks/>
            </p:cNvSpPr>
            <p:nvPr/>
          </p:nvSpPr>
          <p:spPr bwMode="auto">
            <a:xfrm>
              <a:off x="5794607" y="2199000"/>
              <a:ext cx="286510" cy="360790"/>
            </a:xfrm>
            <a:custGeom>
              <a:avLst/>
              <a:gdLst>
                <a:gd name="T0" fmla="*/ 218 w 231"/>
                <a:gd name="T1" fmla="*/ 189 h 290"/>
                <a:gd name="T2" fmla="*/ 116 w 231"/>
                <a:gd name="T3" fmla="*/ 289 h 290"/>
                <a:gd name="T4" fmla="*/ 14 w 231"/>
                <a:gd name="T5" fmla="*/ 189 h 290"/>
                <a:gd name="T6" fmla="*/ 116 w 231"/>
                <a:gd name="T7" fmla="*/ 0 h 290"/>
                <a:gd name="T8" fmla="*/ 218 w 231"/>
                <a:gd name="T9" fmla="*/ 189 h 290"/>
              </a:gdLst>
              <a:ahLst/>
              <a:cxnLst>
                <a:cxn ang="0">
                  <a:pos x="T0" y="T1"/>
                </a:cxn>
                <a:cxn ang="0">
                  <a:pos x="T2" y="T3"/>
                </a:cxn>
                <a:cxn ang="0">
                  <a:pos x="T4" y="T5"/>
                </a:cxn>
                <a:cxn ang="0">
                  <a:pos x="T6" y="T7"/>
                </a:cxn>
                <a:cxn ang="0">
                  <a:pos x="T8" y="T9"/>
                </a:cxn>
              </a:cxnLst>
              <a:rect l="0" t="0" r="r" b="b"/>
              <a:pathLst>
                <a:path w="231" h="290">
                  <a:moveTo>
                    <a:pt x="218" y="189"/>
                  </a:moveTo>
                  <a:cubicBezTo>
                    <a:pt x="217" y="245"/>
                    <a:pt x="172" y="290"/>
                    <a:pt x="116" y="289"/>
                  </a:cubicBezTo>
                  <a:cubicBezTo>
                    <a:pt x="60" y="290"/>
                    <a:pt x="14" y="245"/>
                    <a:pt x="14" y="189"/>
                  </a:cubicBezTo>
                  <a:cubicBezTo>
                    <a:pt x="14" y="189"/>
                    <a:pt x="0" y="108"/>
                    <a:pt x="116" y="0"/>
                  </a:cubicBezTo>
                  <a:cubicBezTo>
                    <a:pt x="231" y="108"/>
                    <a:pt x="218" y="189"/>
                    <a:pt x="218" y="189"/>
                  </a:cubicBezTo>
                  <a:close/>
                </a:path>
              </a:pathLst>
            </a:custGeom>
            <a:solidFill>
              <a:schemeClr val="accent1"/>
            </a:solidFill>
            <a:ln w="25400">
              <a:noFill/>
            </a:ln>
          </p:spPr>
          <p:txBody>
            <a:bodyPr vert="horz" wrap="square" lIns="0" tIns="0" rIns="0" bIns="0" numCol="1" anchor="ctr" anchorCtr="0" compatLnSpc="1">
              <a:prstTxWarp prst="textNoShape">
                <a:avLst/>
              </a:prstTxWarp>
            </a:bodyPr>
            <a:lstStyle/>
            <a:p>
              <a:pPr algn="ctr">
                <a:lnSpc>
                  <a:spcPts val="2500"/>
                </a:lnSpc>
              </a:pPr>
              <a:r>
                <a:rPr lang="nb-NO" altLang="ko-KR" sz="1000" b="1" dirty="0">
                  <a:gradFill>
                    <a:gsLst>
                      <a:gs pos="0">
                        <a:schemeClr val="bg2"/>
                      </a:gs>
                      <a:gs pos="100000">
                        <a:schemeClr val="bg2"/>
                      </a:gs>
                    </a:gsLst>
                    <a:lin ang="5400000" scaled="0"/>
                  </a:gradFill>
                  <a:latin typeface="Roboto Condensed Regular"/>
                  <a:ea typeface="Roboto Light" pitchFamily="2" charset="0"/>
                </a:rPr>
                <a:t>120</a:t>
              </a:r>
              <a:endParaRPr lang="ko-KR" altLang="en-US" sz="10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90" name="그룹 89"/>
          <p:cNvGrpSpPr/>
          <p:nvPr/>
        </p:nvGrpSpPr>
        <p:grpSpPr>
          <a:xfrm>
            <a:off x="3358412" y="2611750"/>
            <a:ext cx="286510" cy="825342"/>
            <a:chOff x="5508857" y="2611750"/>
            <a:chExt cx="286510" cy="825342"/>
          </a:xfrm>
        </p:grpSpPr>
        <p:cxnSp>
          <p:nvCxnSpPr>
            <p:cNvPr id="387" name="직선 연결선 386"/>
            <p:cNvCxnSpPr/>
            <p:nvPr/>
          </p:nvCxnSpPr>
          <p:spPr>
            <a:xfrm flipV="1">
              <a:off x="5652111" y="2908300"/>
              <a:ext cx="0" cy="528792"/>
            </a:xfrm>
            <a:prstGeom prst="line">
              <a:avLst/>
            </a:prstGeom>
            <a:ln w="9525" cap="rnd">
              <a:solidFill>
                <a:schemeClr val="accent3">
                  <a:lumMod val="50000"/>
                </a:schemeClr>
              </a:solidFill>
              <a:prstDash val="sysDot"/>
              <a:headEnd type="oval" w="sm" len="sm"/>
              <a:tailEnd type="none"/>
            </a:ln>
          </p:spPr>
          <p:style>
            <a:lnRef idx="1">
              <a:schemeClr val="accent1"/>
            </a:lnRef>
            <a:fillRef idx="0">
              <a:schemeClr val="accent1"/>
            </a:fillRef>
            <a:effectRef idx="0">
              <a:schemeClr val="accent1"/>
            </a:effectRef>
            <a:fontRef idx="minor">
              <a:schemeClr val="tx1"/>
            </a:fontRef>
          </p:style>
        </p:cxnSp>
        <p:sp>
          <p:nvSpPr>
            <p:cNvPr id="388" name="Freeform 5"/>
            <p:cNvSpPr>
              <a:spLocks/>
            </p:cNvSpPr>
            <p:nvPr/>
          </p:nvSpPr>
          <p:spPr bwMode="auto">
            <a:xfrm>
              <a:off x="5508857" y="2611750"/>
              <a:ext cx="286510" cy="360790"/>
            </a:xfrm>
            <a:custGeom>
              <a:avLst/>
              <a:gdLst>
                <a:gd name="T0" fmla="*/ 218 w 231"/>
                <a:gd name="T1" fmla="*/ 189 h 290"/>
                <a:gd name="T2" fmla="*/ 116 w 231"/>
                <a:gd name="T3" fmla="*/ 289 h 290"/>
                <a:gd name="T4" fmla="*/ 14 w 231"/>
                <a:gd name="T5" fmla="*/ 189 h 290"/>
                <a:gd name="T6" fmla="*/ 116 w 231"/>
                <a:gd name="T7" fmla="*/ 0 h 290"/>
                <a:gd name="T8" fmla="*/ 218 w 231"/>
                <a:gd name="T9" fmla="*/ 189 h 290"/>
              </a:gdLst>
              <a:ahLst/>
              <a:cxnLst>
                <a:cxn ang="0">
                  <a:pos x="T0" y="T1"/>
                </a:cxn>
                <a:cxn ang="0">
                  <a:pos x="T2" y="T3"/>
                </a:cxn>
                <a:cxn ang="0">
                  <a:pos x="T4" y="T5"/>
                </a:cxn>
                <a:cxn ang="0">
                  <a:pos x="T6" y="T7"/>
                </a:cxn>
                <a:cxn ang="0">
                  <a:pos x="T8" y="T9"/>
                </a:cxn>
              </a:cxnLst>
              <a:rect l="0" t="0" r="r" b="b"/>
              <a:pathLst>
                <a:path w="231" h="290">
                  <a:moveTo>
                    <a:pt x="218" y="189"/>
                  </a:moveTo>
                  <a:cubicBezTo>
                    <a:pt x="217" y="245"/>
                    <a:pt x="172" y="290"/>
                    <a:pt x="116" y="289"/>
                  </a:cubicBezTo>
                  <a:cubicBezTo>
                    <a:pt x="60" y="290"/>
                    <a:pt x="14" y="245"/>
                    <a:pt x="14" y="189"/>
                  </a:cubicBezTo>
                  <a:cubicBezTo>
                    <a:pt x="14" y="189"/>
                    <a:pt x="0" y="108"/>
                    <a:pt x="116" y="0"/>
                  </a:cubicBezTo>
                  <a:cubicBezTo>
                    <a:pt x="231" y="108"/>
                    <a:pt x="218" y="189"/>
                    <a:pt x="218" y="189"/>
                  </a:cubicBezTo>
                  <a:close/>
                </a:path>
              </a:pathLst>
            </a:custGeom>
            <a:solidFill>
              <a:schemeClr val="accent3">
                <a:lumMod val="50000"/>
              </a:schemeClr>
            </a:solidFill>
            <a:ln w="25400">
              <a:noFill/>
            </a:ln>
          </p:spPr>
          <p:txBody>
            <a:bodyPr vert="horz" wrap="square" lIns="0" tIns="0" rIns="0" bIns="0" numCol="1" anchor="ctr" anchorCtr="0" compatLnSpc="1">
              <a:prstTxWarp prst="textNoShape">
                <a:avLst/>
              </a:prstTxWarp>
            </a:bodyPr>
            <a:lstStyle/>
            <a:p>
              <a:pPr algn="ctr">
                <a:lnSpc>
                  <a:spcPts val="2500"/>
                </a:lnSpc>
              </a:pPr>
              <a:r>
                <a:rPr lang="nb-NO" altLang="ko-KR" sz="1000" b="1" dirty="0">
                  <a:gradFill>
                    <a:gsLst>
                      <a:gs pos="0">
                        <a:schemeClr val="bg2"/>
                      </a:gs>
                      <a:gs pos="100000">
                        <a:schemeClr val="bg2"/>
                      </a:gs>
                    </a:gsLst>
                    <a:lin ang="5400000" scaled="0"/>
                  </a:gradFill>
                  <a:latin typeface="Roboto Condensed Regular"/>
                  <a:ea typeface="Roboto Light" pitchFamily="2" charset="0"/>
                </a:rPr>
                <a:t>80</a:t>
              </a:r>
              <a:endParaRPr lang="ko-KR" altLang="en-US" sz="10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89" name="그룹 88"/>
          <p:cNvGrpSpPr/>
          <p:nvPr/>
        </p:nvGrpSpPr>
        <p:grpSpPr>
          <a:xfrm>
            <a:off x="2558312" y="2504460"/>
            <a:ext cx="286510" cy="932632"/>
            <a:chOff x="4708757" y="2504460"/>
            <a:chExt cx="286510" cy="932632"/>
          </a:xfrm>
        </p:grpSpPr>
        <p:cxnSp>
          <p:nvCxnSpPr>
            <p:cNvPr id="399" name="직선 연결선 398"/>
            <p:cNvCxnSpPr/>
            <p:nvPr/>
          </p:nvCxnSpPr>
          <p:spPr>
            <a:xfrm flipV="1">
              <a:off x="4852011" y="2838450"/>
              <a:ext cx="0" cy="598642"/>
            </a:xfrm>
            <a:prstGeom prst="line">
              <a:avLst/>
            </a:prstGeom>
            <a:ln w="9525" cap="rnd">
              <a:solidFill>
                <a:schemeClr val="accent1"/>
              </a:solidFill>
              <a:prstDash val="sysDot"/>
              <a:headEnd type="oval" w="sm" len="sm"/>
              <a:tailEnd type="none"/>
            </a:ln>
          </p:spPr>
          <p:style>
            <a:lnRef idx="1">
              <a:schemeClr val="accent1"/>
            </a:lnRef>
            <a:fillRef idx="0">
              <a:schemeClr val="accent1"/>
            </a:fillRef>
            <a:effectRef idx="0">
              <a:schemeClr val="accent1"/>
            </a:effectRef>
            <a:fontRef idx="minor">
              <a:schemeClr val="tx1"/>
            </a:fontRef>
          </p:style>
        </p:cxnSp>
        <p:sp>
          <p:nvSpPr>
            <p:cNvPr id="400" name="Freeform 5"/>
            <p:cNvSpPr>
              <a:spLocks/>
            </p:cNvSpPr>
            <p:nvPr/>
          </p:nvSpPr>
          <p:spPr bwMode="auto">
            <a:xfrm>
              <a:off x="4708757" y="2504460"/>
              <a:ext cx="286510" cy="360790"/>
            </a:xfrm>
            <a:custGeom>
              <a:avLst/>
              <a:gdLst>
                <a:gd name="T0" fmla="*/ 218 w 231"/>
                <a:gd name="T1" fmla="*/ 189 h 290"/>
                <a:gd name="T2" fmla="*/ 116 w 231"/>
                <a:gd name="T3" fmla="*/ 289 h 290"/>
                <a:gd name="T4" fmla="*/ 14 w 231"/>
                <a:gd name="T5" fmla="*/ 189 h 290"/>
                <a:gd name="T6" fmla="*/ 116 w 231"/>
                <a:gd name="T7" fmla="*/ 0 h 290"/>
                <a:gd name="T8" fmla="*/ 218 w 231"/>
                <a:gd name="T9" fmla="*/ 189 h 290"/>
              </a:gdLst>
              <a:ahLst/>
              <a:cxnLst>
                <a:cxn ang="0">
                  <a:pos x="T0" y="T1"/>
                </a:cxn>
                <a:cxn ang="0">
                  <a:pos x="T2" y="T3"/>
                </a:cxn>
                <a:cxn ang="0">
                  <a:pos x="T4" y="T5"/>
                </a:cxn>
                <a:cxn ang="0">
                  <a:pos x="T6" y="T7"/>
                </a:cxn>
                <a:cxn ang="0">
                  <a:pos x="T8" y="T9"/>
                </a:cxn>
              </a:cxnLst>
              <a:rect l="0" t="0" r="r" b="b"/>
              <a:pathLst>
                <a:path w="231" h="290">
                  <a:moveTo>
                    <a:pt x="218" y="189"/>
                  </a:moveTo>
                  <a:cubicBezTo>
                    <a:pt x="217" y="245"/>
                    <a:pt x="172" y="290"/>
                    <a:pt x="116" y="289"/>
                  </a:cubicBezTo>
                  <a:cubicBezTo>
                    <a:pt x="60" y="290"/>
                    <a:pt x="14" y="245"/>
                    <a:pt x="14" y="189"/>
                  </a:cubicBezTo>
                  <a:cubicBezTo>
                    <a:pt x="14" y="189"/>
                    <a:pt x="0" y="108"/>
                    <a:pt x="116" y="0"/>
                  </a:cubicBezTo>
                  <a:cubicBezTo>
                    <a:pt x="231" y="108"/>
                    <a:pt x="218" y="189"/>
                    <a:pt x="218" y="189"/>
                  </a:cubicBezTo>
                  <a:close/>
                </a:path>
              </a:pathLst>
            </a:custGeom>
            <a:solidFill>
              <a:schemeClr val="accent1"/>
            </a:solidFill>
            <a:ln w="25400">
              <a:noFill/>
            </a:ln>
          </p:spPr>
          <p:txBody>
            <a:bodyPr vert="horz" wrap="square" lIns="0" tIns="0" rIns="0" bIns="0" numCol="1" anchor="ctr" anchorCtr="0" compatLnSpc="1">
              <a:prstTxWarp prst="textNoShape">
                <a:avLst/>
              </a:prstTxWarp>
            </a:bodyPr>
            <a:lstStyle/>
            <a:p>
              <a:pPr algn="ctr">
                <a:lnSpc>
                  <a:spcPts val="2500"/>
                </a:lnSpc>
              </a:pPr>
              <a:r>
                <a:rPr lang="nb-NO" altLang="ko-KR" sz="1000" b="1" dirty="0">
                  <a:gradFill>
                    <a:gsLst>
                      <a:gs pos="0">
                        <a:schemeClr val="bg2"/>
                      </a:gs>
                      <a:gs pos="100000">
                        <a:schemeClr val="bg2"/>
                      </a:gs>
                    </a:gsLst>
                    <a:lin ang="5400000" scaled="0"/>
                  </a:gradFill>
                  <a:latin typeface="Roboto Condensed Regular"/>
                  <a:ea typeface="Roboto Light" pitchFamily="2" charset="0"/>
                </a:rPr>
                <a:t>90</a:t>
              </a:r>
              <a:endParaRPr lang="ko-KR" altLang="en-US" sz="10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88" name="그룹 87"/>
          <p:cNvGrpSpPr/>
          <p:nvPr/>
        </p:nvGrpSpPr>
        <p:grpSpPr>
          <a:xfrm>
            <a:off x="2272562" y="2719702"/>
            <a:ext cx="286510" cy="717392"/>
            <a:chOff x="4423007" y="2719700"/>
            <a:chExt cx="286510" cy="717392"/>
          </a:xfrm>
        </p:grpSpPr>
        <p:cxnSp>
          <p:nvCxnSpPr>
            <p:cNvPr id="397" name="직선 연결선 396"/>
            <p:cNvCxnSpPr/>
            <p:nvPr/>
          </p:nvCxnSpPr>
          <p:spPr>
            <a:xfrm flipV="1">
              <a:off x="4566261" y="3035300"/>
              <a:ext cx="0" cy="401792"/>
            </a:xfrm>
            <a:prstGeom prst="line">
              <a:avLst/>
            </a:prstGeom>
            <a:ln w="9525" cap="rnd">
              <a:solidFill>
                <a:schemeClr val="accent3">
                  <a:lumMod val="50000"/>
                </a:schemeClr>
              </a:solidFill>
              <a:prstDash val="sysDot"/>
              <a:headEnd type="oval" w="sm" len="sm"/>
              <a:tailEnd type="none"/>
            </a:ln>
          </p:spPr>
          <p:style>
            <a:lnRef idx="1">
              <a:schemeClr val="accent1"/>
            </a:lnRef>
            <a:fillRef idx="0">
              <a:schemeClr val="accent1"/>
            </a:fillRef>
            <a:effectRef idx="0">
              <a:schemeClr val="accent1"/>
            </a:effectRef>
            <a:fontRef idx="minor">
              <a:schemeClr val="tx1"/>
            </a:fontRef>
          </p:style>
        </p:cxnSp>
        <p:sp>
          <p:nvSpPr>
            <p:cNvPr id="398" name="Freeform 5"/>
            <p:cNvSpPr>
              <a:spLocks/>
            </p:cNvSpPr>
            <p:nvPr/>
          </p:nvSpPr>
          <p:spPr bwMode="auto">
            <a:xfrm>
              <a:off x="4423007" y="2719700"/>
              <a:ext cx="286510" cy="360790"/>
            </a:xfrm>
            <a:custGeom>
              <a:avLst/>
              <a:gdLst>
                <a:gd name="T0" fmla="*/ 218 w 231"/>
                <a:gd name="T1" fmla="*/ 189 h 290"/>
                <a:gd name="T2" fmla="*/ 116 w 231"/>
                <a:gd name="T3" fmla="*/ 289 h 290"/>
                <a:gd name="T4" fmla="*/ 14 w 231"/>
                <a:gd name="T5" fmla="*/ 189 h 290"/>
                <a:gd name="T6" fmla="*/ 116 w 231"/>
                <a:gd name="T7" fmla="*/ 0 h 290"/>
                <a:gd name="T8" fmla="*/ 218 w 231"/>
                <a:gd name="T9" fmla="*/ 189 h 290"/>
              </a:gdLst>
              <a:ahLst/>
              <a:cxnLst>
                <a:cxn ang="0">
                  <a:pos x="T0" y="T1"/>
                </a:cxn>
                <a:cxn ang="0">
                  <a:pos x="T2" y="T3"/>
                </a:cxn>
                <a:cxn ang="0">
                  <a:pos x="T4" y="T5"/>
                </a:cxn>
                <a:cxn ang="0">
                  <a:pos x="T6" y="T7"/>
                </a:cxn>
                <a:cxn ang="0">
                  <a:pos x="T8" y="T9"/>
                </a:cxn>
              </a:cxnLst>
              <a:rect l="0" t="0" r="r" b="b"/>
              <a:pathLst>
                <a:path w="231" h="290">
                  <a:moveTo>
                    <a:pt x="218" y="189"/>
                  </a:moveTo>
                  <a:cubicBezTo>
                    <a:pt x="217" y="245"/>
                    <a:pt x="172" y="290"/>
                    <a:pt x="116" y="289"/>
                  </a:cubicBezTo>
                  <a:cubicBezTo>
                    <a:pt x="60" y="290"/>
                    <a:pt x="14" y="245"/>
                    <a:pt x="14" y="189"/>
                  </a:cubicBezTo>
                  <a:cubicBezTo>
                    <a:pt x="14" y="189"/>
                    <a:pt x="0" y="108"/>
                    <a:pt x="116" y="0"/>
                  </a:cubicBezTo>
                  <a:cubicBezTo>
                    <a:pt x="231" y="108"/>
                    <a:pt x="218" y="189"/>
                    <a:pt x="218" y="189"/>
                  </a:cubicBezTo>
                  <a:close/>
                </a:path>
              </a:pathLst>
            </a:custGeom>
            <a:solidFill>
              <a:schemeClr val="accent3">
                <a:lumMod val="50000"/>
              </a:schemeClr>
            </a:solidFill>
            <a:ln w="25400">
              <a:noFill/>
            </a:ln>
          </p:spPr>
          <p:txBody>
            <a:bodyPr vert="horz" wrap="square" lIns="0" tIns="0" rIns="0" bIns="0" numCol="1" anchor="ctr" anchorCtr="0" compatLnSpc="1">
              <a:prstTxWarp prst="textNoShape">
                <a:avLst/>
              </a:prstTxWarp>
            </a:bodyPr>
            <a:lstStyle/>
            <a:p>
              <a:pPr algn="ctr">
                <a:lnSpc>
                  <a:spcPts val="2500"/>
                </a:lnSpc>
              </a:pPr>
              <a:r>
                <a:rPr lang="nb-NO" altLang="ko-KR" sz="1000" b="1" dirty="0">
                  <a:gradFill>
                    <a:gsLst>
                      <a:gs pos="0">
                        <a:schemeClr val="bg2"/>
                      </a:gs>
                      <a:gs pos="100000">
                        <a:schemeClr val="bg2"/>
                      </a:gs>
                    </a:gsLst>
                    <a:lin ang="5400000" scaled="0"/>
                  </a:gradFill>
                  <a:latin typeface="Roboto Condensed Regular"/>
                  <a:ea typeface="Roboto Light" pitchFamily="2" charset="0"/>
                </a:rPr>
                <a:t>70</a:t>
              </a:r>
              <a:endParaRPr lang="ko-KR" altLang="en-US" sz="10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87" name="그룹 86"/>
          <p:cNvGrpSpPr/>
          <p:nvPr/>
        </p:nvGrpSpPr>
        <p:grpSpPr>
          <a:xfrm>
            <a:off x="1472462" y="2834662"/>
            <a:ext cx="286510" cy="602432"/>
            <a:chOff x="3622907" y="2834660"/>
            <a:chExt cx="286510" cy="602432"/>
          </a:xfrm>
        </p:grpSpPr>
        <p:cxnSp>
          <p:nvCxnSpPr>
            <p:cNvPr id="409" name="직선 연결선 408"/>
            <p:cNvCxnSpPr/>
            <p:nvPr/>
          </p:nvCxnSpPr>
          <p:spPr>
            <a:xfrm flipV="1">
              <a:off x="3766161" y="3054350"/>
              <a:ext cx="0" cy="382742"/>
            </a:xfrm>
            <a:prstGeom prst="line">
              <a:avLst/>
            </a:prstGeom>
            <a:ln w="9525" cap="rnd">
              <a:solidFill>
                <a:schemeClr val="accent1"/>
              </a:solidFill>
              <a:prstDash val="sysDot"/>
              <a:headEnd type="oval" w="sm" len="sm"/>
              <a:tailEnd type="none"/>
            </a:ln>
          </p:spPr>
          <p:style>
            <a:lnRef idx="1">
              <a:schemeClr val="accent1"/>
            </a:lnRef>
            <a:fillRef idx="0">
              <a:schemeClr val="accent1"/>
            </a:fillRef>
            <a:effectRef idx="0">
              <a:schemeClr val="accent1"/>
            </a:effectRef>
            <a:fontRef idx="minor">
              <a:schemeClr val="tx1"/>
            </a:fontRef>
          </p:style>
        </p:cxnSp>
        <p:sp>
          <p:nvSpPr>
            <p:cNvPr id="410" name="Freeform 5"/>
            <p:cNvSpPr>
              <a:spLocks/>
            </p:cNvSpPr>
            <p:nvPr/>
          </p:nvSpPr>
          <p:spPr bwMode="auto">
            <a:xfrm>
              <a:off x="3622907" y="2834660"/>
              <a:ext cx="286510" cy="360790"/>
            </a:xfrm>
            <a:custGeom>
              <a:avLst/>
              <a:gdLst>
                <a:gd name="T0" fmla="*/ 218 w 231"/>
                <a:gd name="T1" fmla="*/ 189 h 290"/>
                <a:gd name="T2" fmla="*/ 116 w 231"/>
                <a:gd name="T3" fmla="*/ 289 h 290"/>
                <a:gd name="T4" fmla="*/ 14 w 231"/>
                <a:gd name="T5" fmla="*/ 189 h 290"/>
                <a:gd name="T6" fmla="*/ 116 w 231"/>
                <a:gd name="T7" fmla="*/ 0 h 290"/>
                <a:gd name="T8" fmla="*/ 218 w 231"/>
                <a:gd name="T9" fmla="*/ 189 h 290"/>
              </a:gdLst>
              <a:ahLst/>
              <a:cxnLst>
                <a:cxn ang="0">
                  <a:pos x="T0" y="T1"/>
                </a:cxn>
                <a:cxn ang="0">
                  <a:pos x="T2" y="T3"/>
                </a:cxn>
                <a:cxn ang="0">
                  <a:pos x="T4" y="T5"/>
                </a:cxn>
                <a:cxn ang="0">
                  <a:pos x="T6" y="T7"/>
                </a:cxn>
                <a:cxn ang="0">
                  <a:pos x="T8" y="T9"/>
                </a:cxn>
              </a:cxnLst>
              <a:rect l="0" t="0" r="r" b="b"/>
              <a:pathLst>
                <a:path w="231" h="290">
                  <a:moveTo>
                    <a:pt x="218" y="189"/>
                  </a:moveTo>
                  <a:cubicBezTo>
                    <a:pt x="217" y="245"/>
                    <a:pt x="172" y="290"/>
                    <a:pt x="116" y="289"/>
                  </a:cubicBezTo>
                  <a:cubicBezTo>
                    <a:pt x="60" y="290"/>
                    <a:pt x="14" y="245"/>
                    <a:pt x="14" y="189"/>
                  </a:cubicBezTo>
                  <a:cubicBezTo>
                    <a:pt x="14" y="189"/>
                    <a:pt x="0" y="108"/>
                    <a:pt x="116" y="0"/>
                  </a:cubicBezTo>
                  <a:cubicBezTo>
                    <a:pt x="231" y="108"/>
                    <a:pt x="218" y="189"/>
                    <a:pt x="218" y="189"/>
                  </a:cubicBezTo>
                  <a:close/>
                </a:path>
              </a:pathLst>
            </a:custGeom>
            <a:solidFill>
              <a:schemeClr val="accent1"/>
            </a:solidFill>
            <a:ln w="25400">
              <a:noFill/>
            </a:ln>
          </p:spPr>
          <p:txBody>
            <a:bodyPr vert="horz" wrap="square" lIns="0" tIns="0" rIns="0" bIns="0" numCol="1" anchor="ctr" anchorCtr="0" compatLnSpc="1">
              <a:prstTxWarp prst="textNoShape">
                <a:avLst/>
              </a:prstTxWarp>
            </a:bodyPr>
            <a:lstStyle/>
            <a:p>
              <a:pPr algn="ctr">
                <a:lnSpc>
                  <a:spcPts val="2500"/>
                </a:lnSpc>
              </a:pPr>
              <a:r>
                <a:rPr lang="nb-NO" altLang="ko-KR" sz="1000" b="1" dirty="0">
                  <a:gradFill>
                    <a:gsLst>
                      <a:gs pos="0">
                        <a:schemeClr val="bg2"/>
                      </a:gs>
                      <a:gs pos="100000">
                        <a:schemeClr val="bg2"/>
                      </a:gs>
                    </a:gsLst>
                    <a:lin ang="5400000" scaled="0"/>
                  </a:gradFill>
                  <a:latin typeface="Roboto Condensed Regular"/>
                  <a:ea typeface="Roboto Light" pitchFamily="2" charset="0"/>
                </a:rPr>
                <a:t>60</a:t>
              </a:r>
              <a:endParaRPr lang="ko-KR" altLang="en-US" sz="1000" b="1" dirty="0">
                <a:gradFill>
                  <a:gsLst>
                    <a:gs pos="0">
                      <a:schemeClr val="bg2"/>
                    </a:gs>
                    <a:gs pos="100000">
                      <a:schemeClr val="bg2"/>
                    </a:gs>
                  </a:gsLst>
                  <a:lin ang="5400000" scaled="0"/>
                </a:gradFill>
                <a:latin typeface="Roboto Condensed Regular"/>
                <a:ea typeface="Roboto Light" pitchFamily="2" charset="0"/>
              </a:endParaRPr>
            </a:p>
          </p:txBody>
        </p:sp>
      </p:grpSp>
      <p:grpSp>
        <p:nvGrpSpPr>
          <p:cNvPr id="86" name="그룹 85"/>
          <p:cNvGrpSpPr/>
          <p:nvPr/>
        </p:nvGrpSpPr>
        <p:grpSpPr>
          <a:xfrm>
            <a:off x="1186712" y="2929252"/>
            <a:ext cx="286510" cy="507842"/>
            <a:chOff x="3337157" y="2929250"/>
            <a:chExt cx="286510" cy="507842"/>
          </a:xfrm>
        </p:grpSpPr>
        <p:cxnSp>
          <p:nvCxnSpPr>
            <p:cNvPr id="407" name="직선 연결선 406"/>
            <p:cNvCxnSpPr/>
            <p:nvPr/>
          </p:nvCxnSpPr>
          <p:spPr>
            <a:xfrm flipV="1">
              <a:off x="3480411" y="3251200"/>
              <a:ext cx="0" cy="185892"/>
            </a:xfrm>
            <a:prstGeom prst="line">
              <a:avLst/>
            </a:prstGeom>
            <a:ln w="9525" cap="rnd">
              <a:solidFill>
                <a:schemeClr val="accent3">
                  <a:lumMod val="50000"/>
                </a:schemeClr>
              </a:solidFill>
              <a:prstDash val="sysDot"/>
              <a:headEnd type="oval" w="sm" len="sm"/>
              <a:tailEnd type="none"/>
            </a:ln>
          </p:spPr>
          <p:style>
            <a:lnRef idx="1">
              <a:schemeClr val="accent1"/>
            </a:lnRef>
            <a:fillRef idx="0">
              <a:schemeClr val="accent1"/>
            </a:fillRef>
            <a:effectRef idx="0">
              <a:schemeClr val="accent1"/>
            </a:effectRef>
            <a:fontRef idx="minor">
              <a:schemeClr val="tx1"/>
            </a:fontRef>
          </p:style>
        </p:cxnSp>
        <p:sp>
          <p:nvSpPr>
            <p:cNvPr id="408" name="Freeform 5"/>
            <p:cNvSpPr>
              <a:spLocks/>
            </p:cNvSpPr>
            <p:nvPr/>
          </p:nvSpPr>
          <p:spPr bwMode="auto">
            <a:xfrm>
              <a:off x="3337157" y="2929250"/>
              <a:ext cx="286510" cy="360790"/>
            </a:xfrm>
            <a:custGeom>
              <a:avLst/>
              <a:gdLst>
                <a:gd name="T0" fmla="*/ 218 w 231"/>
                <a:gd name="T1" fmla="*/ 189 h 290"/>
                <a:gd name="T2" fmla="*/ 116 w 231"/>
                <a:gd name="T3" fmla="*/ 289 h 290"/>
                <a:gd name="T4" fmla="*/ 14 w 231"/>
                <a:gd name="T5" fmla="*/ 189 h 290"/>
                <a:gd name="T6" fmla="*/ 116 w 231"/>
                <a:gd name="T7" fmla="*/ 0 h 290"/>
                <a:gd name="T8" fmla="*/ 218 w 231"/>
                <a:gd name="T9" fmla="*/ 189 h 290"/>
              </a:gdLst>
              <a:ahLst/>
              <a:cxnLst>
                <a:cxn ang="0">
                  <a:pos x="T0" y="T1"/>
                </a:cxn>
                <a:cxn ang="0">
                  <a:pos x="T2" y="T3"/>
                </a:cxn>
                <a:cxn ang="0">
                  <a:pos x="T4" y="T5"/>
                </a:cxn>
                <a:cxn ang="0">
                  <a:pos x="T6" y="T7"/>
                </a:cxn>
                <a:cxn ang="0">
                  <a:pos x="T8" y="T9"/>
                </a:cxn>
              </a:cxnLst>
              <a:rect l="0" t="0" r="r" b="b"/>
              <a:pathLst>
                <a:path w="231" h="290">
                  <a:moveTo>
                    <a:pt x="218" y="189"/>
                  </a:moveTo>
                  <a:cubicBezTo>
                    <a:pt x="217" y="245"/>
                    <a:pt x="172" y="290"/>
                    <a:pt x="116" y="289"/>
                  </a:cubicBezTo>
                  <a:cubicBezTo>
                    <a:pt x="60" y="290"/>
                    <a:pt x="14" y="245"/>
                    <a:pt x="14" y="189"/>
                  </a:cubicBezTo>
                  <a:cubicBezTo>
                    <a:pt x="14" y="189"/>
                    <a:pt x="0" y="108"/>
                    <a:pt x="116" y="0"/>
                  </a:cubicBezTo>
                  <a:cubicBezTo>
                    <a:pt x="231" y="108"/>
                    <a:pt x="218" y="189"/>
                    <a:pt x="218" y="189"/>
                  </a:cubicBezTo>
                  <a:close/>
                </a:path>
              </a:pathLst>
            </a:custGeom>
            <a:solidFill>
              <a:schemeClr val="accent3">
                <a:lumMod val="50000"/>
              </a:schemeClr>
            </a:solidFill>
            <a:ln w="25400">
              <a:noFill/>
            </a:ln>
          </p:spPr>
          <p:txBody>
            <a:bodyPr vert="horz" wrap="square" lIns="0" tIns="0" rIns="0" bIns="0" numCol="1" anchor="ctr" anchorCtr="0" compatLnSpc="1">
              <a:prstTxWarp prst="textNoShape">
                <a:avLst/>
              </a:prstTxWarp>
            </a:bodyPr>
            <a:lstStyle/>
            <a:p>
              <a:pPr algn="ctr">
                <a:lnSpc>
                  <a:spcPts val="2500"/>
                </a:lnSpc>
              </a:pPr>
              <a:r>
                <a:rPr lang="nb-NO" altLang="ko-KR" sz="1000" b="1" dirty="0">
                  <a:gradFill>
                    <a:gsLst>
                      <a:gs pos="0">
                        <a:schemeClr val="bg2"/>
                      </a:gs>
                      <a:gs pos="100000">
                        <a:schemeClr val="bg2"/>
                      </a:gs>
                    </a:gsLst>
                    <a:lin ang="5400000" scaled="0"/>
                  </a:gradFill>
                  <a:latin typeface="Roboto Condensed Regular"/>
                  <a:ea typeface="Roboto Light" pitchFamily="2" charset="0"/>
                </a:rPr>
                <a:t>50</a:t>
              </a:r>
              <a:endParaRPr lang="ko-KR" altLang="en-US" sz="1000" b="1" dirty="0">
                <a:gradFill>
                  <a:gsLst>
                    <a:gs pos="0">
                      <a:schemeClr val="bg2"/>
                    </a:gs>
                    <a:gs pos="100000">
                      <a:schemeClr val="bg2"/>
                    </a:gs>
                  </a:gsLst>
                  <a:lin ang="5400000" scaled="0"/>
                </a:gradFill>
                <a:latin typeface="Roboto Condensed Regular"/>
                <a:ea typeface="Roboto Light" pitchFamily="2" charset="0"/>
              </a:endParaRPr>
            </a:p>
          </p:txBody>
        </p:sp>
      </p:grpSp>
    </p:spTree>
    <p:extLst>
      <p:ext uri="{BB962C8B-B14F-4D97-AF65-F5344CB8AC3E}">
        <p14:creationId xmlns:p14="http://schemas.microsoft.com/office/powerpoint/2010/main" val="17518551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500"/>
                                        <p:tgtEl>
                                          <p:spTgt spid="96"/>
                                        </p:tgtEl>
                                      </p:cBhvr>
                                    </p:animEffect>
                                    <p:anim calcmode="lin" valueType="num">
                                      <p:cBhvr>
                                        <p:cTn id="8" dur="500" fill="hold"/>
                                        <p:tgtEl>
                                          <p:spTgt spid="96"/>
                                        </p:tgtEl>
                                        <p:attrNameLst>
                                          <p:attrName>ppt_x</p:attrName>
                                        </p:attrNameLst>
                                      </p:cBhvr>
                                      <p:tavLst>
                                        <p:tav tm="0">
                                          <p:val>
                                            <p:strVal val="#ppt_x"/>
                                          </p:val>
                                        </p:tav>
                                        <p:tav tm="100000">
                                          <p:val>
                                            <p:strVal val="#ppt_x"/>
                                          </p:val>
                                        </p:tav>
                                      </p:tavLst>
                                    </p:anim>
                                    <p:anim calcmode="lin" valueType="num">
                                      <p:cBhvr>
                                        <p:cTn id="9" dur="500" fill="hold"/>
                                        <p:tgtEl>
                                          <p:spTgt spid="9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7" presetClass="entr" presetSubtype="10" fill="hold" nodeType="afterEffect">
                                  <p:stCondLst>
                                    <p:cond delay="0"/>
                                  </p:stCondLst>
                                  <p:childTnLst>
                                    <p:set>
                                      <p:cBhvr>
                                        <p:cTn id="12" dur="1" fill="hold">
                                          <p:stCondLst>
                                            <p:cond delay="0"/>
                                          </p:stCondLst>
                                        </p:cTn>
                                        <p:tgtEl>
                                          <p:spTgt spid="86"/>
                                        </p:tgtEl>
                                        <p:attrNameLst>
                                          <p:attrName>style.visibility</p:attrName>
                                        </p:attrNameLst>
                                      </p:cBhvr>
                                      <p:to>
                                        <p:strVal val="visible"/>
                                      </p:to>
                                    </p:set>
                                    <p:anim calcmode="lin" valueType="num">
                                      <p:cBhvr>
                                        <p:cTn id="13" dur="500" fill="hold"/>
                                        <p:tgtEl>
                                          <p:spTgt spid="86"/>
                                        </p:tgtEl>
                                        <p:attrNameLst>
                                          <p:attrName>ppt_w</p:attrName>
                                        </p:attrNameLst>
                                      </p:cBhvr>
                                      <p:tavLst>
                                        <p:tav tm="0">
                                          <p:val>
                                            <p:fltVal val="0"/>
                                          </p:val>
                                        </p:tav>
                                        <p:tav tm="100000">
                                          <p:val>
                                            <p:strVal val="#ppt_w"/>
                                          </p:val>
                                        </p:tav>
                                      </p:tavLst>
                                    </p:anim>
                                    <p:anim calcmode="lin" valueType="num">
                                      <p:cBhvr>
                                        <p:cTn id="14" dur="500" fill="hold"/>
                                        <p:tgtEl>
                                          <p:spTgt spid="86"/>
                                        </p:tgtEl>
                                        <p:attrNameLst>
                                          <p:attrName>ppt_h</p:attrName>
                                        </p:attrNameLst>
                                      </p:cBhvr>
                                      <p:tavLst>
                                        <p:tav tm="0">
                                          <p:val>
                                            <p:strVal val="#ppt_h"/>
                                          </p:val>
                                        </p:tav>
                                        <p:tav tm="100000">
                                          <p:val>
                                            <p:strVal val="#ppt_h"/>
                                          </p:val>
                                        </p:tav>
                                      </p:tavLst>
                                    </p:anim>
                                  </p:childTnLst>
                                </p:cTn>
                              </p:par>
                            </p:childTnLst>
                          </p:cTn>
                        </p:par>
                        <p:par>
                          <p:cTn id="15" fill="hold">
                            <p:stCondLst>
                              <p:cond delay="1000"/>
                            </p:stCondLst>
                            <p:childTnLst>
                              <p:par>
                                <p:cTn id="16" presetID="17" presetClass="entr" presetSubtype="10" fill="hold" nodeType="afterEffect">
                                  <p:stCondLst>
                                    <p:cond delay="0"/>
                                  </p:stCondLst>
                                  <p:childTnLst>
                                    <p:set>
                                      <p:cBhvr>
                                        <p:cTn id="17" dur="1" fill="hold">
                                          <p:stCondLst>
                                            <p:cond delay="0"/>
                                          </p:stCondLst>
                                        </p:cTn>
                                        <p:tgtEl>
                                          <p:spTgt spid="87"/>
                                        </p:tgtEl>
                                        <p:attrNameLst>
                                          <p:attrName>style.visibility</p:attrName>
                                        </p:attrNameLst>
                                      </p:cBhvr>
                                      <p:to>
                                        <p:strVal val="visible"/>
                                      </p:to>
                                    </p:set>
                                    <p:anim calcmode="lin" valueType="num">
                                      <p:cBhvr>
                                        <p:cTn id="18" dur="500" fill="hold"/>
                                        <p:tgtEl>
                                          <p:spTgt spid="87"/>
                                        </p:tgtEl>
                                        <p:attrNameLst>
                                          <p:attrName>ppt_w</p:attrName>
                                        </p:attrNameLst>
                                      </p:cBhvr>
                                      <p:tavLst>
                                        <p:tav tm="0">
                                          <p:val>
                                            <p:fltVal val="0"/>
                                          </p:val>
                                        </p:tav>
                                        <p:tav tm="100000">
                                          <p:val>
                                            <p:strVal val="#ppt_w"/>
                                          </p:val>
                                        </p:tav>
                                      </p:tavLst>
                                    </p:anim>
                                    <p:anim calcmode="lin" valueType="num">
                                      <p:cBhvr>
                                        <p:cTn id="19" dur="500" fill="hold"/>
                                        <p:tgtEl>
                                          <p:spTgt spid="87"/>
                                        </p:tgtEl>
                                        <p:attrNameLst>
                                          <p:attrName>ppt_h</p:attrName>
                                        </p:attrNameLst>
                                      </p:cBhvr>
                                      <p:tavLst>
                                        <p:tav tm="0">
                                          <p:val>
                                            <p:strVal val="#ppt_h"/>
                                          </p:val>
                                        </p:tav>
                                        <p:tav tm="100000">
                                          <p:val>
                                            <p:strVal val="#ppt_h"/>
                                          </p:val>
                                        </p:tav>
                                      </p:tavLst>
                                    </p:anim>
                                  </p:childTnLst>
                                </p:cTn>
                              </p:par>
                            </p:childTnLst>
                          </p:cTn>
                        </p:par>
                        <p:par>
                          <p:cTn id="20" fill="hold">
                            <p:stCondLst>
                              <p:cond delay="1500"/>
                            </p:stCondLst>
                            <p:childTnLst>
                              <p:par>
                                <p:cTn id="21" presetID="17" presetClass="entr" presetSubtype="10" fill="hold" nodeType="afterEffect">
                                  <p:stCondLst>
                                    <p:cond delay="0"/>
                                  </p:stCondLst>
                                  <p:childTnLst>
                                    <p:set>
                                      <p:cBhvr>
                                        <p:cTn id="22" dur="1" fill="hold">
                                          <p:stCondLst>
                                            <p:cond delay="0"/>
                                          </p:stCondLst>
                                        </p:cTn>
                                        <p:tgtEl>
                                          <p:spTgt spid="88"/>
                                        </p:tgtEl>
                                        <p:attrNameLst>
                                          <p:attrName>style.visibility</p:attrName>
                                        </p:attrNameLst>
                                      </p:cBhvr>
                                      <p:to>
                                        <p:strVal val="visible"/>
                                      </p:to>
                                    </p:set>
                                    <p:anim calcmode="lin" valueType="num">
                                      <p:cBhvr>
                                        <p:cTn id="23" dur="500" fill="hold"/>
                                        <p:tgtEl>
                                          <p:spTgt spid="88"/>
                                        </p:tgtEl>
                                        <p:attrNameLst>
                                          <p:attrName>ppt_w</p:attrName>
                                        </p:attrNameLst>
                                      </p:cBhvr>
                                      <p:tavLst>
                                        <p:tav tm="0">
                                          <p:val>
                                            <p:fltVal val="0"/>
                                          </p:val>
                                        </p:tav>
                                        <p:tav tm="100000">
                                          <p:val>
                                            <p:strVal val="#ppt_w"/>
                                          </p:val>
                                        </p:tav>
                                      </p:tavLst>
                                    </p:anim>
                                    <p:anim calcmode="lin" valueType="num">
                                      <p:cBhvr>
                                        <p:cTn id="24" dur="500" fill="hold"/>
                                        <p:tgtEl>
                                          <p:spTgt spid="88"/>
                                        </p:tgtEl>
                                        <p:attrNameLst>
                                          <p:attrName>ppt_h</p:attrName>
                                        </p:attrNameLst>
                                      </p:cBhvr>
                                      <p:tavLst>
                                        <p:tav tm="0">
                                          <p:val>
                                            <p:strVal val="#ppt_h"/>
                                          </p:val>
                                        </p:tav>
                                        <p:tav tm="100000">
                                          <p:val>
                                            <p:strVal val="#ppt_h"/>
                                          </p:val>
                                        </p:tav>
                                      </p:tavLst>
                                    </p:anim>
                                  </p:childTnLst>
                                </p:cTn>
                              </p:par>
                            </p:childTnLst>
                          </p:cTn>
                        </p:par>
                        <p:par>
                          <p:cTn id="25" fill="hold">
                            <p:stCondLst>
                              <p:cond delay="2000"/>
                            </p:stCondLst>
                            <p:childTnLst>
                              <p:par>
                                <p:cTn id="26" presetID="17" presetClass="entr" presetSubtype="10" fill="hold" nodeType="afterEffect">
                                  <p:stCondLst>
                                    <p:cond delay="0"/>
                                  </p:stCondLst>
                                  <p:childTnLst>
                                    <p:set>
                                      <p:cBhvr>
                                        <p:cTn id="27" dur="1" fill="hold">
                                          <p:stCondLst>
                                            <p:cond delay="0"/>
                                          </p:stCondLst>
                                        </p:cTn>
                                        <p:tgtEl>
                                          <p:spTgt spid="89"/>
                                        </p:tgtEl>
                                        <p:attrNameLst>
                                          <p:attrName>style.visibility</p:attrName>
                                        </p:attrNameLst>
                                      </p:cBhvr>
                                      <p:to>
                                        <p:strVal val="visible"/>
                                      </p:to>
                                    </p:set>
                                    <p:anim calcmode="lin" valueType="num">
                                      <p:cBhvr>
                                        <p:cTn id="28" dur="500" fill="hold"/>
                                        <p:tgtEl>
                                          <p:spTgt spid="89"/>
                                        </p:tgtEl>
                                        <p:attrNameLst>
                                          <p:attrName>ppt_w</p:attrName>
                                        </p:attrNameLst>
                                      </p:cBhvr>
                                      <p:tavLst>
                                        <p:tav tm="0">
                                          <p:val>
                                            <p:fltVal val="0"/>
                                          </p:val>
                                        </p:tav>
                                        <p:tav tm="100000">
                                          <p:val>
                                            <p:strVal val="#ppt_w"/>
                                          </p:val>
                                        </p:tav>
                                      </p:tavLst>
                                    </p:anim>
                                    <p:anim calcmode="lin" valueType="num">
                                      <p:cBhvr>
                                        <p:cTn id="29" dur="500" fill="hold"/>
                                        <p:tgtEl>
                                          <p:spTgt spid="89"/>
                                        </p:tgtEl>
                                        <p:attrNameLst>
                                          <p:attrName>ppt_h</p:attrName>
                                        </p:attrNameLst>
                                      </p:cBhvr>
                                      <p:tavLst>
                                        <p:tav tm="0">
                                          <p:val>
                                            <p:strVal val="#ppt_h"/>
                                          </p:val>
                                        </p:tav>
                                        <p:tav tm="100000">
                                          <p:val>
                                            <p:strVal val="#ppt_h"/>
                                          </p:val>
                                        </p:tav>
                                      </p:tavLst>
                                    </p:anim>
                                  </p:childTnLst>
                                </p:cTn>
                              </p:par>
                            </p:childTnLst>
                          </p:cTn>
                        </p:par>
                        <p:par>
                          <p:cTn id="30" fill="hold">
                            <p:stCondLst>
                              <p:cond delay="2500"/>
                            </p:stCondLst>
                            <p:childTnLst>
                              <p:par>
                                <p:cTn id="31" presetID="17" presetClass="entr" presetSubtype="10" fill="hold" nodeType="afterEffect">
                                  <p:stCondLst>
                                    <p:cond delay="0"/>
                                  </p:stCondLst>
                                  <p:childTnLst>
                                    <p:set>
                                      <p:cBhvr>
                                        <p:cTn id="32" dur="1" fill="hold">
                                          <p:stCondLst>
                                            <p:cond delay="0"/>
                                          </p:stCondLst>
                                        </p:cTn>
                                        <p:tgtEl>
                                          <p:spTgt spid="90"/>
                                        </p:tgtEl>
                                        <p:attrNameLst>
                                          <p:attrName>style.visibility</p:attrName>
                                        </p:attrNameLst>
                                      </p:cBhvr>
                                      <p:to>
                                        <p:strVal val="visible"/>
                                      </p:to>
                                    </p:set>
                                    <p:anim calcmode="lin" valueType="num">
                                      <p:cBhvr>
                                        <p:cTn id="33" dur="500" fill="hold"/>
                                        <p:tgtEl>
                                          <p:spTgt spid="90"/>
                                        </p:tgtEl>
                                        <p:attrNameLst>
                                          <p:attrName>ppt_w</p:attrName>
                                        </p:attrNameLst>
                                      </p:cBhvr>
                                      <p:tavLst>
                                        <p:tav tm="0">
                                          <p:val>
                                            <p:fltVal val="0"/>
                                          </p:val>
                                        </p:tav>
                                        <p:tav tm="100000">
                                          <p:val>
                                            <p:strVal val="#ppt_w"/>
                                          </p:val>
                                        </p:tav>
                                      </p:tavLst>
                                    </p:anim>
                                    <p:anim calcmode="lin" valueType="num">
                                      <p:cBhvr>
                                        <p:cTn id="34" dur="500" fill="hold"/>
                                        <p:tgtEl>
                                          <p:spTgt spid="90"/>
                                        </p:tgtEl>
                                        <p:attrNameLst>
                                          <p:attrName>ppt_h</p:attrName>
                                        </p:attrNameLst>
                                      </p:cBhvr>
                                      <p:tavLst>
                                        <p:tav tm="0">
                                          <p:val>
                                            <p:strVal val="#ppt_h"/>
                                          </p:val>
                                        </p:tav>
                                        <p:tav tm="100000">
                                          <p:val>
                                            <p:strVal val="#ppt_h"/>
                                          </p:val>
                                        </p:tav>
                                      </p:tavLst>
                                    </p:anim>
                                  </p:childTnLst>
                                </p:cTn>
                              </p:par>
                            </p:childTnLst>
                          </p:cTn>
                        </p:par>
                        <p:par>
                          <p:cTn id="35" fill="hold">
                            <p:stCondLst>
                              <p:cond delay="3000"/>
                            </p:stCondLst>
                            <p:childTnLst>
                              <p:par>
                                <p:cTn id="36" presetID="17" presetClass="entr" presetSubtype="10" fill="hold" nodeType="afterEffect">
                                  <p:stCondLst>
                                    <p:cond delay="0"/>
                                  </p:stCondLst>
                                  <p:childTnLst>
                                    <p:set>
                                      <p:cBhvr>
                                        <p:cTn id="37" dur="1" fill="hold">
                                          <p:stCondLst>
                                            <p:cond delay="0"/>
                                          </p:stCondLst>
                                        </p:cTn>
                                        <p:tgtEl>
                                          <p:spTgt spid="91"/>
                                        </p:tgtEl>
                                        <p:attrNameLst>
                                          <p:attrName>style.visibility</p:attrName>
                                        </p:attrNameLst>
                                      </p:cBhvr>
                                      <p:to>
                                        <p:strVal val="visible"/>
                                      </p:to>
                                    </p:set>
                                    <p:anim calcmode="lin" valueType="num">
                                      <p:cBhvr>
                                        <p:cTn id="38" dur="500" fill="hold"/>
                                        <p:tgtEl>
                                          <p:spTgt spid="91"/>
                                        </p:tgtEl>
                                        <p:attrNameLst>
                                          <p:attrName>ppt_w</p:attrName>
                                        </p:attrNameLst>
                                      </p:cBhvr>
                                      <p:tavLst>
                                        <p:tav tm="0">
                                          <p:val>
                                            <p:fltVal val="0"/>
                                          </p:val>
                                        </p:tav>
                                        <p:tav tm="100000">
                                          <p:val>
                                            <p:strVal val="#ppt_w"/>
                                          </p:val>
                                        </p:tav>
                                      </p:tavLst>
                                    </p:anim>
                                    <p:anim calcmode="lin" valueType="num">
                                      <p:cBhvr>
                                        <p:cTn id="39" dur="500" fill="hold"/>
                                        <p:tgtEl>
                                          <p:spTgt spid="91"/>
                                        </p:tgtEl>
                                        <p:attrNameLst>
                                          <p:attrName>ppt_h</p:attrName>
                                        </p:attrNameLst>
                                      </p:cBhvr>
                                      <p:tavLst>
                                        <p:tav tm="0">
                                          <p:val>
                                            <p:strVal val="#ppt_h"/>
                                          </p:val>
                                        </p:tav>
                                        <p:tav tm="100000">
                                          <p:val>
                                            <p:strVal val="#ppt_h"/>
                                          </p:val>
                                        </p:tav>
                                      </p:tavLst>
                                    </p:anim>
                                  </p:childTnLst>
                                </p:cTn>
                              </p:par>
                            </p:childTnLst>
                          </p:cTn>
                        </p:par>
                        <p:par>
                          <p:cTn id="40" fill="hold">
                            <p:stCondLst>
                              <p:cond delay="3500"/>
                            </p:stCondLst>
                            <p:childTnLst>
                              <p:par>
                                <p:cTn id="41" presetID="17" presetClass="entr" presetSubtype="10" fill="hold" nodeType="afterEffect">
                                  <p:stCondLst>
                                    <p:cond delay="0"/>
                                  </p:stCondLst>
                                  <p:childTnLst>
                                    <p:set>
                                      <p:cBhvr>
                                        <p:cTn id="42" dur="1" fill="hold">
                                          <p:stCondLst>
                                            <p:cond delay="0"/>
                                          </p:stCondLst>
                                        </p:cTn>
                                        <p:tgtEl>
                                          <p:spTgt spid="92"/>
                                        </p:tgtEl>
                                        <p:attrNameLst>
                                          <p:attrName>style.visibility</p:attrName>
                                        </p:attrNameLst>
                                      </p:cBhvr>
                                      <p:to>
                                        <p:strVal val="visible"/>
                                      </p:to>
                                    </p:set>
                                    <p:anim calcmode="lin" valueType="num">
                                      <p:cBhvr>
                                        <p:cTn id="43" dur="500" fill="hold"/>
                                        <p:tgtEl>
                                          <p:spTgt spid="92"/>
                                        </p:tgtEl>
                                        <p:attrNameLst>
                                          <p:attrName>ppt_w</p:attrName>
                                        </p:attrNameLst>
                                      </p:cBhvr>
                                      <p:tavLst>
                                        <p:tav tm="0">
                                          <p:val>
                                            <p:fltVal val="0"/>
                                          </p:val>
                                        </p:tav>
                                        <p:tav tm="100000">
                                          <p:val>
                                            <p:strVal val="#ppt_w"/>
                                          </p:val>
                                        </p:tav>
                                      </p:tavLst>
                                    </p:anim>
                                    <p:anim calcmode="lin" valueType="num">
                                      <p:cBhvr>
                                        <p:cTn id="44" dur="500" fill="hold"/>
                                        <p:tgtEl>
                                          <p:spTgt spid="92"/>
                                        </p:tgtEl>
                                        <p:attrNameLst>
                                          <p:attrName>ppt_h</p:attrName>
                                        </p:attrNameLst>
                                      </p:cBhvr>
                                      <p:tavLst>
                                        <p:tav tm="0">
                                          <p:val>
                                            <p:strVal val="#ppt_h"/>
                                          </p:val>
                                        </p:tav>
                                        <p:tav tm="100000">
                                          <p:val>
                                            <p:strVal val="#ppt_h"/>
                                          </p:val>
                                        </p:tav>
                                      </p:tavLst>
                                    </p:anim>
                                  </p:childTnLst>
                                </p:cTn>
                              </p:par>
                            </p:childTnLst>
                          </p:cTn>
                        </p:par>
                        <p:par>
                          <p:cTn id="45" fill="hold">
                            <p:stCondLst>
                              <p:cond delay="4000"/>
                            </p:stCondLst>
                            <p:childTnLst>
                              <p:par>
                                <p:cTn id="46" presetID="17" presetClass="entr" presetSubtype="10" fill="hold" nodeType="afterEffect">
                                  <p:stCondLst>
                                    <p:cond delay="0"/>
                                  </p:stCondLst>
                                  <p:childTnLst>
                                    <p:set>
                                      <p:cBhvr>
                                        <p:cTn id="47" dur="1" fill="hold">
                                          <p:stCondLst>
                                            <p:cond delay="0"/>
                                          </p:stCondLst>
                                        </p:cTn>
                                        <p:tgtEl>
                                          <p:spTgt spid="93"/>
                                        </p:tgtEl>
                                        <p:attrNameLst>
                                          <p:attrName>style.visibility</p:attrName>
                                        </p:attrNameLst>
                                      </p:cBhvr>
                                      <p:to>
                                        <p:strVal val="visible"/>
                                      </p:to>
                                    </p:set>
                                    <p:anim calcmode="lin" valueType="num">
                                      <p:cBhvr>
                                        <p:cTn id="48" dur="500" fill="hold"/>
                                        <p:tgtEl>
                                          <p:spTgt spid="93"/>
                                        </p:tgtEl>
                                        <p:attrNameLst>
                                          <p:attrName>ppt_w</p:attrName>
                                        </p:attrNameLst>
                                      </p:cBhvr>
                                      <p:tavLst>
                                        <p:tav tm="0">
                                          <p:val>
                                            <p:fltVal val="0"/>
                                          </p:val>
                                        </p:tav>
                                        <p:tav tm="100000">
                                          <p:val>
                                            <p:strVal val="#ppt_w"/>
                                          </p:val>
                                        </p:tav>
                                      </p:tavLst>
                                    </p:anim>
                                    <p:anim calcmode="lin" valueType="num">
                                      <p:cBhvr>
                                        <p:cTn id="49" dur="500" fill="hold"/>
                                        <p:tgtEl>
                                          <p:spTgt spid="93"/>
                                        </p:tgtEl>
                                        <p:attrNameLst>
                                          <p:attrName>ppt_h</p:attrName>
                                        </p:attrNameLst>
                                      </p:cBhvr>
                                      <p:tavLst>
                                        <p:tav tm="0">
                                          <p:val>
                                            <p:strVal val="#ppt_h"/>
                                          </p:val>
                                        </p:tav>
                                        <p:tav tm="100000">
                                          <p:val>
                                            <p:strVal val="#ppt_h"/>
                                          </p:val>
                                        </p:tav>
                                      </p:tavLst>
                                    </p:anim>
                                  </p:childTnLst>
                                </p:cTn>
                              </p:par>
                            </p:childTnLst>
                          </p:cTn>
                        </p:par>
                        <p:par>
                          <p:cTn id="50" fill="hold">
                            <p:stCondLst>
                              <p:cond delay="4500"/>
                            </p:stCondLst>
                            <p:childTnLst>
                              <p:par>
                                <p:cTn id="51" presetID="17" presetClass="entr" presetSubtype="10" fill="hold" nodeType="afterEffect">
                                  <p:stCondLst>
                                    <p:cond delay="0"/>
                                  </p:stCondLst>
                                  <p:childTnLst>
                                    <p:set>
                                      <p:cBhvr>
                                        <p:cTn id="52" dur="1" fill="hold">
                                          <p:stCondLst>
                                            <p:cond delay="0"/>
                                          </p:stCondLst>
                                        </p:cTn>
                                        <p:tgtEl>
                                          <p:spTgt spid="94"/>
                                        </p:tgtEl>
                                        <p:attrNameLst>
                                          <p:attrName>style.visibility</p:attrName>
                                        </p:attrNameLst>
                                      </p:cBhvr>
                                      <p:to>
                                        <p:strVal val="visible"/>
                                      </p:to>
                                    </p:set>
                                    <p:anim calcmode="lin" valueType="num">
                                      <p:cBhvr>
                                        <p:cTn id="53" dur="500" fill="hold"/>
                                        <p:tgtEl>
                                          <p:spTgt spid="94"/>
                                        </p:tgtEl>
                                        <p:attrNameLst>
                                          <p:attrName>ppt_w</p:attrName>
                                        </p:attrNameLst>
                                      </p:cBhvr>
                                      <p:tavLst>
                                        <p:tav tm="0">
                                          <p:val>
                                            <p:fltVal val="0"/>
                                          </p:val>
                                        </p:tav>
                                        <p:tav tm="100000">
                                          <p:val>
                                            <p:strVal val="#ppt_w"/>
                                          </p:val>
                                        </p:tav>
                                      </p:tavLst>
                                    </p:anim>
                                    <p:anim calcmode="lin" valueType="num">
                                      <p:cBhvr>
                                        <p:cTn id="54" dur="500" fill="hold"/>
                                        <p:tgtEl>
                                          <p:spTgt spid="94"/>
                                        </p:tgtEl>
                                        <p:attrNameLst>
                                          <p:attrName>ppt_h</p:attrName>
                                        </p:attrNameLst>
                                      </p:cBhvr>
                                      <p:tavLst>
                                        <p:tav tm="0">
                                          <p:val>
                                            <p:strVal val="#ppt_h"/>
                                          </p:val>
                                        </p:tav>
                                        <p:tav tm="100000">
                                          <p:val>
                                            <p:strVal val="#ppt_h"/>
                                          </p:val>
                                        </p:tav>
                                      </p:tavLst>
                                    </p:anim>
                                  </p:childTnLst>
                                </p:cTn>
                              </p:par>
                            </p:childTnLst>
                          </p:cTn>
                        </p:par>
                        <p:par>
                          <p:cTn id="55" fill="hold">
                            <p:stCondLst>
                              <p:cond delay="5000"/>
                            </p:stCondLst>
                            <p:childTnLst>
                              <p:par>
                                <p:cTn id="56" presetID="17" presetClass="entr" presetSubtype="10" fill="hold" nodeType="afterEffect">
                                  <p:stCondLst>
                                    <p:cond delay="0"/>
                                  </p:stCondLst>
                                  <p:childTnLst>
                                    <p:set>
                                      <p:cBhvr>
                                        <p:cTn id="57" dur="1" fill="hold">
                                          <p:stCondLst>
                                            <p:cond delay="0"/>
                                          </p:stCondLst>
                                        </p:cTn>
                                        <p:tgtEl>
                                          <p:spTgt spid="95"/>
                                        </p:tgtEl>
                                        <p:attrNameLst>
                                          <p:attrName>style.visibility</p:attrName>
                                        </p:attrNameLst>
                                      </p:cBhvr>
                                      <p:to>
                                        <p:strVal val="visible"/>
                                      </p:to>
                                    </p:set>
                                    <p:anim calcmode="lin" valueType="num">
                                      <p:cBhvr>
                                        <p:cTn id="58" dur="500" fill="hold"/>
                                        <p:tgtEl>
                                          <p:spTgt spid="95"/>
                                        </p:tgtEl>
                                        <p:attrNameLst>
                                          <p:attrName>ppt_w</p:attrName>
                                        </p:attrNameLst>
                                      </p:cBhvr>
                                      <p:tavLst>
                                        <p:tav tm="0">
                                          <p:val>
                                            <p:fltVal val="0"/>
                                          </p:val>
                                        </p:tav>
                                        <p:tav tm="100000">
                                          <p:val>
                                            <p:strVal val="#ppt_w"/>
                                          </p:val>
                                        </p:tav>
                                      </p:tavLst>
                                    </p:anim>
                                    <p:anim calcmode="lin" valueType="num">
                                      <p:cBhvr>
                                        <p:cTn id="59" dur="500" fill="hold"/>
                                        <p:tgtEl>
                                          <p:spTgt spid="9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그룹 72"/>
          <p:cNvGrpSpPr/>
          <p:nvPr/>
        </p:nvGrpSpPr>
        <p:grpSpPr>
          <a:xfrm>
            <a:off x="664741" y="1162534"/>
            <a:ext cx="5383212" cy="3303588"/>
            <a:chOff x="2884488" y="1092200"/>
            <a:chExt cx="5383212" cy="3303588"/>
          </a:xfrm>
        </p:grpSpPr>
        <p:grpSp>
          <p:nvGrpSpPr>
            <p:cNvPr id="75" name="그룹 74"/>
            <p:cNvGrpSpPr>
              <a:grpSpLocks/>
            </p:cNvGrpSpPr>
            <p:nvPr/>
          </p:nvGrpSpPr>
          <p:grpSpPr>
            <a:xfrm>
              <a:off x="3001913" y="1092200"/>
              <a:ext cx="5170588" cy="2427914"/>
              <a:chOff x="3111500" y="1355997"/>
              <a:chExt cx="5311775" cy="1879308"/>
            </a:xfrm>
          </p:grpSpPr>
          <p:cxnSp>
            <p:nvCxnSpPr>
              <p:cNvPr id="76" name="직선 연결선 75"/>
              <p:cNvCxnSpPr>
                <a:cxnSpLocks/>
              </p:cNvCxnSpPr>
              <p:nvPr/>
            </p:nvCxnSpPr>
            <p:spPr>
              <a:xfrm flipH="1">
                <a:off x="3111500" y="1982433"/>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7" name="직선 연결선 76"/>
              <p:cNvCxnSpPr>
                <a:cxnSpLocks/>
              </p:cNvCxnSpPr>
              <p:nvPr/>
            </p:nvCxnSpPr>
            <p:spPr>
              <a:xfrm flipH="1">
                <a:off x="3111500" y="3235305"/>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8" name="직선 연결선 77"/>
              <p:cNvCxnSpPr>
                <a:cxnSpLocks/>
              </p:cNvCxnSpPr>
              <p:nvPr/>
            </p:nvCxnSpPr>
            <p:spPr>
              <a:xfrm flipH="1">
                <a:off x="3111500" y="3130899"/>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p:cNvCxnSpPr>
                <a:cxnSpLocks/>
              </p:cNvCxnSpPr>
              <p:nvPr/>
            </p:nvCxnSpPr>
            <p:spPr>
              <a:xfrm flipH="1">
                <a:off x="3111500" y="3026493"/>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0" name="직선 연결선 79"/>
              <p:cNvCxnSpPr>
                <a:cxnSpLocks/>
              </p:cNvCxnSpPr>
              <p:nvPr/>
            </p:nvCxnSpPr>
            <p:spPr>
              <a:xfrm flipH="1">
                <a:off x="3111500" y="2922087"/>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1" name="직선 연결선 80"/>
              <p:cNvCxnSpPr>
                <a:cxnSpLocks/>
              </p:cNvCxnSpPr>
              <p:nvPr/>
            </p:nvCxnSpPr>
            <p:spPr>
              <a:xfrm flipH="1">
                <a:off x="3111500" y="2817681"/>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2" name="직선 연결선 81"/>
              <p:cNvCxnSpPr>
                <a:cxnSpLocks/>
              </p:cNvCxnSpPr>
              <p:nvPr/>
            </p:nvCxnSpPr>
            <p:spPr>
              <a:xfrm flipH="1">
                <a:off x="3111500" y="2713275"/>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3" name="직선 연결선 82"/>
              <p:cNvCxnSpPr>
                <a:cxnSpLocks/>
              </p:cNvCxnSpPr>
              <p:nvPr/>
            </p:nvCxnSpPr>
            <p:spPr>
              <a:xfrm flipH="1">
                <a:off x="3111500" y="2608869"/>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4" name="직선 연결선 83"/>
              <p:cNvCxnSpPr>
                <a:cxnSpLocks/>
              </p:cNvCxnSpPr>
              <p:nvPr/>
            </p:nvCxnSpPr>
            <p:spPr>
              <a:xfrm flipH="1">
                <a:off x="3111500" y="2504463"/>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5" name="직선 연결선 84"/>
              <p:cNvCxnSpPr>
                <a:cxnSpLocks/>
              </p:cNvCxnSpPr>
              <p:nvPr/>
            </p:nvCxnSpPr>
            <p:spPr>
              <a:xfrm flipH="1">
                <a:off x="3111500" y="2400057"/>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6" name="직선 연결선 85"/>
              <p:cNvCxnSpPr>
                <a:cxnSpLocks/>
              </p:cNvCxnSpPr>
              <p:nvPr/>
            </p:nvCxnSpPr>
            <p:spPr>
              <a:xfrm flipH="1">
                <a:off x="3111500" y="2295651"/>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7" name="직선 연결선 86"/>
              <p:cNvCxnSpPr>
                <a:cxnSpLocks/>
              </p:cNvCxnSpPr>
              <p:nvPr/>
            </p:nvCxnSpPr>
            <p:spPr>
              <a:xfrm flipH="1">
                <a:off x="3111500" y="2191245"/>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8" name="직선 연결선 87"/>
              <p:cNvCxnSpPr>
                <a:cxnSpLocks/>
              </p:cNvCxnSpPr>
              <p:nvPr/>
            </p:nvCxnSpPr>
            <p:spPr>
              <a:xfrm flipH="1">
                <a:off x="3111500" y="2086839"/>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9" name="직선 연결선 88"/>
              <p:cNvCxnSpPr>
                <a:cxnSpLocks/>
              </p:cNvCxnSpPr>
              <p:nvPr/>
            </p:nvCxnSpPr>
            <p:spPr>
              <a:xfrm flipH="1">
                <a:off x="3111500" y="1878027"/>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0" name="직선 연결선 89"/>
              <p:cNvCxnSpPr>
                <a:cxnSpLocks/>
              </p:cNvCxnSpPr>
              <p:nvPr/>
            </p:nvCxnSpPr>
            <p:spPr>
              <a:xfrm flipH="1">
                <a:off x="3111500" y="1773621"/>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1" name="직선 연결선 90"/>
              <p:cNvCxnSpPr>
                <a:cxnSpLocks/>
              </p:cNvCxnSpPr>
              <p:nvPr/>
            </p:nvCxnSpPr>
            <p:spPr>
              <a:xfrm flipH="1">
                <a:off x="3111500" y="1669215"/>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2" name="직선 연결선 91"/>
              <p:cNvCxnSpPr>
                <a:cxnSpLocks/>
              </p:cNvCxnSpPr>
              <p:nvPr/>
            </p:nvCxnSpPr>
            <p:spPr>
              <a:xfrm flipH="1">
                <a:off x="3111500" y="1564809"/>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3" name="직선 연결선 92"/>
              <p:cNvCxnSpPr>
                <a:cxnSpLocks/>
              </p:cNvCxnSpPr>
              <p:nvPr/>
            </p:nvCxnSpPr>
            <p:spPr>
              <a:xfrm flipH="1">
                <a:off x="3111500" y="1460403"/>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4" name="직선 연결선 93"/>
              <p:cNvCxnSpPr>
                <a:cxnSpLocks/>
              </p:cNvCxnSpPr>
              <p:nvPr/>
            </p:nvCxnSpPr>
            <p:spPr>
              <a:xfrm flipH="1">
                <a:off x="3111500" y="1355997"/>
                <a:ext cx="5311775" cy="0"/>
              </a:xfrm>
              <a:prstGeom prst="line">
                <a:avLst/>
              </a:prstGeom>
              <a:ln w="3175">
                <a:solidFill>
                  <a:schemeClr val="accent6">
                    <a:lumMod val="50000"/>
                    <a:alpha val="3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61" name="TextBox 160"/>
            <p:cNvSpPr txBox="1"/>
            <p:nvPr/>
          </p:nvSpPr>
          <p:spPr>
            <a:xfrm>
              <a:off x="6451600" y="4176713"/>
              <a:ext cx="1763713" cy="219075"/>
            </a:xfrm>
            <a:prstGeom prst="rect">
              <a:avLst/>
            </a:prstGeom>
            <a:noFill/>
          </p:spPr>
          <p:txBody>
            <a:bodyPr wrap="square" lIns="0" tIns="0" rIns="0" bIns="0" rtlCol="0">
              <a:noAutofit/>
            </a:bodyPr>
            <a:lstStyle/>
            <a:p>
              <a:pPr algn="r">
                <a:spcAft>
                  <a:spcPts val="300"/>
                </a:spcAft>
              </a:pPr>
              <a:r>
                <a:rPr lang="fr-FR"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rPr>
                <a:t>(Quisque cursus, metus vitae pharetra auctor.)</a:t>
              </a:r>
              <a:endParaRPr lang="en-US" sz="700" dirty="0">
                <a:gradFill>
                  <a:gsLst>
                    <a:gs pos="0">
                      <a:schemeClr val="tx2">
                        <a:alpha val="50000"/>
                      </a:schemeClr>
                    </a:gs>
                    <a:gs pos="100000">
                      <a:schemeClr val="tx2">
                        <a:alpha val="50000"/>
                      </a:schemeClr>
                    </a:gs>
                  </a:gsLst>
                  <a:lin ang="5400000" scaled="0"/>
                </a:gradFill>
                <a:latin typeface="Roboto Condensed Light"/>
                <a:ea typeface="Roboto Light" pitchFamily="2" charset="0"/>
                <a:cs typeface="Roboto Condensed Regular"/>
              </a:endParaRPr>
            </a:p>
          </p:txBody>
        </p:sp>
        <p:cxnSp>
          <p:nvCxnSpPr>
            <p:cNvPr id="197" name="직선 연결선 196"/>
            <p:cNvCxnSpPr/>
            <p:nvPr/>
          </p:nvCxnSpPr>
          <p:spPr>
            <a:xfrm>
              <a:off x="3135313" y="3799316"/>
              <a:ext cx="4903787" cy="0"/>
            </a:xfrm>
            <a:prstGeom prst="line">
              <a:avLst/>
            </a:prstGeom>
            <a:ln w="25400" cap="rnd">
              <a:solidFill>
                <a:schemeClr val="tx2">
                  <a:alpha val="2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2884488" y="3760352"/>
              <a:ext cx="451815" cy="274088"/>
              <a:chOff x="2884488" y="3760352"/>
              <a:chExt cx="451815" cy="274088"/>
            </a:xfrm>
          </p:grpSpPr>
          <p:sp>
            <p:nvSpPr>
              <p:cNvPr id="219" name="타원 218"/>
              <p:cNvSpPr/>
              <p:nvPr/>
            </p:nvSpPr>
            <p:spPr>
              <a:xfrm>
                <a:off x="3071432" y="3760352"/>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220" name="TextBox 219"/>
              <p:cNvSpPr txBox="1"/>
              <p:nvPr/>
            </p:nvSpPr>
            <p:spPr>
              <a:xfrm>
                <a:off x="2884488" y="3895941"/>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2005</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199" name="그룹 198"/>
            <p:cNvGrpSpPr/>
            <p:nvPr/>
          </p:nvGrpSpPr>
          <p:grpSpPr>
            <a:xfrm>
              <a:off x="3432421" y="3760352"/>
              <a:ext cx="451815" cy="274088"/>
              <a:chOff x="3170478" y="3444439"/>
              <a:chExt cx="451815" cy="274088"/>
            </a:xfrm>
          </p:grpSpPr>
          <p:sp>
            <p:nvSpPr>
              <p:cNvPr id="217" name="타원 216"/>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218" name="TextBox 217"/>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2006</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200" name="그룹 199"/>
            <p:cNvGrpSpPr/>
            <p:nvPr/>
          </p:nvGrpSpPr>
          <p:grpSpPr>
            <a:xfrm>
              <a:off x="4528287" y="3760352"/>
              <a:ext cx="451815" cy="274088"/>
              <a:chOff x="3170478" y="3444439"/>
              <a:chExt cx="451815" cy="274088"/>
            </a:xfrm>
          </p:grpSpPr>
          <p:sp>
            <p:nvSpPr>
              <p:cNvPr id="215" name="타원 214"/>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216" name="TextBox 215"/>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2008</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201" name="그룹 200"/>
            <p:cNvGrpSpPr/>
            <p:nvPr/>
          </p:nvGrpSpPr>
          <p:grpSpPr>
            <a:xfrm>
              <a:off x="5624153" y="3760352"/>
              <a:ext cx="451815" cy="274088"/>
              <a:chOff x="3170478" y="3444439"/>
              <a:chExt cx="451815" cy="274088"/>
            </a:xfrm>
          </p:grpSpPr>
          <p:sp>
            <p:nvSpPr>
              <p:cNvPr id="213" name="타원 212"/>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214" name="TextBox 213"/>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2010</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202" name="그룹 201"/>
            <p:cNvGrpSpPr/>
            <p:nvPr/>
          </p:nvGrpSpPr>
          <p:grpSpPr>
            <a:xfrm>
              <a:off x="6172086" y="3760352"/>
              <a:ext cx="451815" cy="274088"/>
              <a:chOff x="3170478" y="3444439"/>
              <a:chExt cx="451815" cy="274088"/>
            </a:xfrm>
          </p:grpSpPr>
          <p:sp>
            <p:nvSpPr>
              <p:cNvPr id="211" name="타원 210"/>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212" name="TextBox 211"/>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2011</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203" name="그룹 202"/>
            <p:cNvGrpSpPr/>
            <p:nvPr/>
          </p:nvGrpSpPr>
          <p:grpSpPr>
            <a:xfrm>
              <a:off x="6720019" y="3760352"/>
              <a:ext cx="451815" cy="274088"/>
              <a:chOff x="3170478" y="3444439"/>
              <a:chExt cx="451815" cy="274088"/>
            </a:xfrm>
          </p:grpSpPr>
          <p:sp>
            <p:nvSpPr>
              <p:cNvPr id="209" name="타원 208"/>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210" name="TextBox 209"/>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2012</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204" name="그룹 203"/>
            <p:cNvGrpSpPr/>
            <p:nvPr/>
          </p:nvGrpSpPr>
          <p:grpSpPr>
            <a:xfrm>
              <a:off x="7267952" y="3760352"/>
              <a:ext cx="451815" cy="274088"/>
              <a:chOff x="3170478" y="3444439"/>
              <a:chExt cx="451815" cy="274088"/>
            </a:xfrm>
          </p:grpSpPr>
          <p:sp>
            <p:nvSpPr>
              <p:cNvPr id="207" name="타원 206"/>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208" name="TextBox 207"/>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2013</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236" name="그룹 235"/>
            <p:cNvGrpSpPr/>
            <p:nvPr/>
          </p:nvGrpSpPr>
          <p:grpSpPr>
            <a:xfrm>
              <a:off x="7815885" y="3760352"/>
              <a:ext cx="451815" cy="274088"/>
              <a:chOff x="7815885" y="3760352"/>
              <a:chExt cx="451815" cy="274088"/>
            </a:xfrm>
          </p:grpSpPr>
          <p:sp>
            <p:nvSpPr>
              <p:cNvPr id="205" name="타원 204"/>
              <p:cNvSpPr/>
              <p:nvPr/>
            </p:nvSpPr>
            <p:spPr>
              <a:xfrm>
                <a:off x="8002829" y="3760352"/>
                <a:ext cx="77928" cy="77928"/>
              </a:xfrm>
              <a:prstGeom prst="ellipse">
                <a:avLst/>
              </a:prstGeom>
              <a:solidFill>
                <a:schemeClr val="accent1"/>
              </a:solidFill>
              <a:ln w="6350" cap="flat"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206" name="TextBox 205"/>
              <p:cNvSpPr txBox="1"/>
              <p:nvPr/>
            </p:nvSpPr>
            <p:spPr>
              <a:xfrm>
                <a:off x="7815885" y="3895941"/>
                <a:ext cx="451815" cy="138499"/>
              </a:xfrm>
              <a:prstGeom prst="rect">
                <a:avLst/>
              </a:prstGeom>
              <a:noFill/>
            </p:spPr>
            <p:txBody>
              <a:bodyPr wrap="square" lIns="0" tIns="0" rIns="0" bIns="0" rtlCol="0">
                <a:spAutoFit/>
              </a:bodyPr>
              <a:lstStyle/>
              <a:p>
                <a:pPr algn="ctr"/>
                <a:r>
                  <a:rPr lang="nb-NO" altLang="ko-KR" sz="900" b="1" dirty="0">
                    <a:gradFill>
                      <a:gsLst>
                        <a:gs pos="0">
                          <a:schemeClr val="accent1"/>
                        </a:gs>
                        <a:gs pos="100000">
                          <a:schemeClr val="accent1"/>
                        </a:gs>
                      </a:gsLst>
                      <a:lin ang="5400000" scaled="0"/>
                    </a:gradFill>
                    <a:latin typeface="Roboto Condensed Regular"/>
                    <a:ea typeface="Roboto Light" pitchFamily="2" charset="0"/>
                  </a:rPr>
                  <a:t>2014</a:t>
                </a:r>
                <a:endParaRPr lang="ko-KR" altLang="en-US" sz="900" b="1" dirty="0">
                  <a:gradFill>
                    <a:gsLst>
                      <a:gs pos="0">
                        <a:schemeClr val="accent1"/>
                      </a:gs>
                      <a:gs pos="100000">
                        <a:schemeClr val="accent1"/>
                      </a:gs>
                    </a:gsLst>
                    <a:lin ang="5400000" scaled="0"/>
                  </a:gradFill>
                </a:endParaRPr>
              </a:p>
            </p:txBody>
          </p:sp>
        </p:grpSp>
        <p:grpSp>
          <p:nvGrpSpPr>
            <p:cNvPr id="230" name="그룹 229"/>
            <p:cNvGrpSpPr/>
            <p:nvPr/>
          </p:nvGrpSpPr>
          <p:grpSpPr>
            <a:xfrm>
              <a:off x="3989695" y="3760352"/>
              <a:ext cx="451815" cy="274088"/>
              <a:chOff x="3170478" y="3444439"/>
              <a:chExt cx="451815" cy="274088"/>
            </a:xfrm>
          </p:grpSpPr>
          <p:sp>
            <p:nvSpPr>
              <p:cNvPr id="231" name="타원 230"/>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232" name="TextBox 231"/>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2007</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233" name="그룹 232"/>
            <p:cNvGrpSpPr/>
            <p:nvPr/>
          </p:nvGrpSpPr>
          <p:grpSpPr>
            <a:xfrm>
              <a:off x="5076220" y="3760352"/>
              <a:ext cx="451815" cy="274088"/>
              <a:chOff x="3170478" y="3444439"/>
              <a:chExt cx="451815" cy="274088"/>
            </a:xfrm>
          </p:grpSpPr>
          <p:sp>
            <p:nvSpPr>
              <p:cNvPr id="234" name="타원 233"/>
              <p:cNvSpPr/>
              <p:nvPr/>
            </p:nvSpPr>
            <p:spPr>
              <a:xfrm>
                <a:off x="3357422" y="3444439"/>
                <a:ext cx="77928" cy="77928"/>
              </a:xfrm>
              <a:prstGeom prst="ellipse">
                <a:avLst/>
              </a:prstGeom>
              <a:solidFill>
                <a:schemeClr val="accent3">
                  <a:lumMod val="65000"/>
                </a:schemeClr>
              </a:solidFill>
              <a:ln w="6350" cap="flat" cmpd="sng" algn="ctr">
                <a:solidFill>
                  <a:schemeClr val="accent3">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p>
            </p:txBody>
          </p:sp>
          <p:sp>
            <p:nvSpPr>
              <p:cNvPr id="235" name="TextBox 234"/>
              <p:cNvSpPr txBox="1"/>
              <p:nvPr/>
            </p:nvSpPr>
            <p:spPr>
              <a:xfrm>
                <a:off x="3170478" y="3580028"/>
                <a:ext cx="451815"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2009</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sp>
          <p:nvSpPr>
            <p:cNvPr id="258" name="TextBox 257"/>
            <p:cNvSpPr txBox="1"/>
            <p:nvPr/>
          </p:nvSpPr>
          <p:spPr>
            <a:xfrm>
              <a:off x="4415291" y="1753968"/>
              <a:ext cx="1597170" cy="339945"/>
            </a:xfrm>
            <a:prstGeom prst="rect">
              <a:avLst/>
            </a:prstGeom>
            <a:noFill/>
          </p:spPr>
          <p:txBody>
            <a:bodyPr wrap="square" lIns="0" tIns="0" rIns="0" bIns="0" rtlCol="0" anchor="ctr">
              <a:noAutofit/>
            </a:bodyPr>
            <a:lstStyle/>
            <a:p>
              <a:pPr lvl="0" algn="ctr"/>
              <a:r>
                <a:rPr lang="en-US" altLang="ko-KR" sz="1400" dirty="0">
                  <a:gradFill>
                    <a:gsLst>
                      <a:gs pos="0">
                        <a:schemeClr val="tx2"/>
                      </a:gs>
                      <a:gs pos="100000">
                        <a:schemeClr val="tx2"/>
                      </a:gs>
                    </a:gsLst>
                    <a:lin ang="0" scaled="1"/>
                  </a:gradFill>
                  <a:latin typeface="Bebas Neue"/>
                  <a:ea typeface="Roboto Condensed Regular"/>
                  <a:cs typeface="+mj-cs"/>
                </a:rPr>
                <a:t>We are the best company</a:t>
              </a:r>
              <a:endParaRPr lang="nb-NO" altLang="ko-KR" sz="1400" b="1" dirty="0">
                <a:gradFill>
                  <a:gsLst>
                    <a:gs pos="0">
                      <a:schemeClr val="tx2"/>
                    </a:gs>
                    <a:gs pos="100000">
                      <a:schemeClr val="tx2"/>
                    </a:gs>
                  </a:gsLst>
                  <a:lin ang="0" scaled="1"/>
                </a:gradFill>
                <a:latin typeface="Bebas Neue" pitchFamily="34" charset="0"/>
                <a:ea typeface="Roboto Light" pitchFamily="2" charset="0"/>
                <a:cs typeface="Roboto Condensed Regular"/>
              </a:endParaRPr>
            </a:p>
          </p:txBody>
        </p:sp>
      </p:grpSp>
      <p:sp>
        <p:nvSpPr>
          <p:cNvPr id="245" name="Freeform 6"/>
          <p:cNvSpPr>
            <a:spLocks/>
          </p:cNvSpPr>
          <p:nvPr/>
        </p:nvSpPr>
        <p:spPr bwMode="auto">
          <a:xfrm>
            <a:off x="5264771" y="1645139"/>
            <a:ext cx="1114548" cy="2080199"/>
          </a:xfrm>
          <a:custGeom>
            <a:avLst/>
            <a:gdLst>
              <a:gd name="T0" fmla="*/ 648 w 648"/>
              <a:gd name="T1" fmla="*/ 1082 h 1082"/>
              <a:gd name="T2" fmla="*/ 0 w 648"/>
              <a:gd name="T3" fmla="*/ 1082 h 1082"/>
              <a:gd name="T4" fmla="*/ 140 w 648"/>
              <a:gd name="T5" fmla="*/ 919 h 1082"/>
              <a:gd name="T6" fmla="*/ 324 w 648"/>
              <a:gd name="T7" fmla="*/ 0 h 1082"/>
              <a:gd name="T8" fmla="*/ 508 w 648"/>
              <a:gd name="T9" fmla="*/ 919 h 1082"/>
              <a:gd name="T10" fmla="*/ 648 w 648"/>
              <a:gd name="T11" fmla="*/ 1082 h 1082"/>
            </a:gdLst>
            <a:ahLst/>
            <a:cxnLst>
              <a:cxn ang="0">
                <a:pos x="T0" y="T1"/>
              </a:cxn>
              <a:cxn ang="0">
                <a:pos x="T2" y="T3"/>
              </a:cxn>
              <a:cxn ang="0">
                <a:pos x="T4" y="T5"/>
              </a:cxn>
              <a:cxn ang="0">
                <a:pos x="T6" y="T7"/>
              </a:cxn>
              <a:cxn ang="0">
                <a:pos x="T8" y="T9"/>
              </a:cxn>
              <a:cxn ang="0">
                <a:pos x="T10" y="T11"/>
              </a:cxn>
            </a:cxnLst>
            <a:rect l="0" t="0" r="r" b="b"/>
            <a:pathLst>
              <a:path w="648" h="1082">
                <a:moveTo>
                  <a:pt x="648" y="1082"/>
                </a:moveTo>
                <a:cubicBezTo>
                  <a:pt x="0" y="1082"/>
                  <a:pt x="0" y="1082"/>
                  <a:pt x="0" y="1082"/>
                </a:cubicBezTo>
                <a:cubicBezTo>
                  <a:pt x="4" y="1082"/>
                  <a:pt x="98" y="1080"/>
                  <a:pt x="140" y="919"/>
                </a:cubicBezTo>
                <a:cubicBezTo>
                  <a:pt x="182" y="755"/>
                  <a:pt x="223" y="0"/>
                  <a:pt x="324" y="0"/>
                </a:cubicBezTo>
                <a:cubicBezTo>
                  <a:pt x="425" y="0"/>
                  <a:pt x="466" y="755"/>
                  <a:pt x="508" y="919"/>
                </a:cubicBezTo>
                <a:cubicBezTo>
                  <a:pt x="550" y="1080"/>
                  <a:pt x="644" y="1082"/>
                  <a:pt x="648" y="108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21" name="Freeform 6"/>
          <p:cNvSpPr>
            <a:spLocks/>
          </p:cNvSpPr>
          <p:nvPr/>
        </p:nvSpPr>
        <p:spPr bwMode="auto">
          <a:xfrm>
            <a:off x="333375" y="3607286"/>
            <a:ext cx="1114548" cy="118048"/>
          </a:xfrm>
          <a:custGeom>
            <a:avLst/>
            <a:gdLst>
              <a:gd name="T0" fmla="*/ 648 w 648"/>
              <a:gd name="T1" fmla="*/ 1082 h 1082"/>
              <a:gd name="T2" fmla="*/ 0 w 648"/>
              <a:gd name="T3" fmla="*/ 1082 h 1082"/>
              <a:gd name="T4" fmla="*/ 140 w 648"/>
              <a:gd name="T5" fmla="*/ 919 h 1082"/>
              <a:gd name="T6" fmla="*/ 324 w 648"/>
              <a:gd name="T7" fmla="*/ 0 h 1082"/>
              <a:gd name="T8" fmla="*/ 508 w 648"/>
              <a:gd name="T9" fmla="*/ 919 h 1082"/>
              <a:gd name="T10" fmla="*/ 648 w 648"/>
              <a:gd name="T11" fmla="*/ 1082 h 1082"/>
            </a:gdLst>
            <a:ahLst/>
            <a:cxnLst>
              <a:cxn ang="0">
                <a:pos x="T0" y="T1"/>
              </a:cxn>
              <a:cxn ang="0">
                <a:pos x="T2" y="T3"/>
              </a:cxn>
              <a:cxn ang="0">
                <a:pos x="T4" y="T5"/>
              </a:cxn>
              <a:cxn ang="0">
                <a:pos x="T6" y="T7"/>
              </a:cxn>
              <a:cxn ang="0">
                <a:pos x="T8" y="T9"/>
              </a:cxn>
              <a:cxn ang="0">
                <a:pos x="T10" y="T11"/>
              </a:cxn>
            </a:cxnLst>
            <a:rect l="0" t="0" r="r" b="b"/>
            <a:pathLst>
              <a:path w="648" h="1082">
                <a:moveTo>
                  <a:pt x="648" y="1082"/>
                </a:moveTo>
                <a:cubicBezTo>
                  <a:pt x="0" y="1082"/>
                  <a:pt x="0" y="1082"/>
                  <a:pt x="0" y="1082"/>
                </a:cubicBezTo>
                <a:cubicBezTo>
                  <a:pt x="4" y="1082"/>
                  <a:pt x="98" y="1080"/>
                  <a:pt x="140" y="919"/>
                </a:cubicBezTo>
                <a:cubicBezTo>
                  <a:pt x="182" y="755"/>
                  <a:pt x="223" y="0"/>
                  <a:pt x="324" y="0"/>
                </a:cubicBezTo>
                <a:cubicBezTo>
                  <a:pt x="425" y="0"/>
                  <a:pt x="466" y="755"/>
                  <a:pt x="508" y="919"/>
                </a:cubicBezTo>
                <a:cubicBezTo>
                  <a:pt x="550" y="1080"/>
                  <a:pt x="644" y="1082"/>
                  <a:pt x="648" y="1082"/>
                </a:cubicBezTo>
                <a:close/>
              </a:path>
            </a:pathLst>
          </a:custGeom>
          <a:solidFill>
            <a:schemeClr val="accent4">
              <a:alpha val="3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37" name="Freeform 6"/>
          <p:cNvSpPr>
            <a:spLocks/>
          </p:cNvSpPr>
          <p:nvPr/>
        </p:nvSpPr>
        <p:spPr bwMode="auto">
          <a:xfrm>
            <a:off x="881308" y="3512036"/>
            <a:ext cx="1114548" cy="213298"/>
          </a:xfrm>
          <a:custGeom>
            <a:avLst/>
            <a:gdLst>
              <a:gd name="T0" fmla="*/ 648 w 648"/>
              <a:gd name="T1" fmla="*/ 1082 h 1082"/>
              <a:gd name="T2" fmla="*/ 0 w 648"/>
              <a:gd name="T3" fmla="*/ 1082 h 1082"/>
              <a:gd name="T4" fmla="*/ 140 w 648"/>
              <a:gd name="T5" fmla="*/ 919 h 1082"/>
              <a:gd name="T6" fmla="*/ 324 w 648"/>
              <a:gd name="T7" fmla="*/ 0 h 1082"/>
              <a:gd name="T8" fmla="*/ 508 w 648"/>
              <a:gd name="T9" fmla="*/ 919 h 1082"/>
              <a:gd name="T10" fmla="*/ 648 w 648"/>
              <a:gd name="T11" fmla="*/ 1082 h 1082"/>
            </a:gdLst>
            <a:ahLst/>
            <a:cxnLst>
              <a:cxn ang="0">
                <a:pos x="T0" y="T1"/>
              </a:cxn>
              <a:cxn ang="0">
                <a:pos x="T2" y="T3"/>
              </a:cxn>
              <a:cxn ang="0">
                <a:pos x="T4" y="T5"/>
              </a:cxn>
              <a:cxn ang="0">
                <a:pos x="T6" y="T7"/>
              </a:cxn>
              <a:cxn ang="0">
                <a:pos x="T8" y="T9"/>
              </a:cxn>
              <a:cxn ang="0">
                <a:pos x="T10" y="T11"/>
              </a:cxn>
            </a:cxnLst>
            <a:rect l="0" t="0" r="r" b="b"/>
            <a:pathLst>
              <a:path w="648" h="1082">
                <a:moveTo>
                  <a:pt x="648" y="1082"/>
                </a:moveTo>
                <a:cubicBezTo>
                  <a:pt x="0" y="1082"/>
                  <a:pt x="0" y="1082"/>
                  <a:pt x="0" y="1082"/>
                </a:cubicBezTo>
                <a:cubicBezTo>
                  <a:pt x="4" y="1082"/>
                  <a:pt x="98" y="1080"/>
                  <a:pt x="140" y="919"/>
                </a:cubicBezTo>
                <a:cubicBezTo>
                  <a:pt x="182" y="755"/>
                  <a:pt x="223" y="0"/>
                  <a:pt x="324" y="0"/>
                </a:cubicBezTo>
                <a:cubicBezTo>
                  <a:pt x="425" y="0"/>
                  <a:pt x="466" y="755"/>
                  <a:pt x="508" y="919"/>
                </a:cubicBezTo>
                <a:cubicBezTo>
                  <a:pt x="550" y="1080"/>
                  <a:pt x="644" y="1082"/>
                  <a:pt x="648" y="1082"/>
                </a:cubicBezTo>
                <a:close/>
              </a:path>
            </a:pathLst>
          </a:custGeom>
          <a:solidFill>
            <a:schemeClr val="accent4">
              <a:alpha val="3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38" name="Freeform 6"/>
          <p:cNvSpPr>
            <a:spLocks/>
          </p:cNvSpPr>
          <p:nvPr/>
        </p:nvSpPr>
        <p:spPr bwMode="auto">
          <a:xfrm>
            <a:off x="1429241" y="3404085"/>
            <a:ext cx="1114548" cy="321248"/>
          </a:xfrm>
          <a:custGeom>
            <a:avLst/>
            <a:gdLst>
              <a:gd name="T0" fmla="*/ 648 w 648"/>
              <a:gd name="T1" fmla="*/ 1082 h 1082"/>
              <a:gd name="T2" fmla="*/ 0 w 648"/>
              <a:gd name="T3" fmla="*/ 1082 h 1082"/>
              <a:gd name="T4" fmla="*/ 140 w 648"/>
              <a:gd name="T5" fmla="*/ 919 h 1082"/>
              <a:gd name="T6" fmla="*/ 324 w 648"/>
              <a:gd name="T7" fmla="*/ 0 h 1082"/>
              <a:gd name="T8" fmla="*/ 508 w 648"/>
              <a:gd name="T9" fmla="*/ 919 h 1082"/>
              <a:gd name="T10" fmla="*/ 648 w 648"/>
              <a:gd name="T11" fmla="*/ 1082 h 1082"/>
            </a:gdLst>
            <a:ahLst/>
            <a:cxnLst>
              <a:cxn ang="0">
                <a:pos x="T0" y="T1"/>
              </a:cxn>
              <a:cxn ang="0">
                <a:pos x="T2" y="T3"/>
              </a:cxn>
              <a:cxn ang="0">
                <a:pos x="T4" y="T5"/>
              </a:cxn>
              <a:cxn ang="0">
                <a:pos x="T6" y="T7"/>
              </a:cxn>
              <a:cxn ang="0">
                <a:pos x="T8" y="T9"/>
              </a:cxn>
              <a:cxn ang="0">
                <a:pos x="T10" y="T11"/>
              </a:cxn>
            </a:cxnLst>
            <a:rect l="0" t="0" r="r" b="b"/>
            <a:pathLst>
              <a:path w="648" h="1082">
                <a:moveTo>
                  <a:pt x="648" y="1082"/>
                </a:moveTo>
                <a:cubicBezTo>
                  <a:pt x="0" y="1082"/>
                  <a:pt x="0" y="1082"/>
                  <a:pt x="0" y="1082"/>
                </a:cubicBezTo>
                <a:cubicBezTo>
                  <a:pt x="4" y="1082"/>
                  <a:pt x="98" y="1080"/>
                  <a:pt x="140" y="919"/>
                </a:cubicBezTo>
                <a:cubicBezTo>
                  <a:pt x="182" y="755"/>
                  <a:pt x="223" y="0"/>
                  <a:pt x="324" y="0"/>
                </a:cubicBezTo>
                <a:cubicBezTo>
                  <a:pt x="425" y="0"/>
                  <a:pt x="466" y="755"/>
                  <a:pt x="508" y="919"/>
                </a:cubicBezTo>
                <a:cubicBezTo>
                  <a:pt x="550" y="1080"/>
                  <a:pt x="644" y="1082"/>
                  <a:pt x="648" y="1082"/>
                </a:cubicBezTo>
                <a:close/>
              </a:path>
            </a:pathLst>
          </a:custGeom>
          <a:solidFill>
            <a:schemeClr val="accent4">
              <a:alpha val="3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39" name="Freeform 6"/>
          <p:cNvSpPr>
            <a:spLocks/>
          </p:cNvSpPr>
          <p:nvPr/>
        </p:nvSpPr>
        <p:spPr bwMode="auto">
          <a:xfrm>
            <a:off x="1977174" y="3219938"/>
            <a:ext cx="1114548" cy="505399"/>
          </a:xfrm>
          <a:custGeom>
            <a:avLst/>
            <a:gdLst>
              <a:gd name="T0" fmla="*/ 648 w 648"/>
              <a:gd name="T1" fmla="*/ 1082 h 1082"/>
              <a:gd name="T2" fmla="*/ 0 w 648"/>
              <a:gd name="T3" fmla="*/ 1082 h 1082"/>
              <a:gd name="T4" fmla="*/ 140 w 648"/>
              <a:gd name="T5" fmla="*/ 919 h 1082"/>
              <a:gd name="T6" fmla="*/ 324 w 648"/>
              <a:gd name="T7" fmla="*/ 0 h 1082"/>
              <a:gd name="T8" fmla="*/ 508 w 648"/>
              <a:gd name="T9" fmla="*/ 919 h 1082"/>
              <a:gd name="T10" fmla="*/ 648 w 648"/>
              <a:gd name="T11" fmla="*/ 1082 h 1082"/>
            </a:gdLst>
            <a:ahLst/>
            <a:cxnLst>
              <a:cxn ang="0">
                <a:pos x="T0" y="T1"/>
              </a:cxn>
              <a:cxn ang="0">
                <a:pos x="T2" y="T3"/>
              </a:cxn>
              <a:cxn ang="0">
                <a:pos x="T4" y="T5"/>
              </a:cxn>
              <a:cxn ang="0">
                <a:pos x="T6" y="T7"/>
              </a:cxn>
              <a:cxn ang="0">
                <a:pos x="T8" y="T9"/>
              </a:cxn>
              <a:cxn ang="0">
                <a:pos x="T10" y="T11"/>
              </a:cxn>
            </a:cxnLst>
            <a:rect l="0" t="0" r="r" b="b"/>
            <a:pathLst>
              <a:path w="648" h="1082">
                <a:moveTo>
                  <a:pt x="648" y="1082"/>
                </a:moveTo>
                <a:cubicBezTo>
                  <a:pt x="0" y="1082"/>
                  <a:pt x="0" y="1082"/>
                  <a:pt x="0" y="1082"/>
                </a:cubicBezTo>
                <a:cubicBezTo>
                  <a:pt x="4" y="1082"/>
                  <a:pt x="98" y="1080"/>
                  <a:pt x="140" y="919"/>
                </a:cubicBezTo>
                <a:cubicBezTo>
                  <a:pt x="182" y="755"/>
                  <a:pt x="223" y="0"/>
                  <a:pt x="324" y="0"/>
                </a:cubicBezTo>
                <a:cubicBezTo>
                  <a:pt x="425" y="0"/>
                  <a:pt x="466" y="755"/>
                  <a:pt x="508" y="919"/>
                </a:cubicBezTo>
                <a:cubicBezTo>
                  <a:pt x="550" y="1080"/>
                  <a:pt x="644" y="1082"/>
                  <a:pt x="648" y="1082"/>
                </a:cubicBezTo>
                <a:close/>
              </a:path>
            </a:pathLst>
          </a:custGeom>
          <a:solidFill>
            <a:schemeClr val="accent4">
              <a:alpha val="3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40" name="Freeform 6"/>
          <p:cNvSpPr>
            <a:spLocks/>
          </p:cNvSpPr>
          <p:nvPr/>
        </p:nvSpPr>
        <p:spPr bwMode="auto">
          <a:xfrm>
            <a:off x="2525107" y="3016738"/>
            <a:ext cx="1114548" cy="708599"/>
          </a:xfrm>
          <a:custGeom>
            <a:avLst/>
            <a:gdLst>
              <a:gd name="T0" fmla="*/ 648 w 648"/>
              <a:gd name="T1" fmla="*/ 1082 h 1082"/>
              <a:gd name="T2" fmla="*/ 0 w 648"/>
              <a:gd name="T3" fmla="*/ 1082 h 1082"/>
              <a:gd name="T4" fmla="*/ 140 w 648"/>
              <a:gd name="T5" fmla="*/ 919 h 1082"/>
              <a:gd name="T6" fmla="*/ 324 w 648"/>
              <a:gd name="T7" fmla="*/ 0 h 1082"/>
              <a:gd name="T8" fmla="*/ 508 w 648"/>
              <a:gd name="T9" fmla="*/ 919 h 1082"/>
              <a:gd name="T10" fmla="*/ 648 w 648"/>
              <a:gd name="T11" fmla="*/ 1082 h 1082"/>
            </a:gdLst>
            <a:ahLst/>
            <a:cxnLst>
              <a:cxn ang="0">
                <a:pos x="T0" y="T1"/>
              </a:cxn>
              <a:cxn ang="0">
                <a:pos x="T2" y="T3"/>
              </a:cxn>
              <a:cxn ang="0">
                <a:pos x="T4" y="T5"/>
              </a:cxn>
              <a:cxn ang="0">
                <a:pos x="T6" y="T7"/>
              </a:cxn>
              <a:cxn ang="0">
                <a:pos x="T8" y="T9"/>
              </a:cxn>
              <a:cxn ang="0">
                <a:pos x="T10" y="T11"/>
              </a:cxn>
            </a:cxnLst>
            <a:rect l="0" t="0" r="r" b="b"/>
            <a:pathLst>
              <a:path w="648" h="1082">
                <a:moveTo>
                  <a:pt x="648" y="1082"/>
                </a:moveTo>
                <a:cubicBezTo>
                  <a:pt x="0" y="1082"/>
                  <a:pt x="0" y="1082"/>
                  <a:pt x="0" y="1082"/>
                </a:cubicBezTo>
                <a:cubicBezTo>
                  <a:pt x="4" y="1082"/>
                  <a:pt x="98" y="1080"/>
                  <a:pt x="140" y="919"/>
                </a:cubicBezTo>
                <a:cubicBezTo>
                  <a:pt x="182" y="755"/>
                  <a:pt x="223" y="0"/>
                  <a:pt x="324" y="0"/>
                </a:cubicBezTo>
                <a:cubicBezTo>
                  <a:pt x="425" y="0"/>
                  <a:pt x="466" y="755"/>
                  <a:pt x="508" y="919"/>
                </a:cubicBezTo>
                <a:cubicBezTo>
                  <a:pt x="550" y="1080"/>
                  <a:pt x="644" y="1082"/>
                  <a:pt x="648" y="1082"/>
                </a:cubicBezTo>
                <a:close/>
              </a:path>
            </a:pathLst>
          </a:custGeom>
          <a:solidFill>
            <a:schemeClr val="accent4">
              <a:alpha val="3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41" name="Freeform 6"/>
          <p:cNvSpPr>
            <a:spLocks/>
          </p:cNvSpPr>
          <p:nvPr/>
        </p:nvSpPr>
        <p:spPr bwMode="auto">
          <a:xfrm>
            <a:off x="3073040" y="2805026"/>
            <a:ext cx="1114548" cy="920308"/>
          </a:xfrm>
          <a:custGeom>
            <a:avLst/>
            <a:gdLst>
              <a:gd name="T0" fmla="*/ 648 w 648"/>
              <a:gd name="T1" fmla="*/ 1082 h 1082"/>
              <a:gd name="T2" fmla="*/ 0 w 648"/>
              <a:gd name="T3" fmla="*/ 1082 h 1082"/>
              <a:gd name="T4" fmla="*/ 140 w 648"/>
              <a:gd name="T5" fmla="*/ 919 h 1082"/>
              <a:gd name="T6" fmla="*/ 324 w 648"/>
              <a:gd name="T7" fmla="*/ 0 h 1082"/>
              <a:gd name="T8" fmla="*/ 508 w 648"/>
              <a:gd name="T9" fmla="*/ 919 h 1082"/>
              <a:gd name="T10" fmla="*/ 648 w 648"/>
              <a:gd name="T11" fmla="*/ 1082 h 1082"/>
            </a:gdLst>
            <a:ahLst/>
            <a:cxnLst>
              <a:cxn ang="0">
                <a:pos x="T0" y="T1"/>
              </a:cxn>
              <a:cxn ang="0">
                <a:pos x="T2" y="T3"/>
              </a:cxn>
              <a:cxn ang="0">
                <a:pos x="T4" y="T5"/>
              </a:cxn>
              <a:cxn ang="0">
                <a:pos x="T6" y="T7"/>
              </a:cxn>
              <a:cxn ang="0">
                <a:pos x="T8" y="T9"/>
              </a:cxn>
              <a:cxn ang="0">
                <a:pos x="T10" y="T11"/>
              </a:cxn>
            </a:cxnLst>
            <a:rect l="0" t="0" r="r" b="b"/>
            <a:pathLst>
              <a:path w="648" h="1082">
                <a:moveTo>
                  <a:pt x="648" y="1082"/>
                </a:moveTo>
                <a:cubicBezTo>
                  <a:pt x="0" y="1082"/>
                  <a:pt x="0" y="1082"/>
                  <a:pt x="0" y="1082"/>
                </a:cubicBezTo>
                <a:cubicBezTo>
                  <a:pt x="4" y="1082"/>
                  <a:pt x="98" y="1080"/>
                  <a:pt x="140" y="919"/>
                </a:cubicBezTo>
                <a:cubicBezTo>
                  <a:pt x="182" y="755"/>
                  <a:pt x="223" y="0"/>
                  <a:pt x="324" y="0"/>
                </a:cubicBezTo>
                <a:cubicBezTo>
                  <a:pt x="425" y="0"/>
                  <a:pt x="466" y="755"/>
                  <a:pt x="508" y="919"/>
                </a:cubicBezTo>
                <a:cubicBezTo>
                  <a:pt x="550" y="1080"/>
                  <a:pt x="644" y="1082"/>
                  <a:pt x="648" y="1082"/>
                </a:cubicBezTo>
                <a:close/>
              </a:path>
            </a:pathLst>
          </a:custGeom>
          <a:solidFill>
            <a:schemeClr val="accent4">
              <a:alpha val="3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42" name="Freeform 6"/>
          <p:cNvSpPr>
            <a:spLocks/>
          </p:cNvSpPr>
          <p:nvPr/>
        </p:nvSpPr>
        <p:spPr bwMode="auto">
          <a:xfrm>
            <a:off x="3620973" y="2623035"/>
            <a:ext cx="1114548" cy="1102298"/>
          </a:xfrm>
          <a:custGeom>
            <a:avLst/>
            <a:gdLst>
              <a:gd name="T0" fmla="*/ 648 w 648"/>
              <a:gd name="T1" fmla="*/ 1082 h 1082"/>
              <a:gd name="T2" fmla="*/ 0 w 648"/>
              <a:gd name="T3" fmla="*/ 1082 h 1082"/>
              <a:gd name="T4" fmla="*/ 140 w 648"/>
              <a:gd name="T5" fmla="*/ 919 h 1082"/>
              <a:gd name="T6" fmla="*/ 324 w 648"/>
              <a:gd name="T7" fmla="*/ 0 h 1082"/>
              <a:gd name="T8" fmla="*/ 508 w 648"/>
              <a:gd name="T9" fmla="*/ 919 h 1082"/>
              <a:gd name="T10" fmla="*/ 648 w 648"/>
              <a:gd name="T11" fmla="*/ 1082 h 1082"/>
            </a:gdLst>
            <a:ahLst/>
            <a:cxnLst>
              <a:cxn ang="0">
                <a:pos x="T0" y="T1"/>
              </a:cxn>
              <a:cxn ang="0">
                <a:pos x="T2" y="T3"/>
              </a:cxn>
              <a:cxn ang="0">
                <a:pos x="T4" y="T5"/>
              </a:cxn>
              <a:cxn ang="0">
                <a:pos x="T6" y="T7"/>
              </a:cxn>
              <a:cxn ang="0">
                <a:pos x="T8" y="T9"/>
              </a:cxn>
              <a:cxn ang="0">
                <a:pos x="T10" y="T11"/>
              </a:cxn>
            </a:cxnLst>
            <a:rect l="0" t="0" r="r" b="b"/>
            <a:pathLst>
              <a:path w="648" h="1082">
                <a:moveTo>
                  <a:pt x="648" y="1082"/>
                </a:moveTo>
                <a:cubicBezTo>
                  <a:pt x="0" y="1082"/>
                  <a:pt x="0" y="1082"/>
                  <a:pt x="0" y="1082"/>
                </a:cubicBezTo>
                <a:cubicBezTo>
                  <a:pt x="4" y="1082"/>
                  <a:pt x="98" y="1080"/>
                  <a:pt x="140" y="919"/>
                </a:cubicBezTo>
                <a:cubicBezTo>
                  <a:pt x="182" y="755"/>
                  <a:pt x="223" y="0"/>
                  <a:pt x="324" y="0"/>
                </a:cubicBezTo>
                <a:cubicBezTo>
                  <a:pt x="425" y="0"/>
                  <a:pt x="466" y="755"/>
                  <a:pt x="508" y="919"/>
                </a:cubicBezTo>
                <a:cubicBezTo>
                  <a:pt x="550" y="1080"/>
                  <a:pt x="644" y="1082"/>
                  <a:pt x="648" y="1082"/>
                </a:cubicBezTo>
                <a:close/>
              </a:path>
            </a:pathLst>
          </a:custGeom>
          <a:solidFill>
            <a:schemeClr val="accent4">
              <a:alpha val="3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43" name="Freeform 6"/>
          <p:cNvSpPr>
            <a:spLocks/>
          </p:cNvSpPr>
          <p:nvPr/>
        </p:nvSpPr>
        <p:spPr bwMode="auto">
          <a:xfrm>
            <a:off x="4168906" y="2394435"/>
            <a:ext cx="1114548" cy="1330898"/>
          </a:xfrm>
          <a:custGeom>
            <a:avLst/>
            <a:gdLst>
              <a:gd name="T0" fmla="*/ 648 w 648"/>
              <a:gd name="T1" fmla="*/ 1082 h 1082"/>
              <a:gd name="T2" fmla="*/ 0 w 648"/>
              <a:gd name="T3" fmla="*/ 1082 h 1082"/>
              <a:gd name="T4" fmla="*/ 140 w 648"/>
              <a:gd name="T5" fmla="*/ 919 h 1082"/>
              <a:gd name="T6" fmla="*/ 324 w 648"/>
              <a:gd name="T7" fmla="*/ 0 h 1082"/>
              <a:gd name="T8" fmla="*/ 508 w 648"/>
              <a:gd name="T9" fmla="*/ 919 h 1082"/>
              <a:gd name="T10" fmla="*/ 648 w 648"/>
              <a:gd name="T11" fmla="*/ 1082 h 1082"/>
            </a:gdLst>
            <a:ahLst/>
            <a:cxnLst>
              <a:cxn ang="0">
                <a:pos x="T0" y="T1"/>
              </a:cxn>
              <a:cxn ang="0">
                <a:pos x="T2" y="T3"/>
              </a:cxn>
              <a:cxn ang="0">
                <a:pos x="T4" y="T5"/>
              </a:cxn>
              <a:cxn ang="0">
                <a:pos x="T6" y="T7"/>
              </a:cxn>
              <a:cxn ang="0">
                <a:pos x="T8" y="T9"/>
              </a:cxn>
              <a:cxn ang="0">
                <a:pos x="T10" y="T11"/>
              </a:cxn>
            </a:cxnLst>
            <a:rect l="0" t="0" r="r" b="b"/>
            <a:pathLst>
              <a:path w="648" h="1082">
                <a:moveTo>
                  <a:pt x="648" y="1082"/>
                </a:moveTo>
                <a:cubicBezTo>
                  <a:pt x="0" y="1082"/>
                  <a:pt x="0" y="1082"/>
                  <a:pt x="0" y="1082"/>
                </a:cubicBezTo>
                <a:cubicBezTo>
                  <a:pt x="4" y="1082"/>
                  <a:pt x="98" y="1080"/>
                  <a:pt x="140" y="919"/>
                </a:cubicBezTo>
                <a:cubicBezTo>
                  <a:pt x="182" y="755"/>
                  <a:pt x="223" y="0"/>
                  <a:pt x="324" y="0"/>
                </a:cubicBezTo>
                <a:cubicBezTo>
                  <a:pt x="425" y="0"/>
                  <a:pt x="466" y="755"/>
                  <a:pt x="508" y="919"/>
                </a:cubicBezTo>
                <a:cubicBezTo>
                  <a:pt x="550" y="1080"/>
                  <a:pt x="644" y="1082"/>
                  <a:pt x="648" y="1082"/>
                </a:cubicBezTo>
                <a:close/>
              </a:path>
            </a:pathLst>
          </a:custGeom>
          <a:solidFill>
            <a:schemeClr val="accent4">
              <a:alpha val="3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44" name="Freeform 6"/>
          <p:cNvSpPr>
            <a:spLocks/>
          </p:cNvSpPr>
          <p:nvPr/>
        </p:nvSpPr>
        <p:spPr bwMode="auto">
          <a:xfrm>
            <a:off x="4716839" y="2159489"/>
            <a:ext cx="1114548" cy="1565849"/>
          </a:xfrm>
          <a:custGeom>
            <a:avLst/>
            <a:gdLst>
              <a:gd name="T0" fmla="*/ 648 w 648"/>
              <a:gd name="T1" fmla="*/ 1082 h 1082"/>
              <a:gd name="T2" fmla="*/ 0 w 648"/>
              <a:gd name="T3" fmla="*/ 1082 h 1082"/>
              <a:gd name="T4" fmla="*/ 140 w 648"/>
              <a:gd name="T5" fmla="*/ 919 h 1082"/>
              <a:gd name="T6" fmla="*/ 324 w 648"/>
              <a:gd name="T7" fmla="*/ 0 h 1082"/>
              <a:gd name="T8" fmla="*/ 508 w 648"/>
              <a:gd name="T9" fmla="*/ 919 h 1082"/>
              <a:gd name="T10" fmla="*/ 648 w 648"/>
              <a:gd name="T11" fmla="*/ 1082 h 1082"/>
            </a:gdLst>
            <a:ahLst/>
            <a:cxnLst>
              <a:cxn ang="0">
                <a:pos x="T0" y="T1"/>
              </a:cxn>
              <a:cxn ang="0">
                <a:pos x="T2" y="T3"/>
              </a:cxn>
              <a:cxn ang="0">
                <a:pos x="T4" y="T5"/>
              </a:cxn>
              <a:cxn ang="0">
                <a:pos x="T6" y="T7"/>
              </a:cxn>
              <a:cxn ang="0">
                <a:pos x="T8" y="T9"/>
              </a:cxn>
              <a:cxn ang="0">
                <a:pos x="T10" y="T11"/>
              </a:cxn>
            </a:cxnLst>
            <a:rect l="0" t="0" r="r" b="b"/>
            <a:pathLst>
              <a:path w="648" h="1082">
                <a:moveTo>
                  <a:pt x="648" y="1082"/>
                </a:moveTo>
                <a:cubicBezTo>
                  <a:pt x="0" y="1082"/>
                  <a:pt x="0" y="1082"/>
                  <a:pt x="0" y="1082"/>
                </a:cubicBezTo>
                <a:cubicBezTo>
                  <a:pt x="4" y="1082"/>
                  <a:pt x="98" y="1080"/>
                  <a:pt x="140" y="919"/>
                </a:cubicBezTo>
                <a:cubicBezTo>
                  <a:pt x="182" y="755"/>
                  <a:pt x="223" y="0"/>
                  <a:pt x="324" y="0"/>
                </a:cubicBezTo>
                <a:cubicBezTo>
                  <a:pt x="425" y="0"/>
                  <a:pt x="466" y="755"/>
                  <a:pt x="508" y="919"/>
                </a:cubicBezTo>
                <a:cubicBezTo>
                  <a:pt x="550" y="1080"/>
                  <a:pt x="644" y="1082"/>
                  <a:pt x="648" y="1082"/>
                </a:cubicBezTo>
                <a:close/>
              </a:path>
            </a:pathLst>
          </a:custGeom>
          <a:solidFill>
            <a:schemeClr val="accent4">
              <a:alpha val="3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 name="Title 10"/>
          <p:cNvSpPr>
            <a:spLocks noGrp="1"/>
          </p:cNvSpPr>
          <p:nvPr>
            <p:ph type="title"/>
          </p:nvPr>
        </p:nvSpPr>
        <p:spPr/>
        <p:txBody>
          <a:bodyPr/>
          <a:lstStyle/>
          <a:p>
            <a:r>
              <a:rPr lang="en-US" altLang="ko-KR" dirty="0"/>
              <a:t>Bar Chart</a:t>
            </a:r>
            <a:endParaRPr lang="en-US" dirty="0"/>
          </a:p>
        </p:txBody>
      </p:sp>
      <p:grpSp>
        <p:nvGrpSpPr>
          <p:cNvPr id="248" name="그룹 247"/>
          <p:cNvGrpSpPr/>
          <p:nvPr/>
        </p:nvGrpSpPr>
        <p:grpSpPr>
          <a:xfrm>
            <a:off x="706359" y="3232702"/>
            <a:ext cx="368580" cy="374587"/>
            <a:chOff x="2926106" y="3170455"/>
            <a:chExt cx="368580" cy="374587"/>
          </a:xfrm>
        </p:grpSpPr>
        <p:sp>
          <p:nvSpPr>
            <p:cNvPr id="246" name="TextBox 245"/>
            <p:cNvSpPr txBox="1">
              <a:spLocks/>
            </p:cNvSpPr>
            <p:nvPr/>
          </p:nvSpPr>
          <p:spPr>
            <a:xfrm>
              <a:off x="2926106" y="3170455"/>
              <a:ext cx="368580" cy="169277"/>
            </a:xfrm>
            <a:prstGeom prst="rect">
              <a:avLst/>
            </a:prstGeom>
            <a:noFill/>
          </p:spPr>
          <p:txBody>
            <a:bodyPr wrap="square" lIns="0" tIns="0" rIns="0" bIns="0" rtlCol="0">
              <a:spAutoFit/>
            </a:bodyPr>
            <a:lstStyle/>
            <a:p>
              <a:pPr algn="ctr"/>
              <a:r>
                <a:rPr lang="nb-NO" altLang="ko-KR" sz="11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20</a:t>
              </a:r>
              <a:endParaRPr lang="ko-KR" altLang="en-US" sz="1100" b="1" dirty="0">
                <a:gradFill>
                  <a:gsLst>
                    <a:gs pos="0">
                      <a:schemeClr val="tx2">
                        <a:alpha val="70000"/>
                      </a:schemeClr>
                    </a:gs>
                    <a:gs pos="100000">
                      <a:schemeClr val="tx2">
                        <a:alpha val="70000"/>
                      </a:schemeClr>
                    </a:gs>
                  </a:gsLst>
                  <a:lin ang="5400000" scaled="0"/>
                </a:gradFill>
              </a:endParaRPr>
            </a:p>
          </p:txBody>
        </p:sp>
        <p:cxnSp>
          <p:nvCxnSpPr>
            <p:cNvPr id="247" name="직선 연결선 246"/>
            <p:cNvCxnSpPr/>
            <p:nvPr/>
          </p:nvCxnSpPr>
          <p:spPr>
            <a:xfrm flipV="1">
              <a:off x="3110396" y="3359150"/>
              <a:ext cx="0" cy="185892"/>
            </a:xfrm>
            <a:prstGeom prst="line">
              <a:avLst/>
            </a:prstGeom>
            <a:ln w="9525" cap="rnd">
              <a:solidFill>
                <a:schemeClr val="tx2">
                  <a:alpha val="70000"/>
                </a:schemeClr>
              </a:solidFill>
              <a:prstDash val="sysDot"/>
              <a:headEnd type="oval" w="sm" len="sm"/>
              <a:tailEnd type="none"/>
            </a:ln>
          </p:spPr>
          <p:style>
            <a:lnRef idx="1">
              <a:schemeClr val="accent1"/>
            </a:lnRef>
            <a:fillRef idx="0">
              <a:schemeClr val="accent1"/>
            </a:fillRef>
            <a:effectRef idx="0">
              <a:schemeClr val="accent1"/>
            </a:effectRef>
            <a:fontRef idx="minor">
              <a:schemeClr val="tx1"/>
            </a:fontRef>
          </p:style>
        </p:cxnSp>
      </p:grpSp>
      <p:grpSp>
        <p:nvGrpSpPr>
          <p:cNvPr id="249" name="그룹 248"/>
          <p:cNvGrpSpPr/>
          <p:nvPr/>
        </p:nvGrpSpPr>
        <p:grpSpPr>
          <a:xfrm>
            <a:off x="5637756" y="1270552"/>
            <a:ext cx="368580" cy="374587"/>
            <a:chOff x="2926106" y="3170455"/>
            <a:chExt cx="368580" cy="374587"/>
          </a:xfrm>
        </p:grpSpPr>
        <p:sp>
          <p:nvSpPr>
            <p:cNvPr id="250" name="TextBox 249"/>
            <p:cNvSpPr txBox="1">
              <a:spLocks/>
            </p:cNvSpPr>
            <p:nvPr/>
          </p:nvSpPr>
          <p:spPr>
            <a:xfrm>
              <a:off x="2926106" y="3170455"/>
              <a:ext cx="368580" cy="169277"/>
            </a:xfrm>
            <a:prstGeom prst="rect">
              <a:avLst/>
            </a:prstGeom>
            <a:noFill/>
          </p:spPr>
          <p:txBody>
            <a:bodyPr wrap="square" lIns="0" tIns="0" rIns="0" bIns="0" rtlCol="0">
              <a:spAutoFit/>
            </a:bodyPr>
            <a:lstStyle/>
            <a:p>
              <a:pPr algn="ctr"/>
              <a:r>
                <a:rPr lang="nb-NO" altLang="ko-KR" sz="1100" b="1" dirty="0">
                  <a:gradFill>
                    <a:gsLst>
                      <a:gs pos="0">
                        <a:schemeClr val="accent1"/>
                      </a:gs>
                      <a:gs pos="100000">
                        <a:schemeClr val="accent1"/>
                      </a:gs>
                    </a:gsLst>
                    <a:lin ang="5400000" scaled="0"/>
                  </a:gradFill>
                  <a:latin typeface="Roboto Condensed Regular"/>
                  <a:ea typeface="Roboto Light" pitchFamily="2" charset="0"/>
                </a:rPr>
                <a:t>250</a:t>
              </a:r>
              <a:endParaRPr lang="ko-KR" altLang="en-US" sz="1100" b="1" dirty="0">
                <a:gradFill>
                  <a:gsLst>
                    <a:gs pos="0">
                      <a:schemeClr val="accent1"/>
                    </a:gs>
                    <a:gs pos="100000">
                      <a:schemeClr val="accent1"/>
                    </a:gs>
                  </a:gsLst>
                  <a:lin ang="5400000" scaled="0"/>
                </a:gradFill>
              </a:endParaRPr>
            </a:p>
          </p:txBody>
        </p:sp>
        <p:cxnSp>
          <p:nvCxnSpPr>
            <p:cNvPr id="251" name="직선 연결선 250"/>
            <p:cNvCxnSpPr/>
            <p:nvPr/>
          </p:nvCxnSpPr>
          <p:spPr>
            <a:xfrm flipV="1">
              <a:off x="3110396" y="3359150"/>
              <a:ext cx="0" cy="185892"/>
            </a:xfrm>
            <a:prstGeom prst="line">
              <a:avLst/>
            </a:prstGeom>
            <a:ln w="9525" cap="rnd">
              <a:solidFill>
                <a:schemeClr val="accent1">
                  <a:lumMod val="75000"/>
                </a:schemeClr>
              </a:solidFill>
              <a:prstDash val="sysDot"/>
              <a:headEnd type="oval" w="sm" len="sm"/>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518551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anim calcmode="lin" valueType="num">
                                      <p:cBhvr>
                                        <p:cTn id="8" dur="500" fill="hold"/>
                                        <p:tgtEl>
                                          <p:spTgt spid="73"/>
                                        </p:tgtEl>
                                        <p:attrNameLst>
                                          <p:attrName>ppt_x</p:attrName>
                                        </p:attrNameLst>
                                      </p:cBhvr>
                                      <p:tavLst>
                                        <p:tav tm="0">
                                          <p:val>
                                            <p:strVal val="#ppt_x"/>
                                          </p:val>
                                        </p:tav>
                                        <p:tav tm="100000">
                                          <p:val>
                                            <p:strVal val="#ppt_x"/>
                                          </p:val>
                                        </p:tav>
                                      </p:tavLst>
                                    </p:anim>
                                    <p:anim calcmode="lin" valueType="num">
                                      <p:cBhvr>
                                        <p:cTn id="9" dur="500" fill="hold"/>
                                        <p:tgtEl>
                                          <p:spTgt spid="7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7" presetClass="entr" presetSubtype="4" fill="hold" grpId="0" nodeType="afterEffect">
                                  <p:stCondLst>
                                    <p:cond delay="0"/>
                                  </p:stCondLst>
                                  <p:childTnLst>
                                    <p:set>
                                      <p:cBhvr>
                                        <p:cTn id="12" dur="1" fill="hold">
                                          <p:stCondLst>
                                            <p:cond delay="0"/>
                                          </p:stCondLst>
                                        </p:cTn>
                                        <p:tgtEl>
                                          <p:spTgt spid="221"/>
                                        </p:tgtEl>
                                        <p:attrNameLst>
                                          <p:attrName>style.visibility</p:attrName>
                                        </p:attrNameLst>
                                      </p:cBhvr>
                                      <p:to>
                                        <p:strVal val="visible"/>
                                      </p:to>
                                    </p:set>
                                    <p:anim calcmode="lin" valueType="num">
                                      <p:cBhvr>
                                        <p:cTn id="13" dur="500" fill="hold"/>
                                        <p:tgtEl>
                                          <p:spTgt spid="221"/>
                                        </p:tgtEl>
                                        <p:attrNameLst>
                                          <p:attrName>ppt_x</p:attrName>
                                        </p:attrNameLst>
                                      </p:cBhvr>
                                      <p:tavLst>
                                        <p:tav tm="0">
                                          <p:val>
                                            <p:strVal val="#ppt_x"/>
                                          </p:val>
                                        </p:tav>
                                        <p:tav tm="100000">
                                          <p:val>
                                            <p:strVal val="#ppt_x"/>
                                          </p:val>
                                        </p:tav>
                                      </p:tavLst>
                                    </p:anim>
                                    <p:anim calcmode="lin" valueType="num">
                                      <p:cBhvr>
                                        <p:cTn id="14" dur="500" fill="hold"/>
                                        <p:tgtEl>
                                          <p:spTgt spid="221"/>
                                        </p:tgtEl>
                                        <p:attrNameLst>
                                          <p:attrName>ppt_y</p:attrName>
                                        </p:attrNameLst>
                                      </p:cBhvr>
                                      <p:tavLst>
                                        <p:tav tm="0">
                                          <p:val>
                                            <p:strVal val="#ppt_y+#ppt_h/2"/>
                                          </p:val>
                                        </p:tav>
                                        <p:tav tm="100000">
                                          <p:val>
                                            <p:strVal val="#ppt_y"/>
                                          </p:val>
                                        </p:tav>
                                      </p:tavLst>
                                    </p:anim>
                                    <p:anim calcmode="lin" valueType="num">
                                      <p:cBhvr>
                                        <p:cTn id="15" dur="500" fill="hold"/>
                                        <p:tgtEl>
                                          <p:spTgt spid="221"/>
                                        </p:tgtEl>
                                        <p:attrNameLst>
                                          <p:attrName>ppt_w</p:attrName>
                                        </p:attrNameLst>
                                      </p:cBhvr>
                                      <p:tavLst>
                                        <p:tav tm="0">
                                          <p:val>
                                            <p:strVal val="#ppt_w"/>
                                          </p:val>
                                        </p:tav>
                                        <p:tav tm="100000">
                                          <p:val>
                                            <p:strVal val="#ppt_w"/>
                                          </p:val>
                                        </p:tav>
                                      </p:tavLst>
                                    </p:anim>
                                    <p:anim calcmode="lin" valueType="num">
                                      <p:cBhvr>
                                        <p:cTn id="16" dur="500" fill="hold"/>
                                        <p:tgtEl>
                                          <p:spTgt spid="221"/>
                                        </p:tgtEl>
                                        <p:attrNameLst>
                                          <p:attrName>ppt_h</p:attrName>
                                        </p:attrNameLst>
                                      </p:cBhvr>
                                      <p:tavLst>
                                        <p:tav tm="0">
                                          <p:val>
                                            <p:fltVal val="0"/>
                                          </p:val>
                                        </p:tav>
                                        <p:tav tm="100000">
                                          <p:val>
                                            <p:strVal val="#ppt_h"/>
                                          </p:val>
                                        </p:tav>
                                      </p:tavLst>
                                    </p:anim>
                                  </p:childTnLst>
                                </p:cTn>
                              </p:par>
                              <p:par>
                                <p:cTn id="17" presetID="47" presetClass="entr" presetSubtype="0" fill="hold" nodeType="withEffect">
                                  <p:stCondLst>
                                    <p:cond delay="0"/>
                                  </p:stCondLst>
                                  <p:childTnLst>
                                    <p:set>
                                      <p:cBhvr>
                                        <p:cTn id="18" dur="1" fill="hold">
                                          <p:stCondLst>
                                            <p:cond delay="0"/>
                                          </p:stCondLst>
                                        </p:cTn>
                                        <p:tgtEl>
                                          <p:spTgt spid="248"/>
                                        </p:tgtEl>
                                        <p:attrNameLst>
                                          <p:attrName>style.visibility</p:attrName>
                                        </p:attrNameLst>
                                      </p:cBhvr>
                                      <p:to>
                                        <p:strVal val="visible"/>
                                      </p:to>
                                    </p:set>
                                    <p:animEffect transition="in" filter="fade">
                                      <p:cBhvr>
                                        <p:cTn id="19" dur="500"/>
                                        <p:tgtEl>
                                          <p:spTgt spid="248"/>
                                        </p:tgtEl>
                                      </p:cBhvr>
                                    </p:animEffect>
                                    <p:anim calcmode="lin" valueType="num">
                                      <p:cBhvr>
                                        <p:cTn id="20" dur="500" fill="hold"/>
                                        <p:tgtEl>
                                          <p:spTgt spid="248"/>
                                        </p:tgtEl>
                                        <p:attrNameLst>
                                          <p:attrName>ppt_x</p:attrName>
                                        </p:attrNameLst>
                                      </p:cBhvr>
                                      <p:tavLst>
                                        <p:tav tm="0">
                                          <p:val>
                                            <p:strVal val="#ppt_x"/>
                                          </p:val>
                                        </p:tav>
                                        <p:tav tm="100000">
                                          <p:val>
                                            <p:strVal val="#ppt_x"/>
                                          </p:val>
                                        </p:tav>
                                      </p:tavLst>
                                    </p:anim>
                                    <p:anim calcmode="lin" valueType="num">
                                      <p:cBhvr>
                                        <p:cTn id="21" dur="500" fill="hold"/>
                                        <p:tgtEl>
                                          <p:spTgt spid="248"/>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17" presetClass="entr" presetSubtype="4" fill="hold" grpId="0" nodeType="afterEffect">
                                  <p:stCondLst>
                                    <p:cond delay="0"/>
                                  </p:stCondLst>
                                  <p:childTnLst>
                                    <p:set>
                                      <p:cBhvr>
                                        <p:cTn id="24" dur="1" fill="hold">
                                          <p:stCondLst>
                                            <p:cond delay="0"/>
                                          </p:stCondLst>
                                        </p:cTn>
                                        <p:tgtEl>
                                          <p:spTgt spid="237"/>
                                        </p:tgtEl>
                                        <p:attrNameLst>
                                          <p:attrName>style.visibility</p:attrName>
                                        </p:attrNameLst>
                                      </p:cBhvr>
                                      <p:to>
                                        <p:strVal val="visible"/>
                                      </p:to>
                                    </p:set>
                                    <p:anim calcmode="lin" valueType="num">
                                      <p:cBhvr>
                                        <p:cTn id="25" dur="500" fill="hold"/>
                                        <p:tgtEl>
                                          <p:spTgt spid="237"/>
                                        </p:tgtEl>
                                        <p:attrNameLst>
                                          <p:attrName>ppt_x</p:attrName>
                                        </p:attrNameLst>
                                      </p:cBhvr>
                                      <p:tavLst>
                                        <p:tav tm="0">
                                          <p:val>
                                            <p:strVal val="#ppt_x"/>
                                          </p:val>
                                        </p:tav>
                                        <p:tav tm="100000">
                                          <p:val>
                                            <p:strVal val="#ppt_x"/>
                                          </p:val>
                                        </p:tav>
                                      </p:tavLst>
                                    </p:anim>
                                    <p:anim calcmode="lin" valueType="num">
                                      <p:cBhvr>
                                        <p:cTn id="26" dur="500" fill="hold"/>
                                        <p:tgtEl>
                                          <p:spTgt spid="237"/>
                                        </p:tgtEl>
                                        <p:attrNameLst>
                                          <p:attrName>ppt_y</p:attrName>
                                        </p:attrNameLst>
                                      </p:cBhvr>
                                      <p:tavLst>
                                        <p:tav tm="0">
                                          <p:val>
                                            <p:strVal val="#ppt_y+#ppt_h/2"/>
                                          </p:val>
                                        </p:tav>
                                        <p:tav tm="100000">
                                          <p:val>
                                            <p:strVal val="#ppt_y"/>
                                          </p:val>
                                        </p:tav>
                                      </p:tavLst>
                                    </p:anim>
                                    <p:anim calcmode="lin" valueType="num">
                                      <p:cBhvr>
                                        <p:cTn id="27" dur="500" fill="hold"/>
                                        <p:tgtEl>
                                          <p:spTgt spid="237"/>
                                        </p:tgtEl>
                                        <p:attrNameLst>
                                          <p:attrName>ppt_w</p:attrName>
                                        </p:attrNameLst>
                                      </p:cBhvr>
                                      <p:tavLst>
                                        <p:tav tm="0">
                                          <p:val>
                                            <p:strVal val="#ppt_w"/>
                                          </p:val>
                                        </p:tav>
                                        <p:tav tm="100000">
                                          <p:val>
                                            <p:strVal val="#ppt_w"/>
                                          </p:val>
                                        </p:tav>
                                      </p:tavLst>
                                    </p:anim>
                                    <p:anim calcmode="lin" valueType="num">
                                      <p:cBhvr>
                                        <p:cTn id="28" dur="500" fill="hold"/>
                                        <p:tgtEl>
                                          <p:spTgt spid="237"/>
                                        </p:tgtEl>
                                        <p:attrNameLst>
                                          <p:attrName>ppt_h</p:attrName>
                                        </p:attrNameLst>
                                      </p:cBhvr>
                                      <p:tavLst>
                                        <p:tav tm="0">
                                          <p:val>
                                            <p:fltVal val="0"/>
                                          </p:val>
                                        </p:tav>
                                        <p:tav tm="100000">
                                          <p:val>
                                            <p:strVal val="#ppt_h"/>
                                          </p:val>
                                        </p:tav>
                                      </p:tavLst>
                                    </p:anim>
                                  </p:childTnLst>
                                </p:cTn>
                              </p:par>
                            </p:childTnLst>
                          </p:cTn>
                        </p:par>
                        <p:par>
                          <p:cTn id="29" fill="hold">
                            <p:stCondLst>
                              <p:cond delay="1500"/>
                            </p:stCondLst>
                            <p:childTnLst>
                              <p:par>
                                <p:cTn id="30" presetID="17" presetClass="entr" presetSubtype="4" fill="hold" grpId="0" nodeType="afterEffect">
                                  <p:stCondLst>
                                    <p:cond delay="0"/>
                                  </p:stCondLst>
                                  <p:childTnLst>
                                    <p:set>
                                      <p:cBhvr>
                                        <p:cTn id="31" dur="1" fill="hold">
                                          <p:stCondLst>
                                            <p:cond delay="0"/>
                                          </p:stCondLst>
                                        </p:cTn>
                                        <p:tgtEl>
                                          <p:spTgt spid="238"/>
                                        </p:tgtEl>
                                        <p:attrNameLst>
                                          <p:attrName>style.visibility</p:attrName>
                                        </p:attrNameLst>
                                      </p:cBhvr>
                                      <p:to>
                                        <p:strVal val="visible"/>
                                      </p:to>
                                    </p:set>
                                    <p:anim calcmode="lin" valueType="num">
                                      <p:cBhvr>
                                        <p:cTn id="32" dur="500" fill="hold"/>
                                        <p:tgtEl>
                                          <p:spTgt spid="238"/>
                                        </p:tgtEl>
                                        <p:attrNameLst>
                                          <p:attrName>ppt_x</p:attrName>
                                        </p:attrNameLst>
                                      </p:cBhvr>
                                      <p:tavLst>
                                        <p:tav tm="0">
                                          <p:val>
                                            <p:strVal val="#ppt_x"/>
                                          </p:val>
                                        </p:tav>
                                        <p:tav tm="100000">
                                          <p:val>
                                            <p:strVal val="#ppt_x"/>
                                          </p:val>
                                        </p:tav>
                                      </p:tavLst>
                                    </p:anim>
                                    <p:anim calcmode="lin" valueType="num">
                                      <p:cBhvr>
                                        <p:cTn id="33" dur="500" fill="hold"/>
                                        <p:tgtEl>
                                          <p:spTgt spid="238"/>
                                        </p:tgtEl>
                                        <p:attrNameLst>
                                          <p:attrName>ppt_y</p:attrName>
                                        </p:attrNameLst>
                                      </p:cBhvr>
                                      <p:tavLst>
                                        <p:tav tm="0">
                                          <p:val>
                                            <p:strVal val="#ppt_y+#ppt_h/2"/>
                                          </p:val>
                                        </p:tav>
                                        <p:tav tm="100000">
                                          <p:val>
                                            <p:strVal val="#ppt_y"/>
                                          </p:val>
                                        </p:tav>
                                      </p:tavLst>
                                    </p:anim>
                                    <p:anim calcmode="lin" valueType="num">
                                      <p:cBhvr>
                                        <p:cTn id="34" dur="500" fill="hold"/>
                                        <p:tgtEl>
                                          <p:spTgt spid="238"/>
                                        </p:tgtEl>
                                        <p:attrNameLst>
                                          <p:attrName>ppt_w</p:attrName>
                                        </p:attrNameLst>
                                      </p:cBhvr>
                                      <p:tavLst>
                                        <p:tav tm="0">
                                          <p:val>
                                            <p:strVal val="#ppt_w"/>
                                          </p:val>
                                        </p:tav>
                                        <p:tav tm="100000">
                                          <p:val>
                                            <p:strVal val="#ppt_w"/>
                                          </p:val>
                                        </p:tav>
                                      </p:tavLst>
                                    </p:anim>
                                    <p:anim calcmode="lin" valueType="num">
                                      <p:cBhvr>
                                        <p:cTn id="35" dur="500" fill="hold"/>
                                        <p:tgtEl>
                                          <p:spTgt spid="238"/>
                                        </p:tgtEl>
                                        <p:attrNameLst>
                                          <p:attrName>ppt_h</p:attrName>
                                        </p:attrNameLst>
                                      </p:cBhvr>
                                      <p:tavLst>
                                        <p:tav tm="0">
                                          <p:val>
                                            <p:fltVal val="0"/>
                                          </p:val>
                                        </p:tav>
                                        <p:tav tm="100000">
                                          <p:val>
                                            <p:strVal val="#ppt_h"/>
                                          </p:val>
                                        </p:tav>
                                      </p:tavLst>
                                    </p:anim>
                                  </p:childTnLst>
                                </p:cTn>
                              </p:par>
                            </p:childTnLst>
                          </p:cTn>
                        </p:par>
                        <p:par>
                          <p:cTn id="36" fill="hold">
                            <p:stCondLst>
                              <p:cond delay="2000"/>
                            </p:stCondLst>
                            <p:childTnLst>
                              <p:par>
                                <p:cTn id="37" presetID="17" presetClass="entr" presetSubtype="4" fill="hold" grpId="0" nodeType="afterEffect">
                                  <p:stCondLst>
                                    <p:cond delay="0"/>
                                  </p:stCondLst>
                                  <p:childTnLst>
                                    <p:set>
                                      <p:cBhvr>
                                        <p:cTn id="38" dur="1" fill="hold">
                                          <p:stCondLst>
                                            <p:cond delay="0"/>
                                          </p:stCondLst>
                                        </p:cTn>
                                        <p:tgtEl>
                                          <p:spTgt spid="239"/>
                                        </p:tgtEl>
                                        <p:attrNameLst>
                                          <p:attrName>style.visibility</p:attrName>
                                        </p:attrNameLst>
                                      </p:cBhvr>
                                      <p:to>
                                        <p:strVal val="visible"/>
                                      </p:to>
                                    </p:set>
                                    <p:anim calcmode="lin" valueType="num">
                                      <p:cBhvr>
                                        <p:cTn id="39" dur="500" fill="hold"/>
                                        <p:tgtEl>
                                          <p:spTgt spid="239"/>
                                        </p:tgtEl>
                                        <p:attrNameLst>
                                          <p:attrName>ppt_x</p:attrName>
                                        </p:attrNameLst>
                                      </p:cBhvr>
                                      <p:tavLst>
                                        <p:tav tm="0">
                                          <p:val>
                                            <p:strVal val="#ppt_x"/>
                                          </p:val>
                                        </p:tav>
                                        <p:tav tm="100000">
                                          <p:val>
                                            <p:strVal val="#ppt_x"/>
                                          </p:val>
                                        </p:tav>
                                      </p:tavLst>
                                    </p:anim>
                                    <p:anim calcmode="lin" valueType="num">
                                      <p:cBhvr>
                                        <p:cTn id="40" dur="500" fill="hold"/>
                                        <p:tgtEl>
                                          <p:spTgt spid="239"/>
                                        </p:tgtEl>
                                        <p:attrNameLst>
                                          <p:attrName>ppt_y</p:attrName>
                                        </p:attrNameLst>
                                      </p:cBhvr>
                                      <p:tavLst>
                                        <p:tav tm="0">
                                          <p:val>
                                            <p:strVal val="#ppt_y+#ppt_h/2"/>
                                          </p:val>
                                        </p:tav>
                                        <p:tav tm="100000">
                                          <p:val>
                                            <p:strVal val="#ppt_y"/>
                                          </p:val>
                                        </p:tav>
                                      </p:tavLst>
                                    </p:anim>
                                    <p:anim calcmode="lin" valueType="num">
                                      <p:cBhvr>
                                        <p:cTn id="41" dur="500" fill="hold"/>
                                        <p:tgtEl>
                                          <p:spTgt spid="239"/>
                                        </p:tgtEl>
                                        <p:attrNameLst>
                                          <p:attrName>ppt_w</p:attrName>
                                        </p:attrNameLst>
                                      </p:cBhvr>
                                      <p:tavLst>
                                        <p:tav tm="0">
                                          <p:val>
                                            <p:strVal val="#ppt_w"/>
                                          </p:val>
                                        </p:tav>
                                        <p:tav tm="100000">
                                          <p:val>
                                            <p:strVal val="#ppt_w"/>
                                          </p:val>
                                        </p:tav>
                                      </p:tavLst>
                                    </p:anim>
                                    <p:anim calcmode="lin" valueType="num">
                                      <p:cBhvr>
                                        <p:cTn id="42" dur="500" fill="hold"/>
                                        <p:tgtEl>
                                          <p:spTgt spid="239"/>
                                        </p:tgtEl>
                                        <p:attrNameLst>
                                          <p:attrName>ppt_h</p:attrName>
                                        </p:attrNameLst>
                                      </p:cBhvr>
                                      <p:tavLst>
                                        <p:tav tm="0">
                                          <p:val>
                                            <p:fltVal val="0"/>
                                          </p:val>
                                        </p:tav>
                                        <p:tav tm="100000">
                                          <p:val>
                                            <p:strVal val="#ppt_h"/>
                                          </p:val>
                                        </p:tav>
                                      </p:tavLst>
                                    </p:anim>
                                  </p:childTnLst>
                                </p:cTn>
                              </p:par>
                            </p:childTnLst>
                          </p:cTn>
                        </p:par>
                        <p:par>
                          <p:cTn id="43" fill="hold">
                            <p:stCondLst>
                              <p:cond delay="2500"/>
                            </p:stCondLst>
                            <p:childTnLst>
                              <p:par>
                                <p:cTn id="44" presetID="17" presetClass="entr" presetSubtype="4" fill="hold" grpId="0" nodeType="afterEffect">
                                  <p:stCondLst>
                                    <p:cond delay="0"/>
                                  </p:stCondLst>
                                  <p:childTnLst>
                                    <p:set>
                                      <p:cBhvr>
                                        <p:cTn id="45" dur="1" fill="hold">
                                          <p:stCondLst>
                                            <p:cond delay="0"/>
                                          </p:stCondLst>
                                        </p:cTn>
                                        <p:tgtEl>
                                          <p:spTgt spid="240"/>
                                        </p:tgtEl>
                                        <p:attrNameLst>
                                          <p:attrName>style.visibility</p:attrName>
                                        </p:attrNameLst>
                                      </p:cBhvr>
                                      <p:to>
                                        <p:strVal val="visible"/>
                                      </p:to>
                                    </p:set>
                                    <p:anim calcmode="lin" valueType="num">
                                      <p:cBhvr>
                                        <p:cTn id="46" dur="500" fill="hold"/>
                                        <p:tgtEl>
                                          <p:spTgt spid="240"/>
                                        </p:tgtEl>
                                        <p:attrNameLst>
                                          <p:attrName>ppt_x</p:attrName>
                                        </p:attrNameLst>
                                      </p:cBhvr>
                                      <p:tavLst>
                                        <p:tav tm="0">
                                          <p:val>
                                            <p:strVal val="#ppt_x"/>
                                          </p:val>
                                        </p:tav>
                                        <p:tav tm="100000">
                                          <p:val>
                                            <p:strVal val="#ppt_x"/>
                                          </p:val>
                                        </p:tav>
                                      </p:tavLst>
                                    </p:anim>
                                    <p:anim calcmode="lin" valueType="num">
                                      <p:cBhvr>
                                        <p:cTn id="47" dur="500" fill="hold"/>
                                        <p:tgtEl>
                                          <p:spTgt spid="240"/>
                                        </p:tgtEl>
                                        <p:attrNameLst>
                                          <p:attrName>ppt_y</p:attrName>
                                        </p:attrNameLst>
                                      </p:cBhvr>
                                      <p:tavLst>
                                        <p:tav tm="0">
                                          <p:val>
                                            <p:strVal val="#ppt_y+#ppt_h/2"/>
                                          </p:val>
                                        </p:tav>
                                        <p:tav tm="100000">
                                          <p:val>
                                            <p:strVal val="#ppt_y"/>
                                          </p:val>
                                        </p:tav>
                                      </p:tavLst>
                                    </p:anim>
                                    <p:anim calcmode="lin" valueType="num">
                                      <p:cBhvr>
                                        <p:cTn id="48" dur="500" fill="hold"/>
                                        <p:tgtEl>
                                          <p:spTgt spid="240"/>
                                        </p:tgtEl>
                                        <p:attrNameLst>
                                          <p:attrName>ppt_w</p:attrName>
                                        </p:attrNameLst>
                                      </p:cBhvr>
                                      <p:tavLst>
                                        <p:tav tm="0">
                                          <p:val>
                                            <p:strVal val="#ppt_w"/>
                                          </p:val>
                                        </p:tav>
                                        <p:tav tm="100000">
                                          <p:val>
                                            <p:strVal val="#ppt_w"/>
                                          </p:val>
                                        </p:tav>
                                      </p:tavLst>
                                    </p:anim>
                                    <p:anim calcmode="lin" valueType="num">
                                      <p:cBhvr>
                                        <p:cTn id="49" dur="500" fill="hold"/>
                                        <p:tgtEl>
                                          <p:spTgt spid="240"/>
                                        </p:tgtEl>
                                        <p:attrNameLst>
                                          <p:attrName>ppt_h</p:attrName>
                                        </p:attrNameLst>
                                      </p:cBhvr>
                                      <p:tavLst>
                                        <p:tav tm="0">
                                          <p:val>
                                            <p:fltVal val="0"/>
                                          </p:val>
                                        </p:tav>
                                        <p:tav tm="100000">
                                          <p:val>
                                            <p:strVal val="#ppt_h"/>
                                          </p:val>
                                        </p:tav>
                                      </p:tavLst>
                                    </p:anim>
                                  </p:childTnLst>
                                </p:cTn>
                              </p:par>
                            </p:childTnLst>
                          </p:cTn>
                        </p:par>
                        <p:par>
                          <p:cTn id="50" fill="hold">
                            <p:stCondLst>
                              <p:cond delay="3000"/>
                            </p:stCondLst>
                            <p:childTnLst>
                              <p:par>
                                <p:cTn id="51" presetID="17" presetClass="entr" presetSubtype="4" fill="hold" grpId="0" nodeType="afterEffect">
                                  <p:stCondLst>
                                    <p:cond delay="0"/>
                                  </p:stCondLst>
                                  <p:childTnLst>
                                    <p:set>
                                      <p:cBhvr>
                                        <p:cTn id="52" dur="1" fill="hold">
                                          <p:stCondLst>
                                            <p:cond delay="0"/>
                                          </p:stCondLst>
                                        </p:cTn>
                                        <p:tgtEl>
                                          <p:spTgt spid="241"/>
                                        </p:tgtEl>
                                        <p:attrNameLst>
                                          <p:attrName>style.visibility</p:attrName>
                                        </p:attrNameLst>
                                      </p:cBhvr>
                                      <p:to>
                                        <p:strVal val="visible"/>
                                      </p:to>
                                    </p:set>
                                    <p:anim calcmode="lin" valueType="num">
                                      <p:cBhvr>
                                        <p:cTn id="53" dur="500" fill="hold"/>
                                        <p:tgtEl>
                                          <p:spTgt spid="241"/>
                                        </p:tgtEl>
                                        <p:attrNameLst>
                                          <p:attrName>ppt_x</p:attrName>
                                        </p:attrNameLst>
                                      </p:cBhvr>
                                      <p:tavLst>
                                        <p:tav tm="0">
                                          <p:val>
                                            <p:strVal val="#ppt_x"/>
                                          </p:val>
                                        </p:tav>
                                        <p:tav tm="100000">
                                          <p:val>
                                            <p:strVal val="#ppt_x"/>
                                          </p:val>
                                        </p:tav>
                                      </p:tavLst>
                                    </p:anim>
                                    <p:anim calcmode="lin" valueType="num">
                                      <p:cBhvr>
                                        <p:cTn id="54" dur="500" fill="hold"/>
                                        <p:tgtEl>
                                          <p:spTgt spid="241"/>
                                        </p:tgtEl>
                                        <p:attrNameLst>
                                          <p:attrName>ppt_y</p:attrName>
                                        </p:attrNameLst>
                                      </p:cBhvr>
                                      <p:tavLst>
                                        <p:tav tm="0">
                                          <p:val>
                                            <p:strVal val="#ppt_y+#ppt_h/2"/>
                                          </p:val>
                                        </p:tav>
                                        <p:tav tm="100000">
                                          <p:val>
                                            <p:strVal val="#ppt_y"/>
                                          </p:val>
                                        </p:tav>
                                      </p:tavLst>
                                    </p:anim>
                                    <p:anim calcmode="lin" valueType="num">
                                      <p:cBhvr>
                                        <p:cTn id="55" dur="500" fill="hold"/>
                                        <p:tgtEl>
                                          <p:spTgt spid="241"/>
                                        </p:tgtEl>
                                        <p:attrNameLst>
                                          <p:attrName>ppt_w</p:attrName>
                                        </p:attrNameLst>
                                      </p:cBhvr>
                                      <p:tavLst>
                                        <p:tav tm="0">
                                          <p:val>
                                            <p:strVal val="#ppt_w"/>
                                          </p:val>
                                        </p:tav>
                                        <p:tav tm="100000">
                                          <p:val>
                                            <p:strVal val="#ppt_w"/>
                                          </p:val>
                                        </p:tav>
                                      </p:tavLst>
                                    </p:anim>
                                    <p:anim calcmode="lin" valueType="num">
                                      <p:cBhvr>
                                        <p:cTn id="56" dur="500" fill="hold"/>
                                        <p:tgtEl>
                                          <p:spTgt spid="241"/>
                                        </p:tgtEl>
                                        <p:attrNameLst>
                                          <p:attrName>ppt_h</p:attrName>
                                        </p:attrNameLst>
                                      </p:cBhvr>
                                      <p:tavLst>
                                        <p:tav tm="0">
                                          <p:val>
                                            <p:fltVal val="0"/>
                                          </p:val>
                                        </p:tav>
                                        <p:tav tm="100000">
                                          <p:val>
                                            <p:strVal val="#ppt_h"/>
                                          </p:val>
                                        </p:tav>
                                      </p:tavLst>
                                    </p:anim>
                                  </p:childTnLst>
                                </p:cTn>
                              </p:par>
                            </p:childTnLst>
                          </p:cTn>
                        </p:par>
                        <p:par>
                          <p:cTn id="57" fill="hold">
                            <p:stCondLst>
                              <p:cond delay="3500"/>
                            </p:stCondLst>
                            <p:childTnLst>
                              <p:par>
                                <p:cTn id="58" presetID="17" presetClass="entr" presetSubtype="4" fill="hold" grpId="0" nodeType="afterEffect">
                                  <p:stCondLst>
                                    <p:cond delay="0"/>
                                  </p:stCondLst>
                                  <p:childTnLst>
                                    <p:set>
                                      <p:cBhvr>
                                        <p:cTn id="59" dur="1" fill="hold">
                                          <p:stCondLst>
                                            <p:cond delay="0"/>
                                          </p:stCondLst>
                                        </p:cTn>
                                        <p:tgtEl>
                                          <p:spTgt spid="242"/>
                                        </p:tgtEl>
                                        <p:attrNameLst>
                                          <p:attrName>style.visibility</p:attrName>
                                        </p:attrNameLst>
                                      </p:cBhvr>
                                      <p:to>
                                        <p:strVal val="visible"/>
                                      </p:to>
                                    </p:set>
                                    <p:anim calcmode="lin" valueType="num">
                                      <p:cBhvr>
                                        <p:cTn id="60" dur="500" fill="hold"/>
                                        <p:tgtEl>
                                          <p:spTgt spid="242"/>
                                        </p:tgtEl>
                                        <p:attrNameLst>
                                          <p:attrName>ppt_x</p:attrName>
                                        </p:attrNameLst>
                                      </p:cBhvr>
                                      <p:tavLst>
                                        <p:tav tm="0">
                                          <p:val>
                                            <p:strVal val="#ppt_x"/>
                                          </p:val>
                                        </p:tav>
                                        <p:tav tm="100000">
                                          <p:val>
                                            <p:strVal val="#ppt_x"/>
                                          </p:val>
                                        </p:tav>
                                      </p:tavLst>
                                    </p:anim>
                                    <p:anim calcmode="lin" valueType="num">
                                      <p:cBhvr>
                                        <p:cTn id="61" dur="500" fill="hold"/>
                                        <p:tgtEl>
                                          <p:spTgt spid="242"/>
                                        </p:tgtEl>
                                        <p:attrNameLst>
                                          <p:attrName>ppt_y</p:attrName>
                                        </p:attrNameLst>
                                      </p:cBhvr>
                                      <p:tavLst>
                                        <p:tav tm="0">
                                          <p:val>
                                            <p:strVal val="#ppt_y+#ppt_h/2"/>
                                          </p:val>
                                        </p:tav>
                                        <p:tav tm="100000">
                                          <p:val>
                                            <p:strVal val="#ppt_y"/>
                                          </p:val>
                                        </p:tav>
                                      </p:tavLst>
                                    </p:anim>
                                    <p:anim calcmode="lin" valueType="num">
                                      <p:cBhvr>
                                        <p:cTn id="62" dur="500" fill="hold"/>
                                        <p:tgtEl>
                                          <p:spTgt spid="242"/>
                                        </p:tgtEl>
                                        <p:attrNameLst>
                                          <p:attrName>ppt_w</p:attrName>
                                        </p:attrNameLst>
                                      </p:cBhvr>
                                      <p:tavLst>
                                        <p:tav tm="0">
                                          <p:val>
                                            <p:strVal val="#ppt_w"/>
                                          </p:val>
                                        </p:tav>
                                        <p:tav tm="100000">
                                          <p:val>
                                            <p:strVal val="#ppt_w"/>
                                          </p:val>
                                        </p:tav>
                                      </p:tavLst>
                                    </p:anim>
                                    <p:anim calcmode="lin" valueType="num">
                                      <p:cBhvr>
                                        <p:cTn id="63" dur="500" fill="hold"/>
                                        <p:tgtEl>
                                          <p:spTgt spid="242"/>
                                        </p:tgtEl>
                                        <p:attrNameLst>
                                          <p:attrName>ppt_h</p:attrName>
                                        </p:attrNameLst>
                                      </p:cBhvr>
                                      <p:tavLst>
                                        <p:tav tm="0">
                                          <p:val>
                                            <p:fltVal val="0"/>
                                          </p:val>
                                        </p:tav>
                                        <p:tav tm="100000">
                                          <p:val>
                                            <p:strVal val="#ppt_h"/>
                                          </p:val>
                                        </p:tav>
                                      </p:tavLst>
                                    </p:anim>
                                  </p:childTnLst>
                                </p:cTn>
                              </p:par>
                            </p:childTnLst>
                          </p:cTn>
                        </p:par>
                        <p:par>
                          <p:cTn id="64" fill="hold">
                            <p:stCondLst>
                              <p:cond delay="4000"/>
                            </p:stCondLst>
                            <p:childTnLst>
                              <p:par>
                                <p:cTn id="65" presetID="17" presetClass="entr" presetSubtype="4" fill="hold" grpId="0" nodeType="afterEffect">
                                  <p:stCondLst>
                                    <p:cond delay="0"/>
                                  </p:stCondLst>
                                  <p:childTnLst>
                                    <p:set>
                                      <p:cBhvr>
                                        <p:cTn id="66" dur="1" fill="hold">
                                          <p:stCondLst>
                                            <p:cond delay="0"/>
                                          </p:stCondLst>
                                        </p:cTn>
                                        <p:tgtEl>
                                          <p:spTgt spid="243"/>
                                        </p:tgtEl>
                                        <p:attrNameLst>
                                          <p:attrName>style.visibility</p:attrName>
                                        </p:attrNameLst>
                                      </p:cBhvr>
                                      <p:to>
                                        <p:strVal val="visible"/>
                                      </p:to>
                                    </p:set>
                                    <p:anim calcmode="lin" valueType="num">
                                      <p:cBhvr>
                                        <p:cTn id="67" dur="500" fill="hold"/>
                                        <p:tgtEl>
                                          <p:spTgt spid="243"/>
                                        </p:tgtEl>
                                        <p:attrNameLst>
                                          <p:attrName>ppt_x</p:attrName>
                                        </p:attrNameLst>
                                      </p:cBhvr>
                                      <p:tavLst>
                                        <p:tav tm="0">
                                          <p:val>
                                            <p:strVal val="#ppt_x"/>
                                          </p:val>
                                        </p:tav>
                                        <p:tav tm="100000">
                                          <p:val>
                                            <p:strVal val="#ppt_x"/>
                                          </p:val>
                                        </p:tav>
                                      </p:tavLst>
                                    </p:anim>
                                    <p:anim calcmode="lin" valueType="num">
                                      <p:cBhvr>
                                        <p:cTn id="68" dur="500" fill="hold"/>
                                        <p:tgtEl>
                                          <p:spTgt spid="243"/>
                                        </p:tgtEl>
                                        <p:attrNameLst>
                                          <p:attrName>ppt_y</p:attrName>
                                        </p:attrNameLst>
                                      </p:cBhvr>
                                      <p:tavLst>
                                        <p:tav tm="0">
                                          <p:val>
                                            <p:strVal val="#ppt_y+#ppt_h/2"/>
                                          </p:val>
                                        </p:tav>
                                        <p:tav tm="100000">
                                          <p:val>
                                            <p:strVal val="#ppt_y"/>
                                          </p:val>
                                        </p:tav>
                                      </p:tavLst>
                                    </p:anim>
                                    <p:anim calcmode="lin" valueType="num">
                                      <p:cBhvr>
                                        <p:cTn id="69" dur="500" fill="hold"/>
                                        <p:tgtEl>
                                          <p:spTgt spid="243"/>
                                        </p:tgtEl>
                                        <p:attrNameLst>
                                          <p:attrName>ppt_w</p:attrName>
                                        </p:attrNameLst>
                                      </p:cBhvr>
                                      <p:tavLst>
                                        <p:tav tm="0">
                                          <p:val>
                                            <p:strVal val="#ppt_w"/>
                                          </p:val>
                                        </p:tav>
                                        <p:tav tm="100000">
                                          <p:val>
                                            <p:strVal val="#ppt_w"/>
                                          </p:val>
                                        </p:tav>
                                      </p:tavLst>
                                    </p:anim>
                                    <p:anim calcmode="lin" valueType="num">
                                      <p:cBhvr>
                                        <p:cTn id="70" dur="500" fill="hold"/>
                                        <p:tgtEl>
                                          <p:spTgt spid="243"/>
                                        </p:tgtEl>
                                        <p:attrNameLst>
                                          <p:attrName>ppt_h</p:attrName>
                                        </p:attrNameLst>
                                      </p:cBhvr>
                                      <p:tavLst>
                                        <p:tav tm="0">
                                          <p:val>
                                            <p:fltVal val="0"/>
                                          </p:val>
                                        </p:tav>
                                        <p:tav tm="100000">
                                          <p:val>
                                            <p:strVal val="#ppt_h"/>
                                          </p:val>
                                        </p:tav>
                                      </p:tavLst>
                                    </p:anim>
                                  </p:childTnLst>
                                </p:cTn>
                              </p:par>
                            </p:childTnLst>
                          </p:cTn>
                        </p:par>
                        <p:par>
                          <p:cTn id="71" fill="hold">
                            <p:stCondLst>
                              <p:cond delay="4500"/>
                            </p:stCondLst>
                            <p:childTnLst>
                              <p:par>
                                <p:cTn id="72" presetID="17" presetClass="entr" presetSubtype="4" fill="hold" grpId="0" nodeType="afterEffect">
                                  <p:stCondLst>
                                    <p:cond delay="0"/>
                                  </p:stCondLst>
                                  <p:childTnLst>
                                    <p:set>
                                      <p:cBhvr>
                                        <p:cTn id="73" dur="1" fill="hold">
                                          <p:stCondLst>
                                            <p:cond delay="0"/>
                                          </p:stCondLst>
                                        </p:cTn>
                                        <p:tgtEl>
                                          <p:spTgt spid="244"/>
                                        </p:tgtEl>
                                        <p:attrNameLst>
                                          <p:attrName>style.visibility</p:attrName>
                                        </p:attrNameLst>
                                      </p:cBhvr>
                                      <p:to>
                                        <p:strVal val="visible"/>
                                      </p:to>
                                    </p:set>
                                    <p:anim calcmode="lin" valueType="num">
                                      <p:cBhvr>
                                        <p:cTn id="74" dur="500" fill="hold"/>
                                        <p:tgtEl>
                                          <p:spTgt spid="244"/>
                                        </p:tgtEl>
                                        <p:attrNameLst>
                                          <p:attrName>ppt_x</p:attrName>
                                        </p:attrNameLst>
                                      </p:cBhvr>
                                      <p:tavLst>
                                        <p:tav tm="0">
                                          <p:val>
                                            <p:strVal val="#ppt_x"/>
                                          </p:val>
                                        </p:tav>
                                        <p:tav tm="100000">
                                          <p:val>
                                            <p:strVal val="#ppt_x"/>
                                          </p:val>
                                        </p:tav>
                                      </p:tavLst>
                                    </p:anim>
                                    <p:anim calcmode="lin" valueType="num">
                                      <p:cBhvr>
                                        <p:cTn id="75" dur="500" fill="hold"/>
                                        <p:tgtEl>
                                          <p:spTgt spid="244"/>
                                        </p:tgtEl>
                                        <p:attrNameLst>
                                          <p:attrName>ppt_y</p:attrName>
                                        </p:attrNameLst>
                                      </p:cBhvr>
                                      <p:tavLst>
                                        <p:tav tm="0">
                                          <p:val>
                                            <p:strVal val="#ppt_y+#ppt_h/2"/>
                                          </p:val>
                                        </p:tav>
                                        <p:tav tm="100000">
                                          <p:val>
                                            <p:strVal val="#ppt_y"/>
                                          </p:val>
                                        </p:tav>
                                      </p:tavLst>
                                    </p:anim>
                                    <p:anim calcmode="lin" valueType="num">
                                      <p:cBhvr>
                                        <p:cTn id="76" dur="500" fill="hold"/>
                                        <p:tgtEl>
                                          <p:spTgt spid="244"/>
                                        </p:tgtEl>
                                        <p:attrNameLst>
                                          <p:attrName>ppt_w</p:attrName>
                                        </p:attrNameLst>
                                      </p:cBhvr>
                                      <p:tavLst>
                                        <p:tav tm="0">
                                          <p:val>
                                            <p:strVal val="#ppt_w"/>
                                          </p:val>
                                        </p:tav>
                                        <p:tav tm="100000">
                                          <p:val>
                                            <p:strVal val="#ppt_w"/>
                                          </p:val>
                                        </p:tav>
                                      </p:tavLst>
                                    </p:anim>
                                    <p:anim calcmode="lin" valueType="num">
                                      <p:cBhvr>
                                        <p:cTn id="77" dur="500" fill="hold"/>
                                        <p:tgtEl>
                                          <p:spTgt spid="244"/>
                                        </p:tgtEl>
                                        <p:attrNameLst>
                                          <p:attrName>ppt_h</p:attrName>
                                        </p:attrNameLst>
                                      </p:cBhvr>
                                      <p:tavLst>
                                        <p:tav tm="0">
                                          <p:val>
                                            <p:fltVal val="0"/>
                                          </p:val>
                                        </p:tav>
                                        <p:tav tm="100000">
                                          <p:val>
                                            <p:strVal val="#ppt_h"/>
                                          </p:val>
                                        </p:tav>
                                      </p:tavLst>
                                    </p:anim>
                                  </p:childTnLst>
                                </p:cTn>
                              </p:par>
                            </p:childTnLst>
                          </p:cTn>
                        </p:par>
                        <p:par>
                          <p:cTn id="78" fill="hold">
                            <p:stCondLst>
                              <p:cond delay="5000"/>
                            </p:stCondLst>
                            <p:childTnLst>
                              <p:par>
                                <p:cTn id="79" presetID="17" presetClass="entr" presetSubtype="4" fill="hold" grpId="0" nodeType="afterEffect">
                                  <p:stCondLst>
                                    <p:cond delay="0"/>
                                  </p:stCondLst>
                                  <p:childTnLst>
                                    <p:set>
                                      <p:cBhvr>
                                        <p:cTn id="80" dur="1" fill="hold">
                                          <p:stCondLst>
                                            <p:cond delay="0"/>
                                          </p:stCondLst>
                                        </p:cTn>
                                        <p:tgtEl>
                                          <p:spTgt spid="245"/>
                                        </p:tgtEl>
                                        <p:attrNameLst>
                                          <p:attrName>style.visibility</p:attrName>
                                        </p:attrNameLst>
                                      </p:cBhvr>
                                      <p:to>
                                        <p:strVal val="visible"/>
                                      </p:to>
                                    </p:set>
                                    <p:anim calcmode="lin" valueType="num">
                                      <p:cBhvr>
                                        <p:cTn id="81" dur="500" fill="hold"/>
                                        <p:tgtEl>
                                          <p:spTgt spid="245"/>
                                        </p:tgtEl>
                                        <p:attrNameLst>
                                          <p:attrName>ppt_x</p:attrName>
                                        </p:attrNameLst>
                                      </p:cBhvr>
                                      <p:tavLst>
                                        <p:tav tm="0">
                                          <p:val>
                                            <p:strVal val="#ppt_x"/>
                                          </p:val>
                                        </p:tav>
                                        <p:tav tm="100000">
                                          <p:val>
                                            <p:strVal val="#ppt_x"/>
                                          </p:val>
                                        </p:tav>
                                      </p:tavLst>
                                    </p:anim>
                                    <p:anim calcmode="lin" valueType="num">
                                      <p:cBhvr>
                                        <p:cTn id="82" dur="500" fill="hold"/>
                                        <p:tgtEl>
                                          <p:spTgt spid="245"/>
                                        </p:tgtEl>
                                        <p:attrNameLst>
                                          <p:attrName>ppt_y</p:attrName>
                                        </p:attrNameLst>
                                      </p:cBhvr>
                                      <p:tavLst>
                                        <p:tav tm="0">
                                          <p:val>
                                            <p:strVal val="#ppt_y+#ppt_h/2"/>
                                          </p:val>
                                        </p:tav>
                                        <p:tav tm="100000">
                                          <p:val>
                                            <p:strVal val="#ppt_y"/>
                                          </p:val>
                                        </p:tav>
                                      </p:tavLst>
                                    </p:anim>
                                    <p:anim calcmode="lin" valueType="num">
                                      <p:cBhvr>
                                        <p:cTn id="83" dur="500" fill="hold"/>
                                        <p:tgtEl>
                                          <p:spTgt spid="245"/>
                                        </p:tgtEl>
                                        <p:attrNameLst>
                                          <p:attrName>ppt_w</p:attrName>
                                        </p:attrNameLst>
                                      </p:cBhvr>
                                      <p:tavLst>
                                        <p:tav tm="0">
                                          <p:val>
                                            <p:strVal val="#ppt_w"/>
                                          </p:val>
                                        </p:tav>
                                        <p:tav tm="100000">
                                          <p:val>
                                            <p:strVal val="#ppt_w"/>
                                          </p:val>
                                        </p:tav>
                                      </p:tavLst>
                                    </p:anim>
                                    <p:anim calcmode="lin" valueType="num">
                                      <p:cBhvr>
                                        <p:cTn id="84" dur="500" fill="hold"/>
                                        <p:tgtEl>
                                          <p:spTgt spid="245"/>
                                        </p:tgtEl>
                                        <p:attrNameLst>
                                          <p:attrName>ppt_h</p:attrName>
                                        </p:attrNameLst>
                                      </p:cBhvr>
                                      <p:tavLst>
                                        <p:tav tm="0">
                                          <p:val>
                                            <p:fltVal val="0"/>
                                          </p:val>
                                        </p:tav>
                                        <p:tav tm="100000">
                                          <p:val>
                                            <p:strVal val="#ppt_h"/>
                                          </p:val>
                                        </p:tav>
                                      </p:tavLst>
                                    </p:anim>
                                  </p:childTnLst>
                                </p:cTn>
                              </p:par>
                              <p:par>
                                <p:cTn id="85" presetID="47" presetClass="entr" presetSubtype="0" fill="hold" nodeType="withEffect">
                                  <p:stCondLst>
                                    <p:cond delay="0"/>
                                  </p:stCondLst>
                                  <p:childTnLst>
                                    <p:set>
                                      <p:cBhvr>
                                        <p:cTn id="86" dur="1" fill="hold">
                                          <p:stCondLst>
                                            <p:cond delay="0"/>
                                          </p:stCondLst>
                                        </p:cTn>
                                        <p:tgtEl>
                                          <p:spTgt spid="249"/>
                                        </p:tgtEl>
                                        <p:attrNameLst>
                                          <p:attrName>style.visibility</p:attrName>
                                        </p:attrNameLst>
                                      </p:cBhvr>
                                      <p:to>
                                        <p:strVal val="visible"/>
                                      </p:to>
                                    </p:set>
                                    <p:animEffect transition="in" filter="fade">
                                      <p:cBhvr>
                                        <p:cTn id="87" dur="500"/>
                                        <p:tgtEl>
                                          <p:spTgt spid="249"/>
                                        </p:tgtEl>
                                      </p:cBhvr>
                                    </p:animEffect>
                                    <p:anim calcmode="lin" valueType="num">
                                      <p:cBhvr>
                                        <p:cTn id="88" dur="500" fill="hold"/>
                                        <p:tgtEl>
                                          <p:spTgt spid="249"/>
                                        </p:tgtEl>
                                        <p:attrNameLst>
                                          <p:attrName>ppt_x</p:attrName>
                                        </p:attrNameLst>
                                      </p:cBhvr>
                                      <p:tavLst>
                                        <p:tav tm="0">
                                          <p:val>
                                            <p:strVal val="#ppt_x"/>
                                          </p:val>
                                        </p:tav>
                                        <p:tav tm="100000">
                                          <p:val>
                                            <p:strVal val="#ppt_x"/>
                                          </p:val>
                                        </p:tav>
                                      </p:tavLst>
                                    </p:anim>
                                    <p:anim calcmode="lin" valueType="num">
                                      <p:cBhvr>
                                        <p:cTn id="89" dur="500" fill="hold"/>
                                        <p:tgtEl>
                                          <p:spTgt spid="2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 grpId="0" animBg="1"/>
      <p:bldP spid="221" grpId="0" animBg="1"/>
      <p:bldP spid="237" grpId="0" animBg="1"/>
      <p:bldP spid="238" grpId="0" animBg="1"/>
      <p:bldP spid="239" grpId="0" animBg="1"/>
      <p:bldP spid="240" grpId="0" animBg="1"/>
      <p:bldP spid="241" grpId="0" animBg="1"/>
      <p:bldP spid="242" grpId="0" animBg="1"/>
      <p:bldP spid="243" grpId="0" animBg="1"/>
      <p:bldP spid="24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Bar Chart</a:t>
            </a:r>
            <a:endParaRPr lang="en-US" dirty="0"/>
          </a:p>
        </p:txBody>
      </p:sp>
      <p:sp>
        <p:nvSpPr>
          <p:cNvPr id="115" name="Freeform 79"/>
          <p:cNvSpPr>
            <a:spLocks/>
          </p:cNvSpPr>
          <p:nvPr/>
        </p:nvSpPr>
        <p:spPr bwMode="auto">
          <a:xfrm>
            <a:off x="4500563" y="3388327"/>
            <a:ext cx="806195" cy="279118"/>
          </a:xfrm>
          <a:custGeom>
            <a:avLst/>
            <a:gdLst>
              <a:gd name="T0" fmla="*/ 280 w 621"/>
              <a:gd name="T1" fmla="*/ 199 h 215"/>
              <a:gd name="T2" fmla="*/ 351 w 621"/>
              <a:gd name="T3" fmla="*/ 173 h 215"/>
              <a:gd name="T4" fmla="*/ 0 w 621"/>
              <a:gd name="T5" fmla="*/ 52 h 215"/>
              <a:gd name="T6" fmla="*/ 149 w 621"/>
              <a:gd name="T7" fmla="*/ 0 h 215"/>
              <a:gd name="T8" fmla="*/ 500 w 621"/>
              <a:gd name="T9" fmla="*/ 120 h 215"/>
              <a:gd name="T10" fmla="*/ 574 w 621"/>
              <a:gd name="T11" fmla="*/ 97 h 215"/>
              <a:gd name="T12" fmla="*/ 621 w 621"/>
              <a:gd name="T13" fmla="*/ 215 h 215"/>
              <a:gd name="T14" fmla="*/ 280 w 621"/>
              <a:gd name="T15" fmla="*/ 199 h 2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1" h="215">
                <a:moveTo>
                  <a:pt x="280" y="199"/>
                </a:moveTo>
                <a:lnTo>
                  <a:pt x="351" y="173"/>
                </a:lnTo>
                <a:lnTo>
                  <a:pt x="0" y="52"/>
                </a:lnTo>
                <a:lnTo>
                  <a:pt x="149" y="0"/>
                </a:lnTo>
                <a:lnTo>
                  <a:pt x="500" y="120"/>
                </a:lnTo>
                <a:lnTo>
                  <a:pt x="574" y="97"/>
                </a:lnTo>
                <a:lnTo>
                  <a:pt x="621" y="215"/>
                </a:lnTo>
                <a:lnTo>
                  <a:pt x="280" y="199"/>
                </a:lnTo>
                <a:close/>
              </a:path>
            </a:pathLst>
          </a:custGeom>
          <a:gradFill>
            <a:gsLst>
              <a:gs pos="15000">
                <a:schemeClr val="bg2"/>
              </a:gs>
              <a:gs pos="100000">
                <a:schemeClr val="accent1"/>
              </a:gs>
            </a:gsLst>
            <a:lin ang="3720000" scaled="0"/>
          </a:gradFill>
          <a:ln>
            <a:noFill/>
          </a:ln>
        </p:spPr>
        <p:txBody>
          <a:bodyPr vert="horz" wrap="square" lIns="91440" tIns="45720" rIns="91440" bIns="45720" numCol="1" anchor="t" anchorCtr="0" compatLnSpc="1">
            <a:prstTxWarp prst="textNoShape">
              <a:avLst/>
            </a:prstTxWarp>
          </a:bodyPr>
          <a:lstStyle/>
          <a:p>
            <a:endParaRPr lang="ko-KR" altLang="en-US" sz="2514" dirty="0">
              <a:gradFill>
                <a:gsLst>
                  <a:gs pos="0">
                    <a:schemeClr val="bg2">
                      <a:lumMod val="50000"/>
                      <a:lumOff val="50000"/>
                    </a:schemeClr>
                  </a:gs>
                  <a:gs pos="100000">
                    <a:schemeClr val="bg2">
                      <a:lumMod val="50000"/>
                      <a:lumOff val="50000"/>
                    </a:schemeClr>
                  </a:gs>
                </a:gsLst>
                <a:lin ang="5400000" scaled="0"/>
              </a:gradFill>
            </a:endParaRPr>
          </a:p>
        </p:txBody>
      </p:sp>
      <p:grpSp>
        <p:nvGrpSpPr>
          <p:cNvPr id="399" name="그룹 398"/>
          <p:cNvGrpSpPr/>
          <p:nvPr/>
        </p:nvGrpSpPr>
        <p:grpSpPr>
          <a:xfrm>
            <a:off x="3084205" y="1512400"/>
            <a:ext cx="1557865" cy="1918768"/>
            <a:chOff x="5553022" y="1366127"/>
            <a:chExt cx="1557865" cy="1918768"/>
          </a:xfrm>
        </p:grpSpPr>
        <p:grpSp>
          <p:nvGrpSpPr>
            <p:cNvPr id="166" name="그룹 165"/>
            <p:cNvGrpSpPr/>
            <p:nvPr/>
          </p:nvGrpSpPr>
          <p:grpSpPr>
            <a:xfrm>
              <a:off x="5553022" y="1366127"/>
              <a:ext cx="283013" cy="1474777"/>
              <a:chOff x="5754688" y="1217613"/>
              <a:chExt cx="346076" cy="1803400"/>
            </a:xfrm>
          </p:grpSpPr>
          <p:sp>
            <p:nvSpPr>
              <p:cNvPr id="116" name="Freeform 80"/>
              <p:cNvSpPr>
                <a:spLocks/>
              </p:cNvSpPr>
              <p:nvPr/>
            </p:nvSpPr>
            <p:spPr bwMode="auto">
              <a:xfrm>
                <a:off x="5754688" y="1300163"/>
                <a:ext cx="109538" cy="1720850"/>
              </a:xfrm>
              <a:custGeom>
                <a:avLst/>
                <a:gdLst>
                  <a:gd name="T0" fmla="*/ 69 w 69"/>
                  <a:gd name="T1" fmla="*/ 24 h 1084"/>
                  <a:gd name="T2" fmla="*/ 69 w 69"/>
                  <a:gd name="T3" fmla="*/ 1084 h 1084"/>
                  <a:gd name="T4" fmla="*/ 0 w 69"/>
                  <a:gd name="T5" fmla="*/ 1060 h 1084"/>
                  <a:gd name="T6" fmla="*/ 0 w 69"/>
                  <a:gd name="T7" fmla="*/ 0 h 1084"/>
                  <a:gd name="T8" fmla="*/ 69 w 69"/>
                  <a:gd name="T9" fmla="*/ 24 h 1084"/>
                </a:gdLst>
                <a:ahLst/>
                <a:cxnLst>
                  <a:cxn ang="0">
                    <a:pos x="T0" y="T1"/>
                  </a:cxn>
                  <a:cxn ang="0">
                    <a:pos x="T2" y="T3"/>
                  </a:cxn>
                  <a:cxn ang="0">
                    <a:pos x="T4" y="T5"/>
                  </a:cxn>
                  <a:cxn ang="0">
                    <a:pos x="T6" y="T7"/>
                  </a:cxn>
                  <a:cxn ang="0">
                    <a:pos x="T8" y="T9"/>
                  </a:cxn>
                </a:cxnLst>
                <a:rect l="0" t="0" r="r" b="b"/>
                <a:pathLst>
                  <a:path w="69" h="1084">
                    <a:moveTo>
                      <a:pt x="69" y="24"/>
                    </a:moveTo>
                    <a:lnTo>
                      <a:pt x="69" y="1084"/>
                    </a:lnTo>
                    <a:lnTo>
                      <a:pt x="0" y="1060"/>
                    </a:lnTo>
                    <a:lnTo>
                      <a:pt x="0" y="0"/>
                    </a:lnTo>
                    <a:lnTo>
                      <a:pt x="69" y="24"/>
                    </a:lnTo>
                    <a:close/>
                  </a:path>
                </a:pathLst>
              </a:custGeom>
              <a:gradFill>
                <a:gsLst>
                  <a:gs pos="0">
                    <a:schemeClr val="accent1">
                      <a:lumMod val="80000"/>
                      <a:lumOff val="20000"/>
                    </a:schemeClr>
                  </a:gs>
                  <a:gs pos="50000">
                    <a:schemeClr val="accent1"/>
                  </a:gs>
                  <a:gs pos="100000">
                    <a:schemeClr val="accent1"/>
                  </a:gs>
                </a:gsLst>
                <a:lin ang="2700000" scaled="0"/>
              </a:grad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17" name="Freeform 81"/>
              <p:cNvSpPr>
                <a:spLocks/>
              </p:cNvSpPr>
              <p:nvPr/>
            </p:nvSpPr>
            <p:spPr bwMode="auto">
              <a:xfrm>
                <a:off x="5754688" y="1217613"/>
                <a:ext cx="346075" cy="120650"/>
              </a:xfrm>
              <a:custGeom>
                <a:avLst/>
                <a:gdLst>
                  <a:gd name="T0" fmla="*/ 218 w 218"/>
                  <a:gd name="T1" fmla="*/ 24 h 76"/>
                  <a:gd name="T2" fmla="*/ 69 w 218"/>
                  <a:gd name="T3" fmla="*/ 76 h 76"/>
                  <a:gd name="T4" fmla="*/ 0 w 218"/>
                  <a:gd name="T5" fmla="*/ 52 h 76"/>
                  <a:gd name="T6" fmla="*/ 150 w 218"/>
                  <a:gd name="T7" fmla="*/ 0 h 76"/>
                  <a:gd name="T8" fmla="*/ 218 w 218"/>
                  <a:gd name="T9" fmla="*/ 24 h 76"/>
                </a:gdLst>
                <a:ahLst/>
                <a:cxnLst>
                  <a:cxn ang="0">
                    <a:pos x="T0" y="T1"/>
                  </a:cxn>
                  <a:cxn ang="0">
                    <a:pos x="T2" y="T3"/>
                  </a:cxn>
                  <a:cxn ang="0">
                    <a:pos x="T4" y="T5"/>
                  </a:cxn>
                  <a:cxn ang="0">
                    <a:pos x="T6" y="T7"/>
                  </a:cxn>
                  <a:cxn ang="0">
                    <a:pos x="T8" y="T9"/>
                  </a:cxn>
                </a:cxnLst>
                <a:rect l="0" t="0" r="r" b="b"/>
                <a:pathLst>
                  <a:path w="218" h="76">
                    <a:moveTo>
                      <a:pt x="218" y="24"/>
                    </a:moveTo>
                    <a:lnTo>
                      <a:pt x="69" y="76"/>
                    </a:lnTo>
                    <a:lnTo>
                      <a:pt x="0" y="52"/>
                    </a:lnTo>
                    <a:lnTo>
                      <a:pt x="150" y="0"/>
                    </a:lnTo>
                    <a:lnTo>
                      <a:pt x="218" y="24"/>
                    </a:lnTo>
                    <a:close/>
                  </a:path>
                </a:pathLst>
              </a:custGeom>
              <a:pattFill prst="dkUpDiag">
                <a:fgClr>
                  <a:schemeClr val="accent1">
                    <a:lumMod val="75000"/>
                  </a:schemeClr>
                </a:fgClr>
                <a:bgClr>
                  <a:schemeClr val="accent1"/>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18" name="Freeform 82"/>
              <p:cNvSpPr>
                <a:spLocks/>
              </p:cNvSpPr>
              <p:nvPr/>
            </p:nvSpPr>
            <p:spPr bwMode="auto">
              <a:xfrm>
                <a:off x="5864226" y="1253076"/>
                <a:ext cx="236538" cy="1765300"/>
              </a:xfrm>
              <a:custGeom>
                <a:avLst/>
                <a:gdLst>
                  <a:gd name="T0" fmla="*/ 149 w 149"/>
                  <a:gd name="T1" fmla="*/ 0 h 1112"/>
                  <a:gd name="T2" fmla="*/ 149 w 149"/>
                  <a:gd name="T3" fmla="*/ 1060 h 1112"/>
                  <a:gd name="T4" fmla="*/ 0 w 149"/>
                  <a:gd name="T5" fmla="*/ 1112 h 1112"/>
                  <a:gd name="T6" fmla="*/ 0 w 149"/>
                  <a:gd name="T7" fmla="*/ 52 h 1112"/>
                  <a:gd name="T8" fmla="*/ 149 w 149"/>
                  <a:gd name="T9" fmla="*/ 0 h 1112"/>
                </a:gdLst>
                <a:ahLst/>
                <a:cxnLst>
                  <a:cxn ang="0">
                    <a:pos x="T0" y="T1"/>
                  </a:cxn>
                  <a:cxn ang="0">
                    <a:pos x="T2" y="T3"/>
                  </a:cxn>
                  <a:cxn ang="0">
                    <a:pos x="T4" y="T5"/>
                  </a:cxn>
                  <a:cxn ang="0">
                    <a:pos x="T6" y="T7"/>
                  </a:cxn>
                  <a:cxn ang="0">
                    <a:pos x="T8" y="T9"/>
                  </a:cxn>
                </a:cxnLst>
                <a:rect l="0" t="0" r="r" b="b"/>
                <a:pathLst>
                  <a:path w="149" h="1112">
                    <a:moveTo>
                      <a:pt x="149" y="0"/>
                    </a:moveTo>
                    <a:lnTo>
                      <a:pt x="149" y="1060"/>
                    </a:lnTo>
                    <a:lnTo>
                      <a:pt x="0" y="1112"/>
                    </a:lnTo>
                    <a:lnTo>
                      <a:pt x="0" y="52"/>
                    </a:lnTo>
                    <a:lnTo>
                      <a:pt x="149" y="0"/>
                    </a:lnTo>
                    <a:close/>
                  </a:path>
                </a:pathLst>
              </a:custGeom>
              <a:pattFill prst="dkDnDiag">
                <a:fgClr>
                  <a:schemeClr val="accent1">
                    <a:lumMod val="75000"/>
                  </a:schemeClr>
                </a:fgClr>
                <a:bgClr>
                  <a:schemeClr val="accent1">
                    <a:lumMod val="50000"/>
                  </a:schemeClr>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80" name="그룹 179"/>
            <p:cNvGrpSpPr/>
            <p:nvPr/>
          </p:nvGrpSpPr>
          <p:grpSpPr>
            <a:xfrm>
              <a:off x="5694528" y="1415459"/>
              <a:ext cx="283012" cy="1474777"/>
              <a:chOff x="5927726" y="1277938"/>
              <a:chExt cx="346075" cy="1803400"/>
            </a:xfrm>
          </p:grpSpPr>
          <p:grpSp>
            <p:nvGrpSpPr>
              <p:cNvPr id="167" name="그룹 166"/>
              <p:cNvGrpSpPr/>
              <p:nvPr/>
            </p:nvGrpSpPr>
            <p:grpSpPr>
              <a:xfrm>
                <a:off x="5927726" y="1277938"/>
                <a:ext cx="346075" cy="1803400"/>
                <a:chOff x="5927726" y="1277938"/>
                <a:chExt cx="346075" cy="1803400"/>
              </a:xfrm>
            </p:grpSpPr>
            <p:sp>
              <p:nvSpPr>
                <p:cNvPr id="122" name="Freeform 86"/>
                <p:cNvSpPr>
                  <a:spLocks/>
                </p:cNvSpPr>
                <p:nvPr/>
              </p:nvSpPr>
              <p:spPr bwMode="auto">
                <a:xfrm>
                  <a:off x="5927726" y="1277938"/>
                  <a:ext cx="346075" cy="120650"/>
                </a:xfrm>
                <a:custGeom>
                  <a:avLst/>
                  <a:gdLst>
                    <a:gd name="T0" fmla="*/ 218 w 218"/>
                    <a:gd name="T1" fmla="*/ 24 h 76"/>
                    <a:gd name="T2" fmla="*/ 69 w 218"/>
                    <a:gd name="T3" fmla="*/ 76 h 76"/>
                    <a:gd name="T4" fmla="*/ 0 w 218"/>
                    <a:gd name="T5" fmla="*/ 52 h 76"/>
                    <a:gd name="T6" fmla="*/ 150 w 218"/>
                    <a:gd name="T7" fmla="*/ 0 h 76"/>
                    <a:gd name="T8" fmla="*/ 218 w 218"/>
                    <a:gd name="T9" fmla="*/ 24 h 76"/>
                  </a:gdLst>
                  <a:ahLst/>
                  <a:cxnLst>
                    <a:cxn ang="0">
                      <a:pos x="T0" y="T1"/>
                    </a:cxn>
                    <a:cxn ang="0">
                      <a:pos x="T2" y="T3"/>
                    </a:cxn>
                    <a:cxn ang="0">
                      <a:pos x="T4" y="T5"/>
                    </a:cxn>
                    <a:cxn ang="0">
                      <a:pos x="T6" y="T7"/>
                    </a:cxn>
                    <a:cxn ang="0">
                      <a:pos x="T8" y="T9"/>
                    </a:cxn>
                  </a:cxnLst>
                  <a:rect l="0" t="0" r="r" b="b"/>
                  <a:pathLst>
                    <a:path w="218" h="76">
                      <a:moveTo>
                        <a:pt x="218" y="24"/>
                      </a:moveTo>
                      <a:lnTo>
                        <a:pt x="69" y="76"/>
                      </a:lnTo>
                      <a:lnTo>
                        <a:pt x="0" y="52"/>
                      </a:lnTo>
                      <a:lnTo>
                        <a:pt x="150" y="0"/>
                      </a:lnTo>
                      <a:lnTo>
                        <a:pt x="218" y="24"/>
                      </a:lnTo>
                      <a:close/>
                    </a:path>
                  </a:pathLst>
                </a:custGeom>
                <a:pattFill prst="dkUpDiag">
                  <a:fgClr>
                    <a:schemeClr val="accent1">
                      <a:lumMod val="75000"/>
                    </a:schemeClr>
                  </a:fgClr>
                  <a:bgClr>
                    <a:schemeClr val="accent1"/>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23" name="Freeform 87"/>
                <p:cNvSpPr>
                  <a:spLocks/>
                </p:cNvSpPr>
                <p:nvPr/>
              </p:nvSpPr>
              <p:spPr bwMode="auto">
                <a:xfrm>
                  <a:off x="6037263" y="1316038"/>
                  <a:ext cx="236538" cy="1765300"/>
                </a:xfrm>
                <a:custGeom>
                  <a:avLst/>
                  <a:gdLst>
                    <a:gd name="T0" fmla="*/ 149 w 149"/>
                    <a:gd name="T1" fmla="*/ 0 h 1112"/>
                    <a:gd name="T2" fmla="*/ 149 w 149"/>
                    <a:gd name="T3" fmla="*/ 1060 h 1112"/>
                    <a:gd name="T4" fmla="*/ 0 w 149"/>
                    <a:gd name="T5" fmla="*/ 1112 h 1112"/>
                    <a:gd name="T6" fmla="*/ 0 w 149"/>
                    <a:gd name="T7" fmla="*/ 52 h 1112"/>
                    <a:gd name="T8" fmla="*/ 149 w 149"/>
                    <a:gd name="T9" fmla="*/ 0 h 1112"/>
                  </a:gdLst>
                  <a:ahLst/>
                  <a:cxnLst>
                    <a:cxn ang="0">
                      <a:pos x="T0" y="T1"/>
                    </a:cxn>
                    <a:cxn ang="0">
                      <a:pos x="T2" y="T3"/>
                    </a:cxn>
                    <a:cxn ang="0">
                      <a:pos x="T4" y="T5"/>
                    </a:cxn>
                    <a:cxn ang="0">
                      <a:pos x="T6" y="T7"/>
                    </a:cxn>
                    <a:cxn ang="0">
                      <a:pos x="T8" y="T9"/>
                    </a:cxn>
                  </a:cxnLst>
                  <a:rect l="0" t="0" r="r" b="b"/>
                  <a:pathLst>
                    <a:path w="149" h="1112">
                      <a:moveTo>
                        <a:pt x="149" y="0"/>
                      </a:moveTo>
                      <a:lnTo>
                        <a:pt x="149" y="1060"/>
                      </a:lnTo>
                      <a:lnTo>
                        <a:pt x="0" y="1112"/>
                      </a:lnTo>
                      <a:lnTo>
                        <a:pt x="0" y="52"/>
                      </a:lnTo>
                      <a:lnTo>
                        <a:pt x="149" y="0"/>
                      </a:lnTo>
                      <a:close/>
                    </a:path>
                  </a:pathLst>
                </a:custGeom>
                <a:pattFill prst="dkDnDiag">
                  <a:fgClr>
                    <a:schemeClr val="accent1">
                      <a:lumMod val="75000"/>
                    </a:schemeClr>
                  </a:fgClr>
                  <a:bgClr>
                    <a:schemeClr val="accent1">
                      <a:lumMod val="50000"/>
                    </a:schemeClr>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78" name="Freeform 85"/>
              <p:cNvSpPr>
                <a:spLocks/>
              </p:cNvSpPr>
              <p:nvPr/>
            </p:nvSpPr>
            <p:spPr bwMode="auto">
              <a:xfrm>
                <a:off x="5927726" y="1360488"/>
                <a:ext cx="109538" cy="1720850"/>
              </a:xfrm>
              <a:custGeom>
                <a:avLst/>
                <a:gdLst>
                  <a:gd name="T0" fmla="*/ 69 w 69"/>
                  <a:gd name="T1" fmla="*/ 24 h 1084"/>
                  <a:gd name="T2" fmla="*/ 69 w 69"/>
                  <a:gd name="T3" fmla="*/ 1084 h 1084"/>
                  <a:gd name="T4" fmla="*/ 0 w 69"/>
                  <a:gd name="T5" fmla="*/ 1060 h 1084"/>
                  <a:gd name="T6" fmla="*/ 0 w 69"/>
                  <a:gd name="T7" fmla="*/ 0 h 1084"/>
                  <a:gd name="T8" fmla="*/ 69 w 69"/>
                  <a:gd name="T9" fmla="*/ 24 h 1084"/>
                </a:gdLst>
                <a:ahLst/>
                <a:cxnLst>
                  <a:cxn ang="0">
                    <a:pos x="T0" y="T1"/>
                  </a:cxn>
                  <a:cxn ang="0">
                    <a:pos x="T2" y="T3"/>
                  </a:cxn>
                  <a:cxn ang="0">
                    <a:pos x="T4" y="T5"/>
                  </a:cxn>
                  <a:cxn ang="0">
                    <a:pos x="T6" y="T7"/>
                  </a:cxn>
                  <a:cxn ang="0">
                    <a:pos x="T8" y="T9"/>
                  </a:cxn>
                </a:cxnLst>
                <a:rect l="0" t="0" r="r" b="b"/>
                <a:pathLst>
                  <a:path w="69" h="1084">
                    <a:moveTo>
                      <a:pt x="69" y="24"/>
                    </a:moveTo>
                    <a:lnTo>
                      <a:pt x="69" y="1084"/>
                    </a:lnTo>
                    <a:lnTo>
                      <a:pt x="0" y="1060"/>
                    </a:lnTo>
                    <a:lnTo>
                      <a:pt x="0" y="0"/>
                    </a:lnTo>
                    <a:lnTo>
                      <a:pt x="69" y="24"/>
                    </a:lnTo>
                    <a:close/>
                  </a:path>
                </a:pathLst>
              </a:custGeom>
              <a:gradFill>
                <a:gsLst>
                  <a:gs pos="0">
                    <a:schemeClr val="accent1">
                      <a:lumMod val="80000"/>
                      <a:lumOff val="20000"/>
                    </a:schemeClr>
                  </a:gs>
                  <a:gs pos="50000">
                    <a:schemeClr val="accent1"/>
                  </a:gs>
                  <a:gs pos="100000">
                    <a:schemeClr val="accent1"/>
                  </a:gs>
                </a:gsLst>
                <a:lin ang="2700000" scaled="0"/>
              </a:grad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81" name="그룹 180"/>
            <p:cNvGrpSpPr/>
            <p:nvPr/>
          </p:nvGrpSpPr>
          <p:grpSpPr>
            <a:xfrm>
              <a:off x="5836034" y="1464792"/>
              <a:ext cx="284311" cy="1474777"/>
              <a:chOff x="6100763" y="1338263"/>
              <a:chExt cx="347663" cy="1803400"/>
            </a:xfrm>
          </p:grpSpPr>
          <p:grpSp>
            <p:nvGrpSpPr>
              <p:cNvPr id="168" name="그룹 167"/>
              <p:cNvGrpSpPr/>
              <p:nvPr/>
            </p:nvGrpSpPr>
            <p:grpSpPr>
              <a:xfrm>
                <a:off x="6100763" y="1338263"/>
                <a:ext cx="347663" cy="1803400"/>
                <a:chOff x="6100763" y="1338263"/>
                <a:chExt cx="347663" cy="1803400"/>
              </a:xfrm>
            </p:grpSpPr>
            <p:sp>
              <p:nvSpPr>
                <p:cNvPr id="127" name="Freeform 91"/>
                <p:cNvSpPr>
                  <a:spLocks/>
                </p:cNvSpPr>
                <p:nvPr/>
              </p:nvSpPr>
              <p:spPr bwMode="auto">
                <a:xfrm>
                  <a:off x="6100763" y="1338263"/>
                  <a:ext cx="347663" cy="120650"/>
                </a:xfrm>
                <a:custGeom>
                  <a:avLst/>
                  <a:gdLst>
                    <a:gd name="T0" fmla="*/ 219 w 219"/>
                    <a:gd name="T1" fmla="*/ 24 h 76"/>
                    <a:gd name="T2" fmla="*/ 69 w 219"/>
                    <a:gd name="T3" fmla="*/ 76 h 76"/>
                    <a:gd name="T4" fmla="*/ 0 w 219"/>
                    <a:gd name="T5" fmla="*/ 52 h 76"/>
                    <a:gd name="T6" fmla="*/ 150 w 219"/>
                    <a:gd name="T7" fmla="*/ 0 h 76"/>
                    <a:gd name="T8" fmla="*/ 219 w 219"/>
                    <a:gd name="T9" fmla="*/ 24 h 76"/>
                  </a:gdLst>
                  <a:ahLst/>
                  <a:cxnLst>
                    <a:cxn ang="0">
                      <a:pos x="T0" y="T1"/>
                    </a:cxn>
                    <a:cxn ang="0">
                      <a:pos x="T2" y="T3"/>
                    </a:cxn>
                    <a:cxn ang="0">
                      <a:pos x="T4" y="T5"/>
                    </a:cxn>
                    <a:cxn ang="0">
                      <a:pos x="T6" y="T7"/>
                    </a:cxn>
                    <a:cxn ang="0">
                      <a:pos x="T8" y="T9"/>
                    </a:cxn>
                  </a:cxnLst>
                  <a:rect l="0" t="0" r="r" b="b"/>
                  <a:pathLst>
                    <a:path w="219" h="76">
                      <a:moveTo>
                        <a:pt x="219" y="24"/>
                      </a:moveTo>
                      <a:lnTo>
                        <a:pt x="69" y="76"/>
                      </a:lnTo>
                      <a:lnTo>
                        <a:pt x="0" y="52"/>
                      </a:lnTo>
                      <a:lnTo>
                        <a:pt x="150" y="0"/>
                      </a:lnTo>
                      <a:lnTo>
                        <a:pt x="219" y="24"/>
                      </a:lnTo>
                      <a:close/>
                    </a:path>
                  </a:pathLst>
                </a:custGeom>
                <a:pattFill prst="dkUpDiag">
                  <a:fgClr>
                    <a:schemeClr val="accent1">
                      <a:lumMod val="75000"/>
                    </a:schemeClr>
                  </a:fgClr>
                  <a:bgClr>
                    <a:schemeClr val="accent1"/>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28" name="Freeform 92"/>
                <p:cNvSpPr>
                  <a:spLocks/>
                </p:cNvSpPr>
                <p:nvPr/>
              </p:nvSpPr>
              <p:spPr bwMode="auto">
                <a:xfrm>
                  <a:off x="6210301" y="1376363"/>
                  <a:ext cx="238125" cy="1765300"/>
                </a:xfrm>
                <a:custGeom>
                  <a:avLst/>
                  <a:gdLst>
                    <a:gd name="T0" fmla="*/ 150 w 150"/>
                    <a:gd name="T1" fmla="*/ 0 h 1112"/>
                    <a:gd name="T2" fmla="*/ 150 w 150"/>
                    <a:gd name="T3" fmla="*/ 1060 h 1112"/>
                    <a:gd name="T4" fmla="*/ 0 w 150"/>
                    <a:gd name="T5" fmla="*/ 1112 h 1112"/>
                    <a:gd name="T6" fmla="*/ 0 w 150"/>
                    <a:gd name="T7" fmla="*/ 52 h 1112"/>
                    <a:gd name="T8" fmla="*/ 150 w 150"/>
                    <a:gd name="T9" fmla="*/ 0 h 1112"/>
                  </a:gdLst>
                  <a:ahLst/>
                  <a:cxnLst>
                    <a:cxn ang="0">
                      <a:pos x="T0" y="T1"/>
                    </a:cxn>
                    <a:cxn ang="0">
                      <a:pos x="T2" y="T3"/>
                    </a:cxn>
                    <a:cxn ang="0">
                      <a:pos x="T4" y="T5"/>
                    </a:cxn>
                    <a:cxn ang="0">
                      <a:pos x="T6" y="T7"/>
                    </a:cxn>
                    <a:cxn ang="0">
                      <a:pos x="T8" y="T9"/>
                    </a:cxn>
                  </a:cxnLst>
                  <a:rect l="0" t="0" r="r" b="b"/>
                  <a:pathLst>
                    <a:path w="150" h="1112">
                      <a:moveTo>
                        <a:pt x="150" y="0"/>
                      </a:moveTo>
                      <a:lnTo>
                        <a:pt x="150" y="1060"/>
                      </a:lnTo>
                      <a:lnTo>
                        <a:pt x="0" y="1112"/>
                      </a:lnTo>
                      <a:lnTo>
                        <a:pt x="0" y="52"/>
                      </a:lnTo>
                      <a:lnTo>
                        <a:pt x="150" y="0"/>
                      </a:lnTo>
                      <a:close/>
                    </a:path>
                  </a:pathLst>
                </a:custGeom>
                <a:pattFill prst="dkDnDiag">
                  <a:fgClr>
                    <a:schemeClr val="accent1">
                      <a:lumMod val="75000"/>
                    </a:schemeClr>
                  </a:fgClr>
                  <a:bgClr>
                    <a:schemeClr val="accent1">
                      <a:lumMod val="50000"/>
                    </a:schemeClr>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79" name="Freeform 90"/>
              <p:cNvSpPr>
                <a:spLocks/>
              </p:cNvSpPr>
              <p:nvPr/>
            </p:nvSpPr>
            <p:spPr bwMode="auto">
              <a:xfrm>
                <a:off x="6100763" y="1420813"/>
                <a:ext cx="109538" cy="1720850"/>
              </a:xfrm>
              <a:custGeom>
                <a:avLst/>
                <a:gdLst>
                  <a:gd name="T0" fmla="*/ 69 w 69"/>
                  <a:gd name="T1" fmla="*/ 24 h 1084"/>
                  <a:gd name="T2" fmla="*/ 69 w 69"/>
                  <a:gd name="T3" fmla="*/ 1084 h 1084"/>
                  <a:gd name="T4" fmla="*/ 0 w 69"/>
                  <a:gd name="T5" fmla="*/ 1060 h 1084"/>
                  <a:gd name="T6" fmla="*/ 0 w 69"/>
                  <a:gd name="T7" fmla="*/ 0 h 1084"/>
                  <a:gd name="T8" fmla="*/ 69 w 69"/>
                  <a:gd name="T9" fmla="*/ 24 h 1084"/>
                </a:gdLst>
                <a:ahLst/>
                <a:cxnLst>
                  <a:cxn ang="0">
                    <a:pos x="T0" y="T1"/>
                  </a:cxn>
                  <a:cxn ang="0">
                    <a:pos x="T2" y="T3"/>
                  </a:cxn>
                  <a:cxn ang="0">
                    <a:pos x="T4" y="T5"/>
                  </a:cxn>
                  <a:cxn ang="0">
                    <a:pos x="T6" y="T7"/>
                  </a:cxn>
                  <a:cxn ang="0">
                    <a:pos x="T8" y="T9"/>
                  </a:cxn>
                </a:cxnLst>
                <a:rect l="0" t="0" r="r" b="b"/>
                <a:pathLst>
                  <a:path w="69" h="1084">
                    <a:moveTo>
                      <a:pt x="69" y="24"/>
                    </a:moveTo>
                    <a:lnTo>
                      <a:pt x="69" y="1084"/>
                    </a:lnTo>
                    <a:lnTo>
                      <a:pt x="0" y="1060"/>
                    </a:lnTo>
                    <a:lnTo>
                      <a:pt x="0" y="0"/>
                    </a:lnTo>
                    <a:lnTo>
                      <a:pt x="69" y="24"/>
                    </a:lnTo>
                    <a:close/>
                  </a:path>
                </a:pathLst>
              </a:custGeom>
              <a:gradFill>
                <a:gsLst>
                  <a:gs pos="0">
                    <a:schemeClr val="accent1">
                      <a:lumMod val="80000"/>
                      <a:lumOff val="20000"/>
                    </a:schemeClr>
                  </a:gs>
                  <a:gs pos="50000">
                    <a:schemeClr val="accent1"/>
                  </a:gs>
                  <a:gs pos="100000">
                    <a:schemeClr val="accent1"/>
                  </a:gs>
                </a:gsLst>
                <a:lin ang="2700000" scaled="0"/>
              </a:grad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83" name="그룹 182"/>
            <p:cNvGrpSpPr/>
            <p:nvPr/>
          </p:nvGrpSpPr>
          <p:grpSpPr>
            <a:xfrm>
              <a:off x="5977540" y="1514124"/>
              <a:ext cx="284311" cy="1474777"/>
              <a:chOff x="6273801" y="1398588"/>
              <a:chExt cx="347663" cy="1803400"/>
            </a:xfrm>
          </p:grpSpPr>
          <p:grpSp>
            <p:nvGrpSpPr>
              <p:cNvPr id="169" name="그룹 168"/>
              <p:cNvGrpSpPr/>
              <p:nvPr/>
            </p:nvGrpSpPr>
            <p:grpSpPr>
              <a:xfrm>
                <a:off x="6273801" y="1398588"/>
                <a:ext cx="347663" cy="1803400"/>
                <a:chOff x="6273801" y="1398588"/>
                <a:chExt cx="347663" cy="1803400"/>
              </a:xfrm>
            </p:grpSpPr>
            <p:sp>
              <p:nvSpPr>
                <p:cNvPr id="132" name="Freeform 96"/>
                <p:cNvSpPr>
                  <a:spLocks/>
                </p:cNvSpPr>
                <p:nvPr/>
              </p:nvSpPr>
              <p:spPr bwMode="auto">
                <a:xfrm>
                  <a:off x="6273801" y="1398588"/>
                  <a:ext cx="347663" cy="120650"/>
                </a:xfrm>
                <a:custGeom>
                  <a:avLst/>
                  <a:gdLst>
                    <a:gd name="T0" fmla="*/ 219 w 219"/>
                    <a:gd name="T1" fmla="*/ 24 h 76"/>
                    <a:gd name="T2" fmla="*/ 69 w 219"/>
                    <a:gd name="T3" fmla="*/ 76 h 76"/>
                    <a:gd name="T4" fmla="*/ 0 w 219"/>
                    <a:gd name="T5" fmla="*/ 52 h 76"/>
                    <a:gd name="T6" fmla="*/ 150 w 219"/>
                    <a:gd name="T7" fmla="*/ 0 h 76"/>
                    <a:gd name="T8" fmla="*/ 219 w 219"/>
                    <a:gd name="T9" fmla="*/ 24 h 76"/>
                  </a:gdLst>
                  <a:ahLst/>
                  <a:cxnLst>
                    <a:cxn ang="0">
                      <a:pos x="T0" y="T1"/>
                    </a:cxn>
                    <a:cxn ang="0">
                      <a:pos x="T2" y="T3"/>
                    </a:cxn>
                    <a:cxn ang="0">
                      <a:pos x="T4" y="T5"/>
                    </a:cxn>
                    <a:cxn ang="0">
                      <a:pos x="T6" y="T7"/>
                    </a:cxn>
                    <a:cxn ang="0">
                      <a:pos x="T8" y="T9"/>
                    </a:cxn>
                  </a:cxnLst>
                  <a:rect l="0" t="0" r="r" b="b"/>
                  <a:pathLst>
                    <a:path w="219" h="76">
                      <a:moveTo>
                        <a:pt x="219" y="24"/>
                      </a:moveTo>
                      <a:lnTo>
                        <a:pt x="69" y="76"/>
                      </a:lnTo>
                      <a:lnTo>
                        <a:pt x="0" y="52"/>
                      </a:lnTo>
                      <a:lnTo>
                        <a:pt x="150" y="0"/>
                      </a:lnTo>
                      <a:lnTo>
                        <a:pt x="219" y="24"/>
                      </a:lnTo>
                      <a:close/>
                    </a:path>
                  </a:pathLst>
                </a:custGeom>
                <a:pattFill prst="dkUpDiag">
                  <a:fgClr>
                    <a:schemeClr val="accent1">
                      <a:lumMod val="75000"/>
                    </a:schemeClr>
                  </a:fgClr>
                  <a:bgClr>
                    <a:schemeClr val="accent1"/>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33" name="Freeform 97"/>
                <p:cNvSpPr>
                  <a:spLocks/>
                </p:cNvSpPr>
                <p:nvPr/>
              </p:nvSpPr>
              <p:spPr bwMode="auto">
                <a:xfrm>
                  <a:off x="6383338" y="1436688"/>
                  <a:ext cx="238125" cy="1765300"/>
                </a:xfrm>
                <a:custGeom>
                  <a:avLst/>
                  <a:gdLst>
                    <a:gd name="T0" fmla="*/ 150 w 150"/>
                    <a:gd name="T1" fmla="*/ 0 h 1112"/>
                    <a:gd name="T2" fmla="*/ 150 w 150"/>
                    <a:gd name="T3" fmla="*/ 1060 h 1112"/>
                    <a:gd name="T4" fmla="*/ 0 w 150"/>
                    <a:gd name="T5" fmla="*/ 1112 h 1112"/>
                    <a:gd name="T6" fmla="*/ 0 w 150"/>
                    <a:gd name="T7" fmla="*/ 52 h 1112"/>
                    <a:gd name="T8" fmla="*/ 150 w 150"/>
                    <a:gd name="T9" fmla="*/ 0 h 1112"/>
                  </a:gdLst>
                  <a:ahLst/>
                  <a:cxnLst>
                    <a:cxn ang="0">
                      <a:pos x="T0" y="T1"/>
                    </a:cxn>
                    <a:cxn ang="0">
                      <a:pos x="T2" y="T3"/>
                    </a:cxn>
                    <a:cxn ang="0">
                      <a:pos x="T4" y="T5"/>
                    </a:cxn>
                    <a:cxn ang="0">
                      <a:pos x="T6" y="T7"/>
                    </a:cxn>
                    <a:cxn ang="0">
                      <a:pos x="T8" y="T9"/>
                    </a:cxn>
                  </a:cxnLst>
                  <a:rect l="0" t="0" r="r" b="b"/>
                  <a:pathLst>
                    <a:path w="150" h="1112">
                      <a:moveTo>
                        <a:pt x="150" y="0"/>
                      </a:moveTo>
                      <a:lnTo>
                        <a:pt x="150" y="1060"/>
                      </a:lnTo>
                      <a:lnTo>
                        <a:pt x="0" y="1112"/>
                      </a:lnTo>
                      <a:lnTo>
                        <a:pt x="0" y="52"/>
                      </a:lnTo>
                      <a:lnTo>
                        <a:pt x="150" y="0"/>
                      </a:lnTo>
                      <a:close/>
                    </a:path>
                  </a:pathLst>
                </a:custGeom>
                <a:pattFill prst="dkDnDiag">
                  <a:fgClr>
                    <a:schemeClr val="accent1">
                      <a:lumMod val="75000"/>
                    </a:schemeClr>
                  </a:fgClr>
                  <a:bgClr>
                    <a:schemeClr val="accent1">
                      <a:lumMod val="50000"/>
                    </a:schemeClr>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82" name="Freeform 95"/>
              <p:cNvSpPr>
                <a:spLocks/>
              </p:cNvSpPr>
              <p:nvPr/>
            </p:nvSpPr>
            <p:spPr bwMode="auto">
              <a:xfrm>
                <a:off x="6273801" y="1481138"/>
                <a:ext cx="109538" cy="1720850"/>
              </a:xfrm>
              <a:custGeom>
                <a:avLst/>
                <a:gdLst>
                  <a:gd name="T0" fmla="*/ 69 w 69"/>
                  <a:gd name="T1" fmla="*/ 24 h 1084"/>
                  <a:gd name="T2" fmla="*/ 69 w 69"/>
                  <a:gd name="T3" fmla="*/ 1084 h 1084"/>
                  <a:gd name="T4" fmla="*/ 0 w 69"/>
                  <a:gd name="T5" fmla="*/ 1060 h 1084"/>
                  <a:gd name="T6" fmla="*/ 0 w 69"/>
                  <a:gd name="T7" fmla="*/ 0 h 1084"/>
                  <a:gd name="T8" fmla="*/ 69 w 69"/>
                  <a:gd name="T9" fmla="*/ 24 h 1084"/>
                </a:gdLst>
                <a:ahLst/>
                <a:cxnLst>
                  <a:cxn ang="0">
                    <a:pos x="T0" y="T1"/>
                  </a:cxn>
                  <a:cxn ang="0">
                    <a:pos x="T2" y="T3"/>
                  </a:cxn>
                  <a:cxn ang="0">
                    <a:pos x="T4" y="T5"/>
                  </a:cxn>
                  <a:cxn ang="0">
                    <a:pos x="T6" y="T7"/>
                  </a:cxn>
                  <a:cxn ang="0">
                    <a:pos x="T8" y="T9"/>
                  </a:cxn>
                </a:cxnLst>
                <a:rect l="0" t="0" r="r" b="b"/>
                <a:pathLst>
                  <a:path w="69" h="1084">
                    <a:moveTo>
                      <a:pt x="69" y="24"/>
                    </a:moveTo>
                    <a:lnTo>
                      <a:pt x="69" y="1084"/>
                    </a:lnTo>
                    <a:lnTo>
                      <a:pt x="0" y="1060"/>
                    </a:lnTo>
                    <a:lnTo>
                      <a:pt x="0" y="0"/>
                    </a:lnTo>
                    <a:lnTo>
                      <a:pt x="69" y="24"/>
                    </a:lnTo>
                    <a:close/>
                  </a:path>
                </a:pathLst>
              </a:custGeom>
              <a:gradFill>
                <a:gsLst>
                  <a:gs pos="0">
                    <a:schemeClr val="accent1">
                      <a:lumMod val="80000"/>
                      <a:lumOff val="20000"/>
                    </a:schemeClr>
                  </a:gs>
                  <a:gs pos="50000">
                    <a:schemeClr val="accent1"/>
                  </a:gs>
                  <a:gs pos="100000">
                    <a:schemeClr val="accent1"/>
                  </a:gs>
                </a:gsLst>
                <a:lin ang="2700000" scaled="0"/>
              </a:grad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85" name="그룹 184"/>
            <p:cNvGrpSpPr/>
            <p:nvPr/>
          </p:nvGrpSpPr>
          <p:grpSpPr>
            <a:xfrm>
              <a:off x="6120344" y="1563456"/>
              <a:ext cx="283012" cy="1474778"/>
              <a:chOff x="6448426" y="1458913"/>
              <a:chExt cx="346075" cy="1803401"/>
            </a:xfrm>
          </p:grpSpPr>
          <p:grpSp>
            <p:nvGrpSpPr>
              <p:cNvPr id="170" name="그룹 169"/>
              <p:cNvGrpSpPr/>
              <p:nvPr/>
            </p:nvGrpSpPr>
            <p:grpSpPr>
              <a:xfrm>
                <a:off x="6448426" y="1458913"/>
                <a:ext cx="346075" cy="1803401"/>
                <a:chOff x="6448426" y="1458913"/>
                <a:chExt cx="346075" cy="1803401"/>
              </a:xfrm>
            </p:grpSpPr>
            <p:sp>
              <p:nvSpPr>
                <p:cNvPr id="137" name="Freeform 101"/>
                <p:cNvSpPr>
                  <a:spLocks/>
                </p:cNvSpPr>
                <p:nvPr/>
              </p:nvSpPr>
              <p:spPr bwMode="auto">
                <a:xfrm>
                  <a:off x="6448426" y="1458913"/>
                  <a:ext cx="346075" cy="120650"/>
                </a:xfrm>
                <a:custGeom>
                  <a:avLst/>
                  <a:gdLst>
                    <a:gd name="T0" fmla="*/ 218 w 218"/>
                    <a:gd name="T1" fmla="*/ 23 h 76"/>
                    <a:gd name="T2" fmla="*/ 68 w 218"/>
                    <a:gd name="T3" fmla="*/ 76 h 76"/>
                    <a:gd name="T4" fmla="*/ 0 w 218"/>
                    <a:gd name="T5" fmla="*/ 52 h 76"/>
                    <a:gd name="T6" fmla="*/ 149 w 218"/>
                    <a:gd name="T7" fmla="*/ 0 h 76"/>
                    <a:gd name="T8" fmla="*/ 218 w 218"/>
                    <a:gd name="T9" fmla="*/ 23 h 76"/>
                  </a:gdLst>
                  <a:ahLst/>
                  <a:cxnLst>
                    <a:cxn ang="0">
                      <a:pos x="T0" y="T1"/>
                    </a:cxn>
                    <a:cxn ang="0">
                      <a:pos x="T2" y="T3"/>
                    </a:cxn>
                    <a:cxn ang="0">
                      <a:pos x="T4" y="T5"/>
                    </a:cxn>
                    <a:cxn ang="0">
                      <a:pos x="T6" y="T7"/>
                    </a:cxn>
                    <a:cxn ang="0">
                      <a:pos x="T8" y="T9"/>
                    </a:cxn>
                  </a:cxnLst>
                  <a:rect l="0" t="0" r="r" b="b"/>
                  <a:pathLst>
                    <a:path w="218" h="76">
                      <a:moveTo>
                        <a:pt x="218" y="23"/>
                      </a:moveTo>
                      <a:lnTo>
                        <a:pt x="68" y="76"/>
                      </a:lnTo>
                      <a:lnTo>
                        <a:pt x="0" y="52"/>
                      </a:lnTo>
                      <a:lnTo>
                        <a:pt x="149" y="0"/>
                      </a:lnTo>
                      <a:lnTo>
                        <a:pt x="218" y="23"/>
                      </a:lnTo>
                      <a:close/>
                    </a:path>
                  </a:pathLst>
                </a:custGeom>
                <a:pattFill prst="dkUpDiag">
                  <a:fgClr>
                    <a:schemeClr val="accent1">
                      <a:lumMod val="75000"/>
                    </a:schemeClr>
                  </a:fgClr>
                  <a:bgClr>
                    <a:schemeClr val="accent1"/>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38" name="Freeform 102"/>
                <p:cNvSpPr>
                  <a:spLocks/>
                </p:cNvSpPr>
                <p:nvPr/>
              </p:nvSpPr>
              <p:spPr bwMode="auto">
                <a:xfrm>
                  <a:off x="6556376" y="1495426"/>
                  <a:ext cx="238125" cy="1766888"/>
                </a:xfrm>
                <a:custGeom>
                  <a:avLst/>
                  <a:gdLst>
                    <a:gd name="T0" fmla="*/ 150 w 150"/>
                    <a:gd name="T1" fmla="*/ 0 h 1113"/>
                    <a:gd name="T2" fmla="*/ 150 w 150"/>
                    <a:gd name="T3" fmla="*/ 1061 h 1113"/>
                    <a:gd name="T4" fmla="*/ 0 w 150"/>
                    <a:gd name="T5" fmla="*/ 1113 h 1113"/>
                    <a:gd name="T6" fmla="*/ 0 w 150"/>
                    <a:gd name="T7" fmla="*/ 53 h 1113"/>
                    <a:gd name="T8" fmla="*/ 150 w 150"/>
                    <a:gd name="T9" fmla="*/ 0 h 1113"/>
                  </a:gdLst>
                  <a:ahLst/>
                  <a:cxnLst>
                    <a:cxn ang="0">
                      <a:pos x="T0" y="T1"/>
                    </a:cxn>
                    <a:cxn ang="0">
                      <a:pos x="T2" y="T3"/>
                    </a:cxn>
                    <a:cxn ang="0">
                      <a:pos x="T4" y="T5"/>
                    </a:cxn>
                    <a:cxn ang="0">
                      <a:pos x="T6" y="T7"/>
                    </a:cxn>
                    <a:cxn ang="0">
                      <a:pos x="T8" y="T9"/>
                    </a:cxn>
                  </a:cxnLst>
                  <a:rect l="0" t="0" r="r" b="b"/>
                  <a:pathLst>
                    <a:path w="150" h="1113">
                      <a:moveTo>
                        <a:pt x="150" y="0"/>
                      </a:moveTo>
                      <a:lnTo>
                        <a:pt x="150" y="1061"/>
                      </a:lnTo>
                      <a:lnTo>
                        <a:pt x="0" y="1113"/>
                      </a:lnTo>
                      <a:lnTo>
                        <a:pt x="0" y="53"/>
                      </a:lnTo>
                      <a:lnTo>
                        <a:pt x="150" y="0"/>
                      </a:lnTo>
                      <a:close/>
                    </a:path>
                  </a:pathLst>
                </a:custGeom>
                <a:pattFill prst="dkDnDiag">
                  <a:fgClr>
                    <a:schemeClr val="accent1">
                      <a:lumMod val="75000"/>
                    </a:schemeClr>
                  </a:fgClr>
                  <a:bgClr>
                    <a:schemeClr val="accent1">
                      <a:lumMod val="50000"/>
                    </a:schemeClr>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84" name="Freeform 100"/>
              <p:cNvSpPr>
                <a:spLocks/>
              </p:cNvSpPr>
              <p:nvPr/>
            </p:nvSpPr>
            <p:spPr bwMode="auto">
              <a:xfrm>
                <a:off x="6448426" y="1541463"/>
                <a:ext cx="107950" cy="1720850"/>
              </a:xfrm>
              <a:custGeom>
                <a:avLst/>
                <a:gdLst>
                  <a:gd name="T0" fmla="*/ 68 w 68"/>
                  <a:gd name="T1" fmla="*/ 24 h 1084"/>
                  <a:gd name="T2" fmla="*/ 68 w 68"/>
                  <a:gd name="T3" fmla="*/ 1084 h 1084"/>
                  <a:gd name="T4" fmla="*/ 0 w 68"/>
                  <a:gd name="T5" fmla="*/ 1060 h 1084"/>
                  <a:gd name="T6" fmla="*/ 0 w 68"/>
                  <a:gd name="T7" fmla="*/ 0 h 1084"/>
                  <a:gd name="T8" fmla="*/ 68 w 68"/>
                  <a:gd name="T9" fmla="*/ 24 h 1084"/>
                </a:gdLst>
                <a:ahLst/>
                <a:cxnLst>
                  <a:cxn ang="0">
                    <a:pos x="T0" y="T1"/>
                  </a:cxn>
                  <a:cxn ang="0">
                    <a:pos x="T2" y="T3"/>
                  </a:cxn>
                  <a:cxn ang="0">
                    <a:pos x="T4" y="T5"/>
                  </a:cxn>
                  <a:cxn ang="0">
                    <a:pos x="T6" y="T7"/>
                  </a:cxn>
                  <a:cxn ang="0">
                    <a:pos x="T8" y="T9"/>
                  </a:cxn>
                </a:cxnLst>
                <a:rect l="0" t="0" r="r" b="b"/>
                <a:pathLst>
                  <a:path w="68" h="1084">
                    <a:moveTo>
                      <a:pt x="68" y="24"/>
                    </a:moveTo>
                    <a:lnTo>
                      <a:pt x="68" y="1084"/>
                    </a:lnTo>
                    <a:lnTo>
                      <a:pt x="0" y="1060"/>
                    </a:lnTo>
                    <a:lnTo>
                      <a:pt x="0" y="0"/>
                    </a:lnTo>
                    <a:lnTo>
                      <a:pt x="68" y="24"/>
                    </a:lnTo>
                    <a:close/>
                  </a:path>
                </a:pathLst>
              </a:custGeom>
              <a:gradFill>
                <a:gsLst>
                  <a:gs pos="0">
                    <a:schemeClr val="accent1">
                      <a:lumMod val="80000"/>
                      <a:lumOff val="20000"/>
                    </a:schemeClr>
                  </a:gs>
                  <a:gs pos="50000">
                    <a:schemeClr val="accent1"/>
                  </a:gs>
                  <a:gs pos="100000">
                    <a:schemeClr val="accent1"/>
                  </a:gs>
                </a:gsLst>
                <a:lin ang="2700000" scaled="0"/>
              </a:grad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87" name="그룹 186"/>
            <p:cNvGrpSpPr/>
            <p:nvPr/>
          </p:nvGrpSpPr>
          <p:grpSpPr>
            <a:xfrm>
              <a:off x="6261850" y="1612789"/>
              <a:ext cx="283012" cy="1474777"/>
              <a:chOff x="6621463" y="1519238"/>
              <a:chExt cx="346075" cy="1803400"/>
            </a:xfrm>
          </p:grpSpPr>
          <p:grpSp>
            <p:nvGrpSpPr>
              <p:cNvPr id="171" name="그룹 170"/>
              <p:cNvGrpSpPr/>
              <p:nvPr/>
            </p:nvGrpSpPr>
            <p:grpSpPr>
              <a:xfrm>
                <a:off x="6621463" y="1519238"/>
                <a:ext cx="346075" cy="1803400"/>
                <a:chOff x="6621463" y="1519238"/>
                <a:chExt cx="346075" cy="1803400"/>
              </a:xfrm>
            </p:grpSpPr>
            <p:sp>
              <p:nvSpPr>
                <p:cNvPr id="142" name="Freeform 106"/>
                <p:cNvSpPr>
                  <a:spLocks/>
                </p:cNvSpPr>
                <p:nvPr/>
              </p:nvSpPr>
              <p:spPr bwMode="auto">
                <a:xfrm>
                  <a:off x="6621463" y="1519238"/>
                  <a:ext cx="346075" cy="120650"/>
                </a:xfrm>
                <a:custGeom>
                  <a:avLst/>
                  <a:gdLst>
                    <a:gd name="T0" fmla="*/ 218 w 218"/>
                    <a:gd name="T1" fmla="*/ 26 h 76"/>
                    <a:gd name="T2" fmla="*/ 68 w 218"/>
                    <a:gd name="T3" fmla="*/ 76 h 76"/>
                    <a:gd name="T4" fmla="*/ 0 w 218"/>
                    <a:gd name="T5" fmla="*/ 52 h 76"/>
                    <a:gd name="T6" fmla="*/ 149 w 218"/>
                    <a:gd name="T7" fmla="*/ 0 h 76"/>
                    <a:gd name="T8" fmla="*/ 218 w 218"/>
                    <a:gd name="T9" fmla="*/ 26 h 76"/>
                  </a:gdLst>
                  <a:ahLst/>
                  <a:cxnLst>
                    <a:cxn ang="0">
                      <a:pos x="T0" y="T1"/>
                    </a:cxn>
                    <a:cxn ang="0">
                      <a:pos x="T2" y="T3"/>
                    </a:cxn>
                    <a:cxn ang="0">
                      <a:pos x="T4" y="T5"/>
                    </a:cxn>
                    <a:cxn ang="0">
                      <a:pos x="T6" y="T7"/>
                    </a:cxn>
                    <a:cxn ang="0">
                      <a:pos x="T8" y="T9"/>
                    </a:cxn>
                  </a:cxnLst>
                  <a:rect l="0" t="0" r="r" b="b"/>
                  <a:pathLst>
                    <a:path w="218" h="76">
                      <a:moveTo>
                        <a:pt x="218" y="26"/>
                      </a:moveTo>
                      <a:lnTo>
                        <a:pt x="68" y="76"/>
                      </a:lnTo>
                      <a:lnTo>
                        <a:pt x="0" y="52"/>
                      </a:lnTo>
                      <a:lnTo>
                        <a:pt x="149" y="0"/>
                      </a:lnTo>
                      <a:lnTo>
                        <a:pt x="218" y="26"/>
                      </a:lnTo>
                      <a:close/>
                    </a:path>
                  </a:pathLst>
                </a:custGeom>
                <a:pattFill prst="dkUpDiag">
                  <a:fgClr>
                    <a:schemeClr val="accent1">
                      <a:lumMod val="75000"/>
                    </a:schemeClr>
                  </a:fgClr>
                  <a:bgClr>
                    <a:schemeClr val="accent1"/>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43" name="Freeform 107"/>
                <p:cNvSpPr>
                  <a:spLocks/>
                </p:cNvSpPr>
                <p:nvPr/>
              </p:nvSpPr>
              <p:spPr bwMode="auto">
                <a:xfrm>
                  <a:off x="6729413" y="1560513"/>
                  <a:ext cx="238125" cy="1762125"/>
                </a:xfrm>
                <a:custGeom>
                  <a:avLst/>
                  <a:gdLst>
                    <a:gd name="T0" fmla="*/ 150 w 150"/>
                    <a:gd name="T1" fmla="*/ 0 h 1110"/>
                    <a:gd name="T2" fmla="*/ 150 w 150"/>
                    <a:gd name="T3" fmla="*/ 1058 h 1110"/>
                    <a:gd name="T4" fmla="*/ 0 w 150"/>
                    <a:gd name="T5" fmla="*/ 1110 h 1110"/>
                    <a:gd name="T6" fmla="*/ 0 w 150"/>
                    <a:gd name="T7" fmla="*/ 50 h 1110"/>
                    <a:gd name="T8" fmla="*/ 150 w 150"/>
                    <a:gd name="T9" fmla="*/ 0 h 1110"/>
                  </a:gdLst>
                  <a:ahLst/>
                  <a:cxnLst>
                    <a:cxn ang="0">
                      <a:pos x="T0" y="T1"/>
                    </a:cxn>
                    <a:cxn ang="0">
                      <a:pos x="T2" y="T3"/>
                    </a:cxn>
                    <a:cxn ang="0">
                      <a:pos x="T4" y="T5"/>
                    </a:cxn>
                    <a:cxn ang="0">
                      <a:pos x="T6" y="T7"/>
                    </a:cxn>
                    <a:cxn ang="0">
                      <a:pos x="T8" y="T9"/>
                    </a:cxn>
                  </a:cxnLst>
                  <a:rect l="0" t="0" r="r" b="b"/>
                  <a:pathLst>
                    <a:path w="150" h="1110">
                      <a:moveTo>
                        <a:pt x="150" y="0"/>
                      </a:moveTo>
                      <a:lnTo>
                        <a:pt x="150" y="1058"/>
                      </a:lnTo>
                      <a:lnTo>
                        <a:pt x="0" y="1110"/>
                      </a:lnTo>
                      <a:lnTo>
                        <a:pt x="0" y="50"/>
                      </a:lnTo>
                      <a:lnTo>
                        <a:pt x="150" y="0"/>
                      </a:lnTo>
                      <a:close/>
                    </a:path>
                  </a:pathLst>
                </a:custGeom>
                <a:pattFill prst="dkDnDiag">
                  <a:fgClr>
                    <a:schemeClr val="accent1">
                      <a:lumMod val="75000"/>
                    </a:schemeClr>
                  </a:fgClr>
                  <a:bgClr>
                    <a:schemeClr val="accent1">
                      <a:lumMod val="50000"/>
                    </a:schemeClr>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86" name="Freeform 105"/>
              <p:cNvSpPr>
                <a:spLocks/>
              </p:cNvSpPr>
              <p:nvPr/>
            </p:nvSpPr>
            <p:spPr bwMode="auto">
              <a:xfrm>
                <a:off x="6621463" y="1601788"/>
                <a:ext cx="107950" cy="1720850"/>
              </a:xfrm>
              <a:custGeom>
                <a:avLst/>
                <a:gdLst>
                  <a:gd name="T0" fmla="*/ 68 w 68"/>
                  <a:gd name="T1" fmla="*/ 24 h 1084"/>
                  <a:gd name="T2" fmla="*/ 68 w 68"/>
                  <a:gd name="T3" fmla="*/ 1084 h 1084"/>
                  <a:gd name="T4" fmla="*/ 0 w 68"/>
                  <a:gd name="T5" fmla="*/ 1060 h 1084"/>
                  <a:gd name="T6" fmla="*/ 0 w 68"/>
                  <a:gd name="T7" fmla="*/ 0 h 1084"/>
                  <a:gd name="T8" fmla="*/ 68 w 68"/>
                  <a:gd name="T9" fmla="*/ 24 h 1084"/>
                </a:gdLst>
                <a:ahLst/>
                <a:cxnLst>
                  <a:cxn ang="0">
                    <a:pos x="T0" y="T1"/>
                  </a:cxn>
                  <a:cxn ang="0">
                    <a:pos x="T2" y="T3"/>
                  </a:cxn>
                  <a:cxn ang="0">
                    <a:pos x="T4" y="T5"/>
                  </a:cxn>
                  <a:cxn ang="0">
                    <a:pos x="T6" y="T7"/>
                  </a:cxn>
                  <a:cxn ang="0">
                    <a:pos x="T8" y="T9"/>
                  </a:cxn>
                </a:cxnLst>
                <a:rect l="0" t="0" r="r" b="b"/>
                <a:pathLst>
                  <a:path w="68" h="1084">
                    <a:moveTo>
                      <a:pt x="68" y="24"/>
                    </a:moveTo>
                    <a:lnTo>
                      <a:pt x="68" y="1084"/>
                    </a:lnTo>
                    <a:lnTo>
                      <a:pt x="0" y="1060"/>
                    </a:lnTo>
                    <a:lnTo>
                      <a:pt x="0" y="0"/>
                    </a:lnTo>
                    <a:lnTo>
                      <a:pt x="68" y="24"/>
                    </a:lnTo>
                    <a:close/>
                  </a:path>
                </a:pathLst>
              </a:custGeom>
              <a:gradFill>
                <a:gsLst>
                  <a:gs pos="0">
                    <a:schemeClr val="accent1">
                      <a:lumMod val="80000"/>
                      <a:lumOff val="20000"/>
                    </a:schemeClr>
                  </a:gs>
                  <a:gs pos="50000">
                    <a:schemeClr val="accent1"/>
                  </a:gs>
                  <a:gs pos="100000">
                    <a:schemeClr val="accent1"/>
                  </a:gs>
                </a:gsLst>
                <a:lin ang="2700000" scaled="0"/>
              </a:grad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89" name="그룹 188"/>
            <p:cNvGrpSpPr/>
            <p:nvPr/>
          </p:nvGrpSpPr>
          <p:grpSpPr>
            <a:xfrm>
              <a:off x="6403356" y="1662121"/>
              <a:ext cx="283012" cy="1474777"/>
              <a:chOff x="6794501" y="1579563"/>
              <a:chExt cx="346075" cy="1803400"/>
            </a:xfrm>
          </p:grpSpPr>
          <p:grpSp>
            <p:nvGrpSpPr>
              <p:cNvPr id="172" name="그룹 171"/>
              <p:cNvGrpSpPr/>
              <p:nvPr/>
            </p:nvGrpSpPr>
            <p:grpSpPr>
              <a:xfrm>
                <a:off x="6794501" y="1579563"/>
                <a:ext cx="346075" cy="1803400"/>
                <a:chOff x="6794501" y="1579563"/>
                <a:chExt cx="346075" cy="1803400"/>
              </a:xfrm>
            </p:grpSpPr>
            <p:sp>
              <p:nvSpPr>
                <p:cNvPr id="147" name="Freeform 111"/>
                <p:cNvSpPr>
                  <a:spLocks/>
                </p:cNvSpPr>
                <p:nvPr/>
              </p:nvSpPr>
              <p:spPr bwMode="auto">
                <a:xfrm>
                  <a:off x="6794501" y="1579563"/>
                  <a:ext cx="346075" cy="120650"/>
                </a:xfrm>
                <a:custGeom>
                  <a:avLst/>
                  <a:gdLst>
                    <a:gd name="T0" fmla="*/ 218 w 218"/>
                    <a:gd name="T1" fmla="*/ 26 h 76"/>
                    <a:gd name="T2" fmla="*/ 68 w 218"/>
                    <a:gd name="T3" fmla="*/ 76 h 76"/>
                    <a:gd name="T4" fmla="*/ 0 w 218"/>
                    <a:gd name="T5" fmla="*/ 52 h 76"/>
                    <a:gd name="T6" fmla="*/ 149 w 218"/>
                    <a:gd name="T7" fmla="*/ 0 h 76"/>
                    <a:gd name="T8" fmla="*/ 218 w 218"/>
                    <a:gd name="T9" fmla="*/ 26 h 76"/>
                  </a:gdLst>
                  <a:ahLst/>
                  <a:cxnLst>
                    <a:cxn ang="0">
                      <a:pos x="T0" y="T1"/>
                    </a:cxn>
                    <a:cxn ang="0">
                      <a:pos x="T2" y="T3"/>
                    </a:cxn>
                    <a:cxn ang="0">
                      <a:pos x="T4" y="T5"/>
                    </a:cxn>
                    <a:cxn ang="0">
                      <a:pos x="T6" y="T7"/>
                    </a:cxn>
                    <a:cxn ang="0">
                      <a:pos x="T8" y="T9"/>
                    </a:cxn>
                  </a:cxnLst>
                  <a:rect l="0" t="0" r="r" b="b"/>
                  <a:pathLst>
                    <a:path w="218" h="76">
                      <a:moveTo>
                        <a:pt x="218" y="26"/>
                      </a:moveTo>
                      <a:lnTo>
                        <a:pt x="68" y="76"/>
                      </a:lnTo>
                      <a:lnTo>
                        <a:pt x="0" y="52"/>
                      </a:lnTo>
                      <a:lnTo>
                        <a:pt x="149" y="0"/>
                      </a:lnTo>
                      <a:lnTo>
                        <a:pt x="218" y="26"/>
                      </a:lnTo>
                      <a:close/>
                    </a:path>
                  </a:pathLst>
                </a:custGeom>
                <a:pattFill prst="dkUpDiag">
                  <a:fgClr>
                    <a:schemeClr val="accent1">
                      <a:lumMod val="75000"/>
                    </a:schemeClr>
                  </a:fgClr>
                  <a:bgClr>
                    <a:schemeClr val="accent1"/>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48" name="Freeform 112"/>
                <p:cNvSpPr>
                  <a:spLocks/>
                </p:cNvSpPr>
                <p:nvPr/>
              </p:nvSpPr>
              <p:spPr bwMode="auto">
                <a:xfrm>
                  <a:off x="6902451" y="1620838"/>
                  <a:ext cx="238125" cy="1762125"/>
                </a:xfrm>
                <a:custGeom>
                  <a:avLst/>
                  <a:gdLst>
                    <a:gd name="T0" fmla="*/ 150 w 150"/>
                    <a:gd name="T1" fmla="*/ 0 h 1110"/>
                    <a:gd name="T2" fmla="*/ 150 w 150"/>
                    <a:gd name="T3" fmla="*/ 1058 h 1110"/>
                    <a:gd name="T4" fmla="*/ 0 w 150"/>
                    <a:gd name="T5" fmla="*/ 1110 h 1110"/>
                    <a:gd name="T6" fmla="*/ 0 w 150"/>
                    <a:gd name="T7" fmla="*/ 50 h 1110"/>
                    <a:gd name="T8" fmla="*/ 150 w 150"/>
                    <a:gd name="T9" fmla="*/ 0 h 1110"/>
                  </a:gdLst>
                  <a:ahLst/>
                  <a:cxnLst>
                    <a:cxn ang="0">
                      <a:pos x="T0" y="T1"/>
                    </a:cxn>
                    <a:cxn ang="0">
                      <a:pos x="T2" y="T3"/>
                    </a:cxn>
                    <a:cxn ang="0">
                      <a:pos x="T4" y="T5"/>
                    </a:cxn>
                    <a:cxn ang="0">
                      <a:pos x="T6" y="T7"/>
                    </a:cxn>
                    <a:cxn ang="0">
                      <a:pos x="T8" y="T9"/>
                    </a:cxn>
                  </a:cxnLst>
                  <a:rect l="0" t="0" r="r" b="b"/>
                  <a:pathLst>
                    <a:path w="150" h="1110">
                      <a:moveTo>
                        <a:pt x="150" y="0"/>
                      </a:moveTo>
                      <a:lnTo>
                        <a:pt x="150" y="1058"/>
                      </a:lnTo>
                      <a:lnTo>
                        <a:pt x="0" y="1110"/>
                      </a:lnTo>
                      <a:lnTo>
                        <a:pt x="0" y="50"/>
                      </a:lnTo>
                      <a:lnTo>
                        <a:pt x="150" y="0"/>
                      </a:lnTo>
                      <a:close/>
                    </a:path>
                  </a:pathLst>
                </a:custGeom>
                <a:pattFill prst="dkDnDiag">
                  <a:fgClr>
                    <a:schemeClr val="accent1">
                      <a:lumMod val="75000"/>
                    </a:schemeClr>
                  </a:fgClr>
                  <a:bgClr>
                    <a:schemeClr val="accent1">
                      <a:lumMod val="50000"/>
                    </a:schemeClr>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88" name="Freeform 110"/>
              <p:cNvSpPr>
                <a:spLocks/>
              </p:cNvSpPr>
              <p:nvPr/>
            </p:nvSpPr>
            <p:spPr bwMode="auto">
              <a:xfrm>
                <a:off x="6794501" y="1662113"/>
                <a:ext cx="107950" cy="1720850"/>
              </a:xfrm>
              <a:custGeom>
                <a:avLst/>
                <a:gdLst>
                  <a:gd name="T0" fmla="*/ 68 w 68"/>
                  <a:gd name="T1" fmla="*/ 24 h 1084"/>
                  <a:gd name="T2" fmla="*/ 68 w 68"/>
                  <a:gd name="T3" fmla="*/ 1084 h 1084"/>
                  <a:gd name="T4" fmla="*/ 0 w 68"/>
                  <a:gd name="T5" fmla="*/ 1060 h 1084"/>
                  <a:gd name="T6" fmla="*/ 0 w 68"/>
                  <a:gd name="T7" fmla="*/ 0 h 1084"/>
                  <a:gd name="T8" fmla="*/ 68 w 68"/>
                  <a:gd name="T9" fmla="*/ 24 h 1084"/>
                </a:gdLst>
                <a:ahLst/>
                <a:cxnLst>
                  <a:cxn ang="0">
                    <a:pos x="T0" y="T1"/>
                  </a:cxn>
                  <a:cxn ang="0">
                    <a:pos x="T2" y="T3"/>
                  </a:cxn>
                  <a:cxn ang="0">
                    <a:pos x="T4" y="T5"/>
                  </a:cxn>
                  <a:cxn ang="0">
                    <a:pos x="T6" y="T7"/>
                  </a:cxn>
                  <a:cxn ang="0">
                    <a:pos x="T8" y="T9"/>
                  </a:cxn>
                </a:cxnLst>
                <a:rect l="0" t="0" r="r" b="b"/>
                <a:pathLst>
                  <a:path w="68" h="1084">
                    <a:moveTo>
                      <a:pt x="68" y="24"/>
                    </a:moveTo>
                    <a:lnTo>
                      <a:pt x="68" y="1084"/>
                    </a:lnTo>
                    <a:lnTo>
                      <a:pt x="0" y="1060"/>
                    </a:lnTo>
                    <a:lnTo>
                      <a:pt x="0" y="0"/>
                    </a:lnTo>
                    <a:lnTo>
                      <a:pt x="68" y="24"/>
                    </a:lnTo>
                    <a:close/>
                  </a:path>
                </a:pathLst>
              </a:custGeom>
              <a:gradFill>
                <a:gsLst>
                  <a:gs pos="0">
                    <a:schemeClr val="accent1">
                      <a:lumMod val="80000"/>
                      <a:lumOff val="20000"/>
                    </a:schemeClr>
                  </a:gs>
                  <a:gs pos="50000">
                    <a:schemeClr val="accent1"/>
                  </a:gs>
                  <a:gs pos="100000">
                    <a:schemeClr val="accent1"/>
                  </a:gs>
                </a:gsLst>
                <a:lin ang="2700000" scaled="0"/>
              </a:grad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91" name="그룹 190"/>
            <p:cNvGrpSpPr/>
            <p:nvPr/>
          </p:nvGrpSpPr>
          <p:grpSpPr>
            <a:xfrm>
              <a:off x="6544862" y="1711453"/>
              <a:ext cx="283012" cy="1474777"/>
              <a:chOff x="6967538" y="1639888"/>
              <a:chExt cx="346075" cy="1803400"/>
            </a:xfrm>
          </p:grpSpPr>
          <p:grpSp>
            <p:nvGrpSpPr>
              <p:cNvPr id="173" name="그룹 172"/>
              <p:cNvGrpSpPr/>
              <p:nvPr/>
            </p:nvGrpSpPr>
            <p:grpSpPr>
              <a:xfrm>
                <a:off x="6967538" y="1639888"/>
                <a:ext cx="346075" cy="1803400"/>
                <a:chOff x="6967538" y="1639888"/>
                <a:chExt cx="346075" cy="1803400"/>
              </a:xfrm>
            </p:grpSpPr>
            <p:sp>
              <p:nvSpPr>
                <p:cNvPr id="152" name="Freeform 116"/>
                <p:cNvSpPr>
                  <a:spLocks/>
                </p:cNvSpPr>
                <p:nvPr/>
              </p:nvSpPr>
              <p:spPr bwMode="auto">
                <a:xfrm>
                  <a:off x="6967538" y="1639888"/>
                  <a:ext cx="346075" cy="123825"/>
                </a:xfrm>
                <a:custGeom>
                  <a:avLst/>
                  <a:gdLst>
                    <a:gd name="T0" fmla="*/ 218 w 218"/>
                    <a:gd name="T1" fmla="*/ 26 h 78"/>
                    <a:gd name="T2" fmla="*/ 68 w 218"/>
                    <a:gd name="T3" fmla="*/ 78 h 78"/>
                    <a:gd name="T4" fmla="*/ 0 w 218"/>
                    <a:gd name="T5" fmla="*/ 52 h 78"/>
                    <a:gd name="T6" fmla="*/ 149 w 218"/>
                    <a:gd name="T7" fmla="*/ 0 h 78"/>
                    <a:gd name="T8" fmla="*/ 218 w 218"/>
                    <a:gd name="T9" fmla="*/ 26 h 78"/>
                  </a:gdLst>
                  <a:ahLst/>
                  <a:cxnLst>
                    <a:cxn ang="0">
                      <a:pos x="T0" y="T1"/>
                    </a:cxn>
                    <a:cxn ang="0">
                      <a:pos x="T2" y="T3"/>
                    </a:cxn>
                    <a:cxn ang="0">
                      <a:pos x="T4" y="T5"/>
                    </a:cxn>
                    <a:cxn ang="0">
                      <a:pos x="T6" y="T7"/>
                    </a:cxn>
                    <a:cxn ang="0">
                      <a:pos x="T8" y="T9"/>
                    </a:cxn>
                  </a:cxnLst>
                  <a:rect l="0" t="0" r="r" b="b"/>
                  <a:pathLst>
                    <a:path w="218" h="78">
                      <a:moveTo>
                        <a:pt x="218" y="26"/>
                      </a:moveTo>
                      <a:lnTo>
                        <a:pt x="68" y="78"/>
                      </a:lnTo>
                      <a:lnTo>
                        <a:pt x="0" y="52"/>
                      </a:lnTo>
                      <a:lnTo>
                        <a:pt x="149" y="0"/>
                      </a:lnTo>
                      <a:lnTo>
                        <a:pt x="218" y="26"/>
                      </a:lnTo>
                      <a:close/>
                    </a:path>
                  </a:pathLst>
                </a:custGeom>
                <a:pattFill prst="dkUpDiag">
                  <a:fgClr>
                    <a:schemeClr val="accent1">
                      <a:lumMod val="75000"/>
                    </a:schemeClr>
                  </a:fgClr>
                  <a:bgClr>
                    <a:schemeClr val="accent1"/>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53" name="Freeform 117"/>
                <p:cNvSpPr>
                  <a:spLocks/>
                </p:cNvSpPr>
                <p:nvPr/>
              </p:nvSpPr>
              <p:spPr bwMode="auto">
                <a:xfrm>
                  <a:off x="7075488" y="1681163"/>
                  <a:ext cx="238125" cy="1762125"/>
                </a:xfrm>
                <a:custGeom>
                  <a:avLst/>
                  <a:gdLst>
                    <a:gd name="T0" fmla="*/ 150 w 150"/>
                    <a:gd name="T1" fmla="*/ 0 h 1110"/>
                    <a:gd name="T2" fmla="*/ 150 w 150"/>
                    <a:gd name="T3" fmla="*/ 1058 h 1110"/>
                    <a:gd name="T4" fmla="*/ 0 w 150"/>
                    <a:gd name="T5" fmla="*/ 1110 h 1110"/>
                    <a:gd name="T6" fmla="*/ 0 w 150"/>
                    <a:gd name="T7" fmla="*/ 52 h 1110"/>
                    <a:gd name="T8" fmla="*/ 150 w 150"/>
                    <a:gd name="T9" fmla="*/ 0 h 1110"/>
                  </a:gdLst>
                  <a:ahLst/>
                  <a:cxnLst>
                    <a:cxn ang="0">
                      <a:pos x="T0" y="T1"/>
                    </a:cxn>
                    <a:cxn ang="0">
                      <a:pos x="T2" y="T3"/>
                    </a:cxn>
                    <a:cxn ang="0">
                      <a:pos x="T4" y="T5"/>
                    </a:cxn>
                    <a:cxn ang="0">
                      <a:pos x="T6" y="T7"/>
                    </a:cxn>
                    <a:cxn ang="0">
                      <a:pos x="T8" y="T9"/>
                    </a:cxn>
                  </a:cxnLst>
                  <a:rect l="0" t="0" r="r" b="b"/>
                  <a:pathLst>
                    <a:path w="150" h="1110">
                      <a:moveTo>
                        <a:pt x="150" y="0"/>
                      </a:moveTo>
                      <a:lnTo>
                        <a:pt x="150" y="1058"/>
                      </a:lnTo>
                      <a:lnTo>
                        <a:pt x="0" y="1110"/>
                      </a:lnTo>
                      <a:lnTo>
                        <a:pt x="0" y="52"/>
                      </a:lnTo>
                      <a:lnTo>
                        <a:pt x="150" y="0"/>
                      </a:lnTo>
                      <a:close/>
                    </a:path>
                  </a:pathLst>
                </a:custGeom>
                <a:pattFill prst="dkDnDiag">
                  <a:fgClr>
                    <a:schemeClr val="accent1">
                      <a:lumMod val="75000"/>
                    </a:schemeClr>
                  </a:fgClr>
                  <a:bgClr>
                    <a:schemeClr val="accent1">
                      <a:lumMod val="50000"/>
                    </a:schemeClr>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90" name="Freeform 115"/>
              <p:cNvSpPr>
                <a:spLocks/>
              </p:cNvSpPr>
              <p:nvPr/>
            </p:nvSpPr>
            <p:spPr bwMode="auto">
              <a:xfrm>
                <a:off x="6967538" y="1722438"/>
                <a:ext cx="107950" cy="1720850"/>
              </a:xfrm>
              <a:custGeom>
                <a:avLst/>
                <a:gdLst>
                  <a:gd name="T0" fmla="*/ 68 w 68"/>
                  <a:gd name="T1" fmla="*/ 26 h 1084"/>
                  <a:gd name="T2" fmla="*/ 68 w 68"/>
                  <a:gd name="T3" fmla="*/ 1084 h 1084"/>
                  <a:gd name="T4" fmla="*/ 0 w 68"/>
                  <a:gd name="T5" fmla="*/ 1060 h 1084"/>
                  <a:gd name="T6" fmla="*/ 0 w 68"/>
                  <a:gd name="T7" fmla="*/ 0 h 1084"/>
                  <a:gd name="T8" fmla="*/ 68 w 68"/>
                  <a:gd name="T9" fmla="*/ 26 h 1084"/>
                </a:gdLst>
                <a:ahLst/>
                <a:cxnLst>
                  <a:cxn ang="0">
                    <a:pos x="T0" y="T1"/>
                  </a:cxn>
                  <a:cxn ang="0">
                    <a:pos x="T2" y="T3"/>
                  </a:cxn>
                  <a:cxn ang="0">
                    <a:pos x="T4" y="T5"/>
                  </a:cxn>
                  <a:cxn ang="0">
                    <a:pos x="T6" y="T7"/>
                  </a:cxn>
                  <a:cxn ang="0">
                    <a:pos x="T8" y="T9"/>
                  </a:cxn>
                </a:cxnLst>
                <a:rect l="0" t="0" r="r" b="b"/>
                <a:pathLst>
                  <a:path w="68" h="1084">
                    <a:moveTo>
                      <a:pt x="68" y="26"/>
                    </a:moveTo>
                    <a:lnTo>
                      <a:pt x="68" y="1084"/>
                    </a:lnTo>
                    <a:lnTo>
                      <a:pt x="0" y="1060"/>
                    </a:lnTo>
                    <a:lnTo>
                      <a:pt x="0" y="0"/>
                    </a:lnTo>
                    <a:lnTo>
                      <a:pt x="68" y="26"/>
                    </a:lnTo>
                    <a:close/>
                  </a:path>
                </a:pathLst>
              </a:custGeom>
              <a:gradFill>
                <a:gsLst>
                  <a:gs pos="0">
                    <a:schemeClr val="accent1">
                      <a:lumMod val="80000"/>
                      <a:lumOff val="20000"/>
                    </a:schemeClr>
                  </a:gs>
                  <a:gs pos="50000">
                    <a:schemeClr val="accent1"/>
                  </a:gs>
                  <a:gs pos="100000">
                    <a:schemeClr val="accent1"/>
                  </a:gs>
                </a:gsLst>
                <a:lin ang="2700000" scaled="0"/>
              </a:grad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93" name="그룹 192"/>
            <p:cNvGrpSpPr/>
            <p:nvPr/>
          </p:nvGrpSpPr>
          <p:grpSpPr>
            <a:xfrm>
              <a:off x="6686368" y="1760786"/>
              <a:ext cx="283012" cy="1474777"/>
              <a:chOff x="7140576" y="1700213"/>
              <a:chExt cx="346075" cy="1803400"/>
            </a:xfrm>
          </p:grpSpPr>
          <p:grpSp>
            <p:nvGrpSpPr>
              <p:cNvPr id="176" name="그룹 175"/>
              <p:cNvGrpSpPr/>
              <p:nvPr/>
            </p:nvGrpSpPr>
            <p:grpSpPr>
              <a:xfrm>
                <a:off x="7140576" y="1700213"/>
                <a:ext cx="346075" cy="1803400"/>
                <a:chOff x="7140576" y="1700213"/>
                <a:chExt cx="346075" cy="1803400"/>
              </a:xfrm>
            </p:grpSpPr>
            <p:sp>
              <p:nvSpPr>
                <p:cNvPr id="157" name="Freeform 121"/>
                <p:cNvSpPr>
                  <a:spLocks/>
                </p:cNvSpPr>
                <p:nvPr/>
              </p:nvSpPr>
              <p:spPr bwMode="auto">
                <a:xfrm>
                  <a:off x="7140576" y="1700213"/>
                  <a:ext cx="346075" cy="123825"/>
                </a:xfrm>
                <a:custGeom>
                  <a:avLst/>
                  <a:gdLst>
                    <a:gd name="T0" fmla="*/ 218 w 218"/>
                    <a:gd name="T1" fmla="*/ 26 h 78"/>
                    <a:gd name="T2" fmla="*/ 69 w 218"/>
                    <a:gd name="T3" fmla="*/ 78 h 78"/>
                    <a:gd name="T4" fmla="*/ 0 w 218"/>
                    <a:gd name="T5" fmla="*/ 52 h 78"/>
                    <a:gd name="T6" fmla="*/ 149 w 218"/>
                    <a:gd name="T7" fmla="*/ 0 h 78"/>
                    <a:gd name="T8" fmla="*/ 218 w 218"/>
                    <a:gd name="T9" fmla="*/ 26 h 78"/>
                  </a:gdLst>
                  <a:ahLst/>
                  <a:cxnLst>
                    <a:cxn ang="0">
                      <a:pos x="T0" y="T1"/>
                    </a:cxn>
                    <a:cxn ang="0">
                      <a:pos x="T2" y="T3"/>
                    </a:cxn>
                    <a:cxn ang="0">
                      <a:pos x="T4" y="T5"/>
                    </a:cxn>
                    <a:cxn ang="0">
                      <a:pos x="T6" y="T7"/>
                    </a:cxn>
                    <a:cxn ang="0">
                      <a:pos x="T8" y="T9"/>
                    </a:cxn>
                  </a:cxnLst>
                  <a:rect l="0" t="0" r="r" b="b"/>
                  <a:pathLst>
                    <a:path w="218" h="78">
                      <a:moveTo>
                        <a:pt x="218" y="26"/>
                      </a:moveTo>
                      <a:lnTo>
                        <a:pt x="69" y="78"/>
                      </a:lnTo>
                      <a:lnTo>
                        <a:pt x="0" y="52"/>
                      </a:lnTo>
                      <a:lnTo>
                        <a:pt x="149" y="0"/>
                      </a:lnTo>
                      <a:lnTo>
                        <a:pt x="218" y="26"/>
                      </a:lnTo>
                      <a:close/>
                    </a:path>
                  </a:pathLst>
                </a:custGeom>
                <a:pattFill prst="dkUpDiag">
                  <a:fgClr>
                    <a:schemeClr val="accent1">
                      <a:lumMod val="75000"/>
                    </a:schemeClr>
                  </a:fgClr>
                  <a:bgClr>
                    <a:schemeClr val="accent1"/>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58" name="Freeform 122"/>
                <p:cNvSpPr>
                  <a:spLocks/>
                </p:cNvSpPr>
                <p:nvPr/>
              </p:nvSpPr>
              <p:spPr bwMode="auto">
                <a:xfrm>
                  <a:off x="7250113" y="1741488"/>
                  <a:ext cx="236538" cy="1762125"/>
                </a:xfrm>
                <a:custGeom>
                  <a:avLst/>
                  <a:gdLst>
                    <a:gd name="T0" fmla="*/ 149 w 149"/>
                    <a:gd name="T1" fmla="*/ 0 h 1110"/>
                    <a:gd name="T2" fmla="*/ 149 w 149"/>
                    <a:gd name="T3" fmla="*/ 1058 h 1110"/>
                    <a:gd name="T4" fmla="*/ 0 w 149"/>
                    <a:gd name="T5" fmla="*/ 1110 h 1110"/>
                    <a:gd name="T6" fmla="*/ 0 w 149"/>
                    <a:gd name="T7" fmla="*/ 52 h 1110"/>
                    <a:gd name="T8" fmla="*/ 149 w 149"/>
                    <a:gd name="T9" fmla="*/ 0 h 1110"/>
                  </a:gdLst>
                  <a:ahLst/>
                  <a:cxnLst>
                    <a:cxn ang="0">
                      <a:pos x="T0" y="T1"/>
                    </a:cxn>
                    <a:cxn ang="0">
                      <a:pos x="T2" y="T3"/>
                    </a:cxn>
                    <a:cxn ang="0">
                      <a:pos x="T4" y="T5"/>
                    </a:cxn>
                    <a:cxn ang="0">
                      <a:pos x="T6" y="T7"/>
                    </a:cxn>
                    <a:cxn ang="0">
                      <a:pos x="T8" y="T9"/>
                    </a:cxn>
                  </a:cxnLst>
                  <a:rect l="0" t="0" r="r" b="b"/>
                  <a:pathLst>
                    <a:path w="149" h="1110">
                      <a:moveTo>
                        <a:pt x="149" y="0"/>
                      </a:moveTo>
                      <a:lnTo>
                        <a:pt x="149" y="1058"/>
                      </a:lnTo>
                      <a:lnTo>
                        <a:pt x="0" y="1110"/>
                      </a:lnTo>
                      <a:lnTo>
                        <a:pt x="0" y="52"/>
                      </a:lnTo>
                      <a:lnTo>
                        <a:pt x="149" y="0"/>
                      </a:lnTo>
                      <a:close/>
                    </a:path>
                  </a:pathLst>
                </a:custGeom>
                <a:pattFill prst="dkDnDiag">
                  <a:fgClr>
                    <a:schemeClr val="accent1">
                      <a:lumMod val="75000"/>
                    </a:schemeClr>
                  </a:fgClr>
                  <a:bgClr>
                    <a:schemeClr val="accent1">
                      <a:lumMod val="50000"/>
                    </a:schemeClr>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sp>
            <p:nvSpPr>
              <p:cNvPr id="192" name="Freeform 120"/>
              <p:cNvSpPr>
                <a:spLocks/>
              </p:cNvSpPr>
              <p:nvPr/>
            </p:nvSpPr>
            <p:spPr bwMode="auto">
              <a:xfrm>
                <a:off x="7140576" y="1782763"/>
                <a:ext cx="109538" cy="1720850"/>
              </a:xfrm>
              <a:custGeom>
                <a:avLst/>
                <a:gdLst>
                  <a:gd name="T0" fmla="*/ 69 w 69"/>
                  <a:gd name="T1" fmla="*/ 26 h 1084"/>
                  <a:gd name="T2" fmla="*/ 69 w 69"/>
                  <a:gd name="T3" fmla="*/ 1084 h 1084"/>
                  <a:gd name="T4" fmla="*/ 0 w 69"/>
                  <a:gd name="T5" fmla="*/ 1060 h 1084"/>
                  <a:gd name="T6" fmla="*/ 0 w 69"/>
                  <a:gd name="T7" fmla="*/ 0 h 1084"/>
                  <a:gd name="T8" fmla="*/ 69 w 69"/>
                  <a:gd name="T9" fmla="*/ 26 h 1084"/>
                </a:gdLst>
                <a:ahLst/>
                <a:cxnLst>
                  <a:cxn ang="0">
                    <a:pos x="T0" y="T1"/>
                  </a:cxn>
                  <a:cxn ang="0">
                    <a:pos x="T2" y="T3"/>
                  </a:cxn>
                  <a:cxn ang="0">
                    <a:pos x="T4" y="T5"/>
                  </a:cxn>
                  <a:cxn ang="0">
                    <a:pos x="T6" y="T7"/>
                  </a:cxn>
                  <a:cxn ang="0">
                    <a:pos x="T8" y="T9"/>
                  </a:cxn>
                </a:cxnLst>
                <a:rect l="0" t="0" r="r" b="b"/>
                <a:pathLst>
                  <a:path w="69" h="1084">
                    <a:moveTo>
                      <a:pt x="69" y="26"/>
                    </a:moveTo>
                    <a:lnTo>
                      <a:pt x="69" y="1084"/>
                    </a:lnTo>
                    <a:lnTo>
                      <a:pt x="0" y="1060"/>
                    </a:lnTo>
                    <a:lnTo>
                      <a:pt x="0" y="0"/>
                    </a:lnTo>
                    <a:lnTo>
                      <a:pt x="69" y="26"/>
                    </a:lnTo>
                    <a:close/>
                  </a:path>
                </a:pathLst>
              </a:custGeom>
              <a:gradFill>
                <a:gsLst>
                  <a:gs pos="0">
                    <a:schemeClr val="accent1">
                      <a:lumMod val="80000"/>
                      <a:lumOff val="20000"/>
                    </a:schemeClr>
                  </a:gs>
                  <a:gs pos="50000">
                    <a:schemeClr val="accent1"/>
                  </a:gs>
                  <a:gs pos="100000">
                    <a:schemeClr val="accent1"/>
                  </a:gs>
                </a:gsLst>
                <a:lin ang="2700000" scaled="0"/>
              </a:grad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nvGrpSpPr>
            <p:cNvPr id="177" name="그룹 176"/>
            <p:cNvGrpSpPr/>
            <p:nvPr/>
          </p:nvGrpSpPr>
          <p:grpSpPr>
            <a:xfrm>
              <a:off x="6827874" y="1810118"/>
              <a:ext cx="283013" cy="1474777"/>
              <a:chOff x="7313613" y="1760538"/>
              <a:chExt cx="346076" cy="1803400"/>
            </a:xfrm>
          </p:grpSpPr>
          <p:sp>
            <p:nvSpPr>
              <p:cNvPr id="161" name="Freeform 125"/>
              <p:cNvSpPr>
                <a:spLocks/>
              </p:cNvSpPr>
              <p:nvPr/>
            </p:nvSpPr>
            <p:spPr bwMode="auto">
              <a:xfrm>
                <a:off x="7313613" y="1843088"/>
                <a:ext cx="109538" cy="1720850"/>
              </a:xfrm>
              <a:custGeom>
                <a:avLst/>
                <a:gdLst>
                  <a:gd name="T0" fmla="*/ 69 w 69"/>
                  <a:gd name="T1" fmla="*/ 26 h 1084"/>
                  <a:gd name="T2" fmla="*/ 69 w 69"/>
                  <a:gd name="T3" fmla="*/ 1084 h 1084"/>
                  <a:gd name="T4" fmla="*/ 0 w 69"/>
                  <a:gd name="T5" fmla="*/ 1060 h 1084"/>
                  <a:gd name="T6" fmla="*/ 0 w 69"/>
                  <a:gd name="T7" fmla="*/ 0 h 1084"/>
                  <a:gd name="T8" fmla="*/ 69 w 69"/>
                  <a:gd name="T9" fmla="*/ 26 h 1084"/>
                </a:gdLst>
                <a:ahLst/>
                <a:cxnLst>
                  <a:cxn ang="0">
                    <a:pos x="T0" y="T1"/>
                  </a:cxn>
                  <a:cxn ang="0">
                    <a:pos x="T2" y="T3"/>
                  </a:cxn>
                  <a:cxn ang="0">
                    <a:pos x="T4" y="T5"/>
                  </a:cxn>
                  <a:cxn ang="0">
                    <a:pos x="T6" y="T7"/>
                  </a:cxn>
                  <a:cxn ang="0">
                    <a:pos x="T8" y="T9"/>
                  </a:cxn>
                </a:cxnLst>
                <a:rect l="0" t="0" r="r" b="b"/>
                <a:pathLst>
                  <a:path w="69" h="1084">
                    <a:moveTo>
                      <a:pt x="69" y="26"/>
                    </a:moveTo>
                    <a:lnTo>
                      <a:pt x="69" y="1084"/>
                    </a:lnTo>
                    <a:lnTo>
                      <a:pt x="0" y="1060"/>
                    </a:lnTo>
                    <a:lnTo>
                      <a:pt x="0" y="0"/>
                    </a:lnTo>
                    <a:lnTo>
                      <a:pt x="69" y="26"/>
                    </a:lnTo>
                    <a:close/>
                  </a:path>
                </a:pathLst>
              </a:custGeom>
              <a:gradFill>
                <a:gsLst>
                  <a:gs pos="0">
                    <a:schemeClr val="accent1">
                      <a:lumMod val="80000"/>
                      <a:lumOff val="20000"/>
                    </a:schemeClr>
                  </a:gs>
                  <a:gs pos="50000">
                    <a:schemeClr val="accent1"/>
                  </a:gs>
                  <a:gs pos="100000">
                    <a:schemeClr val="accent1"/>
                  </a:gs>
                </a:gsLst>
                <a:lin ang="2700000" scaled="0"/>
              </a:grad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62" name="Freeform 126"/>
              <p:cNvSpPr>
                <a:spLocks/>
              </p:cNvSpPr>
              <p:nvPr/>
            </p:nvSpPr>
            <p:spPr bwMode="auto">
              <a:xfrm>
                <a:off x="7313613" y="1760538"/>
                <a:ext cx="346075" cy="123825"/>
              </a:xfrm>
              <a:custGeom>
                <a:avLst/>
                <a:gdLst>
                  <a:gd name="T0" fmla="*/ 218 w 218"/>
                  <a:gd name="T1" fmla="*/ 26 h 78"/>
                  <a:gd name="T2" fmla="*/ 69 w 218"/>
                  <a:gd name="T3" fmla="*/ 78 h 78"/>
                  <a:gd name="T4" fmla="*/ 0 w 218"/>
                  <a:gd name="T5" fmla="*/ 52 h 78"/>
                  <a:gd name="T6" fmla="*/ 149 w 218"/>
                  <a:gd name="T7" fmla="*/ 0 h 78"/>
                  <a:gd name="T8" fmla="*/ 218 w 218"/>
                  <a:gd name="T9" fmla="*/ 26 h 78"/>
                </a:gdLst>
                <a:ahLst/>
                <a:cxnLst>
                  <a:cxn ang="0">
                    <a:pos x="T0" y="T1"/>
                  </a:cxn>
                  <a:cxn ang="0">
                    <a:pos x="T2" y="T3"/>
                  </a:cxn>
                  <a:cxn ang="0">
                    <a:pos x="T4" y="T5"/>
                  </a:cxn>
                  <a:cxn ang="0">
                    <a:pos x="T6" y="T7"/>
                  </a:cxn>
                  <a:cxn ang="0">
                    <a:pos x="T8" y="T9"/>
                  </a:cxn>
                </a:cxnLst>
                <a:rect l="0" t="0" r="r" b="b"/>
                <a:pathLst>
                  <a:path w="218" h="78">
                    <a:moveTo>
                      <a:pt x="218" y="26"/>
                    </a:moveTo>
                    <a:lnTo>
                      <a:pt x="69" y="78"/>
                    </a:lnTo>
                    <a:lnTo>
                      <a:pt x="0" y="52"/>
                    </a:lnTo>
                    <a:lnTo>
                      <a:pt x="149" y="0"/>
                    </a:lnTo>
                    <a:lnTo>
                      <a:pt x="218" y="26"/>
                    </a:lnTo>
                    <a:close/>
                  </a:path>
                </a:pathLst>
              </a:custGeom>
              <a:pattFill prst="dkUpDiag">
                <a:fgClr>
                  <a:schemeClr val="accent1">
                    <a:lumMod val="75000"/>
                  </a:schemeClr>
                </a:fgClr>
                <a:bgClr>
                  <a:schemeClr val="accent1"/>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sp>
            <p:nvSpPr>
              <p:cNvPr id="163" name="Freeform 127"/>
              <p:cNvSpPr>
                <a:spLocks/>
              </p:cNvSpPr>
              <p:nvPr/>
            </p:nvSpPr>
            <p:spPr bwMode="auto">
              <a:xfrm>
                <a:off x="7423151" y="1801813"/>
                <a:ext cx="236538" cy="1762125"/>
              </a:xfrm>
              <a:custGeom>
                <a:avLst/>
                <a:gdLst>
                  <a:gd name="T0" fmla="*/ 149 w 149"/>
                  <a:gd name="T1" fmla="*/ 0 h 1110"/>
                  <a:gd name="T2" fmla="*/ 149 w 149"/>
                  <a:gd name="T3" fmla="*/ 1058 h 1110"/>
                  <a:gd name="T4" fmla="*/ 0 w 149"/>
                  <a:gd name="T5" fmla="*/ 1110 h 1110"/>
                  <a:gd name="T6" fmla="*/ 0 w 149"/>
                  <a:gd name="T7" fmla="*/ 52 h 1110"/>
                  <a:gd name="T8" fmla="*/ 149 w 149"/>
                  <a:gd name="T9" fmla="*/ 0 h 1110"/>
                </a:gdLst>
                <a:ahLst/>
                <a:cxnLst>
                  <a:cxn ang="0">
                    <a:pos x="T0" y="T1"/>
                  </a:cxn>
                  <a:cxn ang="0">
                    <a:pos x="T2" y="T3"/>
                  </a:cxn>
                  <a:cxn ang="0">
                    <a:pos x="T4" y="T5"/>
                  </a:cxn>
                  <a:cxn ang="0">
                    <a:pos x="T6" y="T7"/>
                  </a:cxn>
                  <a:cxn ang="0">
                    <a:pos x="T8" y="T9"/>
                  </a:cxn>
                </a:cxnLst>
                <a:rect l="0" t="0" r="r" b="b"/>
                <a:pathLst>
                  <a:path w="149" h="1110">
                    <a:moveTo>
                      <a:pt x="149" y="0"/>
                    </a:moveTo>
                    <a:lnTo>
                      <a:pt x="149" y="1058"/>
                    </a:lnTo>
                    <a:lnTo>
                      <a:pt x="0" y="1110"/>
                    </a:lnTo>
                    <a:lnTo>
                      <a:pt x="0" y="52"/>
                    </a:lnTo>
                    <a:lnTo>
                      <a:pt x="149" y="0"/>
                    </a:lnTo>
                    <a:close/>
                  </a:path>
                </a:pathLst>
              </a:custGeom>
              <a:pattFill prst="ltDnDiag">
                <a:fgClr>
                  <a:schemeClr val="accent1">
                    <a:lumMod val="75000"/>
                  </a:schemeClr>
                </a:fgClr>
                <a:bgClr>
                  <a:schemeClr val="accent1"/>
                </a:bgClr>
              </a:pattFill>
              <a:ln w="3175" cap="rnd" cmpd="sng" algn="ctr">
                <a:solidFill>
                  <a:schemeClr val="accent1">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300"/>
                  </a:spcAft>
                </a:pPr>
                <a:endParaRPr lang="ko-KR" altLang="en-US" sz="1200" b="1" dirty="0">
                  <a:gradFill>
                    <a:gsLst>
                      <a:gs pos="0">
                        <a:prstClr val="white"/>
                      </a:gs>
                      <a:gs pos="100000">
                        <a:prstClr val="white"/>
                      </a:gs>
                    </a:gsLst>
                    <a:lin ang="5400000" scaled="0"/>
                  </a:gradFill>
                  <a:latin typeface="Bebas Neue" pitchFamily="34" charset="0"/>
                  <a:ea typeface="+mj-ea"/>
                </a:endParaRPr>
              </a:p>
            </p:txBody>
          </p:sp>
        </p:grpSp>
      </p:grpSp>
      <p:sp>
        <p:nvSpPr>
          <p:cNvPr id="296" name="Freeform 79"/>
          <p:cNvSpPr>
            <a:spLocks/>
          </p:cNvSpPr>
          <p:nvPr/>
        </p:nvSpPr>
        <p:spPr bwMode="auto">
          <a:xfrm>
            <a:off x="1390223" y="3043000"/>
            <a:ext cx="806195" cy="279118"/>
          </a:xfrm>
          <a:custGeom>
            <a:avLst/>
            <a:gdLst>
              <a:gd name="T0" fmla="*/ 280 w 621"/>
              <a:gd name="T1" fmla="*/ 199 h 215"/>
              <a:gd name="T2" fmla="*/ 351 w 621"/>
              <a:gd name="T3" fmla="*/ 173 h 215"/>
              <a:gd name="T4" fmla="*/ 0 w 621"/>
              <a:gd name="T5" fmla="*/ 52 h 215"/>
              <a:gd name="T6" fmla="*/ 149 w 621"/>
              <a:gd name="T7" fmla="*/ 0 h 215"/>
              <a:gd name="T8" fmla="*/ 500 w 621"/>
              <a:gd name="T9" fmla="*/ 120 h 215"/>
              <a:gd name="T10" fmla="*/ 574 w 621"/>
              <a:gd name="T11" fmla="*/ 97 h 215"/>
              <a:gd name="T12" fmla="*/ 621 w 621"/>
              <a:gd name="T13" fmla="*/ 215 h 215"/>
              <a:gd name="T14" fmla="*/ 280 w 621"/>
              <a:gd name="T15" fmla="*/ 199 h 2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1" h="215">
                <a:moveTo>
                  <a:pt x="280" y="199"/>
                </a:moveTo>
                <a:lnTo>
                  <a:pt x="351" y="173"/>
                </a:lnTo>
                <a:lnTo>
                  <a:pt x="0" y="52"/>
                </a:lnTo>
                <a:lnTo>
                  <a:pt x="149" y="0"/>
                </a:lnTo>
                <a:lnTo>
                  <a:pt x="500" y="120"/>
                </a:lnTo>
                <a:lnTo>
                  <a:pt x="574" y="97"/>
                </a:lnTo>
                <a:lnTo>
                  <a:pt x="621" y="215"/>
                </a:lnTo>
                <a:lnTo>
                  <a:pt x="280" y="199"/>
                </a:lnTo>
                <a:close/>
              </a:path>
            </a:pathLst>
          </a:custGeom>
          <a:gradFill>
            <a:gsLst>
              <a:gs pos="10000">
                <a:schemeClr val="bg2"/>
              </a:gs>
              <a:gs pos="100000">
                <a:schemeClr val="tx2">
                  <a:alpha val="20000"/>
                </a:schemeClr>
              </a:gs>
            </a:gsLst>
            <a:lin ang="3720000" scaled="0"/>
          </a:gra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401" name="그룹 400"/>
          <p:cNvGrpSpPr/>
          <p:nvPr/>
        </p:nvGrpSpPr>
        <p:grpSpPr>
          <a:xfrm>
            <a:off x="965704" y="1512402"/>
            <a:ext cx="566025" cy="1573443"/>
            <a:chOff x="3434522" y="1366127"/>
            <a:chExt cx="566025" cy="1573443"/>
          </a:xfrm>
        </p:grpSpPr>
        <p:grpSp>
          <p:nvGrpSpPr>
            <p:cNvPr id="304" name="그룹 303"/>
            <p:cNvGrpSpPr/>
            <p:nvPr/>
          </p:nvGrpSpPr>
          <p:grpSpPr>
            <a:xfrm>
              <a:off x="3434522" y="1366127"/>
              <a:ext cx="283012" cy="1474778"/>
              <a:chOff x="6967538" y="1639888"/>
              <a:chExt cx="346075" cy="1803400"/>
            </a:xfrm>
          </p:grpSpPr>
          <p:grpSp>
            <p:nvGrpSpPr>
              <p:cNvPr id="314" name="그룹 313"/>
              <p:cNvGrpSpPr/>
              <p:nvPr/>
            </p:nvGrpSpPr>
            <p:grpSpPr>
              <a:xfrm>
                <a:off x="6967538" y="1639888"/>
                <a:ext cx="346075" cy="1803400"/>
                <a:chOff x="6967538" y="1639888"/>
                <a:chExt cx="346075" cy="1803400"/>
              </a:xfrm>
            </p:grpSpPr>
            <p:sp>
              <p:nvSpPr>
                <p:cNvPr id="316" name="Freeform 116"/>
                <p:cNvSpPr>
                  <a:spLocks/>
                </p:cNvSpPr>
                <p:nvPr/>
              </p:nvSpPr>
              <p:spPr bwMode="auto">
                <a:xfrm>
                  <a:off x="6967538" y="1639888"/>
                  <a:ext cx="346075" cy="123825"/>
                </a:xfrm>
                <a:custGeom>
                  <a:avLst/>
                  <a:gdLst>
                    <a:gd name="T0" fmla="*/ 218 w 218"/>
                    <a:gd name="T1" fmla="*/ 26 h 78"/>
                    <a:gd name="T2" fmla="*/ 68 w 218"/>
                    <a:gd name="T3" fmla="*/ 78 h 78"/>
                    <a:gd name="T4" fmla="*/ 0 w 218"/>
                    <a:gd name="T5" fmla="*/ 52 h 78"/>
                    <a:gd name="T6" fmla="*/ 149 w 218"/>
                    <a:gd name="T7" fmla="*/ 0 h 78"/>
                    <a:gd name="T8" fmla="*/ 218 w 218"/>
                    <a:gd name="T9" fmla="*/ 26 h 78"/>
                  </a:gdLst>
                  <a:ahLst/>
                  <a:cxnLst>
                    <a:cxn ang="0">
                      <a:pos x="T0" y="T1"/>
                    </a:cxn>
                    <a:cxn ang="0">
                      <a:pos x="T2" y="T3"/>
                    </a:cxn>
                    <a:cxn ang="0">
                      <a:pos x="T4" y="T5"/>
                    </a:cxn>
                    <a:cxn ang="0">
                      <a:pos x="T6" y="T7"/>
                    </a:cxn>
                    <a:cxn ang="0">
                      <a:pos x="T8" y="T9"/>
                    </a:cxn>
                  </a:cxnLst>
                  <a:rect l="0" t="0" r="r" b="b"/>
                  <a:pathLst>
                    <a:path w="218" h="78">
                      <a:moveTo>
                        <a:pt x="218" y="26"/>
                      </a:moveTo>
                      <a:lnTo>
                        <a:pt x="68" y="78"/>
                      </a:lnTo>
                      <a:lnTo>
                        <a:pt x="0" y="52"/>
                      </a:lnTo>
                      <a:lnTo>
                        <a:pt x="149" y="0"/>
                      </a:lnTo>
                      <a:lnTo>
                        <a:pt x="218" y="26"/>
                      </a:lnTo>
                      <a:close/>
                    </a:path>
                  </a:pathLst>
                </a:custGeom>
                <a:pattFill prst="ltUpDiag">
                  <a:fgClr>
                    <a:schemeClr val="accent3">
                      <a:lumMod val="65000"/>
                    </a:schemeClr>
                  </a:fgClr>
                  <a:bgClr>
                    <a:schemeClr val="accent3">
                      <a:lumMod val="8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17" name="Freeform 117"/>
                <p:cNvSpPr>
                  <a:spLocks/>
                </p:cNvSpPr>
                <p:nvPr/>
              </p:nvSpPr>
              <p:spPr bwMode="auto">
                <a:xfrm>
                  <a:off x="7075488" y="1681163"/>
                  <a:ext cx="238125" cy="1762125"/>
                </a:xfrm>
                <a:custGeom>
                  <a:avLst/>
                  <a:gdLst>
                    <a:gd name="T0" fmla="*/ 150 w 150"/>
                    <a:gd name="T1" fmla="*/ 0 h 1110"/>
                    <a:gd name="T2" fmla="*/ 150 w 150"/>
                    <a:gd name="T3" fmla="*/ 1058 h 1110"/>
                    <a:gd name="T4" fmla="*/ 0 w 150"/>
                    <a:gd name="T5" fmla="*/ 1110 h 1110"/>
                    <a:gd name="T6" fmla="*/ 0 w 150"/>
                    <a:gd name="T7" fmla="*/ 52 h 1110"/>
                    <a:gd name="T8" fmla="*/ 150 w 150"/>
                    <a:gd name="T9" fmla="*/ 0 h 1110"/>
                  </a:gdLst>
                  <a:ahLst/>
                  <a:cxnLst>
                    <a:cxn ang="0">
                      <a:pos x="T0" y="T1"/>
                    </a:cxn>
                    <a:cxn ang="0">
                      <a:pos x="T2" y="T3"/>
                    </a:cxn>
                    <a:cxn ang="0">
                      <a:pos x="T4" y="T5"/>
                    </a:cxn>
                    <a:cxn ang="0">
                      <a:pos x="T6" y="T7"/>
                    </a:cxn>
                    <a:cxn ang="0">
                      <a:pos x="T8" y="T9"/>
                    </a:cxn>
                  </a:cxnLst>
                  <a:rect l="0" t="0" r="r" b="b"/>
                  <a:pathLst>
                    <a:path w="150" h="1110">
                      <a:moveTo>
                        <a:pt x="150" y="0"/>
                      </a:moveTo>
                      <a:lnTo>
                        <a:pt x="150" y="1058"/>
                      </a:lnTo>
                      <a:lnTo>
                        <a:pt x="0" y="1110"/>
                      </a:lnTo>
                      <a:lnTo>
                        <a:pt x="0" y="52"/>
                      </a:lnTo>
                      <a:lnTo>
                        <a:pt x="150" y="0"/>
                      </a:lnTo>
                      <a:close/>
                    </a:path>
                  </a:pathLst>
                </a:custGeom>
                <a:pattFill prst="dkDnDiag">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315" name="Freeform 115"/>
              <p:cNvSpPr>
                <a:spLocks/>
              </p:cNvSpPr>
              <p:nvPr/>
            </p:nvSpPr>
            <p:spPr bwMode="auto">
              <a:xfrm>
                <a:off x="6967538" y="1722438"/>
                <a:ext cx="107950" cy="1720850"/>
              </a:xfrm>
              <a:custGeom>
                <a:avLst/>
                <a:gdLst>
                  <a:gd name="T0" fmla="*/ 68 w 68"/>
                  <a:gd name="T1" fmla="*/ 26 h 1084"/>
                  <a:gd name="T2" fmla="*/ 68 w 68"/>
                  <a:gd name="T3" fmla="*/ 1084 h 1084"/>
                  <a:gd name="T4" fmla="*/ 0 w 68"/>
                  <a:gd name="T5" fmla="*/ 1060 h 1084"/>
                  <a:gd name="T6" fmla="*/ 0 w 68"/>
                  <a:gd name="T7" fmla="*/ 0 h 1084"/>
                  <a:gd name="T8" fmla="*/ 68 w 68"/>
                  <a:gd name="T9" fmla="*/ 26 h 1084"/>
                </a:gdLst>
                <a:ahLst/>
                <a:cxnLst>
                  <a:cxn ang="0">
                    <a:pos x="T0" y="T1"/>
                  </a:cxn>
                  <a:cxn ang="0">
                    <a:pos x="T2" y="T3"/>
                  </a:cxn>
                  <a:cxn ang="0">
                    <a:pos x="T4" y="T5"/>
                  </a:cxn>
                  <a:cxn ang="0">
                    <a:pos x="T6" y="T7"/>
                  </a:cxn>
                  <a:cxn ang="0">
                    <a:pos x="T8" y="T9"/>
                  </a:cxn>
                </a:cxnLst>
                <a:rect l="0" t="0" r="r" b="b"/>
                <a:pathLst>
                  <a:path w="68" h="1084">
                    <a:moveTo>
                      <a:pt x="68" y="26"/>
                    </a:moveTo>
                    <a:lnTo>
                      <a:pt x="68" y="1084"/>
                    </a:lnTo>
                    <a:lnTo>
                      <a:pt x="0" y="1060"/>
                    </a:lnTo>
                    <a:lnTo>
                      <a:pt x="0" y="0"/>
                    </a:lnTo>
                    <a:lnTo>
                      <a:pt x="68" y="26"/>
                    </a:lnTo>
                    <a:close/>
                  </a:path>
                </a:pathLst>
              </a:custGeom>
              <a:solidFill>
                <a:schemeClr val="accent3">
                  <a:lumMod val="9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grpSp>
        <p:grpSp>
          <p:nvGrpSpPr>
            <p:cNvPr id="305" name="그룹 304"/>
            <p:cNvGrpSpPr/>
            <p:nvPr/>
          </p:nvGrpSpPr>
          <p:grpSpPr>
            <a:xfrm>
              <a:off x="3576028" y="1415459"/>
              <a:ext cx="283012" cy="1474778"/>
              <a:chOff x="7140576" y="1700213"/>
              <a:chExt cx="346075" cy="1803400"/>
            </a:xfrm>
          </p:grpSpPr>
          <p:grpSp>
            <p:nvGrpSpPr>
              <p:cNvPr id="310" name="그룹 309"/>
              <p:cNvGrpSpPr/>
              <p:nvPr/>
            </p:nvGrpSpPr>
            <p:grpSpPr>
              <a:xfrm>
                <a:off x="7140576" y="1700213"/>
                <a:ext cx="346075" cy="1803400"/>
                <a:chOff x="7140576" y="1700213"/>
                <a:chExt cx="346075" cy="1803400"/>
              </a:xfrm>
            </p:grpSpPr>
            <p:sp>
              <p:nvSpPr>
                <p:cNvPr id="312" name="Freeform 121"/>
                <p:cNvSpPr>
                  <a:spLocks/>
                </p:cNvSpPr>
                <p:nvPr/>
              </p:nvSpPr>
              <p:spPr bwMode="auto">
                <a:xfrm>
                  <a:off x="7140576" y="1700213"/>
                  <a:ext cx="346075" cy="123825"/>
                </a:xfrm>
                <a:custGeom>
                  <a:avLst/>
                  <a:gdLst>
                    <a:gd name="T0" fmla="*/ 218 w 218"/>
                    <a:gd name="T1" fmla="*/ 26 h 78"/>
                    <a:gd name="T2" fmla="*/ 69 w 218"/>
                    <a:gd name="T3" fmla="*/ 78 h 78"/>
                    <a:gd name="T4" fmla="*/ 0 w 218"/>
                    <a:gd name="T5" fmla="*/ 52 h 78"/>
                    <a:gd name="T6" fmla="*/ 149 w 218"/>
                    <a:gd name="T7" fmla="*/ 0 h 78"/>
                    <a:gd name="T8" fmla="*/ 218 w 218"/>
                    <a:gd name="T9" fmla="*/ 26 h 78"/>
                  </a:gdLst>
                  <a:ahLst/>
                  <a:cxnLst>
                    <a:cxn ang="0">
                      <a:pos x="T0" y="T1"/>
                    </a:cxn>
                    <a:cxn ang="0">
                      <a:pos x="T2" y="T3"/>
                    </a:cxn>
                    <a:cxn ang="0">
                      <a:pos x="T4" y="T5"/>
                    </a:cxn>
                    <a:cxn ang="0">
                      <a:pos x="T6" y="T7"/>
                    </a:cxn>
                    <a:cxn ang="0">
                      <a:pos x="T8" y="T9"/>
                    </a:cxn>
                  </a:cxnLst>
                  <a:rect l="0" t="0" r="r" b="b"/>
                  <a:pathLst>
                    <a:path w="218" h="78">
                      <a:moveTo>
                        <a:pt x="218" y="26"/>
                      </a:moveTo>
                      <a:lnTo>
                        <a:pt x="69" y="78"/>
                      </a:lnTo>
                      <a:lnTo>
                        <a:pt x="0" y="52"/>
                      </a:lnTo>
                      <a:lnTo>
                        <a:pt x="149" y="0"/>
                      </a:lnTo>
                      <a:lnTo>
                        <a:pt x="218" y="26"/>
                      </a:lnTo>
                      <a:close/>
                    </a:path>
                  </a:pathLst>
                </a:custGeom>
                <a:pattFill prst="ltUpDiag">
                  <a:fgClr>
                    <a:schemeClr val="accent3">
                      <a:lumMod val="65000"/>
                    </a:schemeClr>
                  </a:fgClr>
                  <a:bgClr>
                    <a:schemeClr val="accent3">
                      <a:lumMod val="8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13" name="Freeform 122"/>
                <p:cNvSpPr>
                  <a:spLocks/>
                </p:cNvSpPr>
                <p:nvPr/>
              </p:nvSpPr>
              <p:spPr bwMode="auto">
                <a:xfrm>
                  <a:off x="7250113" y="1741488"/>
                  <a:ext cx="236538" cy="1762125"/>
                </a:xfrm>
                <a:custGeom>
                  <a:avLst/>
                  <a:gdLst>
                    <a:gd name="T0" fmla="*/ 149 w 149"/>
                    <a:gd name="T1" fmla="*/ 0 h 1110"/>
                    <a:gd name="T2" fmla="*/ 149 w 149"/>
                    <a:gd name="T3" fmla="*/ 1058 h 1110"/>
                    <a:gd name="T4" fmla="*/ 0 w 149"/>
                    <a:gd name="T5" fmla="*/ 1110 h 1110"/>
                    <a:gd name="T6" fmla="*/ 0 w 149"/>
                    <a:gd name="T7" fmla="*/ 52 h 1110"/>
                    <a:gd name="T8" fmla="*/ 149 w 149"/>
                    <a:gd name="T9" fmla="*/ 0 h 1110"/>
                  </a:gdLst>
                  <a:ahLst/>
                  <a:cxnLst>
                    <a:cxn ang="0">
                      <a:pos x="T0" y="T1"/>
                    </a:cxn>
                    <a:cxn ang="0">
                      <a:pos x="T2" y="T3"/>
                    </a:cxn>
                    <a:cxn ang="0">
                      <a:pos x="T4" y="T5"/>
                    </a:cxn>
                    <a:cxn ang="0">
                      <a:pos x="T6" y="T7"/>
                    </a:cxn>
                    <a:cxn ang="0">
                      <a:pos x="T8" y="T9"/>
                    </a:cxn>
                  </a:cxnLst>
                  <a:rect l="0" t="0" r="r" b="b"/>
                  <a:pathLst>
                    <a:path w="149" h="1110">
                      <a:moveTo>
                        <a:pt x="149" y="0"/>
                      </a:moveTo>
                      <a:lnTo>
                        <a:pt x="149" y="1058"/>
                      </a:lnTo>
                      <a:lnTo>
                        <a:pt x="0" y="1110"/>
                      </a:lnTo>
                      <a:lnTo>
                        <a:pt x="0" y="52"/>
                      </a:lnTo>
                      <a:lnTo>
                        <a:pt x="149" y="0"/>
                      </a:lnTo>
                      <a:close/>
                    </a:path>
                  </a:pathLst>
                </a:custGeom>
                <a:pattFill prst="dkDnDiag">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311" name="Freeform 120"/>
              <p:cNvSpPr>
                <a:spLocks/>
              </p:cNvSpPr>
              <p:nvPr/>
            </p:nvSpPr>
            <p:spPr bwMode="auto">
              <a:xfrm>
                <a:off x="7140576" y="1782763"/>
                <a:ext cx="109538" cy="1720850"/>
              </a:xfrm>
              <a:custGeom>
                <a:avLst/>
                <a:gdLst>
                  <a:gd name="T0" fmla="*/ 69 w 69"/>
                  <a:gd name="T1" fmla="*/ 26 h 1084"/>
                  <a:gd name="T2" fmla="*/ 69 w 69"/>
                  <a:gd name="T3" fmla="*/ 1084 h 1084"/>
                  <a:gd name="T4" fmla="*/ 0 w 69"/>
                  <a:gd name="T5" fmla="*/ 1060 h 1084"/>
                  <a:gd name="T6" fmla="*/ 0 w 69"/>
                  <a:gd name="T7" fmla="*/ 0 h 1084"/>
                  <a:gd name="T8" fmla="*/ 69 w 69"/>
                  <a:gd name="T9" fmla="*/ 26 h 1084"/>
                </a:gdLst>
                <a:ahLst/>
                <a:cxnLst>
                  <a:cxn ang="0">
                    <a:pos x="T0" y="T1"/>
                  </a:cxn>
                  <a:cxn ang="0">
                    <a:pos x="T2" y="T3"/>
                  </a:cxn>
                  <a:cxn ang="0">
                    <a:pos x="T4" y="T5"/>
                  </a:cxn>
                  <a:cxn ang="0">
                    <a:pos x="T6" y="T7"/>
                  </a:cxn>
                  <a:cxn ang="0">
                    <a:pos x="T8" y="T9"/>
                  </a:cxn>
                </a:cxnLst>
                <a:rect l="0" t="0" r="r" b="b"/>
                <a:pathLst>
                  <a:path w="69" h="1084">
                    <a:moveTo>
                      <a:pt x="69" y="26"/>
                    </a:moveTo>
                    <a:lnTo>
                      <a:pt x="69" y="1084"/>
                    </a:lnTo>
                    <a:lnTo>
                      <a:pt x="0" y="1060"/>
                    </a:lnTo>
                    <a:lnTo>
                      <a:pt x="0" y="0"/>
                    </a:lnTo>
                    <a:lnTo>
                      <a:pt x="69" y="26"/>
                    </a:lnTo>
                    <a:close/>
                  </a:path>
                </a:pathLst>
              </a:custGeom>
              <a:solidFill>
                <a:schemeClr val="accent3">
                  <a:lumMod val="9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grpSp>
        <p:grpSp>
          <p:nvGrpSpPr>
            <p:cNvPr id="306" name="그룹 305"/>
            <p:cNvGrpSpPr/>
            <p:nvPr/>
          </p:nvGrpSpPr>
          <p:grpSpPr>
            <a:xfrm>
              <a:off x="3717534" y="1464792"/>
              <a:ext cx="283013" cy="1474778"/>
              <a:chOff x="7313613" y="1760538"/>
              <a:chExt cx="346076" cy="1803400"/>
            </a:xfrm>
          </p:grpSpPr>
          <p:sp>
            <p:nvSpPr>
              <p:cNvPr id="307" name="Freeform 125"/>
              <p:cNvSpPr>
                <a:spLocks/>
              </p:cNvSpPr>
              <p:nvPr/>
            </p:nvSpPr>
            <p:spPr bwMode="auto">
              <a:xfrm>
                <a:off x="7313613" y="1843088"/>
                <a:ext cx="109538" cy="1720850"/>
              </a:xfrm>
              <a:custGeom>
                <a:avLst/>
                <a:gdLst>
                  <a:gd name="T0" fmla="*/ 69 w 69"/>
                  <a:gd name="T1" fmla="*/ 26 h 1084"/>
                  <a:gd name="T2" fmla="*/ 69 w 69"/>
                  <a:gd name="T3" fmla="*/ 1084 h 1084"/>
                  <a:gd name="T4" fmla="*/ 0 w 69"/>
                  <a:gd name="T5" fmla="*/ 1060 h 1084"/>
                  <a:gd name="T6" fmla="*/ 0 w 69"/>
                  <a:gd name="T7" fmla="*/ 0 h 1084"/>
                  <a:gd name="T8" fmla="*/ 69 w 69"/>
                  <a:gd name="T9" fmla="*/ 26 h 1084"/>
                </a:gdLst>
                <a:ahLst/>
                <a:cxnLst>
                  <a:cxn ang="0">
                    <a:pos x="T0" y="T1"/>
                  </a:cxn>
                  <a:cxn ang="0">
                    <a:pos x="T2" y="T3"/>
                  </a:cxn>
                  <a:cxn ang="0">
                    <a:pos x="T4" y="T5"/>
                  </a:cxn>
                  <a:cxn ang="0">
                    <a:pos x="T6" y="T7"/>
                  </a:cxn>
                  <a:cxn ang="0">
                    <a:pos x="T8" y="T9"/>
                  </a:cxn>
                </a:cxnLst>
                <a:rect l="0" t="0" r="r" b="b"/>
                <a:pathLst>
                  <a:path w="69" h="1084">
                    <a:moveTo>
                      <a:pt x="69" y="26"/>
                    </a:moveTo>
                    <a:lnTo>
                      <a:pt x="69" y="1084"/>
                    </a:lnTo>
                    <a:lnTo>
                      <a:pt x="0" y="1060"/>
                    </a:lnTo>
                    <a:lnTo>
                      <a:pt x="0" y="0"/>
                    </a:lnTo>
                    <a:lnTo>
                      <a:pt x="69" y="26"/>
                    </a:lnTo>
                    <a:close/>
                  </a:path>
                </a:pathLst>
              </a:custGeom>
              <a:solidFill>
                <a:schemeClr val="accent3">
                  <a:lumMod val="9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308" name="Freeform 126"/>
              <p:cNvSpPr>
                <a:spLocks/>
              </p:cNvSpPr>
              <p:nvPr/>
            </p:nvSpPr>
            <p:spPr bwMode="auto">
              <a:xfrm>
                <a:off x="7313613" y="1760538"/>
                <a:ext cx="346075" cy="123825"/>
              </a:xfrm>
              <a:custGeom>
                <a:avLst/>
                <a:gdLst>
                  <a:gd name="T0" fmla="*/ 218 w 218"/>
                  <a:gd name="T1" fmla="*/ 26 h 78"/>
                  <a:gd name="T2" fmla="*/ 69 w 218"/>
                  <a:gd name="T3" fmla="*/ 78 h 78"/>
                  <a:gd name="T4" fmla="*/ 0 w 218"/>
                  <a:gd name="T5" fmla="*/ 52 h 78"/>
                  <a:gd name="T6" fmla="*/ 149 w 218"/>
                  <a:gd name="T7" fmla="*/ 0 h 78"/>
                  <a:gd name="T8" fmla="*/ 218 w 218"/>
                  <a:gd name="T9" fmla="*/ 26 h 78"/>
                </a:gdLst>
                <a:ahLst/>
                <a:cxnLst>
                  <a:cxn ang="0">
                    <a:pos x="T0" y="T1"/>
                  </a:cxn>
                  <a:cxn ang="0">
                    <a:pos x="T2" y="T3"/>
                  </a:cxn>
                  <a:cxn ang="0">
                    <a:pos x="T4" y="T5"/>
                  </a:cxn>
                  <a:cxn ang="0">
                    <a:pos x="T6" y="T7"/>
                  </a:cxn>
                  <a:cxn ang="0">
                    <a:pos x="T8" y="T9"/>
                  </a:cxn>
                </a:cxnLst>
                <a:rect l="0" t="0" r="r" b="b"/>
                <a:pathLst>
                  <a:path w="218" h="78">
                    <a:moveTo>
                      <a:pt x="218" y="26"/>
                    </a:moveTo>
                    <a:lnTo>
                      <a:pt x="69" y="78"/>
                    </a:lnTo>
                    <a:lnTo>
                      <a:pt x="0" y="52"/>
                    </a:lnTo>
                    <a:lnTo>
                      <a:pt x="149" y="0"/>
                    </a:lnTo>
                    <a:lnTo>
                      <a:pt x="218" y="26"/>
                    </a:lnTo>
                    <a:close/>
                  </a:path>
                </a:pathLst>
              </a:custGeom>
              <a:pattFill prst="ltUpDiag">
                <a:fgClr>
                  <a:schemeClr val="accent3">
                    <a:lumMod val="65000"/>
                  </a:schemeClr>
                </a:fgClr>
                <a:bgClr>
                  <a:schemeClr val="accent3">
                    <a:lumMod val="8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09" name="Freeform 127"/>
              <p:cNvSpPr>
                <a:spLocks/>
              </p:cNvSpPr>
              <p:nvPr/>
            </p:nvSpPr>
            <p:spPr bwMode="auto">
              <a:xfrm>
                <a:off x="7423151" y="1801813"/>
                <a:ext cx="236538" cy="1762125"/>
              </a:xfrm>
              <a:custGeom>
                <a:avLst/>
                <a:gdLst>
                  <a:gd name="T0" fmla="*/ 149 w 149"/>
                  <a:gd name="T1" fmla="*/ 0 h 1110"/>
                  <a:gd name="T2" fmla="*/ 149 w 149"/>
                  <a:gd name="T3" fmla="*/ 1058 h 1110"/>
                  <a:gd name="T4" fmla="*/ 0 w 149"/>
                  <a:gd name="T5" fmla="*/ 1110 h 1110"/>
                  <a:gd name="T6" fmla="*/ 0 w 149"/>
                  <a:gd name="T7" fmla="*/ 52 h 1110"/>
                  <a:gd name="T8" fmla="*/ 149 w 149"/>
                  <a:gd name="T9" fmla="*/ 0 h 1110"/>
                </a:gdLst>
                <a:ahLst/>
                <a:cxnLst>
                  <a:cxn ang="0">
                    <a:pos x="T0" y="T1"/>
                  </a:cxn>
                  <a:cxn ang="0">
                    <a:pos x="T2" y="T3"/>
                  </a:cxn>
                  <a:cxn ang="0">
                    <a:pos x="T4" y="T5"/>
                  </a:cxn>
                  <a:cxn ang="0">
                    <a:pos x="T6" y="T7"/>
                  </a:cxn>
                  <a:cxn ang="0">
                    <a:pos x="T8" y="T9"/>
                  </a:cxn>
                </a:cxnLst>
                <a:rect l="0" t="0" r="r" b="b"/>
                <a:pathLst>
                  <a:path w="149" h="1110">
                    <a:moveTo>
                      <a:pt x="149" y="0"/>
                    </a:moveTo>
                    <a:lnTo>
                      <a:pt x="149" y="1058"/>
                    </a:lnTo>
                    <a:lnTo>
                      <a:pt x="0" y="1110"/>
                    </a:lnTo>
                    <a:lnTo>
                      <a:pt x="0" y="52"/>
                    </a:lnTo>
                    <a:lnTo>
                      <a:pt x="149" y="0"/>
                    </a:lnTo>
                    <a:close/>
                  </a:path>
                </a:pathLst>
              </a:custGeom>
              <a:pattFill prst="ltDnDiag">
                <a:fgClr>
                  <a:schemeClr val="accent3">
                    <a:lumMod val="75000"/>
                  </a:schemeClr>
                </a:fgClr>
                <a:bgClr>
                  <a:schemeClr val="accent3">
                    <a:lumMod val="6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sp>
        <p:nvSpPr>
          <p:cNvPr id="347" name="Freeform 79"/>
          <p:cNvSpPr>
            <a:spLocks/>
          </p:cNvSpPr>
          <p:nvPr/>
        </p:nvSpPr>
        <p:spPr bwMode="auto">
          <a:xfrm>
            <a:off x="2873991" y="3190999"/>
            <a:ext cx="806195" cy="279118"/>
          </a:xfrm>
          <a:custGeom>
            <a:avLst/>
            <a:gdLst>
              <a:gd name="T0" fmla="*/ 280 w 621"/>
              <a:gd name="T1" fmla="*/ 199 h 215"/>
              <a:gd name="T2" fmla="*/ 351 w 621"/>
              <a:gd name="T3" fmla="*/ 173 h 215"/>
              <a:gd name="T4" fmla="*/ 0 w 621"/>
              <a:gd name="T5" fmla="*/ 52 h 215"/>
              <a:gd name="T6" fmla="*/ 149 w 621"/>
              <a:gd name="T7" fmla="*/ 0 h 215"/>
              <a:gd name="T8" fmla="*/ 500 w 621"/>
              <a:gd name="T9" fmla="*/ 120 h 215"/>
              <a:gd name="T10" fmla="*/ 574 w 621"/>
              <a:gd name="T11" fmla="*/ 97 h 215"/>
              <a:gd name="T12" fmla="*/ 621 w 621"/>
              <a:gd name="T13" fmla="*/ 215 h 215"/>
              <a:gd name="T14" fmla="*/ 280 w 621"/>
              <a:gd name="T15" fmla="*/ 199 h 2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1" h="215">
                <a:moveTo>
                  <a:pt x="280" y="199"/>
                </a:moveTo>
                <a:lnTo>
                  <a:pt x="351" y="173"/>
                </a:lnTo>
                <a:lnTo>
                  <a:pt x="0" y="52"/>
                </a:lnTo>
                <a:lnTo>
                  <a:pt x="149" y="0"/>
                </a:lnTo>
                <a:lnTo>
                  <a:pt x="500" y="120"/>
                </a:lnTo>
                <a:lnTo>
                  <a:pt x="574" y="97"/>
                </a:lnTo>
                <a:lnTo>
                  <a:pt x="621" y="215"/>
                </a:lnTo>
                <a:lnTo>
                  <a:pt x="280" y="199"/>
                </a:lnTo>
                <a:close/>
              </a:path>
            </a:pathLst>
          </a:custGeom>
          <a:gradFill>
            <a:gsLst>
              <a:gs pos="10000">
                <a:schemeClr val="bg2"/>
              </a:gs>
              <a:gs pos="100000">
                <a:schemeClr val="tx2">
                  <a:alpha val="20000"/>
                </a:schemeClr>
              </a:gs>
            </a:gsLst>
            <a:lin ang="3720000" scaled="0"/>
          </a:gra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nvGrpSpPr>
          <p:cNvPr id="400" name="그룹 399"/>
          <p:cNvGrpSpPr/>
          <p:nvPr/>
        </p:nvGrpSpPr>
        <p:grpSpPr>
          <a:xfrm>
            <a:off x="2024953" y="1512402"/>
            <a:ext cx="990543" cy="1721439"/>
            <a:chOff x="4493772" y="1366127"/>
            <a:chExt cx="990543" cy="1721439"/>
          </a:xfrm>
        </p:grpSpPr>
        <p:grpSp>
          <p:nvGrpSpPr>
            <p:cNvPr id="352" name="그룹 351"/>
            <p:cNvGrpSpPr/>
            <p:nvPr/>
          </p:nvGrpSpPr>
          <p:grpSpPr>
            <a:xfrm>
              <a:off x="4493772" y="1366127"/>
              <a:ext cx="283012" cy="1474778"/>
              <a:chOff x="6448426" y="1458913"/>
              <a:chExt cx="346075" cy="1803401"/>
            </a:xfrm>
          </p:grpSpPr>
          <p:grpSp>
            <p:nvGrpSpPr>
              <p:cNvPr id="377" name="그룹 376"/>
              <p:cNvGrpSpPr/>
              <p:nvPr/>
            </p:nvGrpSpPr>
            <p:grpSpPr>
              <a:xfrm>
                <a:off x="6448426" y="1458913"/>
                <a:ext cx="346075" cy="1803401"/>
                <a:chOff x="6448426" y="1458913"/>
                <a:chExt cx="346075" cy="1803401"/>
              </a:xfrm>
            </p:grpSpPr>
            <p:sp>
              <p:nvSpPr>
                <p:cNvPr id="379" name="Freeform 101"/>
                <p:cNvSpPr>
                  <a:spLocks/>
                </p:cNvSpPr>
                <p:nvPr/>
              </p:nvSpPr>
              <p:spPr bwMode="auto">
                <a:xfrm>
                  <a:off x="6448426" y="1458913"/>
                  <a:ext cx="346075" cy="120650"/>
                </a:xfrm>
                <a:custGeom>
                  <a:avLst/>
                  <a:gdLst>
                    <a:gd name="T0" fmla="*/ 218 w 218"/>
                    <a:gd name="T1" fmla="*/ 23 h 76"/>
                    <a:gd name="T2" fmla="*/ 68 w 218"/>
                    <a:gd name="T3" fmla="*/ 76 h 76"/>
                    <a:gd name="T4" fmla="*/ 0 w 218"/>
                    <a:gd name="T5" fmla="*/ 52 h 76"/>
                    <a:gd name="T6" fmla="*/ 149 w 218"/>
                    <a:gd name="T7" fmla="*/ 0 h 76"/>
                    <a:gd name="T8" fmla="*/ 218 w 218"/>
                    <a:gd name="T9" fmla="*/ 23 h 76"/>
                  </a:gdLst>
                  <a:ahLst/>
                  <a:cxnLst>
                    <a:cxn ang="0">
                      <a:pos x="T0" y="T1"/>
                    </a:cxn>
                    <a:cxn ang="0">
                      <a:pos x="T2" y="T3"/>
                    </a:cxn>
                    <a:cxn ang="0">
                      <a:pos x="T4" y="T5"/>
                    </a:cxn>
                    <a:cxn ang="0">
                      <a:pos x="T6" y="T7"/>
                    </a:cxn>
                    <a:cxn ang="0">
                      <a:pos x="T8" y="T9"/>
                    </a:cxn>
                  </a:cxnLst>
                  <a:rect l="0" t="0" r="r" b="b"/>
                  <a:pathLst>
                    <a:path w="218" h="76">
                      <a:moveTo>
                        <a:pt x="218" y="23"/>
                      </a:moveTo>
                      <a:lnTo>
                        <a:pt x="68" y="76"/>
                      </a:lnTo>
                      <a:lnTo>
                        <a:pt x="0" y="52"/>
                      </a:lnTo>
                      <a:lnTo>
                        <a:pt x="149" y="0"/>
                      </a:lnTo>
                      <a:lnTo>
                        <a:pt x="218" y="23"/>
                      </a:lnTo>
                      <a:close/>
                    </a:path>
                  </a:pathLst>
                </a:custGeom>
                <a:pattFill prst="ltUpDiag">
                  <a:fgClr>
                    <a:schemeClr val="accent3">
                      <a:lumMod val="65000"/>
                    </a:schemeClr>
                  </a:fgClr>
                  <a:bgClr>
                    <a:schemeClr val="accent3">
                      <a:lumMod val="8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80" name="Freeform 102"/>
                <p:cNvSpPr>
                  <a:spLocks/>
                </p:cNvSpPr>
                <p:nvPr/>
              </p:nvSpPr>
              <p:spPr bwMode="auto">
                <a:xfrm>
                  <a:off x="6556376" y="1495426"/>
                  <a:ext cx="238125" cy="1766888"/>
                </a:xfrm>
                <a:custGeom>
                  <a:avLst/>
                  <a:gdLst>
                    <a:gd name="T0" fmla="*/ 150 w 150"/>
                    <a:gd name="T1" fmla="*/ 0 h 1113"/>
                    <a:gd name="T2" fmla="*/ 150 w 150"/>
                    <a:gd name="T3" fmla="*/ 1061 h 1113"/>
                    <a:gd name="T4" fmla="*/ 0 w 150"/>
                    <a:gd name="T5" fmla="*/ 1113 h 1113"/>
                    <a:gd name="T6" fmla="*/ 0 w 150"/>
                    <a:gd name="T7" fmla="*/ 53 h 1113"/>
                    <a:gd name="T8" fmla="*/ 150 w 150"/>
                    <a:gd name="T9" fmla="*/ 0 h 1113"/>
                  </a:gdLst>
                  <a:ahLst/>
                  <a:cxnLst>
                    <a:cxn ang="0">
                      <a:pos x="T0" y="T1"/>
                    </a:cxn>
                    <a:cxn ang="0">
                      <a:pos x="T2" y="T3"/>
                    </a:cxn>
                    <a:cxn ang="0">
                      <a:pos x="T4" y="T5"/>
                    </a:cxn>
                    <a:cxn ang="0">
                      <a:pos x="T6" y="T7"/>
                    </a:cxn>
                    <a:cxn ang="0">
                      <a:pos x="T8" y="T9"/>
                    </a:cxn>
                  </a:cxnLst>
                  <a:rect l="0" t="0" r="r" b="b"/>
                  <a:pathLst>
                    <a:path w="150" h="1113">
                      <a:moveTo>
                        <a:pt x="150" y="0"/>
                      </a:moveTo>
                      <a:lnTo>
                        <a:pt x="150" y="1061"/>
                      </a:lnTo>
                      <a:lnTo>
                        <a:pt x="0" y="1113"/>
                      </a:lnTo>
                      <a:lnTo>
                        <a:pt x="0" y="53"/>
                      </a:lnTo>
                      <a:lnTo>
                        <a:pt x="150" y="0"/>
                      </a:lnTo>
                      <a:close/>
                    </a:path>
                  </a:pathLst>
                </a:custGeom>
                <a:pattFill prst="dkDnDiag">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378" name="Freeform 100"/>
              <p:cNvSpPr>
                <a:spLocks/>
              </p:cNvSpPr>
              <p:nvPr/>
            </p:nvSpPr>
            <p:spPr bwMode="auto">
              <a:xfrm>
                <a:off x="6448426" y="1541463"/>
                <a:ext cx="107950" cy="1720850"/>
              </a:xfrm>
              <a:custGeom>
                <a:avLst/>
                <a:gdLst>
                  <a:gd name="T0" fmla="*/ 68 w 68"/>
                  <a:gd name="T1" fmla="*/ 24 h 1084"/>
                  <a:gd name="T2" fmla="*/ 68 w 68"/>
                  <a:gd name="T3" fmla="*/ 1084 h 1084"/>
                  <a:gd name="T4" fmla="*/ 0 w 68"/>
                  <a:gd name="T5" fmla="*/ 1060 h 1084"/>
                  <a:gd name="T6" fmla="*/ 0 w 68"/>
                  <a:gd name="T7" fmla="*/ 0 h 1084"/>
                  <a:gd name="T8" fmla="*/ 68 w 68"/>
                  <a:gd name="T9" fmla="*/ 24 h 1084"/>
                </a:gdLst>
                <a:ahLst/>
                <a:cxnLst>
                  <a:cxn ang="0">
                    <a:pos x="T0" y="T1"/>
                  </a:cxn>
                  <a:cxn ang="0">
                    <a:pos x="T2" y="T3"/>
                  </a:cxn>
                  <a:cxn ang="0">
                    <a:pos x="T4" y="T5"/>
                  </a:cxn>
                  <a:cxn ang="0">
                    <a:pos x="T6" y="T7"/>
                  </a:cxn>
                  <a:cxn ang="0">
                    <a:pos x="T8" y="T9"/>
                  </a:cxn>
                </a:cxnLst>
                <a:rect l="0" t="0" r="r" b="b"/>
                <a:pathLst>
                  <a:path w="68" h="1084">
                    <a:moveTo>
                      <a:pt x="68" y="24"/>
                    </a:moveTo>
                    <a:lnTo>
                      <a:pt x="68" y="1084"/>
                    </a:lnTo>
                    <a:lnTo>
                      <a:pt x="0" y="1060"/>
                    </a:lnTo>
                    <a:lnTo>
                      <a:pt x="0" y="0"/>
                    </a:lnTo>
                    <a:lnTo>
                      <a:pt x="68" y="24"/>
                    </a:lnTo>
                    <a:close/>
                  </a:path>
                </a:pathLst>
              </a:custGeom>
              <a:solidFill>
                <a:schemeClr val="accent3">
                  <a:lumMod val="9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grpSp>
        <p:grpSp>
          <p:nvGrpSpPr>
            <p:cNvPr id="353" name="그룹 352"/>
            <p:cNvGrpSpPr/>
            <p:nvPr/>
          </p:nvGrpSpPr>
          <p:grpSpPr>
            <a:xfrm>
              <a:off x="4635278" y="1415459"/>
              <a:ext cx="283012" cy="1474777"/>
              <a:chOff x="6621463" y="1519238"/>
              <a:chExt cx="346075" cy="1803400"/>
            </a:xfrm>
          </p:grpSpPr>
          <p:grpSp>
            <p:nvGrpSpPr>
              <p:cNvPr id="373" name="그룹 372"/>
              <p:cNvGrpSpPr/>
              <p:nvPr/>
            </p:nvGrpSpPr>
            <p:grpSpPr>
              <a:xfrm>
                <a:off x="6621463" y="1519238"/>
                <a:ext cx="346075" cy="1803400"/>
                <a:chOff x="6621463" y="1519238"/>
                <a:chExt cx="346075" cy="1803400"/>
              </a:xfrm>
            </p:grpSpPr>
            <p:sp>
              <p:nvSpPr>
                <p:cNvPr id="375" name="Freeform 106"/>
                <p:cNvSpPr>
                  <a:spLocks/>
                </p:cNvSpPr>
                <p:nvPr/>
              </p:nvSpPr>
              <p:spPr bwMode="auto">
                <a:xfrm>
                  <a:off x="6621463" y="1519238"/>
                  <a:ext cx="346075" cy="120650"/>
                </a:xfrm>
                <a:custGeom>
                  <a:avLst/>
                  <a:gdLst>
                    <a:gd name="T0" fmla="*/ 218 w 218"/>
                    <a:gd name="T1" fmla="*/ 26 h 76"/>
                    <a:gd name="T2" fmla="*/ 68 w 218"/>
                    <a:gd name="T3" fmla="*/ 76 h 76"/>
                    <a:gd name="T4" fmla="*/ 0 w 218"/>
                    <a:gd name="T5" fmla="*/ 52 h 76"/>
                    <a:gd name="T6" fmla="*/ 149 w 218"/>
                    <a:gd name="T7" fmla="*/ 0 h 76"/>
                    <a:gd name="T8" fmla="*/ 218 w 218"/>
                    <a:gd name="T9" fmla="*/ 26 h 76"/>
                  </a:gdLst>
                  <a:ahLst/>
                  <a:cxnLst>
                    <a:cxn ang="0">
                      <a:pos x="T0" y="T1"/>
                    </a:cxn>
                    <a:cxn ang="0">
                      <a:pos x="T2" y="T3"/>
                    </a:cxn>
                    <a:cxn ang="0">
                      <a:pos x="T4" y="T5"/>
                    </a:cxn>
                    <a:cxn ang="0">
                      <a:pos x="T6" y="T7"/>
                    </a:cxn>
                    <a:cxn ang="0">
                      <a:pos x="T8" y="T9"/>
                    </a:cxn>
                  </a:cxnLst>
                  <a:rect l="0" t="0" r="r" b="b"/>
                  <a:pathLst>
                    <a:path w="218" h="76">
                      <a:moveTo>
                        <a:pt x="218" y="26"/>
                      </a:moveTo>
                      <a:lnTo>
                        <a:pt x="68" y="76"/>
                      </a:lnTo>
                      <a:lnTo>
                        <a:pt x="0" y="52"/>
                      </a:lnTo>
                      <a:lnTo>
                        <a:pt x="149" y="0"/>
                      </a:lnTo>
                      <a:lnTo>
                        <a:pt x="218" y="26"/>
                      </a:lnTo>
                      <a:close/>
                    </a:path>
                  </a:pathLst>
                </a:custGeom>
                <a:pattFill prst="ltUpDiag">
                  <a:fgClr>
                    <a:schemeClr val="accent3">
                      <a:lumMod val="65000"/>
                    </a:schemeClr>
                  </a:fgClr>
                  <a:bgClr>
                    <a:schemeClr val="accent3">
                      <a:lumMod val="8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76" name="Freeform 107"/>
                <p:cNvSpPr>
                  <a:spLocks/>
                </p:cNvSpPr>
                <p:nvPr/>
              </p:nvSpPr>
              <p:spPr bwMode="auto">
                <a:xfrm>
                  <a:off x="6729413" y="1560513"/>
                  <a:ext cx="238125" cy="1762125"/>
                </a:xfrm>
                <a:custGeom>
                  <a:avLst/>
                  <a:gdLst>
                    <a:gd name="T0" fmla="*/ 150 w 150"/>
                    <a:gd name="T1" fmla="*/ 0 h 1110"/>
                    <a:gd name="T2" fmla="*/ 150 w 150"/>
                    <a:gd name="T3" fmla="*/ 1058 h 1110"/>
                    <a:gd name="T4" fmla="*/ 0 w 150"/>
                    <a:gd name="T5" fmla="*/ 1110 h 1110"/>
                    <a:gd name="T6" fmla="*/ 0 w 150"/>
                    <a:gd name="T7" fmla="*/ 50 h 1110"/>
                    <a:gd name="T8" fmla="*/ 150 w 150"/>
                    <a:gd name="T9" fmla="*/ 0 h 1110"/>
                  </a:gdLst>
                  <a:ahLst/>
                  <a:cxnLst>
                    <a:cxn ang="0">
                      <a:pos x="T0" y="T1"/>
                    </a:cxn>
                    <a:cxn ang="0">
                      <a:pos x="T2" y="T3"/>
                    </a:cxn>
                    <a:cxn ang="0">
                      <a:pos x="T4" y="T5"/>
                    </a:cxn>
                    <a:cxn ang="0">
                      <a:pos x="T6" y="T7"/>
                    </a:cxn>
                    <a:cxn ang="0">
                      <a:pos x="T8" y="T9"/>
                    </a:cxn>
                  </a:cxnLst>
                  <a:rect l="0" t="0" r="r" b="b"/>
                  <a:pathLst>
                    <a:path w="150" h="1110">
                      <a:moveTo>
                        <a:pt x="150" y="0"/>
                      </a:moveTo>
                      <a:lnTo>
                        <a:pt x="150" y="1058"/>
                      </a:lnTo>
                      <a:lnTo>
                        <a:pt x="0" y="1110"/>
                      </a:lnTo>
                      <a:lnTo>
                        <a:pt x="0" y="50"/>
                      </a:lnTo>
                      <a:lnTo>
                        <a:pt x="150" y="0"/>
                      </a:lnTo>
                      <a:close/>
                    </a:path>
                  </a:pathLst>
                </a:custGeom>
                <a:pattFill prst="dkDnDiag">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374" name="Freeform 105"/>
              <p:cNvSpPr>
                <a:spLocks/>
              </p:cNvSpPr>
              <p:nvPr/>
            </p:nvSpPr>
            <p:spPr bwMode="auto">
              <a:xfrm>
                <a:off x="6621463" y="1601788"/>
                <a:ext cx="107950" cy="1720850"/>
              </a:xfrm>
              <a:custGeom>
                <a:avLst/>
                <a:gdLst>
                  <a:gd name="T0" fmla="*/ 68 w 68"/>
                  <a:gd name="T1" fmla="*/ 24 h 1084"/>
                  <a:gd name="T2" fmla="*/ 68 w 68"/>
                  <a:gd name="T3" fmla="*/ 1084 h 1084"/>
                  <a:gd name="T4" fmla="*/ 0 w 68"/>
                  <a:gd name="T5" fmla="*/ 1060 h 1084"/>
                  <a:gd name="T6" fmla="*/ 0 w 68"/>
                  <a:gd name="T7" fmla="*/ 0 h 1084"/>
                  <a:gd name="T8" fmla="*/ 68 w 68"/>
                  <a:gd name="T9" fmla="*/ 24 h 1084"/>
                </a:gdLst>
                <a:ahLst/>
                <a:cxnLst>
                  <a:cxn ang="0">
                    <a:pos x="T0" y="T1"/>
                  </a:cxn>
                  <a:cxn ang="0">
                    <a:pos x="T2" y="T3"/>
                  </a:cxn>
                  <a:cxn ang="0">
                    <a:pos x="T4" y="T5"/>
                  </a:cxn>
                  <a:cxn ang="0">
                    <a:pos x="T6" y="T7"/>
                  </a:cxn>
                  <a:cxn ang="0">
                    <a:pos x="T8" y="T9"/>
                  </a:cxn>
                </a:cxnLst>
                <a:rect l="0" t="0" r="r" b="b"/>
                <a:pathLst>
                  <a:path w="68" h="1084">
                    <a:moveTo>
                      <a:pt x="68" y="24"/>
                    </a:moveTo>
                    <a:lnTo>
                      <a:pt x="68" y="1084"/>
                    </a:lnTo>
                    <a:lnTo>
                      <a:pt x="0" y="1060"/>
                    </a:lnTo>
                    <a:lnTo>
                      <a:pt x="0" y="0"/>
                    </a:lnTo>
                    <a:lnTo>
                      <a:pt x="68" y="24"/>
                    </a:lnTo>
                    <a:close/>
                  </a:path>
                </a:pathLst>
              </a:custGeom>
              <a:solidFill>
                <a:schemeClr val="accent3">
                  <a:lumMod val="9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grpSp>
        <p:grpSp>
          <p:nvGrpSpPr>
            <p:cNvPr id="354" name="그룹 353"/>
            <p:cNvGrpSpPr/>
            <p:nvPr/>
          </p:nvGrpSpPr>
          <p:grpSpPr>
            <a:xfrm>
              <a:off x="4776784" y="1464792"/>
              <a:ext cx="283012" cy="1474777"/>
              <a:chOff x="6794501" y="1579563"/>
              <a:chExt cx="346075" cy="1803400"/>
            </a:xfrm>
          </p:grpSpPr>
          <p:grpSp>
            <p:nvGrpSpPr>
              <p:cNvPr id="369" name="그룹 368"/>
              <p:cNvGrpSpPr/>
              <p:nvPr/>
            </p:nvGrpSpPr>
            <p:grpSpPr>
              <a:xfrm>
                <a:off x="6794501" y="1579563"/>
                <a:ext cx="346075" cy="1803400"/>
                <a:chOff x="6794501" y="1579563"/>
                <a:chExt cx="346075" cy="1803400"/>
              </a:xfrm>
            </p:grpSpPr>
            <p:sp>
              <p:nvSpPr>
                <p:cNvPr id="371" name="Freeform 111"/>
                <p:cNvSpPr>
                  <a:spLocks/>
                </p:cNvSpPr>
                <p:nvPr/>
              </p:nvSpPr>
              <p:spPr bwMode="auto">
                <a:xfrm>
                  <a:off x="6794501" y="1579563"/>
                  <a:ext cx="346075" cy="120650"/>
                </a:xfrm>
                <a:custGeom>
                  <a:avLst/>
                  <a:gdLst>
                    <a:gd name="T0" fmla="*/ 218 w 218"/>
                    <a:gd name="T1" fmla="*/ 26 h 76"/>
                    <a:gd name="T2" fmla="*/ 68 w 218"/>
                    <a:gd name="T3" fmla="*/ 76 h 76"/>
                    <a:gd name="T4" fmla="*/ 0 w 218"/>
                    <a:gd name="T5" fmla="*/ 52 h 76"/>
                    <a:gd name="T6" fmla="*/ 149 w 218"/>
                    <a:gd name="T7" fmla="*/ 0 h 76"/>
                    <a:gd name="T8" fmla="*/ 218 w 218"/>
                    <a:gd name="T9" fmla="*/ 26 h 76"/>
                  </a:gdLst>
                  <a:ahLst/>
                  <a:cxnLst>
                    <a:cxn ang="0">
                      <a:pos x="T0" y="T1"/>
                    </a:cxn>
                    <a:cxn ang="0">
                      <a:pos x="T2" y="T3"/>
                    </a:cxn>
                    <a:cxn ang="0">
                      <a:pos x="T4" y="T5"/>
                    </a:cxn>
                    <a:cxn ang="0">
                      <a:pos x="T6" y="T7"/>
                    </a:cxn>
                    <a:cxn ang="0">
                      <a:pos x="T8" y="T9"/>
                    </a:cxn>
                  </a:cxnLst>
                  <a:rect l="0" t="0" r="r" b="b"/>
                  <a:pathLst>
                    <a:path w="218" h="76">
                      <a:moveTo>
                        <a:pt x="218" y="26"/>
                      </a:moveTo>
                      <a:lnTo>
                        <a:pt x="68" y="76"/>
                      </a:lnTo>
                      <a:lnTo>
                        <a:pt x="0" y="52"/>
                      </a:lnTo>
                      <a:lnTo>
                        <a:pt x="149" y="0"/>
                      </a:lnTo>
                      <a:lnTo>
                        <a:pt x="218" y="26"/>
                      </a:lnTo>
                      <a:close/>
                    </a:path>
                  </a:pathLst>
                </a:custGeom>
                <a:pattFill prst="ltUpDiag">
                  <a:fgClr>
                    <a:schemeClr val="accent3">
                      <a:lumMod val="65000"/>
                    </a:schemeClr>
                  </a:fgClr>
                  <a:bgClr>
                    <a:schemeClr val="accent3">
                      <a:lumMod val="8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72" name="Freeform 112"/>
                <p:cNvSpPr>
                  <a:spLocks/>
                </p:cNvSpPr>
                <p:nvPr/>
              </p:nvSpPr>
              <p:spPr bwMode="auto">
                <a:xfrm>
                  <a:off x="6902451" y="1620838"/>
                  <a:ext cx="238125" cy="1762125"/>
                </a:xfrm>
                <a:custGeom>
                  <a:avLst/>
                  <a:gdLst>
                    <a:gd name="T0" fmla="*/ 150 w 150"/>
                    <a:gd name="T1" fmla="*/ 0 h 1110"/>
                    <a:gd name="T2" fmla="*/ 150 w 150"/>
                    <a:gd name="T3" fmla="*/ 1058 h 1110"/>
                    <a:gd name="T4" fmla="*/ 0 w 150"/>
                    <a:gd name="T5" fmla="*/ 1110 h 1110"/>
                    <a:gd name="T6" fmla="*/ 0 w 150"/>
                    <a:gd name="T7" fmla="*/ 50 h 1110"/>
                    <a:gd name="T8" fmla="*/ 150 w 150"/>
                    <a:gd name="T9" fmla="*/ 0 h 1110"/>
                  </a:gdLst>
                  <a:ahLst/>
                  <a:cxnLst>
                    <a:cxn ang="0">
                      <a:pos x="T0" y="T1"/>
                    </a:cxn>
                    <a:cxn ang="0">
                      <a:pos x="T2" y="T3"/>
                    </a:cxn>
                    <a:cxn ang="0">
                      <a:pos x="T4" y="T5"/>
                    </a:cxn>
                    <a:cxn ang="0">
                      <a:pos x="T6" y="T7"/>
                    </a:cxn>
                    <a:cxn ang="0">
                      <a:pos x="T8" y="T9"/>
                    </a:cxn>
                  </a:cxnLst>
                  <a:rect l="0" t="0" r="r" b="b"/>
                  <a:pathLst>
                    <a:path w="150" h="1110">
                      <a:moveTo>
                        <a:pt x="150" y="0"/>
                      </a:moveTo>
                      <a:lnTo>
                        <a:pt x="150" y="1058"/>
                      </a:lnTo>
                      <a:lnTo>
                        <a:pt x="0" y="1110"/>
                      </a:lnTo>
                      <a:lnTo>
                        <a:pt x="0" y="50"/>
                      </a:lnTo>
                      <a:lnTo>
                        <a:pt x="150" y="0"/>
                      </a:lnTo>
                      <a:close/>
                    </a:path>
                  </a:pathLst>
                </a:custGeom>
                <a:pattFill prst="dkDnDiag">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370" name="Freeform 110"/>
              <p:cNvSpPr>
                <a:spLocks/>
              </p:cNvSpPr>
              <p:nvPr/>
            </p:nvSpPr>
            <p:spPr bwMode="auto">
              <a:xfrm>
                <a:off x="6794501" y="1662113"/>
                <a:ext cx="107950" cy="1720850"/>
              </a:xfrm>
              <a:custGeom>
                <a:avLst/>
                <a:gdLst>
                  <a:gd name="T0" fmla="*/ 68 w 68"/>
                  <a:gd name="T1" fmla="*/ 24 h 1084"/>
                  <a:gd name="T2" fmla="*/ 68 w 68"/>
                  <a:gd name="T3" fmla="*/ 1084 h 1084"/>
                  <a:gd name="T4" fmla="*/ 0 w 68"/>
                  <a:gd name="T5" fmla="*/ 1060 h 1084"/>
                  <a:gd name="T6" fmla="*/ 0 w 68"/>
                  <a:gd name="T7" fmla="*/ 0 h 1084"/>
                  <a:gd name="T8" fmla="*/ 68 w 68"/>
                  <a:gd name="T9" fmla="*/ 24 h 1084"/>
                </a:gdLst>
                <a:ahLst/>
                <a:cxnLst>
                  <a:cxn ang="0">
                    <a:pos x="T0" y="T1"/>
                  </a:cxn>
                  <a:cxn ang="0">
                    <a:pos x="T2" y="T3"/>
                  </a:cxn>
                  <a:cxn ang="0">
                    <a:pos x="T4" y="T5"/>
                  </a:cxn>
                  <a:cxn ang="0">
                    <a:pos x="T6" y="T7"/>
                  </a:cxn>
                  <a:cxn ang="0">
                    <a:pos x="T8" y="T9"/>
                  </a:cxn>
                </a:cxnLst>
                <a:rect l="0" t="0" r="r" b="b"/>
                <a:pathLst>
                  <a:path w="68" h="1084">
                    <a:moveTo>
                      <a:pt x="68" y="24"/>
                    </a:moveTo>
                    <a:lnTo>
                      <a:pt x="68" y="1084"/>
                    </a:lnTo>
                    <a:lnTo>
                      <a:pt x="0" y="1060"/>
                    </a:lnTo>
                    <a:lnTo>
                      <a:pt x="0" y="0"/>
                    </a:lnTo>
                    <a:lnTo>
                      <a:pt x="68" y="24"/>
                    </a:lnTo>
                    <a:close/>
                  </a:path>
                </a:pathLst>
              </a:custGeom>
              <a:solidFill>
                <a:schemeClr val="accent3">
                  <a:lumMod val="9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grpSp>
        <p:grpSp>
          <p:nvGrpSpPr>
            <p:cNvPr id="355" name="그룹 354"/>
            <p:cNvGrpSpPr/>
            <p:nvPr/>
          </p:nvGrpSpPr>
          <p:grpSpPr>
            <a:xfrm>
              <a:off x="4918290" y="1514124"/>
              <a:ext cx="283012" cy="1474777"/>
              <a:chOff x="6967538" y="1639888"/>
              <a:chExt cx="346075" cy="1803400"/>
            </a:xfrm>
          </p:grpSpPr>
          <p:grpSp>
            <p:nvGrpSpPr>
              <p:cNvPr id="365" name="그룹 364"/>
              <p:cNvGrpSpPr/>
              <p:nvPr/>
            </p:nvGrpSpPr>
            <p:grpSpPr>
              <a:xfrm>
                <a:off x="6967538" y="1639888"/>
                <a:ext cx="346075" cy="1803400"/>
                <a:chOff x="6967538" y="1639888"/>
                <a:chExt cx="346075" cy="1803400"/>
              </a:xfrm>
            </p:grpSpPr>
            <p:sp>
              <p:nvSpPr>
                <p:cNvPr id="367" name="Freeform 116"/>
                <p:cNvSpPr>
                  <a:spLocks/>
                </p:cNvSpPr>
                <p:nvPr/>
              </p:nvSpPr>
              <p:spPr bwMode="auto">
                <a:xfrm>
                  <a:off x="6967538" y="1639888"/>
                  <a:ext cx="346075" cy="123825"/>
                </a:xfrm>
                <a:custGeom>
                  <a:avLst/>
                  <a:gdLst>
                    <a:gd name="T0" fmla="*/ 218 w 218"/>
                    <a:gd name="T1" fmla="*/ 26 h 78"/>
                    <a:gd name="T2" fmla="*/ 68 w 218"/>
                    <a:gd name="T3" fmla="*/ 78 h 78"/>
                    <a:gd name="T4" fmla="*/ 0 w 218"/>
                    <a:gd name="T5" fmla="*/ 52 h 78"/>
                    <a:gd name="T6" fmla="*/ 149 w 218"/>
                    <a:gd name="T7" fmla="*/ 0 h 78"/>
                    <a:gd name="T8" fmla="*/ 218 w 218"/>
                    <a:gd name="T9" fmla="*/ 26 h 78"/>
                  </a:gdLst>
                  <a:ahLst/>
                  <a:cxnLst>
                    <a:cxn ang="0">
                      <a:pos x="T0" y="T1"/>
                    </a:cxn>
                    <a:cxn ang="0">
                      <a:pos x="T2" y="T3"/>
                    </a:cxn>
                    <a:cxn ang="0">
                      <a:pos x="T4" y="T5"/>
                    </a:cxn>
                    <a:cxn ang="0">
                      <a:pos x="T6" y="T7"/>
                    </a:cxn>
                    <a:cxn ang="0">
                      <a:pos x="T8" y="T9"/>
                    </a:cxn>
                  </a:cxnLst>
                  <a:rect l="0" t="0" r="r" b="b"/>
                  <a:pathLst>
                    <a:path w="218" h="78">
                      <a:moveTo>
                        <a:pt x="218" y="26"/>
                      </a:moveTo>
                      <a:lnTo>
                        <a:pt x="68" y="78"/>
                      </a:lnTo>
                      <a:lnTo>
                        <a:pt x="0" y="52"/>
                      </a:lnTo>
                      <a:lnTo>
                        <a:pt x="149" y="0"/>
                      </a:lnTo>
                      <a:lnTo>
                        <a:pt x="218" y="26"/>
                      </a:lnTo>
                      <a:close/>
                    </a:path>
                  </a:pathLst>
                </a:custGeom>
                <a:pattFill prst="ltUpDiag">
                  <a:fgClr>
                    <a:schemeClr val="accent3">
                      <a:lumMod val="65000"/>
                    </a:schemeClr>
                  </a:fgClr>
                  <a:bgClr>
                    <a:schemeClr val="accent3">
                      <a:lumMod val="8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68" name="Freeform 117"/>
                <p:cNvSpPr>
                  <a:spLocks/>
                </p:cNvSpPr>
                <p:nvPr/>
              </p:nvSpPr>
              <p:spPr bwMode="auto">
                <a:xfrm>
                  <a:off x="7075488" y="1681163"/>
                  <a:ext cx="238125" cy="1762125"/>
                </a:xfrm>
                <a:custGeom>
                  <a:avLst/>
                  <a:gdLst>
                    <a:gd name="T0" fmla="*/ 150 w 150"/>
                    <a:gd name="T1" fmla="*/ 0 h 1110"/>
                    <a:gd name="T2" fmla="*/ 150 w 150"/>
                    <a:gd name="T3" fmla="*/ 1058 h 1110"/>
                    <a:gd name="T4" fmla="*/ 0 w 150"/>
                    <a:gd name="T5" fmla="*/ 1110 h 1110"/>
                    <a:gd name="T6" fmla="*/ 0 w 150"/>
                    <a:gd name="T7" fmla="*/ 52 h 1110"/>
                    <a:gd name="T8" fmla="*/ 150 w 150"/>
                    <a:gd name="T9" fmla="*/ 0 h 1110"/>
                  </a:gdLst>
                  <a:ahLst/>
                  <a:cxnLst>
                    <a:cxn ang="0">
                      <a:pos x="T0" y="T1"/>
                    </a:cxn>
                    <a:cxn ang="0">
                      <a:pos x="T2" y="T3"/>
                    </a:cxn>
                    <a:cxn ang="0">
                      <a:pos x="T4" y="T5"/>
                    </a:cxn>
                    <a:cxn ang="0">
                      <a:pos x="T6" y="T7"/>
                    </a:cxn>
                    <a:cxn ang="0">
                      <a:pos x="T8" y="T9"/>
                    </a:cxn>
                  </a:cxnLst>
                  <a:rect l="0" t="0" r="r" b="b"/>
                  <a:pathLst>
                    <a:path w="150" h="1110">
                      <a:moveTo>
                        <a:pt x="150" y="0"/>
                      </a:moveTo>
                      <a:lnTo>
                        <a:pt x="150" y="1058"/>
                      </a:lnTo>
                      <a:lnTo>
                        <a:pt x="0" y="1110"/>
                      </a:lnTo>
                      <a:lnTo>
                        <a:pt x="0" y="52"/>
                      </a:lnTo>
                      <a:lnTo>
                        <a:pt x="150" y="0"/>
                      </a:lnTo>
                      <a:close/>
                    </a:path>
                  </a:pathLst>
                </a:custGeom>
                <a:pattFill prst="dkDnDiag">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366" name="Freeform 115"/>
              <p:cNvSpPr>
                <a:spLocks/>
              </p:cNvSpPr>
              <p:nvPr/>
            </p:nvSpPr>
            <p:spPr bwMode="auto">
              <a:xfrm>
                <a:off x="6967538" y="1722438"/>
                <a:ext cx="107950" cy="1720850"/>
              </a:xfrm>
              <a:custGeom>
                <a:avLst/>
                <a:gdLst>
                  <a:gd name="T0" fmla="*/ 68 w 68"/>
                  <a:gd name="T1" fmla="*/ 26 h 1084"/>
                  <a:gd name="T2" fmla="*/ 68 w 68"/>
                  <a:gd name="T3" fmla="*/ 1084 h 1084"/>
                  <a:gd name="T4" fmla="*/ 0 w 68"/>
                  <a:gd name="T5" fmla="*/ 1060 h 1084"/>
                  <a:gd name="T6" fmla="*/ 0 w 68"/>
                  <a:gd name="T7" fmla="*/ 0 h 1084"/>
                  <a:gd name="T8" fmla="*/ 68 w 68"/>
                  <a:gd name="T9" fmla="*/ 26 h 1084"/>
                </a:gdLst>
                <a:ahLst/>
                <a:cxnLst>
                  <a:cxn ang="0">
                    <a:pos x="T0" y="T1"/>
                  </a:cxn>
                  <a:cxn ang="0">
                    <a:pos x="T2" y="T3"/>
                  </a:cxn>
                  <a:cxn ang="0">
                    <a:pos x="T4" y="T5"/>
                  </a:cxn>
                  <a:cxn ang="0">
                    <a:pos x="T6" y="T7"/>
                  </a:cxn>
                  <a:cxn ang="0">
                    <a:pos x="T8" y="T9"/>
                  </a:cxn>
                </a:cxnLst>
                <a:rect l="0" t="0" r="r" b="b"/>
                <a:pathLst>
                  <a:path w="68" h="1084">
                    <a:moveTo>
                      <a:pt x="68" y="26"/>
                    </a:moveTo>
                    <a:lnTo>
                      <a:pt x="68" y="1084"/>
                    </a:lnTo>
                    <a:lnTo>
                      <a:pt x="0" y="1060"/>
                    </a:lnTo>
                    <a:lnTo>
                      <a:pt x="0" y="0"/>
                    </a:lnTo>
                    <a:lnTo>
                      <a:pt x="68" y="26"/>
                    </a:lnTo>
                    <a:close/>
                  </a:path>
                </a:pathLst>
              </a:custGeom>
              <a:solidFill>
                <a:schemeClr val="accent3">
                  <a:lumMod val="9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grpSp>
        <p:grpSp>
          <p:nvGrpSpPr>
            <p:cNvPr id="356" name="그룹 355"/>
            <p:cNvGrpSpPr/>
            <p:nvPr/>
          </p:nvGrpSpPr>
          <p:grpSpPr>
            <a:xfrm>
              <a:off x="5059796" y="1563456"/>
              <a:ext cx="283012" cy="1474777"/>
              <a:chOff x="7140576" y="1700213"/>
              <a:chExt cx="346075" cy="1803400"/>
            </a:xfrm>
          </p:grpSpPr>
          <p:grpSp>
            <p:nvGrpSpPr>
              <p:cNvPr id="361" name="그룹 360"/>
              <p:cNvGrpSpPr/>
              <p:nvPr/>
            </p:nvGrpSpPr>
            <p:grpSpPr>
              <a:xfrm>
                <a:off x="7140576" y="1700213"/>
                <a:ext cx="346075" cy="1803400"/>
                <a:chOff x="7140576" y="1700213"/>
                <a:chExt cx="346075" cy="1803400"/>
              </a:xfrm>
            </p:grpSpPr>
            <p:sp>
              <p:nvSpPr>
                <p:cNvPr id="363" name="Freeform 121"/>
                <p:cNvSpPr>
                  <a:spLocks/>
                </p:cNvSpPr>
                <p:nvPr/>
              </p:nvSpPr>
              <p:spPr bwMode="auto">
                <a:xfrm>
                  <a:off x="7140576" y="1700213"/>
                  <a:ext cx="346075" cy="123825"/>
                </a:xfrm>
                <a:custGeom>
                  <a:avLst/>
                  <a:gdLst>
                    <a:gd name="T0" fmla="*/ 218 w 218"/>
                    <a:gd name="T1" fmla="*/ 26 h 78"/>
                    <a:gd name="T2" fmla="*/ 69 w 218"/>
                    <a:gd name="T3" fmla="*/ 78 h 78"/>
                    <a:gd name="T4" fmla="*/ 0 w 218"/>
                    <a:gd name="T5" fmla="*/ 52 h 78"/>
                    <a:gd name="T6" fmla="*/ 149 w 218"/>
                    <a:gd name="T7" fmla="*/ 0 h 78"/>
                    <a:gd name="T8" fmla="*/ 218 w 218"/>
                    <a:gd name="T9" fmla="*/ 26 h 78"/>
                  </a:gdLst>
                  <a:ahLst/>
                  <a:cxnLst>
                    <a:cxn ang="0">
                      <a:pos x="T0" y="T1"/>
                    </a:cxn>
                    <a:cxn ang="0">
                      <a:pos x="T2" y="T3"/>
                    </a:cxn>
                    <a:cxn ang="0">
                      <a:pos x="T4" y="T5"/>
                    </a:cxn>
                    <a:cxn ang="0">
                      <a:pos x="T6" y="T7"/>
                    </a:cxn>
                    <a:cxn ang="0">
                      <a:pos x="T8" y="T9"/>
                    </a:cxn>
                  </a:cxnLst>
                  <a:rect l="0" t="0" r="r" b="b"/>
                  <a:pathLst>
                    <a:path w="218" h="78">
                      <a:moveTo>
                        <a:pt x="218" y="26"/>
                      </a:moveTo>
                      <a:lnTo>
                        <a:pt x="69" y="78"/>
                      </a:lnTo>
                      <a:lnTo>
                        <a:pt x="0" y="52"/>
                      </a:lnTo>
                      <a:lnTo>
                        <a:pt x="149" y="0"/>
                      </a:lnTo>
                      <a:lnTo>
                        <a:pt x="218" y="26"/>
                      </a:lnTo>
                      <a:close/>
                    </a:path>
                  </a:pathLst>
                </a:custGeom>
                <a:pattFill prst="ltUpDiag">
                  <a:fgClr>
                    <a:schemeClr val="accent3">
                      <a:lumMod val="65000"/>
                    </a:schemeClr>
                  </a:fgClr>
                  <a:bgClr>
                    <a:schemeClr val="accent3">
                      <a:lumMod val="8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64" name="Freeform 122"/>
                <p:cNvSpPr>
                  <a:spLocks/>
                </p:cNvSpPr>
                <p:nvPr/>
              </p:nvSpPr>
              <p:spPr bwMode="auto">
                <a:xfrm>
                  <a:off x="7250113" y="1741488"/>
                  <a:ext cx="236538" cy="1762125"/>
                </a:xfrm>
                <a:custGeom>
                  <a:avLst/>
                  <a:gdLst>
                    <a:gd name="T0" fmla="*/ 149 w 149"/>
                    <a:gd name="T1" fmla="*/ 0 h 1110"/>
                    <a:gd name="T2" fmla="*/ 149 w 149"/>
                    <a:gd name="T3" fmla="*/ 1058 h 1110"/>
                    <a:gd name="T4" fmla="*/ 0 w 149"/>
                    <a:gd name="T5" fmla="*/ 1110 h 1110"/>
                    <a:gd name="T6" fmla="*/ 0 w 149"/>
                    <a:gd name="T7" fmla="*/ 52 h 1110"/>
                    <a:gd name="T8" fmla="*/ 149 w 149"/>
                    <a:gd name="T9" fmla="*/ 0 h 1110"/>
                  </a:gdLst>
                  <a:ahLst/>
                  <a:cxnLst>
                    <a:cxn ang="0">
                      <a:pos x="T0" y="T1"/>
                    </a:cxn>
                    <a:cxn ang="0">
                      <a:pos x="T2" y="T3"/>
                    </a:cxn>
                    <a:cxn ang="0">
                      <a:pos x="T4" y="T5"/>
                    </a:cxn>
                    <a:cxn ang="0">
                      <a:pos x="T6" y="T7"/>
                    </a:cxn>
                    <a:cxn ang="0">
                      <a:pos x="T8" y="T9"/>
                    </a:cxn>
                  </a:cxnLst>
                  <a:rect l="0" t="0" r="r" b="b"/>
                  <a:pathLst>
                    <a:path w="149" h="1110">
                      <a:moveTo>
                        <a:pt x="149" y="0"/>
                      </a:moveTo>
                      <a:lnTo>
                        <a:pt x="149" y="1058"/>
                      </a:lnTo>
                      <a:lnTo>
                        <a:pt x="0" y="1110"/>
                      </a:lnTo>
                      <a:lnTo>
                        <a:pt x="0" y="52"/>
                      </a:lnTo>
                      <a:lnTo>
                        <a:pt x="149" y="0"/>
                      </a:lnTo>
                      <a:close/>
                    </a:path>
                  </a:pathLst>
                </a:custGeom>
                <a:pattFill prst="dkDnDiag">
                  <a:fgClr>
                    <a:schemeClr val="accent3">
                      <a:lumMod val="65000"/>
                    </a:schemeClr>
                  </a:fgClr>
                  <a:bgClr>
                    <a:schemeClr val="accent3">
                      <a:lumMod val="50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362" name="Freeform 120"/>
              <p:cNvSpPr>
                <a:spLocks/>
              </p:cNvSpPr>
              <p:nvPr/>
            </p:nvSpPr>
            <p:spPr bwMode="auto">
              <a:xfrm>
                <a:off x="7140576" y="1782763"/>
                <a:ext cx="109538" cy="1720850"/>
              </a:xfrm>
              <a:custGeom>
                <a:avLst/>
                <a:gdLst>
                  <a:gd name="T0" fmla="*/ 69 w 69"/>
                  <a:gd name="T1" fmla="*/ 26 h 1084"/>
                  <a:gd name="T2" fmla="*/ 69 w 69"/>
                  <a:gd name="T3" fmla="*/ 1084 h 1084"/>
                  <a:gd name="T4" fmla="*/ 0 w 69"/>
                  <a:gd name="T5" fmla="*/ 1060 h 1084"/>
                  <a:gd name="T6" fmla="*/ 0 w 69"/>
                  <a:gd name="T7" fmla="*/ 0 h 1084"/>
                  <a:gd name="T8" fmla="*/ 69 w 69"/>
                  <a:gd name="T9" fmla="*/ 26 h 1084"/>
                </a:gdLst>
                <a:ahLst/>
                <a:cxnLst>
                  <a:cxn ang="0">
                    <a:pos x="T0" y="T1"/>
                  </a:cxn>
                  <a:cxn ang="0">
                    <a:pos x="T2" y="T3"/>
                  </a:cxn>
                  <a:cxn ang="0">
                    <a:pos x="T4" y="T5"/>
                  </a:cxn>
                  <a:cxn ang="0">
                    <a:pos x="T6" y="T7"/>
                  </a:cxn>
                  <a:cxn ang="0">
                    <a:pos x="T8" y="T9"/>
                  </a:cxn>
                </a:cxnLst>
                <a:rect l="0" t="0" r="r" b="b"/>
                <a:pathLst>
                  <a:path w="69" h="1084">
                    <a:moveTo>
                      <a:pt x="69" y="26"/>
                    </a:moveTo>
                    <a:lnTo>
                      <a:pt x="69" y="1084"/>
                    </a:lnTo>
                    <a:lnTo>
                      <a:pt x="0" y="1060"/>
                    </a:lnTo>
                    <a:lnTo>
                      <a:pt x="0" y="0"/>
                    </a:lnTo>
                    <a:lnTo>
                      <a:pt x="69" y="26"/>
                    </a:lnTo>
                    <a:close/>
                  </a:path>
                </a:pathLst>
              </a:custGeom>
              <a:solidFill>
                <a:schemeClr val="accent3">
                  <a:lumMod val="9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grpSp>
        <p:grpSp>
          <p:nvGrpSpPr>
            <p:cNvPr id="357" name="그룹 356"/>
            <p:cNvGrpSpPr/>
            <p:nvPr/>
          </p:nvGrpSpPr>
          <p:grpSpPr>
            <a:xfrm>
              <a:off x="5201302" y="1612789"/>
              <a:ext cx="283013" cy="1474777"/>
              <a:chOff x="7313613" y="1760538"/>
              <a:chExt cx="346076" cy="1803400"/>
            </a:xfrm>
          </p:grpSpPr>
          <p:sp>
            <p:nvSpPr>
              <p:cNvPr id="358" name="Freeform 125"/>
              <p:cNvSpPr>
                <a:spLocks/>
              </p:cNvSpPr>
              <p:nvPr/>
            </p:nvSpPr>
            <p:spPr bwMode="auto">
              <a:xfrm>
                <a:off x="7313613" y="1843088"/>
                <a:ext cx="109538" cy="1720850"/>
              </a:xfrm>
              <a:custGeom>
                <a:avLst/>
                <a:gdLst>
                  <a:gd name="T0" fmla="*/ 69 w 69"/>
                  <a:gd name="T1" fmla="*/ 26 h 1084"/>
                  <a:gd name="T2" fmla="*/ 69 w 69"/>
                  <a:gd name="T3" fmla="*/ 1084 h 1084"/>
                  <a:gd name="T4" fmla="*/ 0 w 69"/>
                  <a:gd name="T5" fmla="*/ 1060 h 1084"/>
                  <a:gd name="T6" fmla="*/ 0 w 69"/>
                  <a:gd name="T7" fmla="*/ 0 h 1084"/>
                  <a:gd name="T8" fmla="*/ 69 w 69"/>
                  <a:gd name="T9" fmla="*/ 26 h 1084"/>
                </a:gdLst>
                <a:ahLst/>
                <a:cxnLst>
                  <a:cxn ang="0">
                    <a:pos x="T0" y="T1"/>
                  </a:cxn>
                  <a:cxn ang="0">
                    <a:pos x="T2" y="T3"/>
                  </a:cxn>
                  <a:cxn ang="0">
                    <a:pos x="T4" y="T5"/>
                  </a:cxn>
                  <a:cxn ang="0">
                    <a:pos x="T6" y="T7"/>
                  </a:cxn>
                  <a:cxn ang="0">
                    <a:pos x="T8" y="T9"/>
                  </a:cxn>
                </a:cxnLst>
                <a:rect l="0" t="0" r="r" b="b"/>
                <a:pathLst>
                  <a:path w="69" h="1084">
                    <a:moveTo>
                      <a:pt x="69" y="26"/>
                    </a:moveTo>
                    <a:lnTo>
                      <a:pt x="69" y="1084"/>
                    </a:lnTo>
                    <a:lnTo>
                      <a:pt x="0" y="1060"/>
                    </a:lnTo>
                    <a:lnTo>
                      <a:pt x="0" y="0"/>
                    </a:lnTo>
                    <a:lnTo>
                      <a:pt x="69" y="26"/>
                    </a:lnTo>
                    <a:close/>
                  </a:path>
                </a:pathLst>
              </a:custGeom>
              <a:solidFill>
                <a:schemeClr val="accent3">
                  <a:lumMod val="95000"/>
                </a:schemeClr>
              </a:solidFill>
              <a:ln w="3175">
                <a:solidFill>
                  <a:schemeClr val="accent3">
                    <a:lumMod val="50000"/>
                  </a:schemeClr>
                </a:solidFill>
              </a:ln>
            </p:spPr>
            <p:txBody>
              <a:bodyPr vert="horz" wrap="square" lIns="0" tIns="0" rIns="0" bIns="0" numCol="1" anchor="ctr" anchorCtr="0" compatLnSpc="1">
                <a:prstTxWarp prst="textNoShape">
                  <a:avLst/>
                </a:prstTxWarp>
              </a:bodyPr>
              <a:lstStyle/>
              <a:p>
                <a:pPr algn="ctr">
                  <a:spcAft>
                    <a:spcPts val="300"/>
                  </a:spcAft>
                </a:pPr>
                <a:endParaRPr lang="ko-KR" altLang="en-US" sz="1200" b="1" dirty="0">
                  <a:gradFill>
                    <a:gsLst>
                      <a:gs pos="0">
                        <a:schemeClr val="bg1">
                          <a:lumMod val="50000"/>
                        </a:schemeClr>
                      </a:gs>
                      <a:gs pos="100000">
                        <a:schemeClr val="bg1">
                          <a:lumMod val="50000"/>
                        </a:schemeClr>
                      </a:gs>
                    </a:gsLst>
                    <a:lin ang="5400000" scaled="0"/>
                  </a:gradFill>
                  <a:latin typeface="Bebas Neue" pitchFamily="34" charset="0"/>
                  <a:ea typeface="Roboto Condensed Regular"/>
                </a:endParaRPr>
              </a:p>
            </p:txBody>
          </p:sp>
          <p:sp>
            <p:nvSpPr>
              <p:cNvPr id="359" name="Freeform 126"/>
              <p:cNvSpPr>
                <a:spLocks/>
              </p:cNvSpPr>
              <p:nvPr/>
            </p:nvSpPr>
            <p:spPr bwMode="auto">
              <a:xfrm>
                <a:off x="7313613" y="1760538"/>
                <a:ext cx="346075" cy="123825"/>
              </a:xfrm>
              <a:custGeom>
                <a:avLst/>
                <a:gdLst>
                  <a:gd name="T0" fmla="*/ 218 w 218"/>
                  <a:gd name="T1" fmla="*/ 26 h 78"/>
                  <a:gd name="T2" fmla="*/ 69 w 218"/>
                  <a:gd name="T3" fmla="*/ 78 h 78"/>
                  <a:gd name="T4" fmla="*/ 0 w 218"/>
                  <a:gd name="T5" fmla="*/ 52 h 78"/>
                  <a:gd name="T6" fmla="*/ 149 w 218"/>
                  <a:gd name="T7" fmla="*/ 0 h 78"/>
                  <a:gd name="T8" fmla="*/ 218 w 218"/>
                  <a:gd name="T9" fmla="*/ 26 h 78"/>
                </a:gdLst>
                <a:ahLst/>
                <a:cxnLst>
                  <a:cxn ang="0">
                    <a:pos x="T0" y="T1"/>
                  </a:cxn>
                  <a:cxn ang="0">
                    <a:pos x="T2" y="T3"/>
                  </a:cxn>
                  <a:cxn ang="0">
                    <a:pos x="T4" y="T5"/>
                  </a:cxn>
                  <a:cxn ang="0">
                    <a:pos x="T6" y="T7"/>
                  </a:cxn>
                  <a:cxn ang="0">
                    <a:pos x="T8" y="T9"/>
                  </a:cxn>
                </a:cxnLst>
                <a:rect l="0" t="0" r="r" b="b"/>
                <a:pathLst>
                  <a:path w="218" h="78">
                    <a:moveTo>
                      <a:pt x="218" y="26"/>
                    </a:moveTo>
                    <a:lnTo>
                      <a:pt x="69" y="78"/>
                    </a:lnTo>
                    <a:lnTo>
                      <a:pt x="0" y="52"/>
                    </a:lnTo>
                    <a:lnTo>
                      <a:pt x="149" y="0"/>
                    </a:lnTo>
                    <a:lnTo>
                      <a:pt x="218" y="26"/>
                    </a:lnTo>
                    <a:close/>
                  </a:path>
                </a:pathLst>
              </a:custGeom>
              <a:pattFill prst="ltUpDiag">
                <a:fgClr>
                  <a:schemeClr val="accent3">
                    <a:lumMod val="65000"/>
                  </a:schemeClr>
                </a:fgClr>
                <a:bgClr>
                  <a:schemeClr val="accent3">
                    <a:lumMod val="8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60" name="Freeform 127"/>
              <p:cNvSpPr>
                <a:spLocks/>
              </p:cNvSpPr>
              <p:nvPr/>
            </p:nvSpPr>
            <p:spPr bwMode="auto">
              <a:xfrm>
                <a:off x="7423151" y="1801813"/>
                <a:ext cx="236538" cy="1762125"/>
              </a:xfrm>
              <a:custGeom>
                <a:avLst/>
                <a:gdLst>
                  <a:gd name="T0" fmla="*/ 149 w 149"/>
                  <a:gd name="T1" fmla="*/ 0 h 1110"/>
                  <a:gd name="T2" fmla="*/ 149 w 149"/>
                  <a:gd name="T3" fmla="*/ 1058 h 1110"/>
                  <a:gd name="T4" fmla="*/ 0 w 149"/>
                  <a:gd name="T5" fmla="*/ 1110 h 1110"/>
                  <a:gd name="T6" fmla="*/ 0 w 149"/>
                  <a:gd name="T7" fmla="*/ 52 h 1110"/>
                  <a:gd name="T8" fmla="*/ 149 w 149"/>
                  <a:gd name="T9" fmla="*/ 0 h 1110"/>
                </a:gdLst>
                <a:ahLst/>
                <a:cxnLst>
                  <a:cxn ang="0">
                    <a:pos x="T0" y="T1"/>
                  </a:cxn>
                  <a:cxn ang="0">
                    <a:pos x="T2" y="T3"/>
                  </a:cxn>
                  <a:cxn ang="0">
                    <a:pos x="T4" y="T5"/>
                  </a:cxn>
                  <a:cxn ang="0">
                    <a:pos x="T6" y="T7"/>
                  </a:cxn>
                  <a:cxn ang="0">
                    <a:pos x="T8" y="T9"/>
                  </a:cxn>
                </a:cxnLst>
                <a:rect l="0" t="0" r="r" b="b"/>
                <a:pathLst>
                  <a:path w="149" h="1110">
                    <a:moveTo>
                      <a:pt x="149" y="0"/>
                    </a:moveTo>
                    <a:lnTo>
                      <a:pt x="149" y="1058"/>
                    </a:lnTo>
                    <a:lnTo>
                      <a:pt x="0" y="1110"/>
                    </a:lnTo>
                    <a:lnTo>
                      <a:pt x="0" y="52"/>
                    </a:lnTo>
                    <a:lnTo>
                      <a:pt x="149" y="0"/>
                    </a:lnTo>
                    <a:close/>
                  </a:path>
                </a:pathLst>
              </a:custGeom>
              <a:pattFill prst="ltDnDiag">
                <a:fgClr>
                  <a:schemeClr val="accent3">
                    <a:lumMod val="75000"/>
                  </a:schemeClr>
                </a:fgClr>
                <a:bgClr>
                  <a:schemeClr val="accent3">
                    <a:lumMod val="65000"/>
                  </a:schemeClr>
                </a:bgClr>
              </a:pattFill>
              <a:ln w="3175">
                <a:solidFill>
                  <a:schemeClr val="accent3">
                    <a:lumMod val="50000"/>
                  </a:schemeClr>
                </a:solidFill>
              </a:ln>
            </p:spPr>
            <p:txBody>
              <a:bodyPr vert="horz" wrap="square" lIns="91440" tIns="45720" rIns="91440" bIns="45720" numCol="1" anchor="t" anchorCtr="0" compatLnSpc="1">
                <a:prstTxWarp prst="textNoShape">
                  <a:avLst/>
                </a:prstTxWarp>
              </a:bodyPr>
              <a:lstStyle/>
              <a:p>
                <a:endParaRPr lang="ko-KR" altLang="en-US" sz="2514" dirty="0"/>
              </a:p>
            </p:txBody>
          </p:sp>
        </p:grpSp>
      </p:grpSp>
      <p:grpSp>
        <p:nvGrpSpPr>
          <p:cNvPr id="408" name="그룹 407"/>
          <p:cNvGrpSpPr/>
          <p:nvPr/>
        </p:nvGrpSpPr>
        <p:grpSpPr>
          <a:xfrm>
            <a:off x="5191287" y="3700690"/>
            <a:ext cx="763166" cy="738187"/>
            <a:chOff x="7660109" y="3554413"/>
            <a:chExt cx="763166" cy="738187"/>
          </a:xfrm>
        </p:grpSpPr>
        <p:sp>
          <p:nvSpPr>
            <p:cNvPr id="402" name="TextBox 401"/>
            <p:cNvSpPr txBox="1"/>
            <p:nvPr/>
          </p:nvSpPr>
          <p:spPr>
            <a:xfrm>
              <a:off x="7660109" y="3732382"/>
              <a:ext cx="763166" cy="56021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403" name="TextBox 402"/>
            <p:cNvSpPr txBox="1"/>
            <p:nvPr/>
          </p:nvSpPr>
          <p:spPr>
            <a:xfrm>
              <a:off x="7689612" y="3554413"/>
              <a:ext cx="704160" cy="138499"/>
            </a:xfrm>
            <a:prstGeom prst="rect">
              <a:avLst/>
            </a:prstGeom>
            <a:noFill/>
          </p:spPr>
          <p:txBody>
            <a:bodyPr wrap="square" lIns="0" tIns="0" rIns="0" bIns="0" rtlCol="0">
              <a:spAutoFit/>
            </a:bodyPr>
            <a:lstStyle/>
            <a:p>
              <a:pPr algn="ctr"/>
              <a:r>
                <a:rPr lang="nb-NO" altLang="ko-KR" sz="900" b="1" dirty="0">
                  <a:gradFill>
                    <a:gsLst>
                      <a:gs pos="0">
                        <a:schemeClr val="accent1"/>
                      </a:gs>
                      <a:gs pos="100000">
                        <a:schemeClr val="accent1"/>
                      </a:gs>
                    </a:gsLst>
                    <a:lin ang="5400000" scaled="0"/>
                  </a:gradFill>
                  <a:latin typeface="Roboto Condensed Regular"/>
                  <a:ea typeface="Roboto Light" pitchFamily="2" charset="0"/>
                </a:rPr>
                <a:t>Option C</a:t>
              </a:r>
              <a:endParaRPr lang="ko-KR" altLang="en-US" sz="900" b="1" dirty="0">
                <a:gradFill>
                  <a:gsLst>
                    <a:gs pos="0">
                      <a:schemeClr val="accent1"/>
                    </a:gs>
                    <a:gs pos="100000">
                      <a:schemeClr val="accent1"/>
                    </a:gs>
                  </a:gsLst>
                  <a:lin ang="5400000" scaled="0"/>
                </a:gradFill>
              </a:endParaRPr>
            </a:p>
          </p:txBody>
        </p:sp>
      </p:grpSp>
      <p:grpSp>
        <p:nvGrpSpPr>
          <p:cNvPr id="409" name="그룹 408"/>
          <p:cNvGrpSpPr/>
          <p:nvPr/>
        </p:nvGrpSpPr>
        <p:grpSpPr>
          <a:xfrm>
            <a:off x="3531930" y="3700690"/>
            <a:ext cx="763166" cy="738187"/>
            <a:chOff x="6000750" y="3382963"/>
            <a:chExt cx="763166" cy="738187"/>
          </a:xfrm>
        </p:grpSpPr>
        <p:sp>
          <p:nvSpPr>
            <p:cNvPr id="404" name="TextBox 403"/>
            <p:cNvSpPr txBox="1"/>
            <p:nvPr/>
          </p:nvSpPr>
          <p:spPr>
            <a:xfrm>
              <a:off x="6000750" y="3560932"/>
              <a:ext cx="763166" cy="56021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405" name="TextBox 404"/>
            <p:cNvSpPr txBox="1"/>
            <p:nvPr/>
          </p:nvSpPr>
          <p:spPr>
            <a:xfrm>
              <a:off x="6030253" y="338296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Option B</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410" name="그룹 409"/>
          <p:cNvGrpSpPr/>
          <p:nvPr/>
        </p:nvGrpSpPr>
        <p:grpSpPr>
          <a:xfrm>
            <a:off x="2009517" y="3700690"/>
            <a:ext cx="763166" cy="738187"/>
            <a:chOff x="4478338" y="3224213"/>
            <a:chExt cx="763166" cy="738187"/>
          </a:xfrm>
        </p:grpSpPr>
        <p:sp>
          <p:nvSpPr>
            <p:cNvPr id="406" name="TextBox 405"/>
            <p:cNvSpPr txBox="1"/>
            <p:nvPr/>
          </p:nvSpPr>
          <p:spPr>
            <a:xfrm>
              <a:off x="4478338" y="3402182"/>
              <a:ext cx="763166" cy="560218"/>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407" name="TextBox 406"/>
            <p:cNvSpPr txBox="1"/>
            <p:nvPr/>
          </p:nvSpPr>
          <p:spPr>
            <a:xfrm>
              <a:off x="4507841" y="3224213"/>
              <a:ext cx="704160" cy="138499"/>
            </a:xfrm>
            <a:prstGeom prst="rect">
              <a:avLst/>
            </a:prstGeom>
            <a:noFill/>
          </p:spPr>
          <p:txBody>
            <a:bodyPr wrap="square" lIns="0" tIns="0" rIns="0" bIns="0" rtlCol="0">
              <a:spAutoFit/>
            </a:bodyPr>
            <a:lstStyle/>
            <a:p>
              <a:pPr algn="ctr"/>
              <a:r>
                <a:rPr lang="nb-NO" altLang="ko-KR" sz="900" b="1" dirty="0">
                  <a:gradFill>
                    <a:gsLst>
                      <a:gs pos="0">
                        <a:schemeClr val="tx2"/>
                      </a:gs>
                      <a:gs pos="100000">
                        <a:schemeClr val="tx2"/>
                      </a:gs>
                    </a:gsLst>
                    <a:lin ang="5400000" scaled="0"/>
                  </a:gradFill>
                  <a:latin typeface="Roboto Condensed Regular"/>
                  <a:ea typeface="Roboto Light" pitchFamily="2" charset="0"/>
                </a:rPr>
                <a:t>Option A</a:t>
              </a:r>
              <a:endParaRPr lang="ko-KR" altLang="en-US" sz="900" b="1" dirty="0">
                <a:gradFill>
                  <a:gsLst>
                    <a:gs pos="0">
                      <a:schemeClr val="tx2"/>
                    </a:gs>
                    <a:gs pos="100000">
                      <a:schemeClr val="tx2"/>
                    </a:gs>
                  </a:gsLst>
                  <a:lin ang="5400000" scaled="0"/>
                </a:gradFill>
              </a:endParaRPr>
            </a:p>
          </p:txBody>
        </p:sp>
      </p:grpSp>
      <p:grpSp>
        <p:nvGrpSpPr>
          <p:cNvPr id="418" name="그룹 417"/>
          <p:cNvGrpSpPr/>
          <p:nvPr/>
        </p:nvGrpSpPr>
        <p:grpSpPr>
          <a:xfrm>
            <a:off x="4321958" y="1107662"/>
            <a:ext cx="464640" cy="772160"/>
            <a:chOff x="6771730" y="1079500"/>
            <a:chExt cx="464640" cy="772160"/>
          </a:xfrm>
        </p:grpSpPr>
        <p:sp>
          <p:nvSpPr>
            <p:cNvPr id="415" name="이등변 삼각형 414"/>
            <p:cNvSpPr/>
            <p:nvPr/>
          </p:nvSpPr>
          <p:spPr>
            <a:xfrm rot="10800000">
              <a:off x="6932560" y="1297563"/>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cxnSp>
          <p:nvCxnSpPr>
            <p:cNvPr id="413" name="직선 연결선 412"/>
            <p:cNvCxnSpPr/>
            <p:nvPr/>
          </p:nvCxnSpPr>
          <p:spPr>
            <a:xfrm flipV="1">
              <a:off x="7004050" y="1329314"/>
              <a:ext cx="0" cy="522346"/>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414" name="모서리가 둥근 직사각형 413"/>
            <p:cNvSpPr/>
            <p:nvPr/>
          </p:nvSpPr>
          <p:spPr>
            <a:xfrm>
              <a:off x="6771730" y="107950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accent1">
                  <a:alpha val="50000"/>
                </a:schemeClr>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accent1"/>
                      </a:gs>
                      <a:gs pos="100000">
                        <a:schemeClr val="accent1"/>
                      </a:gs>
                    </a:gsLst>
                    <a:lin ang="0" scaled="0"/>
                  </a:gradFill>
                  <a:latin typeface="Roboto Condensed Regular"/>
                  <a:ea typeface="Roboto Light" pitchFamily="2" charset="0"/>
                </a:rPr>
                <a:t>100</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grpSp>
      <p:grpSp>
        <p:nvGrpSpPr>
          <p:cNvPr id="419" name="그룹 418"/>
          <p:cNvGrpSpPr/>
          <p:nvPr/>
        </p:nvGrpSpPr>
        <p:grpSpPr>
          <a:xfrm>
            <a:off x="2691278" y="1107662"/>
            <a:ext cx="464640" cy="600710"/>
            <a:chOff x="6771730" y="1079500"/>
            <a:chExt cx="464640" cy="600710"/>
          </a:xfrm>
        </p:grpSpPr>
        <p:sp>
          <p:nvSpPr>
            <p:cNvPr id="420" name="이등변 삼각형 419"/>
            <p:cNvSpPr/>
            <p:nvPr/>
          </p:nvSpPr>
          <p:spPr>
            <a:xfrm rot="10800000">
              <a:off x="6932560" y="1297563"/>
              <a:ext cx="142980" cy="49150"/>
            </a:xfrm>
            <a:prstGeom prst="triangle">
              <a:avLst/>
            </a:prstGeom>
            <a:solidFill>
              <a:schemeClr val="tx2">
                <a:alpha val="50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cxnSp>
          <p:nvCxnSpPr>
            <p:cNvPr id="421" name="직선 연결선 420"/>
            <p:cNvCxnSpPr/>
            <p:nvPr/>
          </p:nvCxnSpPr>
          <p:spPr>
            <a:xfrm flipV="1">
              <a:off x="7004050" y="1329314"/>
              <a:ext cx="0" cy="350896"/>
            </a:xfrm>
            <a:prstGeom prst="line">
              <a:avLst/>
            </a:prstGeom>
            <a:ln w="12700" cap="rnd">
              <a:solidFill>
                <a:schemeClr val="tx2">
                  <a:alpha val="50000"/>
                </a:schemeClr>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422" name="모서리가 둥근 직사각형 413"/>
            <p:cNvSpPr/>
            <p:nvPr/>
          </p:nvSpPr>
          <p:spPr>
            <a:xfrm>
              <a:off x="6771730" y="107950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tx2">
                  <a:alpha val="50000"/>
                </a:schemeClr>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tx2">
                          <a:alpha val="70000"/>
                        </a:schemeClr>
                      </a:gs>
                      <a:gs pos="100000">
                        <a:schemeClr val="tx2">
                          <a:alpha val="70000"/>
                        </a:schemeClr>
                      </a:gs>
                    </a:gsLst>
                    <a:lin ang="0" scaled="0"/>
                  </a:gradFill>
                  <a:latin typeface="Roboto Condensed Regular"/>
                  <a:ea typeface="Roboto Light" pitchFamily="2" charset="0"/>
                </a:rPr>
                <a:t>60</a:t>
              </a:r>
              <a:r>
                <a:rPr lang="nb-NO" altLang="ko-KR" sz="1200" dirty="0">
                  <a:gradFill>
                    <a:gsLst>
                      <a:gs pos="0">
                        <a:schemeClr val="tx2">
                          <a:alpha val="70000"/>
                        </a:schemeClr>
                      </a:gs>
                      <a:gs pos="100000">
                        <a:schemeClr val="tx2">
                          <a:alpha val="70000"/>
                        </a:schemeClr>
                      </a:gs>
                    </a:gsLst>
                    <a:lin ang="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0" scaled="0"/>
                </a:gradFill>
                <a:latin typeface="Roboto Condensed Regular"/>
                <a:ea typeface="Roboto Light" pitchFamily="2" charset="0"/>
              </a:endParaRPr>
            </a:p>
          </p:txBody>
        </p:sp>
      </p:grpSp>
      <p:grpSp>
        <p:nvGrpSpPr>
          <p:cNvPr id="425" name="그룹 424"/>
          <p:cNvGrpSpPr/>
          <p:nvPr/>
        </p:nvGrpSpPr>
        <p:grpSpPr>
          <a:xfrm>
            <a:off x="1212998" y="1107662"/>
            <a:ext cx="464640" cy="448310"/>
            <a:chOff x="6771730" y="1079500"/>
            <a:chExt cx="464640" cy="448310"/>
          </a:xfrm>
        </p:grpSpPr>
        <p:sp>
          <p:nvSpPr>
            <p:cNvPr id="426" name="이등변 삼각형 425"/>
            <p:cNvSpPr/>
            <p:nvPr/>
          </p:nvSpPr>
          <p:spPr>
            <a:xfrm rot="10800000">
              <a:off x="6932560" y="1297563"/>
              <a:ext cx="142980" cy="49150"/>
            </a:xfrm>
            <a:prstGeom prst="triangle">
              <a:avLst/>
            </a:prstGeom>
            <a:solidFill>
              <a:schemeClr val="tx2">
                <a:alpha val="50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cxnSp>
          <p:nvCxnSpPr>
            <p:cNvPr id="427" name="직선 연결선 426"/>
            <p:cNvCxnSpPr/>
            <p:nvPr/>
          </p:nvCxnSpPr>
          <p:spPr>
            <a:xfrm flipV="1">
              <a:off x="7004050" y="1329314"/>
              <a:ext cx="0" cy="198496"/>
            </a:xfrm>
            <a:prstGeom prst="line">
              <a:avLst/>
            </a:prstGeom>
            <a:ln w="12700" cap="rnd">
              <a:solidFill>
                <a:schemeClr val="tx2">
                  <a:alpha val="50000"/>
                </a:schemeClr>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428" name="모서리가 둥근 직사각형 413"/>
            <p:cNvSpPr/>
            <p:nvPr/>
          </p:nvSpPr>
          <p:spPr>
            <a:xfrm>
              <a:off x="6771730" y="107950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tx2">
                  <a:alpha val="50000"/>
                </a:schemeClr>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tx2">
                          <a:alpha val="70000"/>
                        </a:schemeClr>
                      </a:gs>
                      <a:gs pos="100000">
                        <a:schemeClr val="tx2">
                          <a:alpha val="70000"/>
                        </a:schemeClr>
                      </a:gs>
                    </a:gsLst>
                    <a:lin ang="0" scaled="0"/>
                  </a:gradFill>
                  <a:latin typeface="Roboto Condensed Regular"/>
                  <a:ea typeface="Roboto Light" pitchFamily="2" charset="0"/>
                </a:rPr>
                <a:t>30</a:t>
              </a:r>
              <a:r>
                <a:rPr lang="nb-NO" altLang="ko-KR" sz="1200" dirty="0">
                  <a:gradFill>
                    <a:gsLst>
                      <a:gs pos="0">
                        <a:schemeClr val="tx2">
                          <a:alpha val="70000"/>
                        </a:schemeClr>
                      </a:gs>
                      <a:gs pos="100000">
                        <a:schemeClr val="tx2">
                          <a:alpha val="70000"/>
                        </a:schemeClr>
                      </a:gs>
                    </a:gsLst>
                    <a:lin ang="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0" scaled="0"/>
                </a:gradFill>
              </a:endParaRPr>
            </a:p>
          </p:txBody>
        </p:sp>
      </p:grpSp>
    </p:spTree>
    <p:extLst>
      <p:ext uri="{BB962C8B-B14F-4D97-AF65-F5344CB8AC3E}">
        <p14:creationId xmlns:p14="http://schemas.microsoft.com/office/powerpoint/2010/main" val="17518551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01"/>
                                        </p:tgtEl>
                                        <p:attrNameLst>
                                          <p:attrName>style.visibility</p:attrName>
                                        </p:attrNameLst>
                                      </p:cBhvr>
                                      <p:to>
                                        <p:strVal val="visible"/>
                                      </p:to>
                                    </p:set>
                                    <p:animEffect transition="in" filter="fade">
                                      <p:cBhvr>
                                        <p:cTn id="7" dur="500"/>
                                        <p:tgtEl>
                                          <p:spTgt spid="401"/>
                                        </p:tgtEl>
                                      </p:cBhvr>
                                    </p:animEffect>
                                    <p:anim calcmode="lin" valueType="num">
                                      <p:cBhvr>
                                        <p:cTn id="8" dur="500" fill="hold"/>
                                        <p:tgtEl>
                                          <p:spTgt spid="401"/>
                                        </p:tgtEl>
                                        <p:attrNameLst>
                                          <p:attrName>ppt_x</p:attrName>
                                        </p:attrNameLst>
                                      </p:cBhvr>
                                      <p:tavLst>
                                        <p:tav tm="0">
                                          <p:val>
                                            <p:strVal val="#ppt_x"/>
                                          </p:val>
                                        </p:tav>
                                        <p:tav tm="100000">
                                          <p:val>
                                            <p:strVal val="#ppt_x"/>
                                          </p:val>
                                        </p:tav>
                                      </p:tavLst>
                                    </p:anim>
                                    <p:anim calcmode="lin" valueType="num">
                                      <p:cBhvr>
                                        <p:cTn id="9" dur="500" fill="hold"/>
                                        <p:tgtEl>
                                          <p:spTgt spid="401"/>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425"/>
                                        </p:tgtEl>
                                        <p:attrNameLst>
                                          <p:attrName>style.visibility</p:attrName>
                                        </p:attrNameLst>
                                      </p:cBhvr>
                                      <p:to>
                                        <p:strVal val="visible"/>
                                      </p:to>
                                    </p:set>
                                    <p:animEffect transition="in" filter="fade">
                                      <p:cBhvr>
                                        <p:cTn id="12" dur="500"/>
                                        <p:tgtEl>
                                          <p:spTgt spid="425"/>
                                        </p:tgtEl>
                                      </p:cBhvr>
                                    </p:animEffect>
                                    <p:anim calcmode="lin" valueType="num">
                                      <p:cBhvr>
                                        <p:cTn id="13" dur="500" fill="hold"/>
                                        <p:tgtEl>
                                          <p:spTgt spid="425"/>
                                        </p:tgtEl>
                                        <p:attrNameLst>
                                          <p:attrName>ppt_x</p:attrName>
                                        </p:attrNameLst>
                                      </p:cBhvr>
                                      <p:tavLst>
                                        <p:tav tm="0">
                                          <p:val>
                                            <p:strVal val="#ppt_x"/>
                                          </p:val>
                                        </p:tav>
                                        <p:tav tm="100000">
                                          <p:val>
                                            <p:strVal val="#ppt_x"/>
                                          </p:val>
                                        </p:tav>
                                      </p:tavLst>
                                    </p:anim>
                                    <p:anim calcmode="lin" valueType="num">
                                      <p:cBhvr>
                                        <p:cTn id="14" dur="500" fill="hold"/>
                                        <p:tgtEl>
                                          <p:spTgt spid="425"/>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296"/>
                                        </p:tgtEl>
                                        <p:attrNameLst>
                                          <p:attrName>style.visibility</p:attrName>
                                        </p:attrNameLst>
                                      </p:cBhvr>
                                      <p:to>
                                        <p:strVal val="visible"/>
                                      </p:to>
                                    </p:set>
                                    <p:animEffect transition="in" filter="fade">
                                      <p:cBhvr>
                                        <p:cTn id="18" dur="500"/>
                                        <p:tgtEl>
                                          <p:spTgt spid="296"/>
                                        </p:tgtEl>
                                      </p:cBhvr>
                                    </p:animEffect>
                                  </p:childTnLst>
                                </p:cTn>
                              </p:par>
                              <p:par>
                                <p:cTn id="19" presetID="49" presetClass="path" presetSubtype="0" accel="50000" decel="50000" fill="hold" grpId="1" nodeType="withEffect">
                                  <p:stCondLst>
                                    <p:cond delay="0"/>
                                  </p:stCondLst>
                                  <p:childTnLst>
                                    <p:animMotion origin="layout" path="M -0.03703 -0.02469 L -4.07407E-6 2.83951E-6 " pathEditMode="relative" rAng="0" ptsTypes="AA">
                                      <p:cBhvr>
                                        <p:cTn id="20" dur="500" fill="hold"/>
                                        <p:tgtEl>
                                          <p:spTgt spid="296"/>
                                        </p:tgtEl>
                                        <p:attrNameLst>
                                          <p:attrName>ppt_x</p:attrName>
                                          <p:attrName>ppt_y</p:attrName>
                                        </p:attrNameLst>
                                      </p:cBhvr>
                                      <p:rCtr x="1852" y="1235"/>
                                    </p:animMotion>
                                  </p:childTnLst>
                                </p:cTn>
                              </p:par>
                              <p:par>
                                <p:cTn id="21" presetID="17" presetClass="entr" presetSubtype="10" fill="hold" nodeType="withEffect">
                                  <p:stCondLst>
                                    <p:cond delay="0"/>
                                  </p:stCondLst>
                                  <p:childTnLst>
                                    <p:set>
                                      <p:cBhvr>
                                        <p:cTn id="22" dur="1" fill="hold">
                                          <p:stCondLst>
                                            <p:cond delay="0"/>
                                          </p:stCondLst>
                                        </p:cTn>
                                        <p:tgtEl>
                                          <p:spTgt spid="410"/>
                                        </p:tgtEl>
                                        <p:attrNameLst>
                                          <p:attrName>style.visibility</p:attrName>
                                        </p:attrNameLst>
                                      </p:cBhvr>
                                      <p:to>
                                        <p:strVal val="visible"/>
                                      </p:to>
                                    </p:set>
                                    <p:anim calcmode="lin" valueType="num">
                                      <p:cBhvr>
                                        <p:cTn id="23" dur="500" fill="hold"/>
                                        <p:tgtEl>
                                          <p:spTgt spid="410"/>
                                        </p:tgtEl>
                                        <p:attrNameLst>
                                          <p:attrName>ppt_w</p:attrName>
                                        </p:attrNameLst>
                                      </p:cBhvr>
                                      <p:tavLst>
                                        <p:tav tm="0">
                                          <p:val>
                                            <p:fltVal val="0"/>
                                          </p:val>
                                        </p:tav>
                                        <p:tav tm="100000">
                                          <p:val>
                                            <p:strVal val="#ppt_w"/>
                                          </p:val>
                                        </p:tav>
                                      </p:tavLst>
                                    </p:anim>
                                    <p:anim calcmode="lin" valueType="num">
                                      <p:cBhvr>
                                        <p:cTn id="24" dur="500" fill="hold"/>
                                        <p:tgtEl>
                                          <p:spTgt spid="410"/>
                                        </p:tgtEl>
                                        <p:attrNameLst>
                                          <p:attrName>ppt_h</p:attrName>
                                        </p:attrNameLst>
                                      </p:cBhvr>
                                      <p:tavLst>
                                        <p:tav tm="0">
                                          <p:val>
                                            <p:strVal val="#ppt_h"/>
                                          </p:val>
                                        </p:tav>
                                        <p:tav tm="100000">
                                          <p:val>
                                            <p:strVal val="#ppt_h"/>
                                          </p:val>
                                        </p:tav>
                                      </p:tavLst>
                                    </p:anim>
                                  </p:childTnLst>
                                </p:cTn>
                              </p:par>
                            </p:childTnLst>
                          </p:cTn>
                        </p:par>
                        <p:par>
                          <p:cTn id="25" fill="hold">
                            <p:stCondLst>
                              <p:cond delay="1000"/>
                            </p:stCondLst>
                            <p:childTnLst>
                              <p:par>
                                <p:cTn id="26" presetID="42" presetClass="entr" presetSubtype="0" fill="hold" nodeType="afterEffect">
                                  <p:stCondLst>
                                    <p:cond delay="0"/>
                                  </p:stCondLst>
                                  <p:childTnLst>
                                    <p:set>
                                      <p:cBhvr>
                                        <p:cTn id="27" dur="1" fill="hold">
                                          <p:stCondLst>
                                            <p:cond delay="0"/>
                                          </p:stCondLst>
                                        </p:cTn>
                                        <p:tgtEl>
                                          <p:spTgt spid="400"/>
                                        </p:tgtEl>
                                        <p:attrNameLst>
                                          <p:attrName>style.visibility</p:attrName>
                                        </p:attrNameLst>
                                      </p:cBhvr>
                                      <p:to>
                                        <p:strVal val="visible"/>
                                      </p:to>
                                    </p:set>
                                    <p:animEffect transition="in" filter="fade">
                                      <p:cBhvr>
                                        <p:cTn id="28" dur="500"/>
                                        <p:tgtEl>
                                          <p:spTgt spid="400"/>
                                        </p:tgtEl>
                                      </p:cBhvr>
                                    </p:animEffect>
                                    <p:anim calcmode="lin" valueType="num">
                                      <p:cBhvr>
                                        <p:cTn id="29" dur="500" fill="hold"/>
                                        <p:tgtEl>
                                          <p:spTgt spid="400"/>
                                        </p:tgtEl>
                                        <p:attrNameLst>
                                          <p:attrName>ppt_x</p:attrName>
                                        </p:attrNameLst>
                                      </p:cBhvr>
                                      <p:tavLst>
                                        <p:tav tm="0">
                                          <p:val>
                                            <p:strVal val="#ppt_x"/>
                                          </p:val>
                                        </p:tav>
                                        <p:tav tm="100000">
                                          <p:val>
                                            <p:strVal val="#ppt_x"/>
                                          </p:val>
                                        </p:tav>
                                      </p:tavLst>
                                    </p:anim>
                                    <p:anim calcmode="lin" valueType="num">
                                      <p:cBhvr>
                                        <p:cTn id="30" dur="500" fill="hold"/>
                                        <p:tgtEl>
                                          <p:spTgt spid="400"/>
                                        </p:tgtEl>
                                        <p:attrNameLst>
                                          <p:attrName>ppt_y</p:attrName>
                                        </p:attrNameLst>
                                      </p:cBhvr>
                                      <p:tavLst>
                                        <p:tav tm="0">
                                          <p:val>
                                            <p:strVal val="#ppt_y+.1"/>
                                          </p:val>
                                        </p:tav>
                                        <p:tav tm="100000">
                                          <p:val>
                                            <p:strVal val="#ppt_y"/>
                                          </p:val>
                                        </p:tav>
                                      </p:tavLst>
                                    </p:anim>
                                  </p:childTnLst>
                                </p:cTn>
                              </p:par>
                              <p:par>
                                <p:cTn id="31" presetID="47" presetClass="entr" presetSubtype="0" fill="hold" nodeType="withEffect">
                                  <p:stCondLst>
                                    <p:cond delay="0"/>
                                  </p:stCondLst>
                                  <p:childTnLst>
                                    <p:set>
                                      <p:cBhvr>
                                        <p:cTn id="32" dur="1" fill="hold">
                                          <p:stCondLst>
                                            <p:cond delay="0"/>
                                          </p:stCondLst>
                                        </p:cTn>
                                        <p:tgtEl>
                                          <p:spTgt spid="419"/>
                                        </p:tgtEl>
                                        <p:attrNameLst>
                                          <p:attrName>style.visibility</p:attrName>
                                        </p:attrNameLst>
                                      </p:cBhvr>
                                      <p:to>
                                        <p:strVal val="visible"/>
                                      </p:to>
                                    </p:set>
                                    <p:animEffect transition="in" filter="fade">
                                      <p:cBhvr>
                                        <p:cTn id="33" dur="500"/>
                                        <p:tgtEl>
                                          <p:spTgt spid="419"/>
                                        </p:tgtEl>
                                      </p:cBhvr>
                                    </p:animEffect>
                                    <p:anim calcmode="lin" valueType="num">
                                      <p:cBhvr>
                                        <p:cTn id="34" dur="500" fill="hold"/>
                                        <p:tgtEl>
                                          <p:spTgt spid="419"/>
                                        </p:tgtEl>
                                        <p:attrNameLst>
                                          <p:attrName>ppt_x</p:attrName>
                                        </p:attrNameLst>
                                      </p:cBhvr>
                                      <p:tavLst>
                                        <p:tav tm="0">
                                          <p:val>
                                            <p:strVal val="#ppt_x"/>
                                          </p:val>
                                        </p:tav>
                                        <p:tav tm="100000">
                                          <p:val>
                                            <p:strVal val="#ppt_x"/>
                                          </p:val>
                                        </p:tav>
                                      </p:tavLst>
                                    </p:anim>
                                    <p:anim calcmode="lin" valueType="num">
                                      <p:cBhvr>
                                        <p:cTn id="35" dur="500" fill="hold"/>
                                        <p:tgtEl>
                                          <p:spTgt spid="419"/>
                                        </p:tgtEl>
                                        <p:attrNameLst>
                                          <p:attrName>ppt_y</p:attrName>
                                        </p:attrNameLst>
                                      </p:cBhvr>
                                      <p:tavLst>
                                        <p:tav tm="0">
                                          <p:val>
                                            <p:strVal val="#ppt_y-.1"/>
                                          </p:val>
                                        </p:tav>
                                        <p:tav tm="100000">
                                          <p:val>
                                            <p:strVal val="#ppt_y"/>
                                          </p:val>
                                        </p:tav>
                                      </p:tavLst>
                                    </p:anim>
                                  </p:childTnLst>
                                </p:cTn>
                              </p:par>
                            </p:childTnLst>
                          </p:cTn>
                        </p:par>
                        <p:par>
                          <p:cTn id="36" fill="hold">
                            <p:stCondLst>
                              <p:cond delay="1500"/>
                            </p:stCondLst>
                            <p:childTnLst>
                              <p:par>
                                <p:cTn id="37" presetID="10" presetClass="entr" presetSubtype="0" fill="hold" grpId="1" nodeType="afterEffect">
                                  <p:stCondLst>
                                    <p:cond delay="0"/>
                                  </p:stCondLst>
                                  <p:childTnLst>
                                    <p:set>
                                      <p:cBhvr>
                                        <p:cTn id="38" dur="1" fill="hold">
                                          <p:stCondLst>
                                            <p:cond delay="0"/>
                                          </p:stCondLst>
                                        </p:cTn>
                                        <p:tgtEl>
                                          <p:spTgt spid="347"/>
                                        </p:tgtEl>
                                        <p:attrNameLst>
                                          <p:attrName>style.visibility</p:attrName>
                                        </p:attrNameLst>
                                      </p:cBhvr>
                                      <p:to>
                                        <p:strVal val="visible"/>
                                      </p:to>
                                    </p:set>
                                    <p:animEffect transition="in" filter="fade">
                                      <p:cBhvr>
                                        <p:cTn id="39" dur="500"/>
                                        <p:tgtEl>
                                          <p:spTgt spid="347"/>
                                        </p:tgtEl>
                                      </p:cBhvr>
                                    </p:animEffect>
                                  </p:childTnLst>
                                </p:cTn>
                              </p:par>
                              <p:par>
                                <p:cTn id="40" presetID="49" presetClass="path" presetSubtype="0" accel="50000" decel="50000" fill="hold" grpId="0" nodeType="withEffect">
                                  <p:stCondLst>
                                    <p:cond delay="0"/>
                                  </p:stCondLst>
                                  <p:childTnLst>
                                    <p:animMotion origin="layout" path="M -0.03634 -0.02438 L 2.22222E-6 -8.64198E-7 " pathEditMode="relative" rAng="0" ptsTypes="AA">
                                      <p:cBhvr>
                                        <p:cTn id="41" dur="500" fill="hold"/>
                                        <p:tgtEl>
                                          <p:spTgt spid="347"/>
                                        </p:tgtEl>
                                        <p:attrNameLst>
                                          <p:attrName>ppt_x</p:attrName>
                                          <p:attrName>ppt_y</p:attrName>
                                        </p:attrNameLst>
                                      </p:cBhvr>
                                      <p:rCtr x="1806" y="1204"/>
                                    </p:animMotion>
                                  </p:childTnLst>
                                </p:cTn>
                              </p:par>
                              <p:par>
                                <p:cTn id="42" presetID="17" presetClass="entr" presetSubtype="10" fill="hold" nodeType="withEffect">
                                  <p:stCondLst>
                                    <p:cond delay="0"/>
                                  </p:stCondLst>
                                  <p:childTnLst>
                                    <p:set>
                                      <p:cBhvr>
                                        <p:cTn id="43" dur="1" fill="hold">
                                          <p:stCondLst>
                                            <p:cond delay="0"/>
                                          </p:stCondLst>
                                        </p:cTn>
                                        <p:tgtEl>
                                          <p:spTgt spid="409"/>
                                        </p:tgtEl>
                                        <p:attrNameLst>
                                          <p:attrName>style.visibility</p:attrName>
                                        </p:attrNameLst>
                                      </p:cBhvr>
                                      <p:to>
                                        <p:strVal val="visible"/>
                                      </p:to>
                                    </p:set>
                                    <p:anim calcmode="lin" valueType="num">
                                      <p:cBhvr>
                                        <p:cTn id="44" dur="500" fill="hold"/>
                                        <p:tgtEl>
                                          <p:spTgt spid="409"/>
                                        </p:tgtEl>
                                        <p:attrNameLst>
                                          <p:attrName>ppt_w</p:attrName>
                                        </p:attrNameLst>
                                      </p:cBhvr>
                                      <p:tavLst>
                                        <p:tav tm="0">
                                          <p:val>
                                            <p:fltVal val="0"/>
                                          </p:val>
                                        </p:tav>
                                        <p:tav tm="100000">
                                          <p:val>
                                            <p:strVal val="#ppt_w"/>
                                          </p:val>
                                        </p:tav>
                                      </p:tavLst>
                                    </p:anim>
                                    <p:anim calcmode="lin" valueType="num">
                                      <p:cBhvr>
                                        <p:cTn id="45" dur="500" fill="hold"/>
                                        <p:tgtEl>
                                          <p:spTgt spid="409"/>
                                        </p:tgtEl>
                                        <p:attrNameLst>
                                          <p:attrName>ppt_h</p:attrName>
                                        </p:attrNameLst>
                                      </p:cBhvr>
                                      <p:tavLst>
                                        <p:tav tm="0">
                                          <p:val>
                                            <p:strVal val="#ppt_h"/>
                                          </p:val>
                                        </p:tav>
                                        <p:tav tm="100000">
                                          <p:val>
                                            <p:strVal val="#ppt_h"/>
                                          </p:val>
                                        </p:tav>
                                      </p:tavLst>
                                    </p:anim>
                                  </p:childTnLst>
                                </p:cTn>
                              </p:par>
                            </p:childTnLst>
                          </p:cTn>
                        </p:par>
                        <p:par>
                          <p:cTn id="46" fill="hold">
                            <p:stCondLst>
                              <p:cond delay="2000"/>
                            </p:stCondLst>
                            <p:childTnLst>
                              <p:par>
                                <p:cTn id="47" presetID="42" presetClass="entr" presetSubtype="0" fill="hold" nodeType="afterEffect">
                                  <p:stCondLst>
                                    <p:cond delay="0"/>
                                  </p:stCondLst>
                                  <p:childTnLst>
                                    <p:set>
                                      <p:cBhvr>
                                        <p:cTn id="48" dur="1" fill="hold">
                                          <p:stCondLst>
                                            <p:cond delay="0"/>
                                          </p:stCondLst>
                                        </p:cTn>
                                        <p:tgtEl>
                                          <p:spTgt spid="399"/>
                                        </p:tgtEl>
                                        <p:attrNameLst>
                                          <p:attrName>style.visibility</p:attrName>
                                        </p:attrNameLst>
                                      </p:cBhvr>
                                      <p:to>
                                        <p:strVal val="visible"/>
                                      </p:to>
                                    </p:set>
                                    <p:animEffect transition="in" filter="fade">
                                      <p:cBhvr>
                                        <p:cTn id="49" dur="500"/>
                                        <p:tgtEl>
                                          <p:spTgt spid="399"/>
                                        </p:tgtEl>
                                      </p:cBhvr>
                                    </p:animEffect>
                                    <p:anim calcmode="lin" valueType="num">
                                      <p:cBhvr>
                                        <p:cTn id="50" dur="500" fill="hold"/>
                                        <p:tgtEl>
                                          <p:spTgt spid="399"/>
                                        </p:tgtEl>
                                        <p:attrNameLst>
                                          <p:attrName>ppt_x</p:attrName>
                                        </p:attrNameLst>
                                      </p:cBhvr>
                                      <p:tavLst>
                                        <p:tav tm="0">
                                          <p:val>
                                            <p:strVal val="#ppt_x"/>
                                          </p:val>
                                        </p:tav>
                                        <p:tav tm="100000">
                                          <p:val>
                                            <p:strVal val="#ppt_x"/>
                                          </p:val>
                                        </p:tav>
                                      </p:tavLst>
                                    </p:anim>
                                    <p:anim calcmode="lin" valueType="num">
                                      <p:cBhvr>
                                        <p:cTn id="51" dur="500" fill="hold"/>
                                        <p:tgtEl>
                                          <p:spTgt spid="399"/>
                                        </p:tgtEl>
                                        <p:attrNameLst>
                                          <p:attrName>ppt_y</p:attrName>
                                        </p:attrNameLst>
                                      </p:cBhvr>
                                      <p:tavLst>
                                        <p:tav tm="0">
                                          <p:val>
                                            <p:strVal val="#ppt_y+.1"/>
                                          </p:val>
                                        </p:tav>
                                        <p:tav tm="100000">
                                          <p:val>
                                            <p:strVal val="#ppt_y"/>
                                          </p:val>
                                        </p:tav>
                                      </p:tavLst>
                                    </p:anim>
                                  </p:childTnLst>
                                </p:cTn>
                              </p:par>
                              <p:par>
                                <p:cTn id="52" presetID="47" presetClass="entr" presetSubtype="0" fill="hold" nodeType="withEffect">
                                  <p:stCondLst>
                                    <p:cond delay="0"/>
                                  </p:stCondLst>
                                  <p:childTnLst>
                                    <p:set>
                                      <p:cBhvr>
                                        <p:cTn id="53" dur="1" fill="hold">
                                          <p:stCondLst>
                                            <p:cond delay="0"/>
                                          </p:stCondLst>
                                        </p:cTn>
                                        <p:tgtEl>
                                          <p:spTgt spid="418"/>
                                        </p:tgtEl>
                                        <p:attrNameLst>
                                          <p:attrName>style.visibility</p:attrName>
                                        </p:attrNameLst>
                                      </p:cBhvr>
                                      <p:to>
                                        <p:strVal val="visible"/>
                                      </p:to>
                                    </p:set>
                                    <p:animEffect transition="in" filter="fade">
                                      <p:cBhvr>
                                        <p:cTn id="54" dur="500"/>
                                        <p:tgtEl>
                                          <p:spTgt spid="418"/>
                                        </p:tgtEl>
                                      </p:cBhvr>
                                    </p:animEffect>
                                    <p:anim calcmode="lin" valueType="num">
                                      <p:cBhvr>
                                        <p:cTn id="55" dur="500" fill="hold"/>
                                        <p:tgtEl>
                                          <p:spTgt spid="418"/>
                                        </p:tgtEl>
                                        <p:attrNameLst>
                                          <p:attrName>ppt_x</p:attrName>
                                        </p:attrNameLst>
                                      </p:cBhvr>
                                      <p:tavLst>
                                        <p:tav tm="0">
                                          <p:val>
                                            <p:strVal val="#ppt_x"/>
                                          </p:val>
                                        </p:tav>
                                        <p:tav tm="100000">
                                          <p:val>
                                            <p:strVal val="#ppt_x"/>
                                          </p:val>
                                        </p:tav>
                                      </p:tavLst>
                                    </p:anim>
                                    <p:anim calcmode="lin" valueType="num">
                                      <p:cBhvr>
                                        <p:cTn id="56" dur="500" fill="hold"/>
                                        <p:tgtEl>
                                          <p:spTgt spid="418"/>
                                        </p:tgtEl>
                                        <p:attrNameLst>
                                          <p:attrName>ppt_y</p:attrName>
                                        </p:attrNameLst>
                                      </p:cBhvr>
                                      <p:tavLst>
                                        <p:tav tm="0">
                                          <p:val>
                                            <p:strVal val="#ppt_y-.1"/>
                                          </p:val>
                                        </p:tav>
                                        <p:tav tm="100000">
                                          <p:val>
                                            <p:strVal val="#ppt_y"/>
                                          </p:val>
                                        </p:tav>
                                      </p:tavLst>
                                    </p:anim>
                                  </p:childTnLst>
                                </p:cTn>
                              </p:par>
                            </p:childTnLst>
                          </p:cTn>
                        </p:par>
                        <p:par>
                          <p:cTn id="57" fill="hold">
                            <p:stCondLst>
                              <p:cond delay="2500"/>
                            </p:stCondLst>
                            <p:childTnLst>
                              <p:par>
                                <p:cTn id="58" presetID="10" presetClass="entr" presetSubtype="0" fill="hold" grpId="0" nodeType="afterEffect">
                                  <p:stCondLst>
                                    <p:cond delay="0"/>
                                  </p:stCondLst>
                                  <p:childTnLst>
                                    <p:set>
                                      <p:cBhvr>
                                        <p:cTn id="59" dur="1" fill="hold">
                                          <p:stCondLst>
                                            <p:cond delay="0"/>
                                          </p:stCondLst>
                                        </p:cTn>
                                        <p:tgtEl>
                                          <p:spTgt spid="115"/>
                                        </p:tgtEl>
                                        <p:attrNameLst>
                                          <p:attrName>style.visibility</p:attrName>
                                        </p:attrNameLst>
                                      </p:cBhvr>
                                      <p:to>
                                        <p:strVal val="visible"/>
                                      </p:to>
                                    </p:set>
                                    <p:animEffect transition="in" filter="fade">
                                      <p:cBhvr>
                                        <p:cTn id="60" dur="500"/>
                                        <p:tgtEl>
                                          <p:spTgt spid="115"/>
                                        </p:tgtEl>
                                      </p:cBhvr>
                                    </p:animEffect>
                                  </p:childTnLst>
                                </p:cTn>
                              </p:par>
                              <p:par>
                                <p:cTn id="61" presetID="49" presetClass="path" presetSubtype="0" accel="50000" decel="50000" fill="hold" grpId="1" nodeType="withEffect">
                                  <p:stCondLst>
                                    <p:cond delay="0"/>
                                  </p:stCondLst>
                                  <p:childTnLst>
                                    <p:animMotion origin="layout" path="M -0.03704 -0.02037 L 3.7037E-6 -2.46914E-6 " pathEditMode="relative" rAng="0" ptsTypes="AA">
                                      <p:cBhvr>
                                        <p:cTn id="62" dur="500" fill="hold"/>
                                        <p:tgtEl>
                                          <p:spTgt spid="115"/>
                                        </p:tgtEl>
                                        <p:attrNameLst>
                                          <p:attrName>ppt_x</p:attrName>
                                          <p:attrName>ppt_y</p:attrName>
                                        </p:attrNameLst>
                                      </p:cBhvr>
                                      <p:rCtr x="1852" y="1019"/>
                                    </p:animMotion>
                                  </p:childTnLst>
                                </p:cTn>
                              </p:par>
                              <p:par>
                                <p:cTn id="63" presetID="17" presetClass="entr" presetSubtype="10" fill="hold" nodeType="withEffect">
                                  <p:stCondLst>
                                    <p:cond delay="0"/>
                                  </p:stCondLst>
                                  <p:childTnLst>
                                    <p:set>
                                      <p:cBhvr>
                                        <p:cTn id="64" dur="1" fill="hold">
                                          <p:stCondLst>
                                            <p:cond delay="0"/>
                                          </p:stCondLst>
                                        </p:cTn>
                                        <p:tgtEl>
                                          <p:spTgt spid="408"/>
                                        </p:tgtEl>
                                        <p:attrNameLst>
                                          <p:attrName>style.visibility</p:attrName>
                                        </p:attrNameLst>
                                      </p:cBhvr>
                                      <p:to>
                                        <p:strVal val="visible"/>
                                      </p:to>
                                    </p:set>
                                    <p:anim calcmode="lin" valueType="num">
                                      <p:cBhvr>
                                        <p:cTn id="65" dur="500" fill="hold"/>
                                        <p:tgtEl>
                                          <p:spTgt spid="408"/>
                                        </p:tgtEl>
                                        <p:attrNameLst>
                                          <p:attrName>ppt_w</p:attrName>
                                        </p:attrNameLst>
                                      </p:cBhvr>
                                      <p:tavLst>
                                        <p:tav tm="0">
                                          <p:val>
                                            <p:fltVal val="0"/>
                                          </p:val>
                                        </p:tav>
                                        <p:tav tm="100000">
                                          <p:val>
                                            <p:strVal val="#ppt_w"/>
                                          </p:val>
                                        </p:tav>
                                      </p:tavLst>
                                    </p:anim>
                                    <p:anim calcmode="lin" valueType="num">
                                      <p:cBhvr>
                                        <p:cTn id="66" dur="500" fill="hold"/>
                                        <p:tgtEl>
                                          <p:spTgt spid="40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15" grpId="1" animBg="1"/>
      <p:bldP spid="296" grpId="0" animBg="1"/>
      <p:bldP spid="296" grpId="1" animBg="1"/>
      <p:bldP spid="347" grpId="0" animBg="1"/>
      <p:bldP spid="347"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Bar Chart</a:t>
            </a:r>
            <a:endParaRPr lang="en-US" dirty="0"/>
          </a:p>
        </p:txBody>
      </p:sp>
      <p:grpSp>
        <p:nvGrpSpPr>
          <p:cNvPr id="62" name="그룹 61"/>
          <p:cNvGrpSpPr/>
          <p:nvPr/>
        </p:nvGrpSpPr>
        <p:grpSpPr>
          <a:xfrm>
            <a:off x="2351088" y="1269034"/>
            <a:ext cx="2916237" cy="857250"/>
            <a:chOff x="3219450" y="2976563"/>
            <a:chExt cx="2916237" cy="857250"/>
          </a:xfrm>
          <a:solidFill>
            <a:schemeClr val="accent3">
              <a:lumMod val="75000"/>
            </a:schemeClr>
          </a:solidFill>
        </p:grpSpPr>
        <p:sp>
          <p:nvSpPr>
            <p:cNvPr id="63" name="직사각형 62"/>
            <p:cNvSpPr/>
            <p:nvPr/>
          </p:nvSpPr>
          <p:spPr>
            <a:xfrm>
              <a:off x="3219450"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4" name="직사각형 63"/>
            <p:cNvSpPr/>
            <p:nvPr/>
          </p:nvSpPr>
          <p:spPr>
            <a:xfrm>
              <a:off x="3308879"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5" name="직사각형 64"/>
            <p:cNvSpPr/>
            <p:nvPr/>
          </p:nvSpPr>
          <p:spPr>
            <a:xfrm>
              <a:off x="3398308"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6" name="직사각형 65"/>
            <p:cNvSpPr/>
            <p:nvPr/>
          </p:nvSpPr>
          <p:spPr>
            <a:xfrm>
              <a:off x="3487737"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7" name="직사각형 66"/>
            <p:cNvSpPr/>
            <p:nvPr/>
          </p:nvSpPr>
          <p:spPr>
            <a:xfrm>
              <a:off x="3577166"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8" name="직사각형 67"/>
            <p:cNvSpPr/>
            <p:nvPr/>
          </p:nvSpPr>
          <p:spPr>
            <a:xfrm>
              <a:off x="3666595"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9" name="직사각형 68"/>
            <p:cNvSpPr/>
            <p:nvPr/>
          </p:nvSpPr>
          <p:spPr>
            <a:xfrm>
              <a:off x="3756024"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0" name="직사각형 69"/>
            <p:cNvSpPr/>
            <p:nvPr/>
          </p:nvSpPr>
          <p:spPr>
            <a:xfrm>
              <a:off x="3845453"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1" name="직사각형 70"/>
            <p:cNvSpPr/>
            <p:nvPr/>
          </p:nvSpPr>
          <p:spPr>
            <a:xfrm>
              <a:off x="3934882"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2" name="직사각형 71"/>
            <p:cNvSpPr/>
            <p:nvPr/>
          </p:nvSpPr>
          <p:spPr>
            <a:xfrm>
              <a:off x="4024311"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3" name="직사각형 72"/>
            <p:cNvSpPr/>
            <p:nvPr/>
          </p:nvSpPr>
          <p:spPr>
            <a:xfrm>
              <a:off x="4113740"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4" name="직사각형 73"/>
            <p:cNvSpPr/>
            <p:nvPr/>
          </p:nvSpPr>
          <p:spPr>
            <a:xfrm>
              <a:off x="4203169"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5" name="직사각형 74"/>
            <p:cNvSpPr/>
            <p:nvPr/>
          </p:nvSpPr>
          <p:spPr>
            <a:xfrm>
              <a:off x="4292598"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6" name="직사각형 75"/>
            <p:cNvSpPr/>
            <p:nvPr/>
          </p:nvSpPr>
          <p:spPr>
            <a:xfrm>
              <a:off x="4382027"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7" name="직사각형 76"/>
            <p:cNvSpPr/>
            <p:nvPr/>
          </p:nvSpPr>
          <p:spPr>
            <a:xfrm>
              <a:off x="4471456"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8" name="직사각형 77"/>
            <p:cNvSpPr/>
            <p:nvPr/>
          </p:nvSpPr>
          <p:spPr>
            <a:xfrm>
              <a:off x="4560885"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79" name="직사각형 78"/>
            <p:cNvSpPr/>
            <p:nvPr/>
          </p:nvSpPr>
          <p:spPr>
            <a:xfrm>
              <a:off x="4650314"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0" name="직사각형 79"/>
            <p:cNvSpPr/>
            <p:nvPr/>
          </p:nvSpPr>
          <p:spPr>
            <a:xfrm>
              <a:off x="4739743"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1" name="직사각형 80"/>
            <p:cNvSpPr/>
            <p:nvPr/>
          </p:nvSpPr>
          <p:spPr>
            <a:xfrm>
              <a:off x="4829172"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2" name="직사각형 81"/>
            <p:cNvSpPr/>
            <p:nvPr/>
          </p:nvSpPr>
          <p:spPr>
            <a:xfrm>
              <a:off x="4918601"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3" name="직사각형 82"/>
            <p:cNvSpPr/>
            <p:nvPr/>
          </p:nvSpPr>
          <p:spPr>
            <a:xfrm>
              <a:off x="5008030"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4" name="직사각형 83"/>
            <p:cNvSpPr/>
            <p:nvPr/>
          </p:nvSpPr>
          <p:spPr>
            <a:xfrm>
              <a:off x="5097459"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5" name="직사각형 84"/>
            <p:cNvSpPr/>
            <p:nvPr/>
          </p:nvSpPr>
          <p:spPr>
            <a:xfrm>
              <a:off x="5186888"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6" name="직사각형 85"/>
            <p:cNvSpPr/>
            <p:nvPr/>
          </p:nvSpPr>
          <p:spPr>
            <a:xfrm>
              <a:off x="5276317"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7" name="직사각형 86"/>
            <p:cNvSpPr/>
            <p:nvPr/>
          </p:nvSpPr>
          <p:spPr>
            <a:xfrm>
              <a:off x="5365750"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36" name="그룹 35"/>
          <p:cNvGrpSpPr/>
          <p:nvPr/>
        </p:nvGrpSpPr>
        <p:grpSpPr>
          <a:xfrm>
            <a:off x="1843086" y="2024684"/>
            <a:ext cx="2916237" cy="857250"/>
            <a:chOff x="3219450" y="2976563"/>
            <a:chExt cx="2916237" cy="857250"/>
          </a:xfrm>
          <a:solidFill>
            <a:schemeClr val="accent3">
              <a:lumMod val="50000"/>
            </a:schemeClr>
          </a:solidFill>
        </p:grpSpPr>
        <p:sp>
          <p:nvSpPr>
            <p:cNvPr id="37" name="직사각형 36"/>
            <p:cNvSpPr/>
            <p:nvPr/>
          </p:nvSpPr>
          <p:spPr>
            <a:xfrm>
              <a:off x="3219450"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8" name="직사각형 37"/>
            <p:cNvSpPr/>
            <p:nvPr/>
          </p:nvSpPr>
          <p:spPr>
            <a:xfrm>
              <a:off x="3308879"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9" name="직사각형 38"/>
            <p:cNvSpPr/>
            <p:nvPr/>
          </p:nvSpPr>
          <p:spPr>
            <a:xfrm>
              <a:off x="3398308"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0" name="직사각형 39"/>
            <p:cNvSpPr/>
            <p:nvPr/>
          </p:nvSpPr>
          <p:spPr>
            <a:xfrm>
              <a:off x="3487737"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1" name="직사각형 40"/>
            <p:cNvSpPr/>
            <p:nvPr/>
          </p:nvSpPr>
          <p:spPr>
            <a:xfrm>
              <a:off x="3577166"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2" name="직사각형 41"/>
            <p:cNvSpPr/>
            <p:nvPr/>
          </p:nvSpPr>
          <p:spPr>
            <a:xfrm>
              <a:off x="3666595"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3" name="직사각형 42"/>
            <p:cNvSpPr/>
            <p:nvPr/>
          </p:nvSpPr>
          <p:spPr>
            <a:xfrm>
              <a:off x="3756024"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4" name="직사각형 43"/>
            <p:cNvSpPr/>
            <p:nvPr/>
          </p:nvSpPr>
          <p:spPr>
            <a:xfrm>
              <a:off x="3845453"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5" name="직사각형 44"/>
            <p:cNvSpPr/>
            <p:nvPr/>
          </p:nvSpPr>
          <p:spPr>
            <a:xfrm>
              <a:off x="3934882"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6" name="직사각형 45"/>
            <p:cNvSpPr/>
            <p:nvPr/>
          </p:nvSpPr>
          <p:spPr>
            <a:xfrm>
              <a:off x="4024311"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7" name="직사각형 46"/>
            <p:cNvSpPr/>
            <p:nvPr/>
          </p:nvSpPr>
          <p:spPr>
            <a:xfrm>
              <a:off x="4113740"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8" name="직사각형 47"/>
            <p:cNvSpPr/>
            <p:nvPr/>
          </p:nvSpPr>
          <p:spPr>
            <a:xfrm>
              <a:off x="4203169"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9" name="직사각형 48"/>
            <p:cNvSpPr/>
            <p:nvPr/>
          </p:nvSpPr>
          <p:spPr>
            <a:xfrm>
              <a:off x="4292598"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0" name="직사각형 49"/>
            <p:cNvSpPr/>
            <p:nvPr/>
          </p:nvSpPr>
          <p:spPr>
            <a:xfrm>
              <a:off x="4382027"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1" name="직사각형 50"/>
            <p:cNvSpPr/>
            <p:nvPr/>
          </p:nvSpPr>
          <p:spPr>
            <a:xfrm>
              <a:off x="4471456"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2" name="직사각형 51"/>
            <p:cNvSpPr/>
            <p:nvPr/>
          </p:nvSpPr>
          <p:spPr>
            <a:xfrm>
              <a:off x="4560885"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3" name="직사각형 52"/>
            <p:cNvSpPr/>
            <p:nvPr/>
          </p:nvSpPr>
          <p:spPr>
            <a:xfrm>
              <a:off x="4650314"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4" name="직사각형 53"/>
            <p:cNvSpPr/>
            <p:nvPr/>
          </p:nvSpPr>
          <p:spPr>
            <a:xfrm>
              <a:off x="4739743"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5" name="직사각형 54"/>
            <p:cNvSpPr/>
            <p:nvPr/>
          </p:nvSpPr>
          <p:spPr>
            <a:xfrm>
              <a:off x="4829172"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6" name="직사각형 55"/>
            <p:cNvSpPr/>
            <p:nvPr/>
          </p:nvSpPr>
          <p:spPr>
            <a:xfrm>
              <a:off x="4918601"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7" name="직사각형 56"/>
            <p:cNvSpPr/>
            <p:nvPr/>
          </p:nvSpPr>
          <p:spPr>
            <a:xfrm>
              <a:off x="5008030"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8" name="직사각형 57"/>
            <p:cNvSpPr/>
            <p:nvPr/>
          </p:nvSpPr>
          <p:spPr>
            <a:xfrm>
              <a:off x="5097459"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9" name="직사각형 58"/>
            <p:cNvSpPr/>
            <p:nvPr/>
          </p:nvSpPr>
          <p:spPr>
            <a:xfrm>
              <a:off x="5186888"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0" name="직사각형 59"/>
            <p:cNvSpPr/>
            <p:nvPr/>
          </p:nvSpPr>
          <p:spPr>
            <a:xfrm>
              <a:off x="5276317"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61" name="직사각형 60"/>
            <p:cNvSpPr/>
            <p:nvPr/>
          </p:nvSpPr>
          <p:spPr>
            <a:xfrm>
              <a:off x="5365750" y="2976563"/>
              <a:ext cx="769937" cy="857250"/>
            </a:xfrm>
            <a:prstGeom prst="rect">
              <a:avLst/>
            </a:prstGeom>
            <a:grp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4" name="그룹 3"/>
          <p:cNvGrpSpPr/>
          <p:nvPr/>
        </p:nvGrpSpPr>
        <p:grpSpPr>
          <a:xfrm>
            <a:off x="1335087" y="2780334"/>
            <a:ext cx="2916237" cy="857250"/>
            <a:chOff x="3510721" y="2690813"/>
            <a:chExt cx="2916237" cy="857250"/>
          </a:xfrm>
        </p:grpSpPr>
        <p:sp>
          <p:nvSpPr>
            <p:cNvPr id="2" name="직사각형 1"/>
            <p:cNvSpPr/>
            <p:nvPr/>
          </p:nvSpPr>
          <p:spPr>
            <a:xfrm>
              <a:off x="3510721"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2" name="직사각형 11"/>
            <p:cNvSpPr/>
            <p:nvPr/>
          </p:nvSpPr>
          <p:spPr>
            <a:xfrm>
              <a:off x="3600150"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3" name="직사각형 12"/>
            <p:cNvSpPr/>
            <p:nvPr/>
          </p:nvSpPr>
          <p:spPr>
            <a:xfrm>
              <a:off x="3689579"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4" name="직사각형 13"/>
            <p:cNvSpPr/>
            <p:nvPr/>
          </p:nvSpPr>
          <p:spPr>
            <a:xfrm>
              <a:off x="3779008"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5" name="직사각형 14"/>
            <p:cNvSpPr/>
            <p:nvPr/>
          </p:nvSpPr>
          <p:spPr>
            <a:xfrm>
              <a:off x="3868437"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 name="직사각형 15"/>
            <p:cNvSpPr/>
            <p:nvPr/>
          </p:nvSpPr>
          <p:spPr>
            <a:xfrm>
              <a:off x="3957866"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 name="직사각형 16"/>
            <p:cNvSpPr/>
            <p:nvPr/>
          </p:nvSpPr>
          <p:spPr>
            <a:xfrm>
              <a:off x="4047295"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8" name="직사각형 17"/>
            <p:cNvSpPr/>
            <p:nvPr/>
          </p:nvSpPr>
          <p:spPr>
            <a:xfrm>
              <a:off x="4136724"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9" name="직사각형 18"/>
            <p:cNvSpPr/>
            <p:nvPr/>
          </p:nvSpPr>
          <p:spPr>
            <a:xfrm>
              <a:off x="4226153"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0" name="직사각형 19"/>
            <p:cNvSpPr/>
            <p:nvPr/>
          </p:nvSpPr>
          <p:spPr>
            <a:xfrm>
              <a:off x="4315582"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1" name="직사각형 20"/>
            <p:cNvSpPr/>
            <p:nvPr/>
          </p:nvSpPr>
          <p:spPr>
            <a:xfrm>
              <a:off x="4405011"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2" name="직사각형 21"/>
            <p:cNvSpPr/>
            <p:nvPr/>
          </p:nvSpPr>
          <p:spPr>
            <a:xfrm>
              <a:off x="4494440"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3" name="직사각형 22"/>
            <p:cNvSpPr/>
            <p:nvPr/>
          </p:nvSpPr>
          <p:spPr>
            <a:xfrm>
              <a:off x="4583869"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4" name="직사각형 23"/>
            <p:cNvSpPr/>
            <p:nvPr/>
          </p:nvSpPr>
          <p:spPr>
            <a:xfrm>
              <a:off x="4673298"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5" name="직사각형 24"/>
            <p:cNvSpPr/>
            <p:nvPr/>
          </p:nvSpPr>
          <p:spPr>
            <a:xfrm>
              <a:off x="4762727"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6" name="직사각형 25"/>
            <p:cNvSpPr/>
            <p:nvPr/>
          </p:nvSpPr>
          <p:spPr>
            <a:xfrm>
              <a:off x="4852156"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7" name="직사각형 26"/>
            <p:cNvSpPr/>
            <p:nvPr/>
          </p:nvSpPr>
          <p:spPr>
            <a:xfrm>
              <a:off x="4941585"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8" name="직사각형 27"/>
            <p:cNvSpPr/>
            <p:nvPr/>
          </p:nvSpPr>
          <p:spPr>
            <a:xfrm>
              <a:off x="5031014"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9" name="직사각형 28"/>
            <p:cNvSpPr/>
            <p:nvPr/>
          </p:nvSpPr>
          <p:spPr>
            <a:xfrm>
              <a:off x="5120443"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0" name="직사각형 29"/>
            <p:cNvSpPr/>
            <p:nvPr/>
          </p:nvSpPr>
          <p:spPr>
            <a:xfrm>
              <a:off x="5209872"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1" name="직사각형 30"/>
            <p:cNvSpPr/>
            <p:nvPr/>
          </p:nvSpPr>
          <p:spPr>
            <a:xfrm>
              <a:off x="5299301"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2" name="직사각형 31"/>
            <p:cNvSpPr/>
            <p:nvPr/>
          </p:nvSpPr>
          <p:spPr>
            <a:xfrm>
              <a:off x="5388730"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3" name="직사각형 32"/>
            <p:cNvSpPr/>
            <p:nvPr/>
          </p:nvSpPr>
          <p:spPr>
            <a:xfrm>
              <a:off x="5478159"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4" name="직사각형 33"/>
            <p:cNvSpPr/>
            <p:nvPr/>
          </p:nvSpPr>
          <p:spPr>
            <a:xfrm>
              <a:off x="5567588"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35" name="직사각형 34"/>
            <p:cNvSpPr/>
            <p:nvPr/>
          </p:nvSpPr>
          <p:spPr>
            <a:xfrm>
              <a:off x="5657021" y="2690813"/>
              <a:ext cx="769937" cy="857250"/>
            </a:xfrm>
            <a:prstGeom prst="rect">
              <a:avLst/>
            </a:prstGeom>
            <a:solidFill>
              <a:schemeClr val="accent1"/>
            </a:solidFill>
            <a:ln w="25400" cap="flat" cmpd="sng" algn="ctr">
              <a:noFill/>
              <a:prstDash val="solid"/>
            </a:ln>
            <a:effectLst>
              <a:outerShdw sy="23000" kx="1200000" algn="br" rotWithShape="0">
                <a:prstClr val="black">
                  <a:alpha val="10000"/>
                </a:prstClr>
              </a:outerShdw>
            </a:effectLst>
            <a:scene3d>
              <a:camera prst="isometricRightUp">
                <a:rot lat="3600000" lon="18000000" rev="0"/>
              </a:camera>
              <a:lightRig rig="threePt" dir="t"/>
            </a:scene3d>
            <a:sp3d>
              <a:bevelB w="0" h="381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41" name="그룹 140"/>
          <p:cNvGrpSpPr/>
          <p:nvPr/>
        </p:nvGrpSpPr>
        <p:grpSpPr>
          <a:xfrm>
            <a:off x="1168057" y="3850068"/>
            <a:ext cx="2580031" cy="474254"/>
            <a:chOff x="3343690" y="3760535"/>
            <a:chExt cx="2580031" cy="474253"/>
          </a:xfrm>
        </p:grpSpPr>
        <p:grpSp>
          <p:nvGrpSpPr>
            <p:cNvPr id="268" name="그룹 267"/>
            <p:cNvGrpSpPr/>
            <p:nvPr/>
          </p:nvGrpSpPr>
          <p:grpSpPr>
            <a:xfrm>
              <a:off x="3498025" y="3760535"/>
              <a:ext cx="2329401" cy="63303"/>
              <a:chOff x="3352804" y="3931985"/>
              <a:chExt cx="2329401" cy="63303"/>
            </a:xfrm>
          </p:grpSpPr>
          <p:cxnSp>
            <p:nvCxnSpPr>
              <p:cNvPr id="160" name="직선 연결선 159"/>
              <p:cNvCxnSpPr>
                <a:cxnSpLocks/>
              </p:cNvCxnSpPr>
              <p:nvPr/>
            </p:nvCxnSpPr>
            <p:spPr>
              <a:xfrm flipH="1">
                <a:off x="5640395" y="3931985"/>
                <a:ext cx="41810" cy="63303"/>
              </a:xfrm>
              <a:prstGeom prst="line">
                <a:avLst/>
              </a:prstGeom>
              <a:ln w="952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72" name="직선 연결선 171"/>
              <p:cNvCxnSpPr>
                <a:cxnSpLocks/>
              </p:cNvCxnSpPr>
              <p:nvPr/>
            </p:nvCxnSpPr>
            <p:spPr>
              <a:xfrm flipH="1">
                <a:off x="5465553"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6" name="직선 연결선 185"/>
              <p:cNvCxnSpPr>
                <a:cxnSpLocks/>
              </p:cNvCxnSpPr>
              <p:nvPr/>
            </p:nvCxnSpPr>
            <p:spPr>
              <a:xfrm flipH="1">
                <a:off x="5552979"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9" name="직선 연결선 188"/>
              <p:cNvCxnSpPr>
                <a:cxnSpLocks/>
              </p:cNvCxnSpPr>
              <p:nvPr/>
            </p:nvCxnSpPr>
            <p:spPr>
              <a:xfrm flipH="1">
                <a:off x="5378126"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92" name="직선 연결선 191"/>
              <p:cNvCxnSpPr>
                <a:cxnSpLocks/>
              </p:cNvCxnSpPr>
              <p:nvPr/>
            </p:nvCxnSpPr>
            <p:spPr>
              <a:xfrm flipH="1">
                <a:off x="5290701"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9" name="직선 연결선 208"/>
              <p:cNvCxnSpPr>
                <a:cxnSpLocks/>
              </p:cNvCxnSpPr>
              <p:nvPr/>
            </p:nvCxnSpPr>
            <p:spPr>
              <a:xfrm flipH="1">
                <a:off x="5182884" y="3931985"/>
                <a:ext cx="41810" cy="63303"/>
              </a:xfrm>
              <a:prstGeom prst="line">
                <a:avLst/>
              </a:prstGeom>
              <a:ln w="952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7" name="직선 연결선 206"/>
              <p:cNvCxnSpPr>
                <a:cxnSpLocks/>
              </p:cNvCxnSpPr>
              <p:nvPr/>
            </p:nvCxnSpPr>
            <p:spPr>
              <a:xfrm flipH="1">
                <a:off x="5008032"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5" name="직선 연결선 204"/>
              <p:cNvCxnSpPr>
                <a:cxnSpLocks/>
              </p:cNvCxnSpPr>
              <p:nvPr/>
            </p:nvCxnSpPr>
            <p:spPr>
              <a:xfrm flipH="1">
                <a:off x="5095458"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3" name="직선 연결선 202"/>
              <p:cNvCxnSpPr>
                <a:cxnSpLocks/>
              </p:cNvCxnSpPr>
              <p:nvPr/>
            </p:nvCxnSpPr>
            <p:spPr>
              <a:xfrm flipH="1">
                <a:off x="4920605"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1" name="직선 연결선 200"/>
              <p:cNvCxnSpPr>
                <a:cxnSpLocks/>
              </p:cNvCxnSpPr>
              <p:nvPr/>
            </p:nvCxnSpPr>
            <p:spPr>
              <a:xfrm flipH="1">
                <a:off x="4833178"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25" name="직선 연결선 224"/>
              <p:cNvCxnSpPr>
                <a:cxnSpLocks/>
              </p:cNvCxnSpPr>
              <p:nvPr/>
            </p:nvCxnSpPr>
            <p:spPr>
              <a:xfrm flipH="1">
                <a:off x="4725363" y="3931985"/>
                <a:ext cx="41810" cy="63303"/>
              </a:xfrm>
              <a:prstGeom prst="line">
                <a:avLst/>
              </a:prstGeom>
              <a:ln w="952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23" name="직선 연결선 222"/>
              <p:cNvCxnSpPr>
                <a:cxnSpLocks/>
              </p:cNvCxnSpPr>
              <p:nvPr/>
            </p:nvCxnSpPr>
            <p:spPr>
              <a:xfrm flipH="1">
                <a:off x="4550510"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21" name="직선 연결선 220"/>
              <p:cNvCxnSpPr>
                <a:cxnSpLocks/>
              </p:cNvCxnSpPr>
              <p:nvPr/>
            </p:nvCxnSpPr>
            <p:spPr>
              <a:xfrm flipH="1">
                <a:off x="4637937"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19" name="직선 연결선 218"/>
              <p:cNvCxnSpPr>
                <a:cxnSpLocks/>
              </p:cNvCxnSpPr>
              <p:nvPr/>
            </p:nvCxnSpPr>
            <p:spPr>
              <a:xfrm flipH="1">
                <a:off x="4463083"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17" name="직선 연결선 216"/>
              <p:cNvCxnSpPr>
                <a:cxnSpLocks/>
              </p:cNvCxnSpPr>
              <p:nvPr/>
            </p:nvCxnSpPr>
            <p:spPr>
              <a:xfrm flipH="1">
                <a:off x="4375658"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1" name="직선 연결선 240"/>
              <p:cNvCxnSpPr>
                <a:cxnSpLocks/>
              </p:cNvCxnSpPr>
              <p:nvPr/>
            </p:nvCxnSpPr>
            <p:spPr>
              <a:xfrm flipH="1">
                <a:off x="4267843" y="3931985"/>
                <a:ext cx="41810" cy="63303"/>
              </a:xfrm>
              <a:prstGeom prst="line">
                <a:avLst/>
              </a:prstGeom>
              <a:ln w="952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39" name="직선 연결선 238"/>
              <p:cNvCxnSpPr>
                <a:cxnSpLocks/>
              </p:cNvCxnSpPr>
              <p:nvPr/>
            </p:nvCxnSpPr>
            <p:spPr>
              <a:xfrm flipH="1">
                <a:off x="4092989"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37" name="직선 연결선 236"/>
              <p:cNvCxnSpPr>
                <a:cxnSpLocks/>
              </p:cNvCxnSpPr>
              <p:nvPr/>
            </p:nvCxnSpPr>
            <p:spPr>
              <a:xfrm flipH="1">
                <a:off x="4180415"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35" name="직선 연결선 234"/>
              <p:cNvCxnSpPr>
                <a:cxnSpLocks/>
              </p:cNvCxnSpPr>
              <p:nvPr/>
            </p:nvCxnSpPr>
            <p:spPr>
              <a:xfrm flipH="1">
                <a:off x="4005564"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33" name="직선 연결선 232"/>
              <p:cNvCxnSpPr>
                <a:cxnSpLocks/>
              </p:cNvCxnSpPr>
              <p:nvPr/>
            </p:nvCxnSpPr>
            <p:spPr>
              <a:xfrm flipH="1">
                <a:off x="3918137"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57" name="직선 연결선 256"/>
              <p:cNvCxnSpPr>
                <a:cxnSpLocks/>
              </p:cNvCxnSpPr>
              <p:nvPr/>
            </p:nvCxnSpPr>
            <p:spPr>
              <a:xfrm flipH="1">
                <a:off x="3810324" y="3931985"/>
                <a:ext cx="41810" cy="63303"/>
              </a:xfrm>
              <a:prstGeom prst="line">
                <a:avLst/>
              </a:prstGeom>
              <a:ln w="952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55" name="직선 연결선 254"/>
              <p:cNvCxnSpPr>
                <a:cxnSpLocks/>
              </p:cNvCxnSpPr>
              <p:nvPr/>
            </p:nvCxnSpPr>
            <p:spPr>
              <a:xfrm flipH="1">
                <a:off x="3635470"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53" name="직선 연결선 252"/>
              <p:cNvCxnSpPr>
                <a:cxnSpLocks/>
              </p:cNvCxnSpPr>
              <p:nvPr/>
            </p:nvCxnSpPr>
            <p:spPr>
              <a:xfrm flipH="1">
                <a:off x="3722897"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51" name="직선 연결선 250"/>
              <p:cNvCxnSpPr>
                <a:cxnSpLocks/>
              </p:cNvCxnSpPr>
              <p:nvPr/>
            </p:nvCxnSpPr>
            <p:spPr>
              <a:xfrm flipH="1">
                <a:off x="3548044"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9" name="직선 연결선 248"/>
              <p:cNvCxnSpPr>
                <a:cxnSpLocks/>
              </p:cNvCxnSpPr>
              <p:nvPr/>
            </p:nvCxnSpPr>
            <p:spPr>
              <a:xfrm flipH="1">
                <a:off x="3460619" y="3931986"/>
                <a:ext cx="21422" cy="32432"/>
              </a:xfrm>
              <a:prstGeom prst="line">
                <a:avLst/>
              </a:prstGeom>
              <a:ln w="317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60" name="직선 연결선 259"/>
              <p:cNvCxnSpPr>
                <a:cxnSpLocks/>
              </p:cNvCxnSpPr>
              <p:nvPr/>
            </p:nvCxnSpPr>
            <p:spPr>
              <a:xfrm flipH="1">
                <a:off x="3352804" y="3931985"/>
                <a:ext cx="41810" cy="63303"/>
              </a:xfrm>
              <a:prstGeom prst="line">
                <a:avLst/>
              </a:prstGeom>
              <a:ln w="9525">
                <a:solidFill>
                  <a:schemeClr val="tx2">
                    <a:alpha val="5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90" name="TextBox 89"/>
            <p:cNvSpPr txBox="1">
              <a:spLocks/>
            </p:cNvSpPr>
            <p:nvPr/>
          </p:nvSpPr>
          <p:spPr>
            <a:xfrm>
              <a:off x="3343690" y="3871350"/>
              <a:ext cx="274981" cy="123111"/>
            </a:xfrm>
            <a:prstGeom prst="rect">
              <a:avLst/>
            </a:prstGeom>
            <a:noFill/>
          </p:spPr>
          <p:txBody>
            <a:bodyPr wrap="square" lIns="0" tIns="0" rIns="0" bIns="0" rtlCol="0">
              <a:spAutoFit/>
            </a:bodyPr>
            <a:lstStyle/>
            <a:p>
              <a:pPr algn="ctr"/>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0</a:t>
              </a:r>
              <a:endParaRPr lang="ko-KR" altLang="en-US" sz="800" b="1" dirty="0">
                <a:gradFill>
                  <a:gsLst>
                    <a:gs pos="0">
                      <a:schemeClr val="tx2">
                        <a:alpha val="70000"/>
                      </a:schemeClr>
                    </a:gs>
                    <a:gs pos="100000">
                      <a:schemeClr val="tx2">
                        <a:alpha val="70000"/>
                      </a:schemeClr>
                    </a:gs>
                  </a:gsLst>
                  <a:lin ang="5400000" scaled="0"/>
                </a:gradFill>
              </a:endParaRPr>
            </a:p>
          </p:txBody>
        </p:sp>
        <p:sp>
          <p:nvSpPr>
            <p:cNvPr id="96" name="TextBox 95"/>
            <p:cNvSpPr txBox="1">
              <a:spLocks/>
            </p:cNvSpPr>
            <p:nvPr/>
          </p:nvSpPr>
          <p:spPr>
            <a:xfrm>
              <a:off x="3826722" y="4080900"/>
              <a:ext cx="1540750" cy="153888"/>
            </a:xfrm>
            <a:prstGeom prst="rect">
              <a:avLst/>
            </a:prstGeom>
            <a:noFill/>
          </p:spPr>
          <p:txBody>
            <a:bodyPr wrap="square" lIns="0" tIns="0" rIns="0" bIns="0" rtlCol="0">
              <a:spAutoFit/>
            </a:bodyPr>
            <a:lstStyle/>
            <a:p>
              <a:pPr algn="ctr"/>
              <a:r>
                <a:rPr lang="nb-NO" altLang="ko-KR" sz="1000" b="1" dirty="0">
                  <a:gradFill>
                    <a:gsLst>
                      <a:gs pos="0">
                        <a:schemeClr val="tx2"/>
                      </a:gs>
                      <a:gs pos="100000">
                        <a:schemeClr val="tx2"/>
                      </a:gs>
                    </a:gsLst>
                    <a:lin ang="5400000" scaled="0"/>
                  </a:gradFill>
                  <a:latin typeface="Roboto Condensed Regular"/>
                  <a:ea typeface="Roboto Light" pitchFamily="2" charset="0"/>
                </a:rPr>
                <a:t>Keyword (%)</a:t>
              </a:r>
              <a:endParaRPr lang="ko-KR" altLang="en-US" sz="1000" b="1" dirty="0">
                <a:gradFill>
                  <a:gsLst>
                    <a:gs pos="0">
                      <a:schemeClr val="tx2"/>
                    </a:gs>
                    <a:gs pos="100000">
                      <a:schemeClr val="tx2"/>
                    </a:gs>
                  </a:gsLst>
                  <a:lin ang="5400000" scaled="0"/>
                </a:gradFill>
              </a:endParaRPr>
            </a:p>
          </p:txBody>
        </p:sp>
        <p:sp>
          <p:nvSpPr>
            <p:cNvPr id="263" name="TextBox 262"/>
            <p:cNvSpPr txBox="1">
              <a:spLocks/>
            </p:cNvSpPr>
            <p:nvPr/>
          </p:nvSpPr>
          <p:spPr>
            <a:xfrm>
              <a:off x="3819940" y="3871350"/>
              <a:ext cx="274981" cy="123111"/>
            </a:xfrm>
            <a:prstGeom prst="rect">
              <a:avLst/>
            </a:prstGeom>
            <a:noFill/>
          </p:spPr>
          <p:txBody>
            <a:bodyPr wrap="square" lIns="0" tIns="0" rIns="0" bIns="0" rtlCol="0">
              <a:spAutoFit/>
            </a:bodyPr>
            <a:lstStyle/>
            <a:p>
              <a:pPr algn="ctr"/>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20</a:t>
              </a:r>
              <a:endParaRPr lang="ko-KR" altLang="en-US" sz="800" b="1" dirty="0">
                <a:gradFill>
                  <a:gsLst>
                    <a:gs pos="0">
                      <a:schemeClr val="tx2">
                        <a:alpha val="70000"/>
                      </a:schemeClr>
                    </a:gs>
                    <a:gs pos="100000">
                      <a:schemeClr val="tx2">
                        <a:alpha val="70000"/>
                      </a:schemeClr>
                    </a:gs>
                  </a:gsLst>
                  <a:lin ang="5400000" scaled="0"/>
                </a:gradFill>
              </a:endParaRPr>
            </a:p>
          </p:txBody>
        </p:sp>
        <p:sp>
          <p:nvSpPr>
            <p:cNvPr id="264" name="TextBox 263"/>
            <p:cNvSpPr txBox="1">
              <a:spLocks/>
            </p:cNvSpPr>
            <p:nvPr/>
          </p:nvSpPr>
          <p:spPr>
            <a:xfrm>
              <a:off x="4239040" y="3871350"/>
              <a:ext cx="274981" cy="123111"/>
            </a:xfrm>
            <a:prstGeom prst="rect">
              <a:avLst/>
            </a:prstGeom>
            <a:noFill/>
          </p:spPr>
          <p:txBody>
            <a:bodyPr wrap="square" lIns="0" tIns="0" rIns="0" bIns="0" rtlCol="0">
              <a:spAutoFit/>
            </a:bodyPr>
            <a:lstStyle/>
            <a:p>
              <a:pPr algn="ctr"/>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40</a:t>
              </a:r>
              <a:endParaRPr lang="ko-KR" altLang="en-US" sz="800" b="1" dirty="0">
                <a:gradFill>
                  <a:gsLst>
                    <a:gs pos="0">
                      <a:schemeClr val="tx2">
                        <a:alpha val="70000"/>
                      </a:schemeClr>
                    </a:gs>
                    <a:gs pos="100000">
                      <a:schemeClr val="tx2">
                        <a:alpha val="70000"/>
                      </a:schemeClr>
                    </a:gs>
                  </a:gsLst>
                  <a:lin ang="5400000" scaled="0"/>
                </a:gradFill>
              </a:endParaRPr>
            </a:p>
          </p:txBody>
        </p:sp>
        <p:sp>
          <p:nvSpPr>
            <p:cNvPr id="265" name="TextBox 264"/>
            <p:cNvSpPr txBox="1">
              <a:spLocks/>
            </p:cNvSpPr>
            <p:nvPr/>
          </p:nvSpPr>
          <p:spPr>
            <a:xfrm>
              <a:off x="4715290" y="3871350"/>
              <a:ext cx="274981" cy="123111"/>
            </a:xfrm>
            <a:prstGeom prst="rect">
              <a:avLst/>
            </a:prstGeom>
            <a:noFill/>
          </p:spPr>
          <p:txBody>
            <a:bodyPr wrap="square" lIns="0" tIns="0" rIns="0" bIns="0" rtlCol="0">
              <a:spAutoFit/>
            </a:bodyPr>
            <a:lstStyle/>
            <a:p>
              <a:pPr algn="ctr"/>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60</a:t>
              </a:r>
              <a:endParaRPr lang="ko-KR" altLang="en-US" sz="800" b="1" dirty="0">
                <a:gradFill>
                  <a:gsLst>
                    <a:gs pos="0">
                      <a:schemeClr val="tx2">
                        <a:alpha val="70000"/>
                      </a:schemeClr>
                    </a:gs>
                    <a:gs pos="100000">
                      <a:schemeClr val="tx2">
                        <a:alpha val="70000"/>
                      </a:schemeClr>
                    </a:gs>
                  </a:gsLst>
                  <a:lin ang="5400000" scaled="0"/>
                </a:gradFill>
              </a:endParaRPr>
            </a:p>
          </p:txBody>
        </p:sp>
        <p:sp>
          <p:nvSpPr>
            <p:cNvPr id="266" name="TextBox 265"/>
            <p:cNvSpPr txBox="1">
              <a:spLocks/>
            </p:cNvSpPr>
            <p:nvPr/>
          </p:nvSpPr>
          <p:spPr>
            <a:xfrm>
              <a:off x="5172490" y="3871350"/>
              <a:ext cx="274981" cy="123111"/>
            </a:xfrm>
            <a:prstGeom prst="rect">
              <a:avLst/>
            </a:prstGeom>
            <a:noFill/>
          </p:spPr>
          <p:txBody>
            <a:bodyPr wrap="square" lIns="0" tIns="0" rIns="0" bIns="0" rtlCol="0">
              <a:spAutoFit/>
            </a:bodyPr>
            <a:lstStyle/>
            <a:p>
              <a:pPr algn="ctr"/>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80</a:t>
              </a:r>
              <a:endParaRPr lang="ko-KR" altLang="en-US" sz="800" b="1" dirty="0">
                <a:gradFill>
                  <a:gsLst>
                    <a:gs pos="0">
                      <a:schemeClr val="tx2">
                        <a:alpha val="70000"/>
                      </a:schemeClr>
                    </a:gs>
                    <a:gs pos="100000">
                      <a:schemeClr val="tx2">
                        <a:alpha val="70000"/>
                      </a:schemeClr>
                    </a:gs>
                  </a:gsLst>
                  <a:lin ang="5400000" scaled="0"/>
                </a:gradFill>
              </a:endParaRPr>
            </a:p>
          </p:txBody>
        </p:sp>
        <p:sp>
          <p:nvSpPr>
            <p:cNvPr id="267" name="TextBox 266"/>
            <p:cNvSpPr txBox="1">
              <a:spLocks/>
            </p:cNvSpPr>
            <p:nvPr/>
          </p:nvSpPr>
          <p:spPr>
            <a:xfrm>
              <a:off x="5648740" y="3871350"/>
              <a:ext cx="274981" cy="123111"/>
            </a:xfrm>
            <a:prstGeom prst="rect">
              <a:avLst/>
            </a:prstGeom>
            <a:noFill/>
          </p:spPr>
          <p:txBody>
            <a:bodyPr wrap="square" lIns="0" tIns="0" rIns="0" bIns="0" rtlCol="0">
              <a:spAutoFit/>
            </a:bodyPr>
            <a:lstStyle/>
            <a:p>
              <a:pPr algn="ctr"/>
              <a:r>
                <a:rPr lang="nb-NO" altLang="ko-KR" sz="800" b="1" dirty="0">
                  <a:gradFill>
                    <a:gsLst>
                      <a:gs pos="0">
                        <a:schemeClr val="tx2">
                          <a:alpha val="70000"/>
                        </a:schemeClr>
                      </a:gs>
                      <a:gs pos="100000">
                        <a:schemeClr val="tx2">
                          <a:alpha val="70000"/>
                        </a:schemeClr>
                      </a:gs>
                    </a:gsLst>
                    <a:lin ang="5400000" scaled="0"/>
                  </a:gradFill>
                  <a:latin typeface="Roboto Condensed Regular"/>
                  <a:ea typeface="Roboto Light" pitchFamily="2" charset="0"/>
                </a:rPr>
                <a:t>100</a:t>
              </a:r>
              <a:endParaRPr lang="ko-KR" altLang="en-US" sz="800" b="1" dirty="0">
                <a:gradFill>
                  <a:gsLst>
                    <a:gs pos="0">
                      <a:schemeClr val="tx2">
                        <a:alpha val="70000"/>
                      </a:schemeClr>
                    </a:gs>
                    <a:gs pos="100000">
                      <a:schemeClr val="tx2">
                        <a:alpha val="70000"/>
                      </a:schemeClr>
                    </a:gs>
                  </a:gsLst>
                  <a:lin ang="5400000" scaled="0"/>
                </a:gradFill>
              </a:endParaRPr>
            </a:p>
          </p:txBody>
        </p:sp>
      </p:grpSp>
      <p:grpSp>
        <p:nvGrpSpPr>
          <p:cNvPr id="280" name="그룹 279"/>
          <p:cNvGrpSpPr/>
          <p:nvPr/>
        </p:nvGrpSpPr>
        <p:grpSpPr>
          <a:xfrm flipH="1">
            <a:off x="676273" y="3179377"/>
            <a:ext cx="782632" cy="194044"/>
            <a:chOff x="6915526" y="3470855"/>
            <a:chExt cx="782632" cy="194044"/>
          </a:xfrm>
        </p:grpSpPr>
        <p:cxnSp>
          <p:nvCxnSpPr>
            <p:cNvPr id="271" name="직선 연결선 270"/>
            <p:cNvCxnSpPr/>
            <p:nvPr/>
          </p:nvCxnSpPr>
          <p:spPr>
            <a:xfrm>
              <a:off x="6915526" y="3567877"/>
              <a:ext cx="310838" cy="0"/>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grpSp>
          <p:nvGrpSpPr>
            <p:cNvPr id="279" name="그룹 278"/>
            <p:cNvGrpSpPr/>
            <p:nvPr/>
          </p:nvGrpSpPr>
          <p:grpSpPr>
            <a:xfrm>
              <a:off x="7226364" y="3470855"/>
              <a:ext cx="471794" cy="194044"/>
              <a:chOff x="6880620" y="3059519"/>
              <a:chExt cx="471794" cy="194044"/>
            </a:xfrm>
          </p:grpSpPr>
          <p:sp>
            <p:nvSpPr>
              <p:cNvPr id="270" name="이등변 삼각형 269"/>
              <p:cNvSpPr/>
              <p:nvPr/>
            </p:nvSpPr>
            <p:spPr>
              <a:xfrm rot="16200000">
                <a:off x="6851195" y="3131966"/>
                <a:ext cx="10800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75" name="모서리가 둥근 직사각형 274"/>
              <p:cNvSpPr/>
              <p:nvPr/>
            </p:nvSpPr>
            <p:spPr>
              <a:xfrm>
                <a:off x="6904570" y="3059519"/>
                <a:ext cx="447844" cy="194044"/>
              </a:xfrm>
              <a:custGeom>
                <a:avLst/>
                <a:gdLst/>
                <a:ahLst/>
                <a:cxnLst/>
                <a:rect l="l" t="t" r="r" b="b"/>
                <a:pathLst>
                  <a:path w="447844" h="194044">
                    <a:moveTo>
                      <a:pt x="57541" y="0"/>
                    </a:moveTo>
                    <a:lnTo>
                      <a:pt x="415503" y="0"/>
                    </a:lnTo>
                    <a:cubicBezTo>
                      <a:pt x="433364" y="0"/>
                      <a:pt x="447844" y="14480"/>
                      <a:pt x="447844" y="32341"/>
                    </a:cubicBezTo>
                    <a:lnTo>
                      <a:pt x="447844" y="161703"/>
                    </a:lnTo>
                    <a:cubicBezTo>
                      <a:pt x="447844" y="179564"/>
                      <a:pt x="433364" y="194044"/>
                      <a:pt x="415503" y="194044"/>
                    </a:cubicBezTo>
                    <a:lnTo>
                      <a:pt x="57541" y="194044"/>
                    </a:lnTo>
                    <a:cubicBezTo>
                      <a:pt x="39680" y="194044"/>
                      <a:pt x="25200" y="179564"/>
                      <a:pt x="25200" y="161703"/>
                    </a:cubicBezTo>
                    <a:lnTo>
                      <a:pt x="25200" y="151022"/>
                    </a:lnTo>
                    <a:lnTo>
                      <a:pt x="0" y="97022"/>
                    </a:lnTo>
                    <a:lnTo>
                      <a:pt x="25200" y="43022"/>
                    </a:lnTo>
                    <a:lnTo>
                      <a:pt x="25200" y="32341"/>
                    </a:lnTo>
                    <a:cubicBezTo>
                      <a:pt x="25200" y="14480"/>
                      <a:pt x="39680" y="0"/>
                      <a:pt x="57541" y="0"/>
                    </a:cubicBezTo>
                    <a:close/>
                  </a:path>
                </a:pathLst>
              </a:custGeom>
              <a:solidFill>
                <a:schemeClr val="accent6"/>
              </a:solidFill>
              <a:ln w="6350">
                <a:solidFill>
                  <a:schemeClr val="accent1"/>
                </a:solidFill>
              </a:ln>
            </p:spPr>
            <p:txBody>
              <a:bodyPr vert="horz" wrap="square" lIns="0" tIns="0" rIns="0" bIns="0" numCol="1" anchor="ctr" anchorCtr="0" compatLnSpc="1">
                <a:prstTxWarp prst="textNoShape">
                  <a:avLst/>
                </a:prstTxWarp>
              </a:bodyPr>
              <a:lstStyle/>
              <a:p>
                <a:pPr lvl="0" algn="ctr"/>
                <a:r>
                  <a:rPr lang="nb-NO" altLang="ko-KR" sz="1200" b="1" dirty="0">
                    <a:gradFill>
                      <a:gsLst>
                        <a:gs pos="0">
                          <a:schemeClr val="accent1"/>
                        </a:gs>
                        <a:gs pos="100000">
                          <a:schemeClr val="accent1"/>
                        </a:gs>
                      </a:gsLst>
                      <a:lin ang="0" scaled="0"/>
                    </a:gradFill>
                    <a:latin typeface="Roboto Condensed Regular"/>
                    <a:ea typeface="Roboto Light" pitchFamily="2" charset="0"/>
                  </a:rPr>
                  <a:t>100</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grpSp>
      </p:grpSp>
      <p:grpSp>
        <p:nvGrpSpPr>
          <p:cNvPr id="287" name="그룹 286"/>
          <p:cNvGrpSpPr/>
          <p:nvPr/>
        </p:nvGrpSpPr>
        <p:grpSpPr>
          <a:xfrm>
            <a:off x="4148967" y="3142289"/>
            <a:ext cx="1062697" cy="547687"/>
            <a:chOff x="6445250" y="3224213"/>
            <a:chExt cx="1062697" cy="547687"/>
          </a:xfrm>
        </p:grpSpPr>
        <p:sp>
          <p:nvSpPr>
            <p:cNvPr id="282" name="TextBox 281"/>
            <p:cNvSpPr txBox="1">
              <a:spLocks/>
            </p:cNvSpPr>
            <p:nvPr/>
          </p:nvSpPr>
          <p:spPr>
            <a:xfrm>
              <a:off x="6445250" y="3402182"/>
              <a:ext cx="1062697" cy="36971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283" name="TextBox 282"/>
            <p:cNvSpPr txBox="1"/>
            <p:nvPr/>
          </p:nvSpPr>
          <p:spPr>
            <a:xfrm>
              <a:off x="6445250" y="3224213"/>
              <a:ext cx="1062697" cy="138499"/>
            </a:xfrm>
            <a:prstGeom prst="rect">
              <a:avLst/>
            </a:prstGeom>
            <a:noFill/>
          </p:spPr>
          <p:txBody>
            <a:bodyPr wrap="square" lIns="0" tIns="0" rIns="0" bIns="0" rtlCol="0">
              <a:spAutoFit/>
            </a:bodyPr>
            <a:lstStyle/>
            <a:p>
              <a:r>
                <a:rPr lang="nb-NO" altLang="ko-KR" sz="900" b="1" dirty="0">
                  <a:gradFill>
                    <a:gsLst>
                      <a:gs pos="0">
                        <a:schemeClr val="accent1"/>
                      </a:gs>
                      <a:gs pos="100000">
                        <a:schemeClr val="accent1"/>
                      </a:gs>
                    </a:gsLst>
                    <a:lin ang="5400000" scaled="0"/>
                  </a:gradFill>
                  <a:latin typeface="Roboto Condensed Regular"/>
                  <a:ea typeface="Roboto Light" pitchFamily="2" charset="0"/>
                </a:rPr>
                <a:t>Option A</a:t>
              </a:r>
              <a:endParaRPr lang="ko-KR" altLang="en-US" sz="900" b="1" dirty="0">
                <a:gradFill>
                  <a:gsLst>
                    <a:gs pos="0">
                      <a:schemeClr val="accent1"/>
                    </a:gs>
                    <a:gs pos="100000">
                      <a:schemeClr val="accent1"/>
                    </a:gs>
                  </a:gsLst>
                  <a:lin ang="5400000" scaled="0"/>
                </a:gradFill>
                <a:latin typeface="Roboto Condensed Regular"/>
                <a:ea typeface="Roboto Light" pitchFamily="2" charset="0"/>
              </a:endParaRPr>
            </a:p>
          </p:txBody>
        </p:sp>
      </p:grpSp>
      <p:grpSp>
        <p:nvGrpSpPr>
          <p:cNvPr id="298" name="그룹 297"/>
          <p:cNvGrpSpPr/>
          <p:nvPr/>
        </p:nvGrpSpPr>
        <p:grpSpPr>
          <a:xfrm flipH="1">
            <a:off x="1177921" y="2409439"/>
            <a:ext cx="782632" cy="194044"/>
            <a:chOff x="6915526" y="3470855"/>
            <a:chExt cx="782632" cy="194044"/>
          </a:xfrm>
        </p:grpSpPr>
        <p:cxnSp>
          <p:nvCxnSpPr>
            <p:cNvPr id="302" name="직선 연결선 301"/>
            <p:cNvCxnSpPr/>
            <p:nvPr/>
          </p:nvCxnSpPr>
          <p:spPr>
            <a:xfrm>
              <a:off x="6915526" y="3567877"/>
              <a:ext cx="310838" cy="0"/>
            </a:xfrm>
            <a:prstGeom prst="line">
              <a:avLst/>
            </a:prstGeom>
            <a:ln w="12700" cap="rnd">
              <a:solidFill>
                <a:schemeClr val="tx2">
                  <a:alpha val="50000"/>
                </a:schemeClr>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grpSp>
          <p:nvGrpSpPr>
            <p:cNvPr id="303" name="그룹 302"/>
            <p:cNvGrpSpPr/>
            <p:nvPr/>
          </p:nvGrpSpPr>
          <p:grpSpPr>
            <a:xfrm>
              <a:off x="7226364" y="3470855"/>
              <a:ext cx="471794" cy="194044"/>
              <a:chOff x="6880620" y="3059519"/>
              <a:chExt cx="471794" cy="194044"/>
            </a:xfrm>
          </p:grpSpPr>
          <p:sp>
            <p:nvSpPr>
              <p:cNvPr id="304" name="이등변 삼각형 303"/>
              <p:cNvSpPr/>
              <p:nvPr/>
            </p:nvSpPr>
            <p:spPr>
              <a:xfrm rot="16200000">
                <a:off x="6851195" y="3131966"/>
                <a:ext cx="108000" cy="49150"/>
              </a:xfrm>
              <a:prstGeom prst="triangle">
                <a:avLst/>
              </a:prstGeom>
              <a:solidFill>
                <a:schemeClr val="tx2">
                  <a:alpha val="50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05" name="모서리가 둥근 직사각형 274"/>
              <p:cNvSpPr/>
              <p:nvPr/>
            </p:nvSpPr>
            <p:spPr>
              <a:xfrm>
                <a:off x="6904570" y="3059519"/>
                <a:ext cx="447844" cy="194044"/>
              </a:xfrm>
              <a:custGeom>
                <a:avLst/>
                <a:gdLst/>
                <a:ahLst/>
                <a:cxnLst/>
                <a:rect l="l" t="t" r="r" b="b"/>
                <a:pathLst>
                  <a:path w="447844" h="194044">
                    <a:moveTo>
                      <a:pt x="57541" y="0"/>
                    </a:moveTo>
                    <a:lnTo>
                      <a:pt x="415503" y="0"/>
                    </a:lnTo>
                    <a:cubicBezTo>
                      <a:pt x="433364" y="0"/>
                      <a:pt x="447844" y="14480"/>
                      <a:pt x="447844" y="32341"/>
                    </a:cubicBezTo>
                    <a:lnTo>
                      <a:pt x="447844" y="161703"/>
                    </a:lnTo>
                    <a:cubicBezTo>
                      <a:pt x="447844" y="179564"/>
                      <a:pt x="433364" y="194044"/>
                      <a:pt x="415503" y="194044"/>
                    </a:cubicBezTo>
                    <a:lnTo>
                      <a:pt x="57541" y="194044"/>
                    </a:lnTo>
                    <a:cubicBezTo>
                      <a:pt x="39680" y="194044"/>
                      <a:pt x="25200" y="179564"/>
                      <a:pt x="25200" y="161703"/>
                    </a:cubicBezTo>
                    <a:lnTo>
                      <a:pt x="25200" y="151022"/>
                    </a:lnTo>
                    <a:lnTo>
                      <a:pt x="0" y="97022"/>
                    </a:lnTo>
                    <a:lnTo>
                      <a:pt x="25200" y="43022"/>
                    </a:lnTo>
                    <a:lnTo>
                      <a:pt x="25200" y="32341"/>
                    </a:lnTo>
                    <a:cubicBezTo>
                      <a:pt x="25200" y="14480"/>
                      <a:pt x="39680" y="0"/>
                      <a:pt x="57541" y="0"/>
                    </a:cubicBezTo>
                    <a:close/>
                  </a:path>
                </a:pathLst>
              </a:custGeom>
              <a:solidFill>
                <a:schemeClr val="accent6"/>
              </a:solidFill>
              <a:ln w="6350">
                <a:solidFill>
                  <a:schemeClr val="tx2">
                    <a:alpha val="50000"/>
                  </a:schemeClr>
                </a:solidFill>
              </a:ln>
            </p:spPr>
            <p:txBody>
              <a:bodyPr vert="horz" wrap="square" lIns="0" tIns="0" rIns="0" bIns="0" numCol="1" anchor="ctr" anchorCtr="0" compatLnSpc="1">
                <a:prstTxWarp prst="textNoShape">
                  <a:avLst/>
                </a:prstTxWarp>
              </a:bodyPr>
              <a:lstStyle/>
              <a:p>
                <a:pPr algn="ctr"/>
                <a:r>
                  <a:rPr lang="nb-NO" altLang="ko-KR" sz="1200" b="1" dirty="0">
                    <a:gradFill>
                      <a:gsLst>
                        <a:gs pos="0">
                          <a:schemeClr val="tx2">
                            <a:alpha val="70000"/>
                          </a:schemeClr>
                        </a:gs>
                        <a:gs pos="100000">
                          <a:schemeClr val="tx2">
                            <a:alpha val="70000"/>
                          </a:schemeClr>
                        </a:gs>
                      </a:gsLst>
                      <a:lin ang="0" scaled="0"/>
                    </a:gradFill>
                    <a:latin typeface="Roboto Condensed Regular"/>
                    <a:ea typeface="Roboto Light" pitchFamily="2" charset="0"/>
                  </a:rPr>
                  <a:t>100</a:t>
                </a:r>
                <a:r>
                  <a:rPr lang="nb-NO" altLang="ko-KR" sz="1200" dirty="0">
                    <a:gradFill>
                      <a:gsLst>
                        <a:gs pos="0">
                          <a:schemeClr val="tx2">
                            <a:alpha val="70000"/>
                          </a:schemeClr>
                        </a:gs>
                        <a:gs pos="100000">
                          <a:schemeClr val="tx2">
                            <a:alpha val="70000"/>
                          </a:schemeClr>
                        </a:gs>
                      </a:gsLst>
                      <a:lin ang="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0" scaled="0"/>
                  </a:gradFill>
                  <a:latin typeface="Roboto Condensed Regular"/>
                  <a:ea typeface="Roboto Light" pitchFamily="2" charset="0"/>
                </a:endParaRPr>
              </a:p>
            </p:txBody>
          </p:sp>
        </p:grpSp>
      </p:grpSp>
      <p:grpSp>
        <p:nvGrpSpPr>
          <p:cNvPr id="299" name="그룹 298"/>
          <p:cNvGrpSpPr/>
          <p:nvPr/>
        </p:nvGrpSpPr>
        <p:grpSpPr>
          <a:xfrm>
            <a:off x="4650617" y="2372352"/>
            <a:ext cx="1062697" cy="547687"/>
            <a:chOff x="6445250" y="3224213"/>
            <a:chExt cx="1062697" cy="547687"/>
          </a:xfrm>
        </p:grpSpPr>
        <p:sp>
          <p:nvSpPr>
            <p:cNvPr id="300" name="TextBox 299"/>
            <p:cNvSpPr txBox="1">
              <a:spLocks/>
            </p:cNvSpPr>
            <p:nvPr/>
          </p:nvSpPr>
          <p:spPr>
            <a:xfrm>
              <a:off x="6445250" y="3402182"/>
              <a:ext cx="1062697" cy="36971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301" name="TextBox 300"/>
            <p:cNvSpPr txBox="1"/>
            <p:nvPr/>
          </p:nvSpPr>
          <p:spPr>
            <a:xfrm>
              <a:off x="6445250" y="3224213"/>
              <a:ext cx="1062697" cy="138499"/>
            </a:xfrm>
            <a:prstGeom prst="rect">
              <a:avLst/>
            </a:prstGeom>
            <a:noFill/>
          </p:spPr>
          <p:txBody>
            <a:bodyPr wrap="square" lIns="0" tIns="0" rIns="0" bIns="0" rtlCol="0">
              <a:spAutoFit/>
            </a:bodyPr>
            <a:lstStyle/>
            <a:p>
              <a:r>
                <a:rPr lang="nb-NO" altLang="ko-KR" sz="900" b="1" dirty="0">
                  <a:gradFill>
                    <a:gsLst>
                      <a:gs pos="0">
                        <a:schemeClr val="tx2"/>
                      </a:gs>
                      <a:gs pos="100000">
                        <a:schemeClr val="tx2"/>
                      </a:gs>
                    </a:gsLst>
                    <a:lin ang="5400000" scaled="0"/>
                  </a:gradFill>
                  <a:latin typeface="Roboto Condensed Regular"/>
                  <a:ea typeface="Roboto Light" pitchFamily="2" charset="0"/>
                </a:rPr>
                <a:t>Option B</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grpSp>
        <p:nvGrpSpPr>
          <p:cNvPr id="140" name="그룹 139"/>
          <p:cNvGrpSpPr/>
          <p:nvPr/>
        </p:nvGrpSpPr>
        <p:grpSpPr>
          <a:xfrm>
            <a:off x="1685923" y="1660141"/>
            <a:ext cx="782632" cy="194044"/>
            <a:chOff x="3861559" y="1570618"/>
            <a:chExt cx="782632" cy="194044"/>
          </a:xfrm>
        </p:grpSpPr>
        <p:cxnSp>
          <p:nvCxnSpPr>
            <p:cNvPr id="311" name="직선 연결선 310"/>
            <p:cNvCxnSpPr/>
            <p:nvPr/>
          </p:nvCxnSpPr>
          <p:spPr>
            <a:xfrm flipH="1">
              <a:off x="4333353" y="1667640"/>
              <a:ext cx="310838" cy="0"/>
            </a:xfrm>
            <a:prstGeom prst="line">
              <a:avLst/>
            </a:prstGeom>
            <a:ln w="12700" cap="rnd">
              <a:solidFill>
                <a:schemeClr val="tx2">
                  <a:alpha val="50000"/>
                </a:schemeClr>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313" name="이등변 삼각형 312"/>
            <p:cNvSpPr/>
            <p:nvPr/>
          </p:nvSpPr>
          <p:spPr>
            <a:xfrm rot="5400000" flipH="1">
              <a:off x="4254778" y="1643065"/>
              <a:ext cx="108000" cy="49150"/>
            </a:xfrm>
            <a:prstGeom prst="triangle">
              <a:avLst/>
            </a:prstGeom>
            <a:solidFill>
              <a:schemeClr val="tx2">
                <a:alpha val="50000"/>
              </a:schemeClr>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14" name="모서리가 둥근 직사각형 274"/>
            <p:cNvSpPr/>
            <p:nvPr/>
          </p:nvSpPr>
          <p:spPr>
            <a:xfrm flipH="1">
              <a:off x="3861559" y="1570618"/>
              <a:ext cx="447844" cy="194044"/>
            </a:xfrm>
            <a:custGeom>
              <a:avLst/>
              <a:gdLst/>
              <a:ahLst/>
              <a:cxnLst/>
              <a:rect l="l" t="t" r="r" b="b"/>
              <a:pathLst>
                <a:path w="447844" h="194044">
                  <a:moveTo>
                    <a:pt x="57541" y="0"/>
                  </a:moveTo>
                  <a:lnTo>
                    <a:pt x="415503" y="0"/>
                  </a:lnTo>
                  <a:cubicBezTo>
                    <a:pt x="433364" y="0"/>
                    <a:pt x="447844" y="14480"/>
                    <a:pt x="447844" y="32341"/>
                  </a:cubicBezTo>
                  <a:lnTo>
                    <a:pt x="447844" y="161703"/>
                  </a:lnTo>
                  <a:cubicBezTo>
                    <a:pt x="447844" y="179564"/>
                    <a:pt x="433364" y="194044"/>
                    <a:pt x="415503" y="194044"/>
                  </a:cubicBezTo>
                  <a:lnTo>
                    <a:pt x="57541" y="194044"/>
                  </a:lnTo>
                  <a:cubicBezTo>
                    <a:pt x="39680" y="194044"/>
                    <a:pt x="25200" y="179564"/>
                    <a:pt x="25200" y="161703"/>
                  </a:cubicBezTo>
                  <a:lnTo>
                    <a:pt x="25200" y="151022"/>
                  </a:lnTo>
                  <a:lnTo>
                    <a:pt x="0" y="97022"/>
                  </a:lnTo>
                  <a:lnTo>
                    <a:pt x="25200" y="43022"/>
                  </a:lnTo>
                  <a:lnTo>
                    <a:pt x="25200" y="32341"/>
                  </a:lnTo>
                  <a:cubicBezTo>
                    <a:pt x="25200" y="14480"/>
                    <a:pt x="39680" y="0"/>
                    <a:pt x="57541" y="0"/>
                  </a:cubicBezTo>
                  <a:close/>
                </a:path>
              </a:pathLst>
            </a:custGeom>
            <a:solidFill>
              <a:schemeClr val="accent6"/>
            </a:solidFill>
            <a:ln w="6350">
              <a:solidFill>
                <a:schemeClr val="tx2">
                  <a:alpha val="50000"/>
                </a:schemeClr>
              </a:solidFill>
            </a:ln>
          </p:spPr>
          <p:txBody>
            <a:bodyPr vert="horz" wrap="square" lIns="0" tIns="0" rIns="0" bIns="0" numCol="1" anchor="ctr" anchorCtr="0" compatLnSpc="1">
              <a:prstTxWarp prst="textNoShape">
                <a:avLst/>
              </a:prstTxWarp>
            </a:bodyPr>
            <a:lstStyle/>
            <a:p>
              <a:pPr algn="ctr"/>
              <a:r>
                <a:rPr lang="nb-NO" altLang="ko-KR" sz="1200" b="1" dirty="0">
                  <a:gradFill>
                    <a:gsLst>
                      <a:gs pos="0">
                        <a:schemeClr val="tx2">
                          <a:alpha val="70000"/>
                        </a:schemeClr>
                      </a:gs>
                      <a:gs pos="100000">
                        <a:schemeClr val="tx2">
                          <a:alpha val="70000"/>
                        </a:schemeClr>
                      </a:gs>
                    </a:gsLst>
                    <a:lin ang="0" scaled="0"/>
                  </a:gradFill>
                  <a:latin typeface="Roboto Condensed Regular"/>
                  <a:ea typeface="Roboto Light" pitchFamily="2" charset="0"/>
                </a:rPr>
                <a:t>100</a:t>
              </a:r>
              <a:r>
                <a:rPr lang="nb-NO" altLang="ko-KR" sz="1200" dirty="0">
                  <a:gradFill>
                    <a:gsLst>
                      <a:gs pos="0">
                        <a:schemeClr val="tx2">
                          <a:alpha val="70000"/>
                        </a:schemeClr>
                      </a:gs>
                      <a:gs pos="100000">
                        <a:schemeClr val="tx2">
                          <a:alpha val="70000"/>
                        </a:schemeClr>
                      </a:gs>
                    </a:gsLst>
                    <a:lin ang="0" scaled="0"/>
                  </a:gradFill>
                  <a:latin typeface="Roboto Condensed Regular"/>
                  <a:ea typeface="Roboto Light" pitchFamily="2" charset="0"/>
                </a:rPr>
                <a:t>%</a:t>
              </a:r>
              <a:endParaRPr lang="ko-KR" altLang="en-US" sz="1200" dirty="0">
                <a:gradFill>
                  <a:gsLst>
                    <a:gs pos="0">
                      <a:schemeClr val="tx2">
                        <a:alpha val="70000"/>
                      </a:schemeClr>
                    </a:gs>
                    <a:gs pos="100000">
                      <a:schemeClr val="tx2">
                        <a:alpha val="70000"/>
                      </a:schemeClr>
                    </a:gs>
                  </a:gsLst>
                  <a:lin ang="0" scaled="0"/>
                </a:gradFill>
                <a:latin typeface="Roboto Condensed Regular"/>
                <a:ea typeface="Roboto Light" pitchFamily="2" charset="0"/>
              </a:endParaRPr>
            </a:p>
          </p:txBody>
        </p:sp>
      </p:grpSp>
      <p:grpSp>
        <p:nvGrpSpPr>
          <p:cNvPr id="308" name="그룹 307"/>
          <p:cNvGrpSpPr/>
          <p:nvPr/>
        </p:nvGrpSpPr>
        <p:grpSpPr>
          <a:xfrm>
            <a:off x="5158617" y="1623052"/>
            <a:ext cx="1062697" cy="547687"/>
            <a:chOff x="6445250" y="3224213"/>
            <a:chExt cx="1062697" cy="547687"/>
          </a:xfrm>
        </p:grpSpPr>
        <p:sp>
          <p:nvSpPr>
            <p:cNvPr id="309" name="TextBox 308"/>
            <p:cNvSpPr txBox="1">
              <a:spLocks/>
            </p:cNvSpPr>
            <p:nvPr/>
          </p:nvSpPr>
          <p:spPr>
            <a:xfrm>
              <a:off x="6445250" y="3402182"/>
              <a:ext cx="1062697" cy="369718"/>
            </a:xfrm>
            <a:prstGeom prst="rect">
              <a:avLst/>
            </a:prstGeom>
            <a:noFill/>
          </p:spPr>
          <p:txBody>
            <a:bodyPr wrap="square" lIns="0" tIns="0" rIns="0" bIns="0" rtlCol="0">
              <a:noAutofit/>
            </a:bodyPr>
            <a:lstStyle/>
            <a:p>
              <a:pPr lvl="0">
                <a:buClr>
                  <a:schemeClr val="bg2"/>
                </a:buClr>
              </a:pPr>
              <a:r>
                <a:rPr lang="pt-BR" altLang="ko-KR" sz="700" dirty="0">
                  <a:gradFill>
                    <a:gsLst>
                      <a:gs pos="0">
                        <a:schemeClr val="tx1">
                          <a:alpha val="70000"/>
                        </a:schemeClr>
                      </a:gs>
                      <a:gs pos="100000">
                        <a:schemeClr val="tx1">
                          <a:alpha val="70000"/>
                        </a:schemeClr>
                      </a:gs>
                    </a:gsLst>
                    <a:lin ang="5400000" scaled="0"/>
                  </a:gradFill>
                  <a:ea typeface="Roboto Light" pitchFamily="2" charset="0"/>
                  <a:cs typeface="Roboto Condensed Regular"/>
                </a:rPr>
                <a:t>Donec lacus nunc, viverra nec, blandit vel, egestas et, augue. Vestibulum tincidunt.</a:t>
              </a:r>
            </a:p>
          </p:txBody>
        </p:sp>
        <p:sp>
          <p:nvSpPr>
            <p:cNvPr id="310" name="TextBox 309"/>
            <p:cNvSpPr txBox="1"/>
            <p:nvPr/>
          </p:nvSpPr>
          <p:spPr>
            <a:xfrm>
              <a:off x="6445250" y="3224213"/>
              <a:ext cx="1062697" cy="138499"/>
            </a:xfrm>
            <a:prstGeom prst="rect">
              <a:avLst/>
            </a:prstGeom>
            <a:noFill/>
          </p:spPr>
          <p:txBody>
            <a:bodyPr wrap="square" lIns="0" tIns="0" rIns="0" bIns="0" rtlCol="0">
              <a:spAutoFit/>
            </a:bodyPr>
            <a:lstStyle/>
            <a:p>
              <a:r>
                <a:rPr lang="nb-NO" altLang="ko-KR" sz="900" b="1" dirty="0">
                  <a:gradFill>
                    <a:gsLst>
                      <a:gs pos="0">
                        <a:schemeClr val="tx2"/>
                      </a:gs>
                      <a:gs pos="100000">
                        <a:schemeClr val="tx2"/>
                      </a:gs>
                    </a:gsLst>
                    <a:lin ang="5400000" scaled="0"/>
                  </a:gradFill>
                  <a:latin typeface="Roboto Condensed Regular"/>
                  <a:ea typeface="Roboto Light" pitchFamily="2" charset="0"/>
                </a:rPr>
                <a:t>Option C</a:t>
              </a:r>
              <a:endParaRPr lang="ko-KR" altLang="en-US" sz="900" b="1" dirty="0">
                <a:gradFill>
                  <a:gsLst>
                    <a:gs pos="0">
                      <a:schemeClr val="tx2"/>
                    </a:gs>
                    <a:gs pos="100000">
                      <a:schemeClr val="tx2"/>
                    </a:gs>
                  </a:gsLst>
                  <a:lin ang="5400000" scaled="0"/>
                </a:gradFill>
                <a:latin typeface="Roboto Condensed Regular"/>
                <a:ea typeface="Roboto Light" pitchFamily="2" charset="0"/>
              </a:endParaRPr>
            </a:p>
          </p:txBody>
        </p:sp>
      </p:grpSp>
    </p:spTree>
    <p:extLst>
      <p:ext uri="{BB962C8B-B14F-4D97-AF65-F5344CB8AC3E}">
        <p14:creationId xmlns:p14="http://schemas.microsoft.com/office/powerpoint/2010/main" val="17518551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anim calcmode="lin" valueType="num">
                                      <p:cBhvr>
                                        <p:cTn id="8" dur="500" fill="hold"/>
                                        <p:tgtEl>
                                          <p:spTgt spid="62"/>
                                        </p:tgtEl>
                                        <p:attrNameLst>
                                          <p:attrName>ppt_x</p:attrName>
                                        </p:attrNameLst>
                                      </p:cBhvr>
                                      <p:tavLst>
                                        <p:tav tm="0">
                                          <p:val>
                                            <p:strVal val="#ppt_x"/>
                                          </p:val>
                                        </p:tav>
                                        <p:tav tm="100000">
                                          <p:val>
                                            <p:strVal val="#ppt_x"/>
                                          </p:val>
                                        </p:tav>
                                      </p:tavLst>
                                    </p:anim>
                                    <p:anim calcmode="lin" valueType="num">
                                      <p:cBhvr>
                                        <p:cTn id="9" dur="500" fill="hold"/>
                                        <p:tgtEl>
                                          <p:spTgt spid="62"/>
                                        </p:tgtEl>
                                        <p:attrNameLst>
                                          <p:attrName>ppt_y</p:attrName>
                                        </p:attrNameLst>
                                      </p:cBhvr>
                                      <p:tavLst>
                                        <p:tav tm="0">
                                          <p:val>
                                            <p:strVal val="#ppt_y+.1"/>
                                          </p:val>
                                        </p:tav>
                                        <p:tav tm="100000">
                                          <p:val>
                                            <p:strVal val="#ppt_y"/>
                                          </p:val>
                                        </p:tav>
                                      </p:tavLst>
                                    </p:anim>
                                  </p:childTnLst>
                                </p:cTn>
                              </p:par>
                              <p:par>
                                <p:cTn id="10" presetID="12" presetClass="entr" presetSubtype="8" fill="hold" nodeType="withEffect">
                                  <p:stCondLst>
                                    <p:cond delay="0"/>
                                  </p:stCondLst>
                                  <p:childTnLst>
                                    <p:set>
                                      <p:cBhvr>
                                        <p:cTn id="11" dur="1" fill="hold">
                                          <p:stCondLst>
                                            <p:cond delay="0"/>
                                          </p:stCondLst>
                                        </p:cTn>
                                        <p:tgtEl>
                                          <p:spTgt spid="140"/>
                                        </p:tgtEl>
                                        <p:attrNameLst>
                                          <p:attrName>style.visibility</p:attrName>
                                        </p:attrNameLst>
                                      </p:cBhvr>
                                      <p:to>
                                        <p:strVal val="visible"/>
                                      </p:to>
                                    </p:set>
                                    <p:animEffect transition="in" filter="slide(fromLeft)">
                                      <p:cBhvr>
                                        <p:cTn id="12" dur="500"/>
                                        <p:tgtEl>
                                          <p:spTgt spid="140"/>
                                        </p:tgtEl>
                                      </p:cBhvr>
                                    </p:animEffect>
                                  </p:childTnLst>
                                </p:cTn>
                              </p:par>
                              <p:par>
                                <p:cTn id="13" presetID="47" presetClass="entr" presetSubtype="0" fill="hold" nodeType="withEffect">
                                  <p:stCondLst>
                                    <p:cond delay="0"/>
                                  </p:stCondLst>
                                  <p:childTnLst>
                                    <p:set>
                                      <p:cBhvr>
                                        <p:cTn id="14" dur="1" fill="hold">
                                          <p:stCondLst>
                                            <p:cond delay="0"/>
                                          </p:stCondLst>
                                        </p:cTn>
                                        <p:tgtEl>
                                          <p:spTgt spid="308"/>
                                        </p:tgtEl>
                                        <p:attrNameLst>
                                          <p:attrName>style.visibility</p:attrName>
                                        </p:attrNameLst>
                                      </p:cBhvr>
                                      <p:to>
                                        <p:strVal val="visible"/>
                                      </p:to>
                                    </p:set>
                                    <p:animEffect transition="in" filter="fade">
                                      <p:cBhvr>
                                        <p:cTn id="15" dur="500"/>
                                        <p:tgtEl>
                                          <p:spTgt spid="308"/>
                                        </p:tgtEl>
                                      </p:cBhvr>
                                    </p:animEffect>
                                    <p:anim calcmode="lin" valueType="num">
                                      <p:cBhvr>
                                        <p:cTn id="16" dur="500" fill="hold"/>
                                        <p:tgtEl>
                                          <p:spTgt spid="308"/>
                                        </p:tgtEl>
                                        <p:attrNameLst>
                                          <p:attrName>ppt_x</p:attrName>
                                        </p:attrNameLst>
                                      </p:cBhvr>
                                      <p:tavLst>
                                        <p:tav tm="0">
                                          <p:val>
                                            <p:strVal val="#ppt_x"/>
                                          </p:val>
                                        </p:tav>
                                        <p:tav tm="100000">
                                          <p:val>
                                            <p:strVal val="#ppt_x"/>
                                          </p:val>
                                        </p:tav>
                                      </p:tavLst>
                                    </p:anim>
                                    <p:anim calcmode="lin" valueType="num">
                                      <p:cBhvr>
                                        <p:cTn id="17" dur="500" fill="hold"/>
                                        <p:tgtEl>
                                          <p:spTgt spid="308"/>
                                        </p:tgtEl>
                                        <p:attrNameLst>
                                          <p:attrName>ppt_y</p:attrName>
                                        </p:attrNameLst>
                                      </p:cBhvr>
                                      <p:tavLst>
                                        <p:tav tm="0">
                                          <p:val>
                                            <p:strVal val="#ppt_y-.1"/>
                                          </p:val>
                                        </p:tav>
                                        <p:tav tm="100000">
                                          <p:val>
                                            <p:strVal val="#ppt_y"/>
                                          </p:val>
                                        </p:tav>
                                      </p:tavLst>
                                    </p:anim>
                                  </p:childTnLst>
                                </p:cTn>
                              </p:par>
                              <p:par>
                                <p:cTn id="18" presetID="47" presetClass="entr" presetSubtype="0" fill="hold" nodeType="withEffect">
                                  <p:stCondLst>
                                    <p:cond delay="0"/>
                                  </p:stCondLst>
                                  <p:childTnLst>
                                    <p:set>
                                      <p:cBhvr>
                                        <p:cTn id="19" dur="1" fill="hold">
                                          <p:stCondLst>
                                            <p:cond delay="0"/>
                                          </p:stCondLst>
                                        </p:cTn>
                                        <p:tgtEl>
                                          <p:spTgt spid="141"/>
                                        </p:tgtEl>
                                        <p:attrNameLst>
                                          <p:attrName>style.visibility</p:attrName>
                                        </p:attrNameLst>
                                      </p:cBhvr>
                                      <p:to>
                                        <p:strVal val="visible"/>
                                      </p:to>
                                    </p:set>
                                    <p:animEffect transition="in" filter="fade">
                                      <p:cBhvr>
                                        <p:cTn id="20" dur="500"/>
                                        <p:tgtEl>
                                          <p:spTgt spid="141"/>
                                        </p:tgtEl>
                                      </p:cBhvr>
                                    </p:animEffect>
                                    <p:anim calcmode="lin" valueType="num">
                                      <p:cBhvr>
                                        <p:cTn id="21" dur="500" fill="hold"/>
                                        <p:tgtEl>
                                          <p:spTgt spid="141"/>
                                        </p:tgtEl>
                                        <p:attrNameLst>
                                          <p:attrName>ppt_x</p:attrName>
                                        </p:attrNameLst>
                                      </p:cBhvr>
                                      <p:tavLst>
                                        <p:tav tm="0">
                                          <p:val>
                                            <p:strVal val="#ppt_x"/>
                                          </p:val>
                                        </p:tav>
                                        <p:tav tm="100000">
                                          <p:val>
                                            <p:strVal val="#ppt_x"/>
                                          </p:val>
                                        </p:tav>
                                      </p:tavLst>
                                    </p:anim>
                                    <p:anim calcmode="lin" valueType="num">
                                      <p:cBhvr>
                                        <p:cTn id="22" dur="500" fill="hold"/>
                                        <p:tgtEl>
                                          <p:spTgt spid="141"/>
                                        </p:tgtEl>
                                        <p:attrNameLst>
                                          <p:attrName>ppt_y</p:attrName>
                                        </p:attrNameLst>
                                      </p:cBhvr>
                                      <p:tavLst>
                                        <p:tav tm="0">
                                          <p:val>
                                            <p:strVal val="#ppt_y-.1"/>
                                          </p:val>
                                        </p:tav>
                                        <p:tav tm="100000">
                                          <p:val>
                                            <p:strVal val="#ppt_y"/>
                                          </p:val>
                                        </p:tav>
                                      </p:tavLst>
                                    </p:anim>
                                  </p:childTnLst>
                                </p:cTn>
                              </p:par>
                            </p:childTnLst>
                          </p:cTn>
                        </p:par>
                        <p:par>
                          <p:cTn id="23" fill="hold">
                            <p:stCondLst>
                              <p:cond delay="500"/>
                            </p:stCondLst>
                            <p:childTnLst>
                              <p:par>
                                <p:cTn id="24" presetID="42" presetClass="entr" presetSubtype="0" fill="hold" nodeType="after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500"/>
                                        <p:tgtEl>
                                          <p:spTgt spid="36"/>
                                        </p:tgtEl>
                                      </p:cBhvr>
                                    </p:animEffect>
                                    <p:anim calcmode="lin" valueType="num">
                                      <p:cBhvr>
                                        <p:cTn id="27" dur="500" fill="hold"/>
                                        <p:tgtEl>
                                          <p:spTgt spid="36"/>
                                        </p:tgtEl>
                                        <p:attrNameLst>
                                          <p:attrName>ppt_x</p:attrName>
                                        </p:attrNameLst>
                                      </p:cBhvr>
                                      <p:tavLst>
                                        <p:tav tm="0">
                                          <p:val>
                                            <p:strVal val="#ppt_x"/>
                                          </p:val>
                                        </p:tav>
                                        <p:tav tm="100000">
                                          <p:val>
                                            <p:strVal val="#ppt_x"/>
                                          </p:val>
                                        </p:tav>
                                      </p:tavLst>
                                    </p:anim>
                                    <p:anim calcmode="lin" valueType="num">
                                      <p:cBhvr>
                                        <p:cTn id="28" dur="500" fill="hold"/>
                                        <p:tgtEl>
                                          <p:spTgt spid="36"/>
                                        </p:tgtEl>
                                        <p:attrNameLst>
                                          <p:attrName>ppt_y</p:attrName>
                                        </p:attrNameLst>
                                      </p:cBhvr>
                                      <p:tavLst>
                                        <p:tav tm="0">
                                          <p:val>
                                            <p:strVal val="#ppt_y+.1"/>
                                          </p:val>
                                        </p:tav>
                                        <p:tav tm="100000">
                                          <p:val>
                                            <p:strVal val="#ppt_y"/>
                                          </p:val>
                                        </p:tav>
                                      </p:tavLst>
                                    </p:anim>
                                  </p:childTnLst>
                                </p:cTn>
                              </p:par>
                              <p:par>
                                <p:cTn id="29" presetID="12" presetClass="entr" presetSubtype="8" fill="hold" nodeType="withEffect">
                                  <p:stCondLst>
                                    <p:cond delay="0"/>
                                  </p:stCondLst>
                                  <p:childTnLst>
                                    <p:set>
                                      <p:cBhvr>
                                        <p:cTn id="30" dur="1" fill="hold">
                                          <p:stCondLst>
                                            <p:cond delay="0"/>
                                          </p:stCondLst>
                                        </p:cTn>
                                        <p:tgtEl>
                                          <p:spTgt spid="298"/>
                                        </p:tgtEl>
                                        <p:attrNameLst>
                                          <p:attrName>style.visibility</p:attrName>
                                        </p:attrNameLst>
                                      </p:cBhvr>
                                      <p:to>
                                        <p:strVal val="visible"/>
                                      </p:to>
                                    </p:set>
                                    <p:animEffect transition="in" filter="slide(fromLeft)">
                                      <p:cBhvr>
                                        <p:cTn id="31" dur="500"/>
                                        <p:tgtEl>
                                          <p:spTgt spid="298"/>
                                        </p:tgtEl>
                                      </p:cBhvr>
                                    </p:animEffect>
                                  </p:childTnLst>
                                </p:cTn>
                              </p:par>
                              <p:par>
                                <p:cTn id="32" presetID="47" presetClass="entr" presetSubtype="0" fill="hold" nodeType="withEffect">
                                  <p:stCondLst>
                                    <p:cond delay="0"/>
                                  </p:stCondLst>
                                  <p:childTnLst>
                                    <p:set>
                                      <p:cBhvr>
                                        <p:cTn id="33" dur="1" fill="hold">
                                          <p:stCondLst>
                                            <p:cond delay="0"/>
                                          </p:stCondLst>
                                        </p:cTn>
                                        <p:tgtEl>
                                          <p:spTgt spid="299"/>
                                        </p:tgtEl>
                                        <p:attrNameLst>
                                          <p:attrName>style.visibility</p:attrName>
                                        </p:attrNameLst>
                                      </p:cBhvr>
                                      <p:to>
                                        <p:strVal val="visible"/>
                                      </p:to>
                                    </p:set>
                                    <p:animEffect transition="in" filter="fade">
                                      <p:cBhvr>
                                        <p:cTn id="34" dur="500"/>
                                        <p:tgtEl>
                                          <p:spTgt spid="299"/>
                                        </p:tgtEl>
                                      </p:cBhvr>
                                    </p:animEffect>
                                    <p:anim calcmode="lin" valueType="num">
                                      <p:cBhvr>
                                        <p:cTn id="35" dur="500" fill="hold"/>
                                        <p:tgtEl>
                                          <p:spTgt spid="299"/>
                                        </p:tgtEl>
                                        <p:attrNameLst>
                                          <p:attrName>ppt_x</p:attrName>
                                        </p:attrNameLst>
                                      </p:cBhvr>
                                      <p:tavLst>
                                        <p:tav tm="0">
                                          <p:val>
                                            <p:strVal val="#ppt_x"/>
                                          </p:val>
                                        </p:tav>
                                        <p:tav tm="100000">
                                          <p:val>
                                            <p:strVal val="#ppt_x"/>
                                          </p:val>
                                        </p:tav>
                                      </p:tavLst>
                                    </p:anim>
                                    <p:anim calcmode="lin" valueType="num">
                                      <p:cBhvr>
                                        <p:cTn id="36" dur="500" fill="hold"/>
                                        <p:tgtEl>
                                          <p:spTgt spid="299"/>
                                        </p:tgtEl>
                                        <p:attrNameLst>
                                          <p:attrName>ppt_y</p:attrName>
                                        </p:attrNameLst>
                                      </p:cBhvr>
                                      <p:tavLst>
                                        <p:tav tm="0">
                                          <p:val>
                                            <p:strVal val="#ppt_y-.1"/>
                                          </p:val>
                                        </p:tav>
                                        <p:tav tm="100000">
                                          <p:val>
                                            <p:strVal val="#ppt_y"/>
                                          </p:val>
                                        </p:tav>
                                      </p:tavLst>
                                    </p:anim>
                                  </p:childTnLst>
                                </p:cTn>
                              </p:par>
                            </p:childTnLst>
                          </p:cTn>
                        </p:par>
                        <p:par>
                          <p:cTn id="37" fill="hold">
                            <p:stCondLst>
                              <p:cond delay="1000"/>
                            </p:stCondLst>
                            <p:childTnLst>
                              <p:par>
                                <p:cTn id="38" presetID="42" presetClass="entr" presetSubtype="0" fill="hold" nodeType="after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500"/>
                                        <p:tgtEl>
                                          <p:spTgt spid="4"/>
                                        </p:tgtEl>
                                      </p:cBhvr>
                                    </p:animEffect>
                                    <p:anim calcmode="lin" valueType="num">
                                      <p:cBhvr>
                                        <p:cTn id="41" dur="500" fill="hold"/>
                                        <p:tgtEl>
                                          <p:spTgt spid="4"/>
                                        </p:tgtEl>
                                        <p:attrNameLst>
                                          <p:attrName>ppt_x</p:attrName>
                                        </p:attrNameLst>
                                      </p:cBhvr>
                                      <p:tavLst>
                                        <p:tav tm="0">
                                          <p:val>
                                            <p:strVal val="#ppt_x"/>
                                          </p:val>
                                        </p:tav>
                                        <p:tav tm="100000">
                                          <p:val>
                                            <p:strVal val="#ppt_x"/>
                                          </p:val>
                                        </p:tav>
                                      </p:tavLst>
                                    </p:anim>
                                    <p:anim calcmode="lin" valueType="num">
                                      <p:cBhvr>
                                        <p:cTn id="42" dur="500" fill="hold"/>
                                        <p:tgtEl>
                                          <p:spTgt spid="4"/>
                                        </p:tgtEl>
                                        <p:attrNameLst>
                                          <p:attrName>ppt_y</p:attrName>
                                        </p:attrNameLst>
                                      </p:cBhvr>
                                      <p:tavLst>
                                        <p:tav tm="0">
                                          <p:val>
                                            <p:strVal val="#ppt_y+.1"/>
                                          </p:val>
                                        </p:tav>
                                        <p:tav tm="100000">
                                          <p:val>
                                            <p:strVal val="#ppt_y"/>
                                          </p:val>
                                        </p:tav>
                                      </p:tavLst>
                                    </p:anim>
                                  </p:childTnLst>
                                </p:cTn>
                              </p:par>
                              <p:par>
                                <p:cTn id="43" presetID="12" presetClass="entr" presetSubtype="8" fill="hold" nodeType="withEffect">
                                  <p:stCondLst>
                                    <p:cond delay="0"/>
                                  </p:stCondLst>
                                  <p:childTnLst>
                                    <p:set>
                                      <p:cBhvr>
                                        <p:cTn id="44" dur="1" fill="hold">
                                          <p:stCondLst>
                                            <p:cond delay="0"/>
                                          </p:stCondLst>
                                        </p:cTn>
                                        <p:tgtEl>
                                          <p:spTgt spid="280"/>
                                        </p:tgtEl>
                                        <p:attrNameLst>
                                          <p:attrName>style.visibility</p:attrName>
                                        </p:attrNameLst>
                                      </p:cBhvr>
                                      <p:to>
                                        <p:strVal val="visible"/>
                                      </p:to>
                                    </p:set>
                                    <p:animEffect transition="in" filter="slide(fromLeft)">
                                      <p:cBhvr>
                                        <p:cTn id="45" dur="500"/>
                                        <p:tgtEl>
                                          <p:spTgt spid="280"/>
                                        </p:tgtEl>
                                      </p:cBhvr>
                                    </p:animEffect>
                                  </p:childTnLst>
                                </p:cTn>
                              </p:par>
                              <p:par>
                                <p:cTn id="46" presetID="47" presetClass="entr" presetSubtype="0" fill="hold" nodeType="withEffect">
                                  <p:stCondLst>
                                    <p:cond delay="0"/>
                                  </p:stCondLst>
                                  <p:childTnLst>
                                    <p:set>
                                      <p:cBhvr>
                                        <p:cTn id="47" dur="1" fill="hold">
                                          <p:stCondLst>
                                            <p:cond delay="0"/>
                                          </p:stCondLst>
                                        </p:cTn>
                                        <p:tgtEl>
                                          <p:spTgt spid="287"/>
                                        </p:tgtEl>
                                        <p:attrNameLst>
                                          <p:attrName>style.visibility</p:attrName>
                                        </p:attrNameLst>
                                      </p:cBhvr>
                                      <p:to>
                                        <p:strVal val="visible"/>
                                      </p:to>
                                    </p:set>
                                    <p:animEffect transition="in" filter="fade">
                                      <p:cBhvr>
                                        <p:cTn id="48" dur="500"/>
                                        <p:tgtEl>
                                          <p:spTgt spid="287"/>
                                        </p:tgtEl>
                                      </p:cBhvr>
                                    </p:animEffect>
                                    <p:anim calcmode="lin" valueType="num">
                                      <p:cBhvr>
                                        <p:cTn id="49" dur="500" fill="hold"/>
                                        <p:tgtEl>
                                          <p:spTgt spid="287"/>
                                        </p:tgtEl>
                                        <p:attrNameLst>
                                          <p:attrName>ppt_x</p:attrName>
                                        </p:attrNameLst>
                                      </p:cBhvr>
                                      <p:tavLst>
                                        <p:tav tm="0">
                                          <p:val>
                                            <p:strVal val="#ppt_x"/>
                                          </p:val>
                                        </p:tav>
                                        <p:tav tm="100000">
                                          <p:val>
                                            <p:strVal val="#ppt_x"/>
                                          </p:val>
                                        </p:tav>
                                      </p:tavLst>
                                    </p:anim>
                                    <p:anim calcmode="lin" valueType="num">
                                      <p:cBhvr>
                                        <p:cTn id="50" dur="500" fill="hold"/>
                                        <p:tgtEl>
                                          <p:spTgt spid="2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PIE Chart</a:t>
            </a:r>
            <a:endParaRPr lang="en-US" dirty="0"/>
          </a:p>
        </p:txBody>
      </p:sp>
      <p:grpSp>
        <p:nvGrpSpPr>
          <p:cNvPr id="124" name="그룹 123"/>
          <p:cNvGrpSpPr/>
          <p:nvPr/>
        </p:nvGrpSpPr>
        <p:grpSpPr>
          <a:xfrm>
            <a:off x="931305" y="3345583"/>
            <a:ext cx="1420093" cy="754702"/>
            <a:chOff x="2942985" y="3182298"/>
            <a:chExt cx="1420093" cy="754702"/>
          </a:xfrm>
        </p:grpSpPr>
        <p:sp>
          <p:nvSpPr>
            <p:cNvPr id="125" name="TextBox 124"/>
            <p:cNvSpPr txBox="1"/>
            <p:nvPr/>
          </p:nvSpPr>
          <p:spPr>
            <a:xfrm>
              <a:off x="2942985" y="3405130"/>
              <a:ext cx="1420093" cy="209207"/>
            </a:xfrm>
            <a:prstGeom prst="rect">
              <a:avLst/>
            </a:prstGeom>
            <a:noFill/>
          </p:spPr>
          <p:txBody>
            <a:bodyPr wrap="square" lIns="0" tIns="0" rIns="0" bIns="0" rtlCol="0">
              <a:noAutofit/>
            </a:bodyPr>
            <a:lstStyle/>
            <a:p>
              <a:pPr lvl="0" algn="ctr">
                <a:spcAft>
                  <a:spcPts val="300"/>
                </a:spcAft>
              </a:pPr>
              <a:r>
                <a:rPr lang="nb-NO" sz="2000" b="1" dirty="0">
                  <a:gradFill>
                    <a:gsLst>
                      <a:gs pos="0">
                        <a:schemeClr val="accent1"/>
                      </a:gs>
                      <a:gs pos="100000">
                        <a:schemeClr val="accent1"/>
                      </a:gs>
                    </a:gsLst>
                    <a:lin ang="5400000" scaled="0"/>
                  </a:gradFill>
                  <a:latin typeface="Roboto Condensed Regular"/>
                  <a:ea typeface="Roboto Light" pitchFamily="2" charset="0"/>
                  <a:cs typeface="Roboto Condensed Regular"/>
                </a:rPr>
                <a:t>$ 12,590,000</a:t>
              </a:r>
              <a:endParaRPr lang="en-US" sz="2000" dirty="0">
                <a:gradFill>
                  <a:gsLst>
                    <a:gs pos="0">
                      <a:schemeClr val="accent1"/>
                    </a:gs>
                    <a:gs pos="100000">
                      <a:schemeClr val="accent1"/>
                    </a:gs>
                  </a:gsLst>
                  <a:lin ang="5400000" scaled="0"/>
                </a:gradFill>
                <a:latin typeface="Roboto Condensed Regular"/>
                <a:cs typeface="Roboto Condensed Regular"/>
              </a:endParaRPr>
            </a:p>
          </p:txBody>
        </p:sp>
        <p:sp>
          <p:nvSpPr>
            <p:cNvPr id="126" name="TextBox 125"/>
            <p:cNvSpPr txBox="1"/>
            <p:nvPr/>
          </p:nvSpPr>
          <p:spPr>
            <a:xfrm>
              <a:off x="2942985" y="3727793"/>
              <a:ext cx="1420093" cy="209207"/>
            </a:xfrm>
            <a:prstGeom prst="rect">
              <a:avLst/>
            </a:prstGeom>
            <a:noFill/>
          </p:spPr>
          <p:txBody>
            <a:bodyPr wrap="square" lIns="0" tIns="0" rIns="0" bIns="0" rtlCol="0">
              <a:noAutofit/>
            </a:bodyPr>
            <a:lstStyle/>
            <a:p>
              <a:pPr lvl="0" algn="ctr">
                <a:spcAft>
                  <a:spcPts val="300"/>
                </a:spcAft>
              </a:pPr>
              <a:r>
                <a:rPr lang="nb-NO" sz="900"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rPr>
                <a:t>Total Sales : $ 15,000,000</a:t>
              </a:r>
              <a:endParaRPr lang="en-US" sz="900" dirty="0">
                <a:gradFill>
                  <a:gsLst>
                    <a:gs pos="0">
                      <a:schemeClr val="accent3">
                        <a:lumMod val="65000"/>
                      </a:schemeClr>
                    </a:gs>
                    <a:gs pos="100000">
                      <a:schemeClr val="accent3">
                        <a:lumMod val="65000"/>
                      </a:schemeClr>
                    </a:gs>
                  </a:gsLst>
                  <a:lin ang="5400000" scaled="0"/>
                </a:gradFill>
                <a:latin typeface="Roboto Condensed Regular"/>
                <a:cs typeface="Roboto Condensed Regular"/>
              </a:endParaRPr>
            </a:p>
          </p:txBody>
        </p:sp>
        <p:sp>
          <p:nvSpPr>
            <p:cNvPr id="127" name="이등변 삼각형 126"/>
            <p:cNvSpPr/>
            <p:nvPr/>
          </p:nvSpPr>
          <p:spPr>
            <a:xfrm rot="10800000">
              <a:off x="3573733" y="3182298"/>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8" name="그룹 127"/>
          <p:cNvGrpSpPr/>
          <p:nvPr/>
        </p:nvGrpSpPr>
        <p:grpSpPr>
          <a:xfrm>
            <a:off x="1409031" y="1238975"/>
            <a:ext cx="464640" cy="448310"/>
            <a:chOff x="3420711" y="1075690"/>
            <a:chExt cx="464640" cy="448310"/>
          </a:xfrm>
        </p:grpSpPr>
        <p:sp>
          <p:nvSpPr>
            <p:cNvPr id="129" name="이등변 삼각형 128"/>
            <p:cNvSpPr/>
            <p:nvPr/>
          </p:nvSpPr>
          <p:spPr>
            <a:xfrm rot="10800000">
              <a:off x="3581541" y="1293753"/>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dirty="0">
                <a:solidFill>
                  <a:schemeClr val="tx1"/>
                </a:solidFill>
              </a:endParaRPr>
            </a:p>
          </p:txBody>
        </p:sp>
        <p:cxnSp>
          <p:nvCxnSpPr>
            <p:cNvPr id="130" name="직선 연결선 129"/>
            <p:cNvCxnSpPr/>
            <p:nvPr/>
          </p:nvCxnSpPr>
          <p:spPr>
            <a:xfrm flipV="1">
              <a:off x="3653031" y="1325504"/>
              <a:ext cx="0" cy="198496"/>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131" name="모서리가 둥근 직사각형 413"/>
            <p:cNvSpPr/>
            <p:nvPr/>
          </p:nvSpPr>
          <p:spPr>
            <a:xfrm>
              <a:off x="3420711" y="107569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accent1"/>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accent1"/>
                      </a:gs>
                      <a:gs pos="100000">
                        <a:schemeClr val="accent1"/>
                      </a:gs>
                    </a:gsLst>
                    <a:lin ang="0" scaled="0"/>
                  </a:gradFill>
                  <a:latin typeface="Roboto Condensed Regular"/>
                  <a:ea typeface="Roboto Light" pitchFamily="2" charset="0"/>
                </a:rPr>
                <a:t>30</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grpSp>
      <p:grpSp>
        <p:nvGrpSpPr>
          <p:cNvPr id="132" name="그룹 131"/>
          <p:cNvGrpSpPr/>
          <p:nvPr/>
        </p:nvGrpSpPr>
        <p:grpSpPr>
          <a:xfrm>
            <a:off x="2790378" y="3345583"/>
            <a:ext cx="1420093" cy="754702"/>
            <a:chOff x="4802058" y="3182298"/>
            <a:chExt cx="1420093" cy="754702"/>
          </a:xfrm>
        </p:grpSpPr>
        <p:sp>
          <p:nvSpPr>
            <p:cNvPr id="133" name="TextBox 132"/>
            <p:cNvSpPr txBox="1"/>
            <p:nvPr/>
          </p:nvSpPr>
          <p:spPr>
            <a:xfrm>
              <a:off x="4802058" y="3405130"/>
              <a:ext cx="1420093" cy="209207"/>
            </a:xfrm>
            <a:prstGeom prst="rect">
              <a:avLst/>
            </a:prstGeom>
            <a:noFill/>
          </p:spPr>
          <p:txBody>
            <a:bodyPr wrap="square" lIns="0" tIns="0" rIns="0" bIns="0" rtlCol="0">
              <a:noAutofit/>
            </a:bodyPr>
            <a:lstStyle/>
            <a:p>
              <a:pPr algn="ctr">
                <a:spcAft>
                  <a:spcPts val="300"/>
                </a:spcAft>
              </a:pPr>
              <a:r>
                <a:rPr lang="nb-NO" sz="2000" b="1" dirty="0">
                  <a:gradFill>
                    <a:gsLst>
                      <a:gs pos="0">
                        <a:schemeClr val="accent1"/>
                      </a:gs>
                      <a:gs pos="100000">
                        <a:schemeClr val="accent1"/>
                      </a:gs>
                    </a:gsLst>
                    <a:lin ang="5400000" scaled="0"/>
                  </a:gradFill>
                  <a:latin typeface="Roboto Condensed Regular"/>
                  <a:ea typeface="Roboto Light" pitchFamily="2" charset="0"/>
                  <a:cs typeface="Roboto Condensed Regular"/>
                </a:rPr>
                <a:t>$ 9,840,000</a:t>
              </a:r>
              <a:endParaRPr lang="en-US" sz="20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134" name="TextBox 133"/>
            <p:cNvSpPr txBox="1"/>
            <p:nvPr/>
          </p:nvSpPr>
          <p:spPr>
            <a:xfrm>
              <a:off x="4802058" y="3727793"/>
              <a:ext cx="1420093" cy="209207"/>
            </a:xfrm>
            <a:prstGeom prst="rect">
              <a:avLst/>
            </a:prstGeom>
            <a:noFill/>
          </p:spPr>
          <p:txBody>
            <a:bodyPr wrap="square" lIns="0" tIns="0" rIns="0" bIns="0" rtlCol="0">
              <a:noAutofit/>
            </a:bodyPr>
            <a:lstStyle/>
            <a:p>
              <a:pPr lvl="0" algn="ctr">
                <a:spcAft>
                  <a:spcPts val="300"/>
                </a:spcAft>
              </a:pPr>
              <a:r>
                <a:rPr lang="nb-NO" altLang="ko-KR" sz="900"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rPr>
                <a:t>Total Sales : $ 12,000,000</a:t>
              </a:r>
              <a:endParaRPr lang="en-US" altLang="ko-KR" sz="900" dirty="0">
                <a:gradFill>
                  <a:gsLst>
                    <a:gs pos="0">
                      <a:schemeClr val="accent3">
                        <a:lumMod val="65000"/>
                      </a:schemeClr>
                    </a:gs>
                    <a:gs pos="100000">
                      <a:schemeClr val="accent3">
                        <a:lumMod val="65000"/>
                      </a:schemeClr>
                    </a:gs>
                  </a:gsLst>
                  <a:lin ang="5400000" scaled="0"/>
                </a:gradFill>
                <a:latin typeface="Roboto Condensed Regular"/>
                <a:cs typeface="Roboto Condensed Regular"/>
              </a:endParaRPr>
            </a:p>
          </p:txBody>
        </p:sp>
        <p:sp>
          <p:nvSpPr>
            <p:cNvPr id="135" name="이등변 삼각형 134"/>
            <p:cNvSpPr/>
            <p:nvPr/>
          </p:nvSpPr>
          <p:spPr>
            <a:xfrm rot="10800000">
              <a:off x="5432806" y="3182298"/>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36" name="그룹 135"/>
          <p:cNvGrpSpPr/>
          <p:nvPr/>
        </p:nvGrpSpPr>
        <p:grpSpPr>
          <a:xfrm>
            <a:off x="4649450" y="3345583"/>
            <a:ext cx="1420093" cy="754702"/>
            <a:chOff x="6661130" y="3182298"/>
            <a:chExt cx="1420093" cy="754702"/>
          </a:xfrm>
        </p:grpSpPr>
        <p:sp>
          <p:nvSpPr>
            <p:cNvPr id="137" name="TextBox 136"/>
            <p:cNvSpPr txBox="1"/>
            <p:nvPr/>
          </p:nvSpPr>
          <p:spPr>
            <a:xfrm>
              <a:off x="6661130" y="3405130"/>
              <a:ext cx="1420093" cy="209207"/>
            </a:xfrm>
            <a:prstGeom prst="rect">
              <a:avLst/>
            </a:prstGeom>
            <a:noFill/>
          </p:spPr>
          <p:txBody>
            <a:bodyPr wrap="square" lIns="0" tIns="0" rIns="0" bIns="0" rtlCol="0">
              <a:noAutofit/>
            </a:bodyPr>
            <a:lstStyle/>
            <a:p>
              <a:pPr algn="ctr">
                <a:spcAft>
                  <a:spcPts val="300"/>
                </a:spcAft>
              </a:pPr>
              <a:r>
                <a:rPr lang="nb-NO" sz="2000" b="1" dirty="0">
                  <a:gradFill>
                    <a:gsLst>
                      <a:gs pos="0">
                        <a:schemeClr val="accent1"/>
                      </a:gs>
                      <a:gs pos="100000">
                        <a:schemeClr val="accent1"/>
                      </a:gs>
                    </a:gsLst>
                    <a:lin ang="5400000" scaled="0"/>
                  </a:gradFill>
                  <a:latin typeface="Roboto Condensed Regular"/>
                  <a:ea typeface="Roboto Light" pitchFamily="2" charset="0"/>
                  <a:cs typeface="Roboto Condensed Regular"/>
                </a:rPr>
                <a:t>$ 16,325,000</a:t>
              </a:r>
              <a:endParaRPr lang="en-US" sz="20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138" name="TextBox 137"/>
            <p:cNvSpPr txBox="1"/>
            <p:nvPr/>
          </p:nvSpPr>
          <p:spPr>
            <a:xfrm>
              <a:off x="6661130" y="3727793"/>
              <a:ext cx="1420093" cy="209207"/>
            </a:xfrm>
            <a:prstGeom prst="rect">
              <a:avLst/>
            </a:prstGeom>
            <a:noFill/>
          </p:spPr>
          <p:txBody>
            <a:bodyPr wrap="square" lIns="0" tIns="0" rIns="0" bIns="0" rtlCol="0">
              <a:noAutofit/>
            </a:bodyPr>
            <a:lstStyle/>
            <a:p>
              <a:pPr lvl="0" algn="ctr">
                <a:spcAft>
                  <a:spcPts val="300"/>
                </a:spcAft>
              </a:pPr>
              <a:r>
                <a:rPr lang="nb-NO" altLang="ko-KR" sz="900"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rPr>
                <a:t>Total Sales : $ 18,000,000</a:t>
              </a:r>
              <a:endParaRPr lang="en-US" altLang="ko-KR" sz="900" dirty="0">
                <a:gradFill>
                  <a:gsLst>
                    <a:gs pos="0">
                      <a:schemeClr val="accent3">
                        <a:lumMod val="65000"/>
                      </a:schemeClr>
                    </a:gs>
                    <a:gs pos="100000">
                      <a:schemeClr val="accent3">
                        <a:lumMod val="65000"/>
                      </a:schemeClr>
                    </a:gs>
                  </a:gsLst>
                  <a:lin ang="5400000" scaled="0"/>
                </a:gradFill>
                <a:latin typeface="Roboto Condensed Regular"/>
                <a:cs typeface="Roboto Condensed Regular"/>
              </a:endParaRPr>
            </a:p>
          </p:txBody>
        </p:sp>
        <p:sp>
          <p:nvSpPr>
            <p:cNvPr id="139" name="이등변 삼각형 138"/>
            <p:cNvSpPr/>
            <p:nvPr/>
          </p:nvSpPr>
          <p:spPr>
            <a:xfrm rot="10800000">
              <a:off x="7291878" y="3182298"/>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40" name="그룹 139"/>
          <p:cNvGrpSpPr/>
          <p:nvPr/>
        </p:nvGrpSpPr>
        <p:grpSpPr>
          <a:xfrm>
            <a:off x="3268104" y="1238975"/>
            <a:ext cx="464640" cy="448310"/>
            <a:chOff x="3420711" y="1075690"/>
            <a:chExt cx="464640" cy="448310"/>
          </a:xfrm>
        </p:grpSpPr>
        <p:sp>
          <p:nvSpPr>
            <p:cNvPr id="141" name="이등변 삼각형 140"/>
            <p:cNvSpPr/>
            <p:nvPr/>
          </p:nvSpPr>
          <p:spPr>
            <a:xfrm rot="10800000">
              <a:off x="3581541" y="1293753"/>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dirty="0">
                <a:solidFill>
                  <a:schemeClr val="tx1"/>
                </a:solidFill>
              </a:endParaRPr>
            </a:p>
          </p:txBody>
        </p:sp>
        <p:cxnSp>
          <p:nvCxnSpPr>
            <p:cNvPr id="142" name="직선 연결선 141"/>
            <p:cNvCxnSpPr/>
            <p:nvPr/>
          </p:nvCxnSpPr>
          <p:spPr>
            <a:xfrm flipV="1">
              <a:off x="3653031" y="1325504"/>
              <a:ext cx="0" cy="198496"/>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143" name="모서리가 둥근 직사각형 413"/>
            <p:cNvSpPr/>
            <p:nvPr/>
          </p:nvSpPr>
          <p:spPr>
            <a:xfrm>
              <a:off x="3420711" y="107569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accent1"/>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accent1"/>
                      </a:gs>
                      <a:gs pos="100000">
                        <a:schemeClr val="accent1"/>
                      </a:gs>
                    </a:gsLst>
                    <a:lin ang="0" scaled="0"/>
                  </a:gradFill>
                  <a:latin typeface="Roboto Condensed Regular"/>
                  <a:ea typeface="Roboto Light" pitchFamily="2" charset="0"/>
                </a:rPr>
                <a:t>18</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grpSp>
      <p:grpSp>
        <p:nvGrpSpPr>
          <p:cNvPr id="144" name="그룹 143"/>
          <p:cNvGrpSpPr/>
          <p:nvPr/>
        </p:nvGrpSpPr>
        <p:grpSpPr>
          <a:xfrm>
            <a:off x="5127176" y="1238975"/>
            <a:ext cx="464640" cy="448310"/>
            <a:chOff x="3420711" y="1075690"/>
            <a:chExt cx="464640" cy="448310"/>
          </a:xfrm>
        </p:grpSpPr>
        <p:sp>
          <p:nvSpPr>
            <p:cNvPr id="145" name="이등변 삼각형 144"/>
            <p:cNvSpPr/>
            <p:nvPr/>
          </p:nvSpPr>
          <p:spPr>
            <a:xfrm rot="10800000">
              <a:off x="3581541" y="1293753"/>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dirty="0">
                <a:solidFill>
                  <a:schemeClr val="tx1"/>
                </a:solidFill>
              </a:endParaRPr>
            </a:p>
          </p:txBody>
        </p:sp>
        <p:cxnSp>
          <p:nvCxnSpPr>
            <p:cNvPr id="146" name="직선 연결선 145"/>
            <p:cNvCxnSpPr/>
            <p:nvPr/>
          </p:nvCxnSpPr>
          <p:spPr>
            <a:xfrm flipV="1">
              <a:off x="3653031" y="1325504"/>
              <a:ext cx="0" cy="198496"/>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147" name="모서리가 둥근 직사각형 413"/>
            <p:cNvSpPr/>
            <p:nvPr/>
          </p:nvSpPr>
          <p:spPr>
            <a:xfrm>
              <a:off x="3420711" y="107569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accent1"/>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accent1"/>
                      </a:gs>
                      <a:gs pos="100000">
                        <a:schemeClr val="accent1"/>
                      </a:gs>
                    </a:gsLst>
                    <a:lin ang="0" scaled="0"/>
                  </a:gradFill>
                  <a:latin typeface="Roboto Condensed Regular"/>
                  <a:ea typeface="Roboto Light" pitchFamily="2" charset="0"/>
                </a:rPr>
                <a:t>45</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grpSp>
      <p:grpSp>
        <p:nvGrpSpPr>
          <p:cNvPr id="148" name="그룹 147"/>
          <p:cNvGrpSpPr/>
          <p:nvPr/>
        </p:nvGrpSpPr>
        <p:grpSpPr>
          <a:xfrm>
            <a:off x="866238" y="1738085"/>
            <a:ext cx="1550226" cy="1550226"/>
            <a:chOff x="2877918" y="1574800"/>
            <a:chExt cx="1550226" cy="1550226"/>
          </a:xfrm>
        </p:grpSpPr>
        <p:grpSp>
          <p:nvGrpSpPr>
            <p:cNvPr id="149" name="그룹 42"/>
            <p:cNvGrpSpPr/>
            <p:nvPr/>
          </p:nvGrpSpPr>
          <p:grpSpPr>
            <a:xfrm>
              <a:off x="2877918" y="1574800"/>
              <a:ext cx="1550226" cy="1550226"/>
              <a:chOff x="2877918" y="1574800"/>
              <a:chExt cx="1550226" cy="1550226"/>
            </a:xfrm>
          </p:grpSpPr>
          <p:sp>
            <p:nvSpPr>
              <p:cNvPr id="151" name="타원 150"/>
              <p:cNvSpPr/>
              <p:nvPr/>
            </p:nvSpPr>
            <p:spPr>
              <a:xfrm>
                <a:off x="2877918" y="1574800"/>
                <a:ext cx="1550226" cy="1550226"/>
              </a:xfrm>
              <a:prstGeom prst="ellipse">
                <a:avLst/>
              </a:prstGeom>
              <a:solidFill>
                <a:schemeClr val="accent6">
                  <a:lumMod val="85000"/>
                </a:schemeClr>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2" name="원형 151"/>
              <p:cNvSpPr/>
              <p:nvPr/>
            </p:nvSpPr>
            <p:spPr>
              <a:xfrm>
                <a:off x="2877918" y="1574800"/>
                <a:ext cx="1550226" cy="1550226"/>
              </a:xfrm>
              <a:prstGeom prst="pie">
                <a:avLst>
                  <a:gd name="adj1" fmla="val 9000000"/>
                  <a:gd name="adj2" fmla="val 16200000"/>
                </a:avLst>
              </a:prstGeom>
              <a:solidFill>
                <a:schemeClr val="accent1"/>
              </a:solidFill>
              <a:ln w="101600"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3" name="타원 152"/>
              <p:cNvSpPr>
                <a:spLocks/>
              </p:cNvSpPr>
              <p:nvPr/>
            </p:nvSpPr>
            <p:spPr>
              <a:xfrm>
                <a:off x="2976474" y="1673356"/>
                <a:ext cx="1353115" cy="1353115"/>
              </a:xfrm>
              <a:prstGeom prst="ellipse">
                <a:avLst/>
              </a:prstGeom>
              <a:solidFill>
                <a:schemeClr val="bg2"/>
              </a:solidFill>
              <a:ln w="38100" cap="flat" cmpd="sng" algn="ctr">
                <a:solidFill>
                  <a:srgbClr val="000000">
                    <a:alpha val="10000"/>
                  </a:srgb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ts val="2000"/>
                  </a:lnSpc>
                </a:pPr>
                <a:endParaRPr lang="en-US" altLang="ko-KR" sz="8000" dirty="0">
                  <a:gradFill>
                    <a:gsLst>
                      <a:gs pos="0">
                        <a:schemeClr val="tx2"/>
                      </a:gs>
                      <a:gs pos="100000">
                        <a:schemeClr val="tx2"/>
                      </a:gs>
                    </a:gsLst>
                    <a:lin ang="5400000" scaled="0"/>
                  </a:gradFill>
                  <a:latin typeface="Entypo" pitchFamily="50" charset="0"/>
                  <a:ea typeface="Roboto Light" pitchFamily="2" charset="0"/>
                  <a:cs typeface="Roboto Condensed Regular"/>
                </a:endParaRPr>
              </a:p>
            </p:txBody>
          </p:sp>
          <p:sp>
            <p:nvSpPr>
              <p:cNvPr id="154" name="TextBox 153"/>
              <p:cNvSpPr txBox="1"/>
              <p:nvPr/>
            </p:nvSpPr>
            <p:spPr>
              <a:xfrm>
                <a:off x="3197749" y="2327766"/>
                <a:ext cx="910564" cy="209207"/>
              </a:xfrm>
              <a:prstGeom prst="rect">
                <a:avLst/>
              </a:prstGeom>
              <a:noFill/>
            </p:spPr>
            <p:txBody>
              <a:bodyPr wrap="square" lIns="0" tIns="0" rIns="0" bIns="0" rtlCol="0">
                <a:noAutofit/>
              </a:bodyPr>
              <a:lstStyle/>
              <a:p>
                <a:pPr lvl="0" algn="ctr">
                  <a:spcAft>
                    <a:spcPts val="300"/>
                  </a:spcAft>
                </a:pPr>
                <a:r>
                  <a:rPr lang="nb-NO" sz="1200" b="1" dirty="0">
                    <a:gradFill>
                      <a:gsLst>
                        <a:gs pos="0">
                          <a:schemeClr val="tx2"/>
                        </a:gs>
                        <a:gs pos="100000">
                          <a:schemeClr val="tx2"/>
                        </a:gs>
                      </a:gsLst>
                      <a:lin ang="5400000" scaled="0"/>
                    </a:gradFill>
                    <a:latin typeface="Roboto Condensed Regular"/>
                    <a:ea typeface="Roboto Light" pitchFamily="2" charset="0"/>
                    <a:cs typeface="Roboto Condensed Regular"/>
                  </a:rPr>
                  <a:t>OPTION 1</a:t>
                </a:r>
                <a:endParaRPr lang="en-US" sz="1200" dirty="0">
                  <a:gradFill>
                    <a:gsLst>
                      <a:gs pos="0">
                        <a:schemeClr val="tx2"/>
                      </a:gs>
                      <a:gs pos="100000">
                        <a:schemeClr val="tx2"/>
                      </a:gs>
                    </a:gsLst>
                    <a:lin ang="5400000" scaled="0"/>
                  </a:gradFill>
                  <a:latin typeface="Roboto Condensed Regular"/>
                  <a:cs typeface="Roboto Condensed Regular"/>
                </a:endParaRPr>
              </a:p>
            </p:txBody>
          </p:sp>
          <p:sp>
            <p:nvSpPr>
              <p:cNvPr id="155" name="TextBox 154"/>
              <p:cNvSpPr txBox="1">
                <a:spLocks/>
              </p:cNvSpPr>
              <p:nvPr/>
            </p:nvSpPr>
            <p:spPr>
              <a:xfrm>
                <a:off x="3195414" y="2535752"/>
                <a:ext cx="915234" cy="318415"/>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grpSp>
        <p:sp>
          <p:nvSpPr>
            <p:cNvPr id="150" name="Freeform 48"/>
            <p:cNvSpPr>
              <a:spLocks noEditPoints="1"/>
            </p:cNvSpPr>
            <p:nvPr/>
          </p:nvSpPr>
          <p:spPr bwMode="auto">
            <a:xfrm>
              <a:off x="3482785" y="1787649"/>
              <a:ext cx="340492" cy="498208"/>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56" name="그룹 155"/>
          <p:cNvGrpSpPr/>
          <p:nvPr/>
        </p:nvGrpSpPr>
        <p:grpSpPr>
          <a:xfrm>
            <a:off x="2725311" y="1738085"/>
            <a:ext cx="1550226" cy="1550226"/>
            <a:chOff x="4736991" y="1574800"/>
            <a:chExt cx="1550226" cy="1550226"/>
          </a:xfrm>
        </p:grpSpPr>
        <p:grpSp>
          <p:nvGrpSpPr>
            <p:cNvPr id="157" name="그룹 43"/>
            <p:cNvGrpSpPr/>
            <p:nvPr/>
          </p:nvGrpSpPr>
          <p:grpSpPr>
            <a:xfrm>
              <a:off x="4736991" y="1574800"/>
              <a:ext cx="1550226" cy="1550226"/>
              <a:chOff x="4736991" y="1574800"/>
              <a:chExt cx="1550226" cy="1550226"/>
            </a:xfrm>
          </p:grpSpPr>
          <p:sp>
            <p:nvSpPr>
              <p:cNvPr id="159" name="타원 158"/>
              <p:cNvSpPr/>
              <p:nvPr/>
            </p:nvSpPr>
            <p:spPr>
              <a:xfrm>
                <a:off x="4736991" y="1574800"/>
                <a:ext cx="1550226" cy="1550226"/>
              </a:xfrm>
              <a:prstGeom prst="ellipse">
                <a:avLst/>
              </a:prstGeom>
              <a:solidFill>
                <a:schemeClr val="accent6">
                  <a:lumMod val="85000"/>
                </a:schemeClr>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60" name="원형 159"/>
              <p:cNvSpPr/>
              <p:nvPr/>
            </p:nvSpPr>
            <p:spPr>
              <a:xfrm>
                <a:off x="4736991" y="1574800"/>
                <a:ext cx="1550226" cy="1550226"/>
              </a:xfrm>
              <a:prstGeom prst="pie">
                <a:avLst>
                  <a:gd name="adj1" fmla="val 12360000"/>
                  <a:gd name="adj2" fmla="val 16200000"/>
                </a:avLst>
              </a:prstGeom>
              <a:solidFill>
                <a:schemeClr val="accent1"/>
              </a:solidFill>
              <a:ln w="101600"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61" name="타원 160"/>
              <p:cNvSpPr>
                <a:spLocks/>
              </p:cNvSpPr>
              <p:nvPr/>
            </p:nvSpPr>
            <p:spPr>
              <a:xfrm>
                <a:off x="4835547" y="1673356"/>
                <a:ext cx="1353115" cy="1353115"/>
              </a:xfrm>
              <a:prstGeom prst="ellipse">
                <a:avLst/>
              </a:prstGeom>
              <a:solidFill>
                <a:schemeClr val="bg2"/>
              </a:solidFill>
              <a:ln w="38100" cap="flat" cmpd="sng" algn="ctr">
                <a:solidFill>
                  <a:srgbClr val="000000">
                    <a:alpha val="10000"/>
                  </a:srgb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ts val="2000"/>
                  </a:lnSpc>
                </a:pPr>
                <a:endParaRPr lang="en-US" altLang="ko-KR" sz="8000" dirty="0">
                  <a:gradFill>
                    <a:gsLst>
                      <a:gs pos="0">
                        <a:schemeClr val="tx2"/>
                      </a:gs>
                      <a:gs pos="100000">
                        <a:schemeClr val="tx2"/>
                      </a:gs>
                    </a:gsLst>
                    <a:lin ang="5400000" scaled="0"/>
                  </a:gradFill>
                  <a:latin typeface="Entypo" pitchFamily="50" charset="0"/>
                  <a:ea typeface="Roboto Light" pitchFamily="2" charset="0"/>
                  <a:cs typeface="Roboto Condensed Regular"/>
                </a:endParaRPr>
              </a:p>
            </p:txBody>
          </p:sp>
          <p:sp>
            <p:nvSpPr>
              <p:cNvPr id="162" name="TextBox 161"/>
              <p:cNvSpPr txBox="1"/>
              <p:nvPr/>
            </p:nvSpPr>
            <p:spPr>
              <a:xfrm>
                <a:off x="5056822" y="2327766"/>
                <a:ext cx="910564" cy="209207"/>
              </a:xfrm>
              <a:prstGeom prst="rect">
                <a:avLst/>
              </a:prstGeom>
              <a:noFill/>
            </p:spPr>
            <p:txBody>
              <a:bodyPr wrap="square" lIns="0" tIns="0" rIns="0" bIns="0" rtlCol="0">
                <a:noAutofit/>
              </a:bodyPr>
              <a:lstStyle/>
              <a:p>
                <a:pPr algn="ctr">
                  <a:spcAft>
                    <a:spcPts val="300"/>
                  </a:spcAft>
                </a:pPr>
                <a:r>
                  <a:rPr lang="nb-NO" sz="1200" b="1" dirty="0">
                    <a:gradFill>
                      <a:gsLst>
                        <a:gs pos="0">
                          <a:schemeClr val="tx2"/>
                        </a:gs>
                        <a:gs pos="100000">
                          <a:schemeClr val="tx2"/>
                        </a:gs>
                      </a:gsLst>
                      <a:lin ang="5400000" scaled="0"/>
                    </a:gradFill>
                    <a:latin typeface="Roboto Condensed Regular"/>
                    <a:ea typeface="Roboto Light" pitchFamily="2" charset="0"/>
                    <a:cs typeface="Roboto Condensed Regular"/>
                  </a:rPr>
                  <a:t>OPTION 1</a:t>
                </a:r>
                <a:endParaRPr lang="en-US" sz="1200" b="1" dirty="0">
                  <a:gradFill>
                    <a:gsLst>
                      <a:gs pos="0">
                        <a:schemeClr val="tx2"/>
                      </a:gs>
                      <a:gs pos="100000">
                        <a:schemeClr val="tx2"/>
                      </a:gs>
                    </a:gsLst>
                    <a:lin ang="5400000" scaled="0"/>
                  </a:gradFill>
                  <a:latin typeface="Roboto Condensed Regular"/>
                  <a:ea typeface="Roboto Light" pitchFamily="2" charset="0"/>
                  <a:cs typeface="Roboto Condensed Regular"/>
                </a:endParaRPr>
              </a:p>
            </p:txBody>
          </p:sp>
          <p:sp>
            <p:nvSpPr>
              <p:cNvPr id="163" name="TextBox 162"/>
              <p:cNvSpPr txBox="1">
                <a:spLocks/>
              </p:cNvSpPr>
              <p:nvPr/>
            </p:nvSpPr>
            <p:spPr>
              <a:xfrm>
                <a:off x="5054487" y="2535752"/>
                <a:ext cx="915234" cy="318415"/>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grpSp>
        <p:sp>
          <p:nvSpPr>
            <p:cNvPr id="158" name="Freeform 50"/>
            <p:cNvSpPr>
              <a:spLocks noEditPoints="1"/>
            </p:cNvSpPr>
            <p:nvPr/>
          </p:nvSpPr>
          <p:spPr bwMode="auto">
            <a:xfrm>
              <a:off x="5343490" y="1834350"/>
              <a:ext cx="337227" cy="424752"/>
            </a:xfrm>
            <a:custGeom>
              <a:avLst/>
              <a:gdLst/>
              <a:ahLst/>
              <a:cxnLst>
                <a:cxn ang="0">
                  <a:pos x="187" y="135"/>
                </a:cxn>
                <a:cxn ang="0">
                  <a:pos x="44" y="135"/>
                </a:cxn>
                <a:cxn ang="0">
                  <a:pos x="44" y="156"/>
                </a:cxn>
                <a:cxn ang="0">
                  <a:pos x="187" y="156"/>
                </a:cxn>
                <a:cxn ang="0">
                  <a:pos x="187" y="135"/>
                </a:cxn>
                <a:cxn ang="0">
                  <a:pos x="187" y="95"/>
                </a:cxn>
                <a:cxn ang="0">
                  <a:pos x="44" y="95"/>
                </a:cxn>
                <a:cxn ang="0">
                  <a:pos x="44" y="115"/>
                </a:cxn>
                <a:cxn ang="0">
                  <a:pos x="187" y="115"/>
                </a:cxn>
                <a:cxn ang="0">
                  <a:pos x="187" y="95"/>
                </a:cxn>
                <a:cxn ang="0">
                  <a:pos x="187" y="54"/>
                </a:cxn>
                <a:cxn ang="0">
                  <a:pos x="44" y="54"/>
                </a:cxn>
                <a:cxn ang="0">
                  <a:pos x="44" y="75"/>
                </a:cxn>
                <a:cxn ang="0">
                  <a:pos x="187" y="75"/>
                </a:cxn>
                <a:cxn ang="0">
                  <a:pos x="187" y="54"/>
                </a:cxn>
                <a:cxn ang="0">
                  <a:pos x="44" y="196"/>
                </a:cxn>
                <a:cxn ang="0">
                  <a:pos x="116" y="196"/>
                </a:cxn>
                <a:cxn ang="0">
                  <a:pos x="116" y="176"/>
                </a:cxn>
                <a:cxn ang="0">
                  <a:pos x="44" y="176"/>
                </a:cxn>
                <a:cxn ang="0">
                  <a:pos x="44" y="196"/>
                </a:cxn>
                <a:cxn ang="0">
                  <a:pos x="233" y="29"/>
                </a:cxn>
                <a:cxn ang="0">
                  <a:pos x="233" y="0"/>
                </a:cxn>
                <a:cxn ang="0">
                  <a:pos x="0" y="0"/>
                </a:cxn>
                <a:cxn ang="0">
                  <a:pos x="0" y="301"/>
                </a:cxn>
                <a:cxn ang="0">
                  <a:pos x="29" y="301"/>
                </a:cxn>
                <a:cxn ang="0">
                  <a:pos x="29" y="330"/>
                </a:cxn>
                <a:cxn ang="0">
                  <a:pos x="262" y="330"/>
                </a:cxn>
                <a:cxn ang="0">
                  <a:pos x="262" y="29"/>
                </a:cxn>
                <a:cxn ang="0">
                  <a:pos x="233" y="29"/>
                </a:cxn>
                <a:cxn ang="0">
                  <a:pos x="15" y="286"/>
                </a:cxn>
                <a:cxn ang="0">
                  <a:pos x="15" y="16"/>
                </a:cxn>
                <a:cxn ang="0">
                  <a:pos x="216" y="16"/>
                </a:cxn>
                <a:cxn ang="0">
                  <a:pos x="216" y="216"/>
                </a:cxn>
                <a:cxn ang="0">
                  <a:pos x="148" y="216"/>
                </a:cxn>
                <a:cxn ang="0">
                  <a:pos x="148" y="286"/>
                </a:cxn>
                <a:cxn ang="0">
                  <a:pos x="15" y="286"/>
                </a:cxn>
                <a:cxn ang="0">
                  <a:pos x="245" y="315"/>
                </a:cxn>
                <a:cxn ang="0">
                  <a:pos x="44" y="315"/>
                </a:cxn>
                <a:cxn ang="0">
                  <a:pos x="44" y="301"/>
                </a:cxn>
                <a:cxn ang="0">
                  <a:pos x="155" y="301"/>
                </a:cxn>
                <a:cxn ang="0">
                  <a:pos x="233" y="225"/>
                </a:cxn>
                <a:cxn ang="0">
                  <a:pos x="233" y="45"/>
                </a:cxn>
                <a:cxn ang="0">
                  <a:pos x="245" y="45"/>
                </a:cxn>
                <a:cxn ang="0">
                  <a:pos x="245" y="315"/>
                </a:cxn>
              </a:cxnLst>
              <a:rect l="0" t="0" r="r" b="b"/>
              <a:pathLst>
                <a:path w="262" h="330">
                  <a:moveTo>
                    <a:pt x="187" y="135"/>
                  </a:moveTo>
                  <a:lnTo>
                    <a:pt x="44" y="135"/>
                  </a:lnTo>
                  <a:lnTo>
                    <a:pt x="44" y="156"/>
                  </a:lnTo>
                  <a:lnTo>
                    <a:pt x="187" y="156"/>
                  </a:lnTo>
                  <a:lnTo>
                    <a:pt x="187" y="135"/>
                  </a:lnTo>
                  <a:close/>
                  <a:moveTo>
                    <a:pt x="187" y="95"/>
                  </a:moveTo>
                  <a:lnTo>
                    <a:pt x="44" y="95"/>
                  </a:lnTo>
                  <a:lnTo>
                    <a:pt x="44" y="115"/>
                  </a:lnTo>
                  <a:lnTo>
                    <a:pt x="187" y="115"/>
                  </a:lnTo>
                  <a:lnTo>
                    <a:pt x="187" y="95"/>
                  </a:lnTo>
                  <a:close/>
                  <a:moveTo>
                    <a:pt x="187" y="54"/>
                  </a:moveTo>
                  <a:lnTo>
                    <a:pt x="44" y="54"/>
                  </a:lnTo>
                  <a:lnTo>
                    <a:pt x="44" y="75"/>
                  </a:lnTo>
                  <a:lnTo>
                    <a:pt x="187" y="75"/>
                  </a:lnTo>
                  <a:lnTo>
                    <a:pt x="187" y="54"/>
                  </a:lnTo>
                  <a:close/>
                  <a:moveTo>
                    <a:pt x="44" y="196"/>
                  </a:moveTo>
                  <a:lnTo>
                    <a:pt x="116" y="196"/>
                  </a:lnTo>
                  <a:lnTo>
                    <a:pt x="116" y="176"/>
                  </a:lnTo>
                  <a:lnTo>
                    <a:pt x="44" y="176"/>
                  </a:lnTo>
                  <a:lnTo>
                    <a:pt x="44" y="196"/>
                  </a:lnTo>
                  <a:close/>
                  <a:moveTo>
                    <a:pt x="233" y="29"/>
                  </a:moveTo>
                  <a:lnTo>
                    <a:pt x="233" y="0"/>
                  </a:lnTo>
                  <a:lnTo>
                    <a:pt x="0" y="0"/>
                  </a:lnTo>
                  <a:lnTo>
                    <a:pt x="0" y="301"/>
                  </a:lnTo>
                  <a:lnTo>
                    <a:pt x="29" y="301"/>
                  </a:lnTo>
                  <a:lnTo>
                    <a:pt x="29" y="330"/>
                  </a:lnTo>
                  <a:lnTo>
                    <a:pt x="262" y="330"/>
                  </a:lnTo>
                  <a:lnTo>
                    <a:pt x="262" y="29"/>
                  </a:lnTo>
                  <a:lnTo>
                    <a:pt x="233" y="29"/>
                  </a:lnTo>
                  <a:close/>
                  <a:moveTo>
                    <a:pt x="15" y="286"/>
                  </a:moveTo>
                  <a:lnTo>
                    <a:pt x="15" y="16"/>
                  </a:lnTo>
                  <a:lnTo>
                    <a:pt x="216" y="16"/>
                  </a:lnTo>
                  <a:lnTo>
                    <a:pt x="216" y="216"/>
                  </a:lnTo>
                  <a:lnTo>
                    <a:pt x="148" y="216"/>
                  </a:lnTo>
                  <a:lnTo>
                    <a:pt x="148" y="286"/>
                  </a:lnTo>
                  <a:lnTo>
                    <a:pt x="15" y="286"/>
                  </a:lnTo>
                  <a:close/>
                  <a:moveTo>
                    <a:pt x="245" y="315"/>
                  </a:moveTo>
                  <a:lnTo>
                    <a:pt x="44" y="315"/>
                  </a:lnTo>
                  <a:lnTo>
                    <a:pt x="44" y="301"/>
                  </a:lnTo>
                  <a:lnTo>
                    <a:pt x="155" y="301"/>
                  </a:lnTo>
                  <a:lnTo>
                    <a:pt x="233" y="225"/>
                  </a:lnTo>
                  <a:lnTo>
                    <a:pt x="233" y="45"/>
                  </a:lnTo>
                  <a:lnTo>
                    <a:pt x="245" y="45"/>
                  </a:lnTo>
                  <a:lnTo>
                    <a:pt x="245" y="315"/>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64" name="그룹 163"/>
          <p:cNvGrpSpPr/>
          <p:nvPr/>
        </p:nvGrpSpPr>
        <p:grpSpPr>
          <a:xfrm>
            <a:off x="4584383" y="1738085"/>
            <a:ext cx="1550226" cy="1550226"/>
            <a:chOff x="6596063" y="1574800"/>
            <a:chExt cx="1550226" cy="1550226"/>
          </a:xfrm>
        </p:grpSpPr>
        <p:grpSp>
          <p:nvGrpSpPr>
            <p:cNvPr id="165" name="그룹 44"/>
            <p:cNvGrpSpPr/>
            <p:nvPr/>
          </p:nvGrpSpPr>
          <p:grpSpPr>
            <a:xfrm>
              <a:off x="6596063" y="1574800"/>
              <a:ext cx="1550226" cy="1550226"/>
              <a:chOff x="6596063" y="1574800"/>
              <a:chExt cx="1550226" cy="1550226"/>
            </a:xfrm>
          </p:grpSpPr>
          <p:sp>
            <p:nvSpPr>
              <p:cNvPr id="167" name="타원 166"/>
              <p:cNvSpPr/>
              <p:nvPr/>
            </p:nvSpPr>
            <p:spPr>
              <a:xfrm>
                <a:off x="6596063" y="1574800"/>
                <a:ext cx="1550226" cy="1550226"/>
              </a:xfrm>
              <a:prstGeom prst="ellipse">
                <a:avLst/>
              </a:prstGeom>
              <a:solidFill>
                <a:schemeClr val="accent6">
                  <a:lumMod val="85000"/>
                </a:schemeClr>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68" name="원형 167"/>
              <p:cNvSpPr/>
              <p:nvPr/>
            </p:nvSpPr>
            <p:spPr>
              <a:xfrm>
                <a:off x="6596063" y="1574800"/>
                <a:ext cx="1550226" cy="1550226"/>
              </a:xfrm>
              <a:prstGeom prst="pie">
                <a:avLst>
                  <a:gd name="adj1" fmla="val 6480000"/>
                  <a:gd name="adj2" fmla="val 16200000"/>
                </a:avLst>
              </a:prstGeom>
              <a:solidFill>
                <a:schemeClr val="accent1"/>
              </a:solidFill>
              <a:ln w="101600"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69" name="타원 168"/>
              <p:cNvSpPr>
                <a:spLocks/>
              </p:cNvSpPr>
              <p:nvPr/>
            </p:nvSpPr>
            <p:spPr>
              <a:xfrm>
                <a:off x="6694619" y="1673356"/>
                <a:ext cx="1353115" cy="1353115"/>
              </a:xfrm>
              <a:prstGeom prst="ellipse">
                <a:avLst/>
              </a:prstGeom>
              <a:solidFill>
                <a:schemeClr val="bg2"/>
              </a:solidFill>
              <a:ln w="38100" cap="flat" cmpd="sng" algn="ctr">
                <a:solidFill>
                  <a:srgbClr val="000000">
                    <a:alpha val="10000"/>
                  </a:srgb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ts val="2000"/>
                  </a:lnSpc>
                </a:pPr>
                <a:endParaRPr lang="en-US" altLang="ko-KR" sz="8000" dirty="0">
                  <a:gradFill>
                    <a:gsLst>
                      <a:gs pos="0">
                        <a:schemeClr val="tx2"/>
                      </a:gs>
                      <a:gs pos="100000">
                        <a:schemeClr val="tx2"/>
                      </a:gs>
                    </a:gsLst>
                    <a:lin ang="5400000" scaled="0"/>
                  </a:gradFill>
                  <a:latin typeface="Entypo" pitchFamily="50" charset="0"/>
                  <a:ea typeface="Roboto Light" pitchFamily="2" charset="0"/>
                  <a:cs typeface="Roboto Condensed Regular"/>
                </a:endParaRPr>
              </a:p>
            </p:txBody>
          </p:sp>
          <p:sp>
            <p:nvSpPr>
              <p:cNvPr id="170" name="TextBox 169"/>
              <p:cNvSpPr txBox="1"/>
              <p:nvPr/>
            </p:nvSpPr>
            <p:spPr>
              <a:xfrm>
                <a:off x="6915894" y="2327766"/>
                <a:ext cx="910564" cy="209207"/>
              </a:xfrm>
              <a:prstGeom prst="rect">
                <a:avLst/>
              </a:prstGeom>
              <a:noFill/>
            </p:spPr>
            <p:txBody>
              <a:bodyPr wrap="square" lIns="0" tIns="0" rIns="0" bIns="0" rtlCol="0">
                <a:noAutofit/>
              </a:bodyPr>
              <a:lstStyle/>
              <a:p>
                <a:pPr algn="ctr">
                  <a:spcAft>
                    <a:spcPts val="300"/>
                  </a:spcAft>
                </a:pPr>
                <a:r>
                  <a:rPr lang="nb-NO" sz="1200" b="1" dirty="0">
                    <a:gradFill>
                      <a:gsLst>
                        <a:gs pos="0">
                          <a:schemeClr val="tx2"/>
                        </a:gs>
                        <a:gs pos="100000">
                          <a:schemeClr val="tx2"/>
                        </a:gs>
                      </a:gsLst>
                      <a:lin ang="5400000" scaled="0"/>
                    </a:gradFill>
                    <a:latin typeface="Roboto Condensed Regular"/>
                    <a:ea typeface="Roboto Light" pitchFamily="2" charset="0"/>
                    <a:cs typeface="Roboto Condensed Regular"/>
                  </a:rPr>
                  <a:t>OPTION 1</a:t>
                </a:r>
                <a:endParaRPr lang="en-US" sz="1200" b="1" dirty="0">
                  <a:gradFill>
                    <a:gsLst>
                      <a:gs pos="0">
                        <a:schemeClr val="tx2"/>
                      </a:gs>
                      <a:gs pos="100000">
                        <a:schemeClr val="tx2"/>
                      </a:gs>
                    </a:gsLst>
                    <a:lin ang="5400000" scaled="0"/>
                  </a:gradFill>
                  <a:latin typeface="Roboto Condensed Regular"/>
                  <a:ea typeface="Roboto Light" pitchFamily="2" charset="0"/>
                  <a:cs typeface="Roboto Condensed Regular"/>
                </a:endParaRPr>
              </a:p>
            </p:txBody>
          </p:sp>
          <p:sp>
            <p:nvSpPr>
              <p:cNvPr id="171" name="TextBox 170"/>
              <p:cNvSpPr txBox="1">
                <a:spLocks/>
              </p:cNvSpPr>
              <p:nvPr/>
            </p:nvSpPr>
            <p:spPr>
              <a:xfrm>
                <a:off x="6913559" y="2535752"/>
                <a:ext cx="915234" cy="318415"/>
              </a:xfrm>
              <a:prstGeom prst="rect">
                <a:avLst/>
              </a:prstGeom>
              <a:noFill/>
            </p:spPr>
            <p:txBody>
              <a:bodyPr wrap="square" lIns="0" tIns="0" rIns="0" bIns="0" rtlCol="0">
                <a:noAutofit/>
              </a:bodyPr>
              <a:lstStyle/>
              <a:p>
                <a:pPr lvl="0"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Donec lacus nunc, viverra nec, blandit vel, egestas et, augue. Vestibulum tincidunt.</a:t>
                </a:r>
              </a:p>
            </p:txBody>
          </p:sp>
        </p:grpSp>
        <p:sp>
          <p:nvSpPr>
            <p:cNvPr id="166" name="Freeform 57"/>
            <p:cNvSpPr>
              <a:spLocks noEditPoints="1"/>
            </p:cNvSpPr>
            <p:nvPr/>
          </p:nvSpPr>
          <p:spPr bwMode="auto">
            <a:xfrm>
              <a:off x="7160389" y="1841586"/>
              <a:ext cx="404619" cy="419023"/>
            </a:xfrm>
            <a:custGeom>
              <a:avLst/>
              <a:gdLst/>
              <a:ahLst/>
              <a:cxnLst>
                <a:cxn ang="0">
                  <a:pos x="142" y="175"/>
                </a:cxn>
                <a:cxn ang="0">
                  <a:pos x="147" y="179"/>
                </a:cxn>
                <a:cxn ang="0">
                  <a:pos x="203" y="210"/>
                </a:cxn>
                <a:cxn ang="0">
                  <a:pos x="202" y="146"/>
                </a:cxn>
                <a:cxn ang="0">
                  <a:pos x="200" y="140"/>
                </a:cxn>
                <a:cxn ang="0">
                  <a:pos x="194" y="130"/>
                </a:cxn>
                <a:cxn ang="0">
                  <a:pos x="136" y="165"/>
                </a:cxn>
                <a:cxn ang="0">
                  <a:pos x="142" y="175"/>
                </a:cxn>
                <a:cxn ang="0">
                  <a:pos x="175" y="130"/>
                </a:cxn>
                <a:cxn ang="0">
                  <a:pos x="189" y="122"/>
                </a:cxn>
                <a:cxn ang="0">
                  <a:pos x="129" y="23"/>
                </a:cxn>
                <a:cxn ang="0">
                  <a:pos x="115" y="32"/>
                </a:cxn>
                <a:cxn ang="0">
                  <a:pos x="175" y="130"/>
                </a:cxn>
                <a:cxn ang="0">
                  <a:pos x="169" y="134"/>
                </a:cxn>
                <a:cxn ang="0">
                  <a:pos x="109" y="36"/>
                </a:cxn>
                <a:cxn ang="0">
                  <a:pos x="92" y="46"/>
                </a:cxn>
                <a:cxn ang="0">
                  <a:pos x="151" y="145"/>
                </a:cxn>
                <a:cxn ang="0">
                  <a:pos x="169" y="134"/>
                </a:cxn>
                <a:cxn ang="0">
                  <a:pos x="72" y="58"/>
                </a:cxn>
                <a:cxn ang="0">
                  <a:pos x="131" y="157"/>
                </a:cxn>
                <a:cxn ang="0">
                  <a:pos x="145" y="148"/>
                </a:cxn>
                <a:cxn ang="0">
                  <a:pos x="86" y="50"/>
                </a:cxn>
                <a:cxn ang="0">
                  <a:pos x="72" y="58"/>
                </a:cxn>
                <a:cxn ang="0">
                  <a:pos x="67" y="50"/>
                </a:cxn>
                <a:cxn ang="0">
                  <a:pos x="124" y="15"/>
                </a:cxn>
                <a:cxn ang="0">
                  <a:pos x="120" y="8"/>
                </a:cxn>
                <a:cxn ang="0">
                  <a:pos x="102" y="4"/>
                </a:cxn>
                <a:cxn ang="0">
                  <a:pos x="67" y="25"/>
                </a:cxn>
                <a:cxn ang="0">
                  <a:pos x="62" y="43"/>
                </a:cxn>
                <a:cxn ang="0">
                  <a:pos x="67" y="50"/>
                </a:cxn>
                <a:cxn ang="0">
                  <a:pos x="0" y="210"/>
                </a:cxn>
                <a:cxn ang="0">
                  <a:pos x="155" y="210"/>
                </a:cxn>
                <a:cxn ang="0">
                  <a:pos x="155" y="198"/>
                </a:cxn>
                <a:cxn ang="0">
                  <a:pos x="0" y="198"/>
                </a:cxn>
                <a:cxn ang="0">
                  <a:pos x="0" y="210"/>
                </a:cxn>
              </a:cxnLst>
              <a:rect l="0" t="0" r="r" b="b"/>
              <a:pathLst>
                <a:path w="203" h="210">
                  <a:moveTo>
                    <a:pt x="142" y="175"/>
                  </a:moveTo>
                  <a:cubicBezTo>
                    <a:pt x="143" y="177"/>
                    <a:pt x="145" y="178"/>
                    <a:pt x="147" y="179"/>
                  </a:cubicBezTo>
                  <a:cubicBezTo>
                    <a:pt x="203" y="210"/>
                    <a:pt x="203" y="210"/>
                    <a:pt x="203" y="210"/>
                  </a:cubicBezTo>
                  <a:cubicBezTo>
                    <a:pt x="202" y="146"/>
                    <a:pt x="202" y="146"/>
                    <a:pt x="202" y="146"/>
                  </a:cubicBezTo>
                  <a:cubicBezTo>
                    <a:pt x="202" y="144"/>
                    <a:pt x="201" y="142"/>
                    <a:pt x="200" y="140"/>
                  </a:cubicBezTo>
                  <a:cubicBezTo>
                    <a:pt x="194" y="130"/>
                    <a:pt x="194" y="130"/>
                    <a:pt x="194" y="130"/>
                  </a:cubicBezTo>
                  <a:cubicBezTo>
                    <a:pt x="136" y="165"/>
                    <a:pt x="136" y="165"/>
                    <a:pt x="136" y="165"/>
                  </a:cubicBezTo>
                  <a:lnTo>
                    <a:pt x="142" y="175"/>
                  </a:lnTo>
                  <a:close/>
                  <a:moveTo>
                    <a:pt x="175" y="130"/>
                  </a:moveTo>
                  <a:cubicBezTo>
                    <a:pt x="189" y="122"/>
                    <a:pt x="189" y="122"/>
                    <a:pt x="189" y="122"/>
                  </a:cubicBezTo>
                  <a:cubicBezTo>
                    <a:pt x="129" y="23"/>
                    <a:pt x="129" y="23"/>
                    <a:pt x="129" y="23"/>
                  </a:cubicBezTo>
                  <a:cubicBezTo>
                    <a:pt x="115" y="32"/>
                    <a:pt x="115" y="32"/>
                    <a:pt x="115" y="32"/>
                  </a:cubicBezTo>
                  <a:lnTo>
                    <a:pt x="175" y="130"/>
                  </a:lnTo>
                  <a:close/>
                  <a:moveTo>
                    <a:pt x="169" y="134"/>
                  </a:moveTo>
                  <a:cubicBezTo>
                    <a:pt x="109" y="36"/>
                    <a:pt x="109" y="36"/>
                    <a:pt x="109" y="36"/>
                  </a:cubicBezTo>
                  <a:cubicBezTo>
                    <a:pt x="92" y="46"/>
                    <a:pt x="92" y="46"/>
                    <a:pt x="92" y="46"/>
                  </a:cubicBezTo>
                  <a:cubicBezTo>
                    <a:pt x="151" y="145"/>
                    <a:pt x="151" y="145"/>
                    <a:pt x="151" y="145"/>
                  </a:cubicBezTo>
                  <a:lnTo>
                    <a:pt x="169" y="134"/>
                  </a:lnTo>
                  <a:close/>
                  <a:moveTo>
                    <a:pt x="72" y="58"/>
                  </a:moveTo>
                  <a:cubicBezTo>
                    <a:pt x="131" y="157"/>
                    <a:pt x="131" y="157"/>
                    <a:pt x="131" y="157"/>
                  </a:cubicBezTo>
                  <a:cubicBezTo>
                    <a:pt x="145" y="148"/>
                    <a:pt x="145" y="148"/>
                    <a:pt x="145" y="148"/>
                  </a:cubicBezTo>
                  <a:cubicBezTo>
                    <a:pt x="86" y="50"/>
                    <a:pt x="86" y="50"/>
                    <a:pt x="86" y="50"/>
                  </a:cubicBezTo>
                  <a:lnTo>
                    <a:pt x="72" y="58"/>
                  </a:lnTo>
                  <a:close/>
                  <a:moveTo>
                    <a:pt x="67" y="50"/>
                  </a:moveTo>
                  <a:cubicBezTo>
                    <a:pt x="124" y="15"/>
                    <a:pt x="124" y="15"/>
                    <a:pt x="124" y="15"/>
                  </a:cubicBezTo>
                  <a:cubicBezTo>
                    <a:pt x="120" y="8"/>
                    <a:pt x="120" y="8"/>
                    <a:pt x="120" y="8"/>
                  </a:cubicBezTo>
                  <a:cubicBezTo>
                    <a:pt x="116" y="2"/>
                    <a:pt x="108" y="0"/>
                    <a:pt x="102" y="4"/>
                  </a:cubicBezTo>
                  <a:cubicBezTo>
                    <a:pt x="67" y="25"/>
                    <a:pt x="67" y="25"/>
                    <a:pt x="67" y="25"/>
                  </a:cubicBezTo>
                  <a:cubicBezTo>
                    <a:pt x="61" y="29"/>
                    <a:pt x="59" y="37"/>
                    <a:pt x="62" y="43"/>
                  </a:cubicBezTo>
                  <a:lnTo>
                    <a:pt x="67" y="50"/>
                  </a:lnTo>
                  <a:close/>
                  <a:moveTo>
                    <a:pt x="0" y="210"/>
                  </a:moveTo>
                  <a:cubicBezTo>
                    <a:pt x="155" y="210"/>
                    <a:pt x="155" y="210"/>
                    <a:pt x="155" y="210"/>
                  </a:cubicBezTo>
                  <a:cubicBezTo>
                    <a:pt x="155" y="198"/>
                    <a:pt x="155" y="198"/>
                    <a:pt x="155" y="198"/>
                  </a:cubicBezTo>
                  <a:cubicBezTo>
                    <a:pt x="0" y="198"/>
                    <a:pt x="0" y="198"/>
                    <a:pt x="0" y="198"/>
                  </a:cubicBezTo>
                  <a:lnTo>
                    <a:pt x="0" y="21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17518551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148"/>
                                        </p:tgtEl>
                                        <p:attrNameLst>
                                          <p:attrName>style.visibility</p:attrName>
                                        </p:attrNameLst>
                                      </p:cBhvr>
                                      <p:to>
                                        <p:strVal val="visible"/>
                                      </p:to>
                                    </p:set>
                                    <p:anim calcmode="lin" valueType="num">
                                      <p:cBhvr>
                                        <p:cTn id="7" dur="500" fill="hold"/>
                                        <p:tgtEl>
                                          <p:spTgt spid="148"/>
                                        </p:tgtEl>
                                        <p:attrNameLst>
                                          <p:attrName>ppt_w</p:attrName>
                                        </p:attrNameLst>
                                      </p:cBhvr>
                                      <p:tavLst>
                                        <p:tav tm="0">
                                          <p:val>
                                            <p:fltVal val="0"/>
                                          </p:val>
                                        </p:tav>
                                        <p:tav tm="100000">
                                          <p:val>
                                            <p:strVal val="#ppt_w"/>
                                          </p:val>
                                        </p:tav>
                                      </p:tavLst>
                                    </p:anim>
                                    <p:anim calcmode="lin" valueType="num">
                                      <p:cBhvr>
                                        <p:cTn id="8" dur="500" fill="hold"/>
                                        <p:tgtEl>
                                          <p:spTgt spid="148"/>
                                        </p:tgtEl>
                                        <p:attrNameLst>
                                          <p:attrName>ppt_h</p:attrName>
                                        </p:attrNameLst>
                                      </p:cBhvr>
                                      <p:tavLst>
                                        <p:tav tm="0">
                                          <p:val>
                                            <p:fltVal val="0"/>
                                          </p:val>
                                        </p:tav>
                                        <p:tav tm="100000">
                                          <p:val>
                                            <p:strVal val="#ppt_h"/>
                                          </p:val>
                                        </p:tav>
                                      </p:tavLst>
                                    </p:anim>
                                    <p:animEffect transition="in" filter="fade">
                                      <p:cBhvr>
                                        <p:cTn id="9" dur="500"/>
                                        <p:tgtEl>
                                          <p:spTgt spid="148"/>
                                        </p:tgtEl>
                                      </p:cBhvr>
                                    </p:animEffect>
                                  </p:childTnLst>
                                </p:cTn>
                              </p:par>
                              <p:par>
                                <p:cTn id="10" presetID="47" presetClass="entr" presetSubtype="0" fill="hold" nodeType="withEffect">
                                  <p:stCondLst>
                                    <p:cond delay="0"/>
                                  </p:stCondLst>
                                  <p:childTnLst>
                                    <p:set>
                                      <p:cBhvr>
                                        <p:cTn id="11" dur="1" fill="hold">
                                          <p:stCondLst>
                                            <p:cond delay="0"/>
                                          </p:stCondLst>
                                        </p:cTn>
                                        <p:tgtEl>
                                          <p:spTgt spid="128"/>
                                        </p:tgtEl>
                                        <p:attrNameLst>
                                          <p:attrName>style.visibility</p:attrName>
                                        </p:attrNameLst>
                                      </p:cBhvr>
                                      <p:to>
                                        <p:strVal val="visible"/>
                                      </p:to>
                                    </p:set>
                                    <p:animEffect transition="in" filter="fade">
                                      <p:cBhvr>
                                        <p:cTn id="12" dur="500"/>
                                        <p:tgtEl>
                                          <p:spTgt spid="128"/>
                                        </p:tgtEl>
                                      </p:cBhvr>
                                    </p:animEffect>
                                    <p:anim calcmode="lin" valueType="num">
                                      <p:cBhvr>
                                        <p:cTn id="13" dur="500" fill="hold"/>
                                        <p:tgtEl>
                                          <p:spTgt spid="128"/>
                                        </p:tgtEl>
                                        <p:attrNameLst>
                                          <p:attrName>ppt_x</p:attrName>
                                        </p:attrNameLst>
                                      </p:cBhvr>
                                      <p:tavLst>
                                        <p:tav tm="0">
                                          <p:val>
                                            <p:strVal val="#ppt_x"/>
                                          </p:val>
                                        </p:tav>
                                        <p:tav tm="100000">
                                          <p:val>
                                            <p:strVal val="#ppt_x"/>
                                          </p:val>
                                        </p:tav>
                                      </p:tavLst>
                                    </p:anim>
                                    <p:anim calcmode="lin" valueType="num">
                                      <p:cBhvr>
                                        <p:cTn id="14" dur="500" fill="hold"/>
                                        <p:tgtEl>
                                          <p:spTgt spid="128"/>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7" presetClass="entr" presetSubtype="0" fill="hold" nodeType="afterEffect">
                                  <p:stCondLst>
                                    <p:cond delay="0"/>
                                  </p:stCondLst>
                                  <p:childTnLst>
                                    <p:set>
                                      <p:cBhvr>
                                        <p:cTn id="17" dur="1" fill="hold">
                                          <p:stCondLst>
                                            <p:cond delay="0"/>
                                          </p:stCondLst>
                                        </p:cTn>
                                        <p:tgtEl>
                                          <p:spTgt spid="124"/>
                                        </p:tgtEl>
                                        <p:attrNameLst>
                                          <p:attrName>style.visibility</p:attrName>
                                        </p:attrNameLst>
                                      </p:cBhvr>
                                      <p:to>
                                        <p:strVal val="visible"/>
                                      </p:to>
                                    </p:set>
                                    <p:animEffect transition="in" filter="fade">
                                      <p:cBhvr>
                                        <p:cTn id="18" dur="500"/>
                                        <p:tgtEl>
                                          <p:spTgt spid="124"/>
                                        </p:tgtEl>
                                      </p:cBhvr>
                                    </p:animEffect>
                                    <p:anim calcmode="lin" valueType="num">
                                      <p:cBhvr>
                                        <p:cTn id="19" dur="500" fill="hold"/>
                                        <p:tgtEl>
                                          <p:spTgt spid="124"/>
                                        </p:tgtEl>
                                        <p:attrNameLst>
                                          <p:attrName>ppt_x</p:attrName>
                                        </p:attrNameLst>
                                      </p:cBhvr>
                                      <p:tavLst>
                                        <p:tav tm="0">
                                          <p:val>
                                            <p:strVal val="#ppt_x"/>
                                          </p:val>
                                        </p:tav>
                                        <p:tav tm="100000">
                                          <p:val>
                                            <p:strVal val="#ppt_x"/>
                                          </p:val>
                                        </p:tav>
                                      </p:tavLst>
                                    </p:anim>
                                    <p:anim calcmode="lin" valueType="num">
                                      <p:cBhvr>
                                        <p:cTn id="20" dur="500" fill="hold"/>
                                        <p:tgtEl>
                                          <p:spTgt spid="124"/>
                                        </p:tgtEl>
                                        <p:attrNameLst>
                                          <p:attrName>ppt_y</p:attrName>
                                        </p:attrNameLst>
                                      </p:cBhvr>
                                      <p:tavLst>
                                        <p:tav tm="0">
                                          <p:val>
                                            <p:strVal val="#ppt_y-.1"/>
                                          </p:val>
                                        </p:tav>
                                        <p:tav tm="100000">
                                          <p:val>
                                            <p:strVal val="#ppt_y"/>
                                          </p:val>
                                        </p:tav>
                                      </p:tavLst>
                                    </p:anim>
                                  </p:childTnLst>
                                </p:cTn>
                              </p:par>
                            </p:childTnLst>
                          </p:cTn>
                        </p:par>
                        <p:par>
                          <p:cTn id="21" fill="hold">
                            <p:stCondLst>
                              <p:cond delay="1000"/>
                            </p:stCondLst>
                            <p:childTnLst>
                              <p:par>
                                <p:cTn id="22" presetID="53" presetClass="entr" presetSubtype="0" fill="hold" nodeType="afterEffect">
                                  <p:stCondLst>
                                    <p:cond delay="0"/>
                                  </p:stCondLst>
                                  <p:childTnLst>
                                    <p:set>
                                      <p:cBhvr>
                                        <p:cTn id="23" dur="1" fill="hold">
                                          <p:stCondLst>
                                            <p:cond delay="0"/>
                                          </p:stCondLst>
                                        </p:cTn>
                                        <p:tgtEl>
                                          <p:spTgt spid="156"/>
                                        </p:tgtEl>
                                        <p:attrNameLst>
                                          <p:attrName>style.visibility</p:attrName>
                                        </p:attrNameLst>
                                      </p:cBhvr>
                                      <p:to>
                                        <p:strVal val="visible"/>
                                      </p:to>
                                    </p:set>
                                    <p:anim calcmode="lin" valueType="num">
                                      <p:cBhvr>
                                        <p:cTn id="24" dur="500" fill="hold"/>
                                        <p:tgtEl>
                                          <p:spTgt spid="156"/>
                                        </p:tgtEl>
                                        <p:attrNameLst>
                                          <p:attrName>ppt_w</p:attrName>
                                        </p:attrNameLst>
                                      </p:cBhvr>
                                      <p:tavLst>
                                        <p:tav tm="0">
                                          <p:val>
                                            <p:fltVal val="0"/>
                                          </p:val>
                                        </p:tav>
                                        <p:tav tm="100000">
                                          <p:val>
                                            <p:strVal val="#ppt_w"/>
                                          </p:val>
                                        </p:tav>
                                      </p:tavLst>
                                    </p:anim>
                                    <p:anim calcmode="lin" valueType="num">
                                      <p:cBhvr>
                                        <p:cTn id="25" dur="500" fill="hold"/>
                                        <p:tgtEl>
                                          <p:spTgt spid="156"/>
                                        </p:tgtEl>
                                        <p:attrNameLst>
                                          <p:attrName>ppt_h</p:attrName>
                                        </p:attrNameLst>
                                      </p:cBhvr>
                                      <p:tavLst>
                                        <p:tav tm="0">
                                          <p:val>
                                            <p:fltVal val="0"/>
                                          </p:val>
                                        </p:tav>
                                        <p:tav tm="100000">
                                          <p:val>
                                            <p:strVal val="#ppt_h"/>
                                          </p:val>
                                        </p:tav>
                                      </p:tavLst>
                                    </p:anim>
                                    <p:animEffect transition="in" filter="fade">
                                      <p:cBhvr>
                                        <p:cTn id="26" dur="500"/>
                                        <p:tgtEl>
                                          <p:spTgt spid="156"/>
                                        </p:tgtEl>
                                      </p:cBhvr>
                                    </p:animEffect>
                                  </p:childTnLst>
                                </p:cTn>
                              </p:par>
                              <p:par>
                                <p:cTn id="27" presetID="47" presetClass="entr" presetSubtype="0" fill="hold" nodeType="withEffect">
                                  <p:stCondLst>
                                    <p:cond delay="0"/>
                                  </p:stCondLst>
                                  <p:childTnLst>
                                    <p:set>
                                      <p:cBhvr>
                                        <p:cTn id="28" dur="1" fill="hold">
                                          <p:stCondLst>
                                            <p:cond delay="0"/>
                                          </p:stCondLst>
                                        </p:cTn>
                                        <p:tgtEl>
                                          <p:spTgt spid="140"/>
                                        </p:tgtEl>
                                        <p:attrNameLst>
                                          <p:attrName>style.visibility</p:attrName>
                                        </p:attrNameLst>
                                      </p:cBhvr>
                                      <p:to>
                                        <p:strVal val="visible"/>
                                      </p:to>
                                    </p:set>
                                    <p:animEffect transition="in" filter="fade">
                                      <p:cBhvr>
                                        <p:cTn id="29" dur="500"/>
                                        <p:tgtEl>
                                          <p:spTgt spid="140"/>
                                        </p:tgtEl>
                                      </p:cBhvr>
                                    </p:animEffect>
                                    <p:anim calcmode="lin" valueType="num">
                                      <p:cBhvr>
                                        <p:cTn id="30" dur="500" fill="hold"/>
                                        <p:tgtEl>
                                          <p:spTgt spid="140"/>
                                        </p:tgtEl>
                                        <p:attrNameLst>
                                          <p:attrName>ppt_x</p:attrName>
                                        </p:attrNameLst>
                                      </p:cBhvr>
                                      <p:tavLst>
                                        <p:tav tm="0">
                                          <p:val>
                                            <p:strVal val="#ppt_x"/>
                                          </p:val>
                                        </p:tav>
                                        <p:tav tm="100000">
                                          <p:val>
                                            <p:strVal val="#ppt_x"/>
                                          </p:val>
                                        </p:tav>
                                      </p:tavLst>
                                    </p:anim>
                                    <p:anim calcmode="lin" valueType="num">
                                      <p:cBhvr>
                                        <p:cTn id="31" dur="500" fill="hold"/>
                                        <p:tgtEl>
                                          <p:spTgt spid="140"/>
                                        </p:tgtEl>
                                        <p:attrNameLst>
                                          <p:attrName>ppt_y</p:attrName>
                                        </p:attrNameLst>
                                      </p:cBhvr>
                                      <p:tavLst>
                                        <p:tav tm="0">
                                          <p:val>
                                            <p:strVal val="#ppt_y-.1"/>
                                          </p:val>
                                        </p:tav>
                                        <p:tav tm="100000">
                                          <p:val>
                                            <p:strVal val="#ppt_y"/>
                                          </p:val>
                                        </p:tav>
                                      </p:tavLst>
                                    </p:anim>
                                  </p:childTnLst>
                                </p:cTn>
                              </p:par>
                            </p:childTnLst>
                          </p:cTn>
                        </p:par>
                        <p:par>
                          <p:cTn id="32" fill="hold">
                            <p:stCondLst>
                              <p:cond delay="1500"/>
                            </p:stCondLst>
                            <p:childTnLst>
                              <p:par>
                                <p:cTn id="33" presetID="47" presetClass="entr" presetSubtype="0" fill="hold" nodeType="afterEffect">
                                  <p:stCondLst>
                                    <p:cond delay="0"/>
                                  </p:stCondLst>
                                  <p:childTnLst>
                                    <p:set>
                                      <p:cBhvr>
                                        <p:cTn id="34" dur="1" fill="hold">
                                          <p:stCondLst>
                                            <p:cond delay="0"/>
                                          </p:stCondLst>
                                        </p:cTn>
                                        <p:tgtEl>
                                          <p:spTgt spid="132"/>
                                        </p:tgtEl>
                                        <p:attrNameLst>
                                          <p:attrName>style.visibility</p:attrName>
                                        </p:attrNameLst>
                                      </p:cBhvr>
                                      <p:to>
                                        <p:strVal val="visible"/>
                                      </p:to>
                                    </p:set>
                                    <p:animEffect transition="in" filter="fade">
                                      <p:cBhvr>
                                        <p:cTn id="35" dur="500"/>
                                        <p:tgtEl>
                                          <p:spTgt spid="132"/>
                                        </p:tgtEl>
                                      </p:cBhvr>
                                    </p:animEffect>
                                    <p:anim calcmode="lin" valueType="num">
                                      <p:cBhvr>
                                        <p:cTn id="36" dur="500" fill="hold"/>
                                        <p:tgtEl>
                                          <p:spTgt spid="132"/>
                                        </p:tgtEl>
                                        <p:attrNameLst>
                                          <p:attrName>ppt_x</p:attrName>
                                        </p:attrNameLst>
                                      </p:cBhvr>
                                      <p:tavLst>
                                        <p:tav tm="0">
                                          <p:val>
                                            <p:strVal val="#ppt_x"/>
                                          </p:val>
                                        </p:tav>
                                        <p:tav tm="100000">
                                          <p:val>
                                            <p:strVal val="#ppt_x"/>
                                          </p:val>
                                        </p:tav>
                                      </p:tavLst>
                                    </p:anim>
                                    <p:anim calcmode="lin" valueType="num">
                                      <p:cBhvr>
                                        <p:cTn id="37" dur="500" fill="hold"/>
                                        <p:tgtEl>
                                          <p:spTgt spid="132"/>
                                        </p:tgtEl>
                                        <p:attrNameLst>
                                          <p:attrName>ppt_y</p:attrName>
                                        </p:attrNameLst>
                                      </p:cBhvr>
                                      <p:tavLst>
                                        <p:tav tm="0">
                                          <p:val>
                                            <p:strVal val="#ppt_y-.1"/>
                                          </p:val>
                                        </p:tav>
                                        <p:tav tm="100000">
                                          <p:val>
                                            <p:strVal val="#ppt_y"/>
                                          </p:val>
                                        </p:tav>
                                      </p:tavLst>
                                    </p:anim>
                                  </p:childTnLst>
                                </p:cTn>
                              </p:par>
                            </p:childTnLst>
                          </p:cTn>
                        </p:par>
                        <p:par>
                          <p:cTn id="38" fill="hold">
                            <p:stCondLst>
                              <p:cond delay="2000"/>
                            </p:stCondLst>
                            <p:childTnLst>
                              <p:par>
                                <p:cTn id="39" presetID="53" presetClass="entr" presetSubtype="0" fill="hold" nodeType="afterEffect">
                                  <p:stCondLst>
                                    <p:cond delay="0"/>
                                  </p:stCondLst>
                                  <p:childTnLst>
                                    <p:set>
                                      <p:cBhvr>
                                        <p:cTn id="40" dur="1" fill="hold">
                                          <p:stCondLst>
                                            <p:cond delay="0"/>
                                          </p:stCondLst>
                                        </p:cTn>
                                        <p:tgtEl>
                                          <p:spTgt spid="164"/>
                                        </p:tgtEl>
                                        <p:attrNameLst>
                                          <p:attrName>style.visibility</p:attrName>
                                        </p:attrNameLst>
                                      </p:cBhvr>
                                      <p:to>
                                        <p:strVal val="visible"/>
                                      </p:to>
                                    </p:set>
                                    <p:anim calcmode="lin" valueType="num">
                                      <p:cBhvr>
                                        <p:cTn id="41" dur="500" fill="hold"/>
                                        <p:tgtEl>
                                          <p:spTgt spid="164"/>
                                        </p:tgtEl>
                                        <p:attrNameLst>
                                          <p:attrName>ppt_w</p:attrName>
                                        </p:attrNameLst>
                                      </p:cBhvr>
                                      <p:tavLst>
                                        <p:tav tm="0">
                                          <p:val>
                                            <p:fltVal val="0"/>
                                          </p:val>
                                        </p:tav>
                                        <p:tav tm="100000">
                                          <p:val>
                                            <p:strVal val="#ppt_w"/>
                                          </p:val>
                                        </p:tav>
                                      </p:tavLst>
                                    </p:anim>
                                    <p:anim calcmode="lin" valueType="num">
                                      <p:cBhvr>
                                        <p:cTn id="42" dur="500" fill="hold"/>
                                        <p:tgtEl>
                                          <p:spTgt spid="164"/>
                                        </p:tgtEl>
                                        <p:attrNameLst>
                                          <p:attrName>ppt_h</p:attrName>
                                        </p:attrNameLst>
                                      </p:cBhvr>
                                      <p:tavLst>
                                        <p:tav tm="0">
                                          <p:val>
                                            <p:fltVal val="0"/>
                                          </p:val>
                                        </p:tav>
                                        <p:tav tm="100000">
                                          <p:val>
                                            <p:strVal val="#ppt_h"/>
                                          </p:val>
                                        </p:tav>
                                      </p:tavLst>
                                    </p:anim>
                                    <p:animEffect transition="in" filter="fade">
                                      <p:cBhvr>
                                        <p:cTn id="43" dur="500"/>
                                        <p:tgtEl>
                                          <p:spTgt spid="164"/>
                                        </p:tgtEl>
                                      </p:cBhvr>
                                    </p:animEffect>
                                  </p:childTnLst>
                                </p:cTn>
                              </p:par>
                              <p:par>
                                <p:cTn id="44" presetID="47" presetClass="entr" presetSubtype="0" fill="hold" nodeType="withEffect">
                                  <p:stCondLst>
                                    <p:cond delay="0"/>
                                  </p:stCondLst>
                                  <p:childTnLst>
                                    <p:set>
                                      <p:cBhvr>
                                        <p:cTn id="45" dur="1" fill="hold">
                                          <p:stCondLst>
                                            <p:cond delay="0"/>
                                          </p:stCondLst>
                                        </p:cTn>
                                        <p:tgtEl>
                                          <p:spTgt spid="144"/>
                                        </p:tgtEl>
                                        <p:attrNameLst>
                                          <p:attrName>style.visibility</p:attrName>
                                        </p:attrNameLst>
                                      </p:cBhvr>
                                      <p:to>
                                        <p:strVal val="visible"/>
                                      </p:to>
                                    </p:set>
                                    <p:animEffect transition="in" filter="fade">
                                      <p:cBhvr>
                                        <p:cTn id="46" dur="500"/>
                                        <p:tgtEl>
                                          <p:spTgt spid="144"/>
                                        </p:tgtEl>
                                      </p:cBhvr>
                                    </p:animEffect>
                                    <p:anim calcmode="lin" valueType="num">
                                      <p:cBhvr>
                                        <p:cTn id="47" dur="500" fill="hold"/>
                                        <p:tgtEl>
                                          <p:spTgt spid="144"/>
                                        </p:tgtEl>
                                        <p:attrNameLst>
                                          <p:attrName>ppt_x</p:attrName>
                                        </p:attrNameLst>
                                      </p:cBhvr>
                                      <p:tavLst>
                                        <p:tav tm="0">
                                          <p:val>
                                            <p:strVal val="#ppt_x"/>
                                          </p:val>
                                        </p:tav>
                                        <p:tav tm="100000">
                                          <p:val>
                                            <p:strVal val="#ppt_x"/>
                                          </p:val>
                                        </p:tav>
                                      </p:tavLst>
                                    </p:anim>
                                    <p:anim calcmode="lin" valueType="num">
                                      <p:cBhvr>
                                        <p:cTn id="48" dur="500" fill="hold"/>
                                        <p:tgtEl>
                                          <p:spTgt spid="144"/>
                                        </p:tgtEl>
                                        <p:attrNameLst>
                                          <p:attrName>ppt_y</p:attrName>
                                        </p:attrNameLst>
                                      </p:cBhvr>
                                      <p:tavLst>
                                        <p:tav tm="0">
                                          <p:val>
                                            <p:strVal val="#ppt_y-.1"/>
                                          </p:val>
                                        </p:tav>
                                        <p:tav tm="100000">
                                          <p:val>
                                            <p:strVal val="#ppt_y"/>
                                          </p:val>
                                        </p:tav>
                                      </p:tavLst>
                                    </p:anim>
                                  </p:childTnLst>
                                </p:cTn>
                              </p:par>
                            </p:childTnLst>
                          </p:cTn>
                        </p:par>
                        <p:par>
                          <p:cTn id="49" fill="hold">
                            <p:stCondLst>
                              <p:cond delay="2500"/>
                            </p:stCondLst>
                            <p:childTnLst>
                              <p:par>
                                <p:cTn id="50" presetID="47" presetClass="entr" presetSubtype="0" fill="hold" nodeType="afterEffect">
                                  <p:stCondLst>
                                    <p:cond delay="0"/>
                                  </p:stCondLst>
                                  <p:childTnLst>
                                    <p:set>
                                      <p:cBhvr>
                                        <p:cTn id="51" dur="1" fill="hold">
                                          <p:stCondLst>
                                            <p:cond delay="0"/>
                                          </p:stCondLst>
                                        </p:cTn>
                                        <p:tgtEl>
                                          <p:spTgt spid="136"/>
                                        </p:tgtEl>
                                        <p:attrNameLst>
                                          <p:attrName>style.visibility</p:attrName>
                                        </p:attrNameLst>
                                      </p:cBhvr>
                                      <p:to>
                                        <p:strVal val="visible"/>
                                      </p:to>
                                    </p:set>
                                    <p:animEffect transition="in" filter="fade">
                                      <p:cBhvr>
                                        <p:cTn id="52" dur="500"/>
                                        <p:tgtEl>
                                          <p:spTgt spid="136"/>
                                        </p:tgtEl>
                                      </p:cBhvr>
                                    </p:animEffect>
                                    <p:anim calcmode="lin" valueType="num">
                                      <p:cBhvr>
                                        <p:cTn id="53" dur="500" fill="hold"/>
                                        <p:tgtEl>
                                          <p:spTgt spid="136"/>
                                        </p:tgtEl>
                                        <p:attrNameLst>
                                          <p:attrName>ppt_x</p:attrName>
                                        </p:attrNameLst>
                                      </p:cBhvr>
                                      <p:tavLst>
                                        <p:tav tm="0">
                                          <p:val>
                                            <p:strVal val="#ppt_x"/>
                                          </p:val>
                                        </p:tav>
                                        <p:tav tm="100000">
                                          <p:val>
                                            <p:strVal val="#ppt_x"/>
                                          </p:val>
                                        </p:tav>
                                      </p:tavLst>
                                    </p:anim>
                                    <p:anim calcmode="lin" valueType="num">
                                      <p:cBhvr>
                                        <p:cTn id="54" dur="500" fill="hold"/>
                                        <p:tgtEl>
                                          <p:spTgt spid="1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Infographic Chart</a:t>
            </a:r>
            <a:endParaRPr lang="en-US" dirty="0"/>
          </a:p>
        </p:txBody>
      </p:sp>
      <p:grpSp>
        <p:nvGrpSpPr>
          <p:cNvPr id="358" name="그룹 357"/>
          <p:cNvGrpSpPr/>
          <p:nvPr/>
        </p:nvGrpSpPr>
        <p:grpSpPr>
          <a:xfrm>
            <a:off x="787908" y="3258075"/>
            <a:ext cx="1458806" cy="1095083"/>
            <a:chOff x="3133052" y="3002294"/>
            <a:chExt cx="1458806" cy="1095083"/>
          </a:xfrm>
        </p:grpSpPr>
        <p:sp>
          <p:nvSpPr>
            <p:cNvPr id="6" name="TextBox 5"/>
            <p:cNvSpPr txBox="1"/>
            <p:nvPr/>
          </p:nvSpPr>
          <p:spPr>
            <a:xfrm>
              <a:off x="3133053" y="3002294"/>
              <a:ext cx="1420093" cy="209207"/>
            </a:xfrm>
            <a:prstGeom prst="rect">
              <a:avLst/>
            </a:prstGeom>
            <a:noFill/>
          </p:spPr>
          <p:txBody>
            <a:bodyPr wrap="square" lIns="0" tIns="0" rIns="0" bIns="0" rtlCol="0">
              <a:noAutofit/>
            </a:bodyPr>
            <a:lstStyle/>
            <a:p>
              <a:pPr>
                <a:spcAft>
                  <a:spcPts val="300"/>
                </a:spcAft>
              </a:pPr>
              <a:r>
                <a:rPr lang="nb-NO"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endParaRPr>
            </a:p>
          </p:txBody>
        </p:sp>
        <p:sp>
          <p:nvSpPr>
            <p:cNvPr id="9" name="TextBox 8"/>
            <p:cNvSpPr txBox="1">
              <a:spLocks/>
            </p:cNvSpPr>
            <p:nvPr/>
          </p:nvSpPr>
          <p:spPr>
            <a:xfrm>
              <a:off x="3133052" y="3236923"/>
              <a:ext cx="1458806" cy="860454"/>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 malesuada tellus. Ut ultrices ultr aces enim. Curabitur sit amen mauris. </a:t>
              </a:r>
            </a:p>
          </p:txBody>
        </p:sp>
      </p:grpSp>
      <p:grpSp>
        <p:nvGrpSpPr>
          <p:cNvPr id="351" name="그룹 350"/>
          <p:cNvGrpSpPr/>
          <p:nvPr/>
        </p:nvGrpSpPr>
        <p:grpSpPr>
          <a:xfrm>
            <a:off x="780766" y="1293943"/>
            <a:ext cx="1465951" cy="1846265"/>
            <a:chOff x="3125907" y="1038162"/>
            <a:chExt cx="1465951" cy="1846265"/>
          </a:xfrm>
        </p:grpSpPr>
        <p:sp>
          <p:nvSpPr>
            <p:cNvPr id="228" name="TextBox 227"/>
            <p:cNvSpPr txBox="1"/>
            <p:nvPr/>
          </p:nvSpPr>
          <p:spPr>
            <a:xfrm>
              <a:off x="3125907" y="1210993"/>
              <a:ext cx="1015663" cy="350159"/>
            </a:xfrm>
            <a:prstGeom prst="rect">
              <a:avLst/>
            </a:prstGeom>
            <a:noFill/>
          </p:spPr>
          <p:txBody>
            <a:bodyPr wrap="square" lIns="0" tIns="0" rIns="0" bIns="0" rtlCol="0">
              <a:noAutofit/>
            </a:bodyPr>
            <a:lstStyle/>
            <a:p>
              <a:pPr lvl="0"/>
              <a:r>
                <a:rPr lang="nb-NO" sz="2500" b="1" dirty="0">
                  <a:gradFill>
                    <a:gsLst>
                      <a:gs pos="0">
                        <a:schemeClr val="accent1"/>
                      </a:gs>
                      <a:gs pos="100000">
                        <a:schemeClr val="accent1"/>
                      </a:gs>
                    </a:gsLst>
                    <a:lin ang="5400000" scaled="0"/>
                  </a:gradFill>
                  <a:latin typeface="Roboto Condensed Regular"/>
                  <a:ea typeface="Roboto Light" pitchFamily="2" charset="0"/>
                  <a:cs typeface="Roboto Condensed Regular"/>
                </a:rPr>
                <a:t>78</a:t>
              </a:r>
              <a:r>
                <a:rPr lang="nb-NO" sz="2000" dirty="0">
                  <a:gradFill>
                    <a:gsLst>
                      <a:gs pos="0">
                        <a:schemeClr val="accent1"/>
                      </a:gs>
                      <a:gs pos="100000">
                        <a:schemeClr val="accent1"/>
                      </a:gs>
                    </a:gsLst>
                    <a:lin ang="5400000" scaled="0"/>
                  </a:gradFill>
                  <a:latin typeface="Roboto Condensed Regular"/>
                  <a:ea typeface="Roboto Light" pitchFamily="2" charset="0"/>
                  <a:cs typeface="Roboto Condensed Regular"/>
                </a:rPr>
                <a:t>%</a:t>
              </a:r>
              <a:endParaRPr lang="en-US" sz="2000" dirty="0">
                <a:gradFill>
                  <a:gsLst>
                    <a:gs pos="0">
                      <a:schemeClr val="accent1"/>
                    </a:gs>
                    <a:gs pos="100000">
                      <a:schemeClr val="accent1"/>
                    </a:gs>
                  </a:gsLst>
                  <a:lin ang="5400000" scaled="0"/>
                </a:gradFill>
                <a:latin typeface="Roboto Condensed Regular"/>
                <a:cs typeface="Roboto Condensed Regular"/>
              </a:endParaRPr>
            </a:p>
          </p:txBody>
        </p:sp>
        <p:sp>
          <p:nvSpPr>
            <p:cNvPr id="8" name="TextBox 7"/>
            <p:cNvSpPr txBox="1"/>
            <p:nvPr/>
          </p:nvSpPr>
          <p:spPr>
            <a:xfrm>
              <a:off x="3133052" y="1038162"/>
              <a:ext cx="1458806" cy="209207"/>
            </a:xfrm>
            <a:prstGeom prst="rect">
              <a:avLst/>
            </a:prstGeom>
            <a:noFill/>
          </p:spPr>
          <p:txBody>
            <a:bodyPr wrap="square" lIns="0" tIns="0" rIns="0" bIns="0" rtlCol="0">
              <a:noAutofit/>
            </a:bodyPr>
            <a:lstStyle/>
            <a:p>
              <a:pPr>
                <a:spcAft>
                  <a:spcPts val="300"/>
                </a:spcAft>
              </a:pPr>
              <a:r>
                <a:rPr lang="nb-NO" sz="1200" b="1" dirty="0">
                  <a:gradFill>
                    <a:gsLst>
                      <a:gs pos="0">
                        <a:schemeClr val="tx2"/>
                      </a:gs>
                      <a:gs pos="100000">
                        <a:schemeClr val="tx2"/>
                      </a:gs>
                    </a:gsLst>
                    <a:lin ang="5400000" scaled="0"/>
                  </a:gradFill>
                  <a:latin typeface="Roboto Condensed Regular"/>
                  <a:ea typeface="Roboto Light" pitchFamily="2" charset="0"/>
                  <a:cs typeface="Roboto Condensed Regular"/>
                </a:rPr>
                <a:t>OPTION A</a:t>
              </a:r>
              <a:endParaRPr lang="en-US" sz="1200" dirty="0">
                <a:gradFill>
                  <a:gsLst>
                    <a:gs pos="0">
                      <a:schemeClr val="tx2"/>
                    </a:gs>
                    <a:gs pos="100000">
                      <a:schemeClr val="tx2"/>
                    </a:gs>
                  </a:gsLst>
                  <a:lin ang="5400000" scaled="0"/>
                </a:gradFill>
                <a:latin typeface="Roboto Condensed Regular"/>
                <a:cs typeface="Roboto Condensed Regular"/>
              </a:endParaRPr>
            </a:p>
          </p:txBody>
        </p:sp>
        <p:grpSp>
          <p:nvGrpSpPr>
            <p:cNvPr id="212" name="그룹 211"/>
            <p:cNvGrpSpPr/>
            <p:nvPr/>
          </p:nvGrpSpPr>
          <p:grpSpPr>
            <a:xfrm>
              <a:off x="3883527" y="1268145"/>
              <a:ext cx="708331" cy="108102"/>
              <a:chOff x="5531718" y="1513378"/>
              <a:chExt cx="708331" cy="108102"/>
            </a:xfrm>
            <a:solidFill>
              <a:schemeClr val="tx2">
                <a:alpha val="20000"/>
              </a:schemeClr>
            </a:solidFill>
          </p:grpSpPr>
          <p:sp>
            <p:nvSpPr>
              <p:cNvPr id="17" name="Freeform 5"/>
              <p:cNvSpPr>
                <a:spLocks/>
              </p:cNvSpPr>
              <p:nvPr/>
            </p:nvSpPr>
            <p:spPr bwMode="auto">
              <a:xfrm>
                <a:off x="5531718"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 name="Freeform 5"/>
              <p:cNvSpPr>
                <a:spLocks/>
              </p:cNvSpPr>
              <p:nvPr/>
            </p:nvSpPr>
            <p:spPr bwMode="auto">
              <a:xfrm>
                <a:off x="5681813"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 name="Freeform 5"/>
              <p:cNvSpPr>
                <a:spLocks/>
              </p:cNvSpPr>
              <p:nvPr/>
            </p:nvSpPr>
            <p:spPr bwMode="auto">
              <a:xfrm>
                <a:off x="5831908"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8" name="Freeform 5"/>
              <p:cNvSpPr>
                <a:spLocks/>
              </p:cNvSpPr>
              <p:nvPr/>
            </p:nvSpPr>
            <p:spPr bwMode="auto">
              <a:xfrm>
                <a:off x="5982003"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9" name="Freeform 5"/>
              <p:cNvSpPr>
                <a:spLocks/>
              </p:cNvSpPr>
              <p:nvPr/>
            </p:nvSpPr>
            <p:spPr bwMode="auto">
              <a:xfrm>
                <a:off x="6132099"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13" name="그룹 212"/>
            <p:cNvGrpSpPr/>
            <p:nvPr/>
          </p:nvGrpSpPr>
          <p:grpSpPr>
            <a:xfrm>
              <a:off x="3883527" y="1418963"/>
              <a:ext cx="708331" cy="108102"/>
              <a:chOff x="5531718" y="1664233"/>
              <a:chExt cx="708331" cy="108102"/>
            </a:xfrm>
            <a:solidFill>
              <a:schemeClr val="tx2">
                <a:alpha val="20000"/>
              </a:schemeClr>
            </a:solidFill>
          </p:grpSpPr>
          <p:sp>
            <p:nvSpPr>
              <p:cNvPr id="118" name="Freeform 5"/>
              <p:cNvSpPr>
                <a:spLocks/>
              </p:cNvSpPr>
              <p:nvPr/>
            </p:nvSpPr>
            <p:spPr bwMode="auto">
              <a:xfrm>
                <a:off x="5531718"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19" name="Freeform 5"/>
              <p:cNvSpPr>
                <a:spLocks/>
              </p:cNvSpPr>
              <p:nvPr/>
            </p:nvSpPr>
            <p:spPr bwMode="auto">
              <a:xfrm>
                <a:off x="5681813"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0" name="Freeform 5"/>
              <p:cNvSpPr>
                <a:spLocks/>
              </p:cNvSpPr>
              <p:nvPr/>
            </p:nvSpPr>
            <p:spPr bwMode="auto">
              <a:xfrm>
                <a:off x="5831908"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1" name="Freeform 5"/>
              <p:cNvSpPr>
                <a:spLocks/>
              </p:cNvSpPr>
              <p:nvPr/>
            </p:nvSpPr>
            <p:spPr bwMode="auto">
              <a:xfrm>
                <a:off x="5982003"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2" name="Freeform 5"/>
              <p:cNvSpPr>
                <a:spLocks/>
              </p:cNvSpPr>
              <p:nvPr/>
            </p:nvSpPr>
            <p:spPr bwMode="auto">
              <a:xfrm>
                <a:off x="6132099"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14" name="그룹 213"/>
            <p:cNvGrpSpPr/>
            <p:nvPr/>
          </p:nvGrpSpPr>
          <p:grpSpPr>
            <a:xfrm>
              <a:off x="3133052" y="1569781"/>
              <a:ext cx="1458806" cy="108102"/>
              <a:chOff x="4781243" y="1815088"/>
              <a:chExt cx="1458806" cy="108102"/>
            </a:xfrm>
            <a:solidFill>
              <a:schemeClr val="tx2">
                <a:alpha val="20000"/>
              </a:schemeClr>
            </a:solidFill>
          </p:grpSpPr>
          <p:sp>
            <p:nvSpPr>
              <p:cNvPr id="124" name="Freeform 5"/>
              <p:cNvSpPr>
                <a:spLocks/>
              </p:cNvSpPr>
              <p:nvPr/>
            </p:nvSpPr>
            <p:spPr bwMode="auto">
              <a:xfrm>
                <a:off x="478124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5" name="Freeform 5"/>
              <p:cNvSpPr>
                <a:spLocks/>
              </p:cNvSpPr>
              <p:nvPr/>
            </p:nvSpPr>
            <p:spPr bwMode="auto">
              <a:xfrm>
                <a:off x="4931338"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6" name="Freeform 5"/>
              <p:cNvSpPr>
                <a:spLocks/>
              </p:cNvSpPr>
              <p:nvPr/>
            </p:nvSpPr>
            <p:spPr bwMode="auto">
              <a:xfrm>
                <a:off x="508143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7" name="Freeform 5"/>
              <p:cNvSpPr>
                <a:spLocks/>
              </p:cNvSpPr>
              <p:nvPr/>
            </p:nvSpPr>
            <p:spPr bwMode="auto">
              <a:xfrm>
                <a:off x="5231528"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8" name="Freeform 5"/>
              <p:cNvSpPr>
                <a:spLocks/>
              </p:cNvSpPr>
              <p:nvPr/>
            </p:nvSpPr>
            <p:spPr bwMode="auto">
              <a:xfrm>
                <a:off x="538162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29" name="Freeform 5"/>
              <p:cNvSpPr>
                <a:spLocks/>
              </p:cNvSpPr>
              <p:nvPr/>
            </p:nvSpPr>
            <p:spPr bwMode="auto">
              <a:xfrm>
                <a:off x="5531718"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0" name="Freeform 5"/>
              <p:cNvSpPr>
                <a:spLocks/>
              </p:cNvSpPr>
              <p:nvPr/>
            </p:nvSpPr>
            <p:spPr bwMode="auto">
              <a:xfrm>
                <a:off x="568181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1" name="Freeform 5"/>
              <p:cNvSpPr>
                <a:spLocks/>
              </p:cNvSpPr>
              <p:nvPr/>
            </p:nvSpPr>
            <p:spPr bwMode="auto">
              <a:xfrm>
                <a:off x="5831908"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2" name="Freeform 5"/>
              <p:cNvSpPr>
                <a:spLocks/>
              </p:cNvSpPr>
              <p:nvPr/>
            </p:nvSpPr>
            <p:spPr bwMode="auto">
              <a:xfrm>
                <a:off x="598200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3" name="Freeform 5"/>
              <p:cNvSpPr>
                <a:spLocks/>
              </p:cNvSpPr>
              <p:nvPr/>
            </p:nvSpPr>
            <p:spPr bwMode="auto">
              <a:xfrm>
                <a:off x="6132099"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15" name="그룹 214"/>
            <p:cNvGrpSpPr/>
            <p:nvPr/>
          </p:nvGrpSpPr>
          <p:grpSpPr>
            <a:xfrm>
              <a:off x="3133052" y="1720599"/>
              <a:ext cx="1458806" cy="108102"/>
              <a:chOff x="4781243" y="1965943"/>
              <a:chExt cx="1458806" cy="108102"/>
            </a:xfrm>
            <a:solidFill>
              <a:schemeClr val="tx2">
                <a:alpha val="20000"/>
              </a:schemeClr>
            </a:solidFill>
          </p:grpSpPr>
          <p:sp>
            <p:nvSpPr>
              <p:cNvPr id="135" name="Freeform 5"/>
              <p:cNvSpPr>
                <a:spLocks/>
              </p:cNvSpPr>
              <p:nvPr/>
            </p:nvSpPr>
            <p:spPr bwMode="auto">
              <a:xfrm>
                <a:off x="478124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6" name="Freeform 5"/>
              <p:cNvSpPr>
                <a:spLocks/>
              </p:cNvSpPr>
              <p:nvPr/>
            </p:nvSpPr>
            <p:spPr bwMode="auto">
              <a:xfrm>
                <a:off x="4931338"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7" name="Freeform 5"/>
              <p:cNvSpPr>
                <a:spLocks/>
              </p:cNvSpPr>
              <p:nvPr/>
            </p:nvSpPr>
            <p:spPr bwMode="auto">
              <a:xfrm>
                <a:off x="508143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8" name="Freeform 5"/>
              <p:cNvSpPr>
                <a:spLocks/>
              </p:cNvSpPr>
              <p:nvPr/>
            </p:nvSpPr>
            <p:spPr bwMode="auto">
              <a:xfrm>
                <a:off x="5231528"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39" name="Freeform 5"/>
              <p:cNvSpPr>
                <a:spLocks/>
              </p:cNvSpPr>
              <p:nvPr/>
            </p:nvSpPr>
            <p:spPr bwMode="auto">
              <a:xfrm>
                <a:off x="538162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0" name="Freeform 5"/>
              <p:cNvSpPr>
                <a:spLocks/>
              </p:cNvSpPr>
              <p:nvPr/>
            </p:nvSpPr>
            <p:spPr bwMode="auto">
              <a:xfrm>
                <a:off x="5531718"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1" name="Freeform 5"/>
              <p:cNvSpPr>
                <a:spLocks/>
              </p:cNvSpPr>
              <p:nvPr/>
            </p:nvSpPr>
            <p:spPr bwMode="auto">
              <a:xfrm>
                <a:off x="568181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2" name="Freeform 5"/>
              <p:cNvSpPr>
                <a:spLocks/>
              </p:cNvSpPr>
              <p:nvPr/>
            </p:nvSpPr>
            <p:spPr bwMode="auto">
              <a:xfrm>
                <a:off x="5831908"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3" name="Freeform 5"/>
              <p:cNvSpPr>
                <a:spLocks/>
              </p:cNvSpPr>
              <p:nvPr/>
            </p:nvSpPr>
            <p:spPr bwMode="auto">
              <a:xfrm>
                <a:off x="598200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4" name="Freeform 5"/>
              <p:cNvSpPr>
                <a:spLocks/>
              </p:cNvSpPr>
              <p:nvPr/>
            </p:nvSpPr>
            <p:spPr bwMode="auto">
              <a:xfrm>
                <a:off x="6132099"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16" name="그룹 215"/>
            <p:cNvGrpSpPr/>
            <p:nvPr/>
          </p:nvGrpSpPr>
          <p:grpSpPr>
            <a:xfrm>
              <a:off x="3133052" y="1871417"/>
              <a:ext cx="1458806" cy="108102"/>
              <a:chOff x="4781243" y="2116798"/>
              <a:chExt cx="1458806" cy="108102"/>
            </a:xfrm>
            <a:solidFill>
              <a:schemeClr val="accent1"/>
            </a:solidFill>
          </p:grpSpPr>
          <p:sp>
            <p:nvSpPr>
              <p:cNvPr id="146" name="Freeform 5"/>
              <p:cNvSpPr>
                <a:spLocks/>
              </p:cNvSpPr>
              <p:nvPr/>
            </p:nvSpPr>
            <p:spPr bwMode="auto">
              <a:xfrm>
                <a:off x="478124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7" name="Freeform 5"/>
              <p:cNvSpPr>
                <a:spLocks/>
              </p:cNvSpPr>
              <p:nvPr/>
            </p:nvSpPr>
            <p:spPr bwMode="auto">
              <a:xfrm>
                <a:off x="4931338"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8" name="Freeform 5"/>
              <p:cNvSpPr>
                <a:spLocks/>
              </p:cNvSpPr>
              <p:nvPr/>
            </p:nvSpPr>
            <p:spPr bwMode="auto">
              <a:xfrm>
                <a:off x="508143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49" name="Freeform 5"/>
              <p:cNvSpPr>
                <a:spLocks/>
              </p:cNvSpPr>
              <p:nvPr/>
            </p:nvSpPr>
            <p:spPr bwMode="auto">
              <a:xfrm>
                <a:off x="5231528"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50" name="Freeform 5"/>
              <p:cNvSpPr>
                <a:spLocks/>
              </p:cNvSpPr>
              <p:nvPr/>
            </p:nvSpPr>
            <p:spPr bwMode="auto">
              <a:xfrm>
                <a:off x="538162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51" name="Freeform 5"/>
              <p:cNvSpPr>
                <a:spLocks/>
              </p:cNvSpPr>
              <p:nvPr/>
            </p:nvSpPr>
            <p:spPr bwMode="auto">
              <a:xfrm>
                <a:off x="5531718"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52" name="Freeform 5"/>
              <p:cNvSpPr>
                <a:spLocks/>
              </p:cNvSpPr>
              <p:nvPr/>
            </p:nvSpPr>
            <p:spPr bwMode="auto">
              <a:xfrm>
                <a:off x="568181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53" name="Freeform 5"/>
              <p:cNvSpPr>
                <a:spLocks/>
              </p:cNvSpPr>
              <p:nvPr/>
            </p:nvSpPr>
            <p:spPr bwMode="auto">
              <a:xfrm>
                <a:off x="5831908"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54" name="Freeform 5"/>
              <p:cNvSpPr>
                <a:spLocks/>
              </p:cNvSpPr>
              <p:nvPr/>
            </p:nvSpPr>
            <p:spPr bwMode="auto">
              <a:xfrm>
                <a:off x="598200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55" name="Freeform 5"/>
              <p:cNvSpPr>
                <a:spLocks/>
              </p:cNvSpPr>
              <p:nvPr/>
            </p:nvSpPr>
            <p:spPr bwMode="auto">
              <a:xfrm>
                <a:off x="6132099"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17" name="그룹 216"/>
            <p:cNvGrpSpPr/>
            <p:nvPr/>
          </p:nvGrpSpPr>
          <p:grpSpPr>
            <a:xfrm>
              <a:off x="3133052" y="2022235"/>
              <a:ext cx="1458806" cy="108102"/>
              <a:chOff x="4781243" y="2267653"/>
              <a:chExt cx="1458806" cy="108102"/>
            </a:xfrm>
            <a:solidFill>
              <a:schemeClr val="accent1"/>
            </a:solidFill>
          </p:grpSpPr>
          <p:sp>
            <p:nvSpPr>
              <p:cNvPr id="157" name="Freeform 5"/>
              <p:cNvSpPr>
                <a:spLocks/>
              </p:cNvSpPr>
              <p:nvPr/>
            </p:nvSpPr>
            <p:spPr bwMode="auto">
              <a:xfrm>
                <a:off x="478124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58" name="Freeform 5"/>
              <p:cNvSpPr>
                <a:spLocks/>
              </p:cNvSpPr>
              <p:nvPr/>
            </p:nvSpPr>
            <p:spPr bwMode="auto">
              <a:xfrm>
                <a:off x="4931338"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59" name="Freeform 5"/>
              <p:cNvSpPr>
                <a:spLocks/>
              </p:cNvSpPr>
              <p:nvPr/>
            </p:nvSpPr>
            <p:spPr bwMode="auto">
              <a:xfrm>
                <a:off x="508143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60" name="Freeform 5"/>
              <p:cNvSpPr>
                <a:spLocks/>
              </p:cNvSpPr>
              <p:nvPr/>
            </p:nvSpPr>
            <p:spPr bwMode="auto">
              <a:xfrm>
                <a:off x="5231528"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61" name="Freeform 5"/>
              <p:cNvSpPr>
                <a:spLocks/>
              </p:cNvSpPr>
              <p:nvPr/>
            </p:nvSpPr>
            <p:spPr bwMode="auto">
              <a:xfrm>
                <a:off x="538162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62" name="Freeform 5"/>
              <p:cNvSpPr>
                <a:spLocks/>
              </p:cNvSpPr>
              <p:nvPr/>
            </p:nvSpPr>
            <p:spPr bwMode="auto">
              <a:xfrm>
                <a:off x="5531718"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63" name="Freeform 5"/>
              <p:cNvSpPr>
                <a:spLocks/>
              </p:cNvSpPr>
              <p:nvPr/>
            </p:nvSpPr>
            <p:spPr bwMode="auto">
              <a:xfrm>
                <a:off x="568181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64" name="Freeform 5"/>
              <p:cNvSpPr>
                <a:spLocks/>
              </p:cNvSpPr>
              <p:nvPr/>
            </p:nvSpPr>
            <p:spPr bwMode="auto">
              <a:xfrm>
                <a:off x="5831908"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65" name="Freeform 5"/>
              <p:cNvSpPr>
                <a:spLocks/>
              </p:cNvSpPr>
              <p:nvPr/>
            </p:nvSpPr>
            <p:spPr bwMode="auto">
              <a:xfrm>
                <a:off x="598200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66" name="Freeform 5"/>
              <p:cNvSpPr>
                <a:spLocks/>
              </p:cNvSpPr>
              <p:nvPr/>
            </p:nvSpPr>
            <p:spPr bwMode="auto">
              <a:xfrm>
                <a:off x="6132099"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18" name="그룹 217"/>
            <p:cNvGrpSpPr/>
            <p:nvPr/>
          </p:nvGrpSpPr>
          <p:grpSpPr>
            <a:xfrm>
              <a:off x="3133052" y="2173053"/>
              <a:ext cx="1458806" cy="108102"/>
              <a:chOff x="4781243" y="2418508"/>
              <a:chExt cx="1458806" cy="108102"/>
            </a:xfrm>
            <a:solidFill>
              <a:schemeClr val="accent1"/>
            </a:solidFill>
          </p:grpSpPr>
          <p:sp>
            <p:nvSpPr>
              <p:cNvPr id="168" name="Freeform 5"/>
              <p:cNvSpPr>
                <a:spLocks/>
              </p:cNvSpPr>
              <p:nvPr/>
            </p:nvSpPr>
            <p:spPr bwMode="auto">
              <a:xfrm>
                <a:off x="478124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69" name="Freeform 5"/>
              <p:cNvSpPr>
                <a:spLocks/>
              </p:cNvSpPr>
              <p:nvPr/>
            </p:nvSpPr>
            <p:spPr bwMode="auto">
              <a:xfrm>
                <a:off x="4931338"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0" name="Freeform 5"/>
              <p:cNvSpPr>
                <a:spLocks/>
              </p:cNvSpPr>
              <p:nvPr/>
            </p:nvSpPr>
            <p:spPr bwMode="auto">
              <a:xfrm>
                <a:off x="508143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1" name="Freeform 5"/>
              <p:cNvSpPr>
                <a:spLocks/>
              </p:cNvSpPr>
              <p:nvPr/>
            </p:nvSpPr>
            <p:spPr bwMode="auto">
              <a:xfrm>
                <a:off x="5231528"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2" name="Freeform 5"/>
              <p:cNvSpPr>
                <a:spLocks/>
              </p:cNvSpPr>
              <p:nvPr/>
            </p:nvSpPr>
            <p:spPr bwMode="auto">
              <a:xfrm>
                <a:off x="538162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3" name="Freeform 5"/>
              <p:cNvSpPr>
                <a:spLocks/>
              </p:cNvSpPr>
              <p:nvPr/>
            </p:nvSpPr>
            <p:spPr bwMode="auto">
              <a:xfrm>
                <a:off x="5531718"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4" name="Freeform 5"/>
              <p:cNvSpPr>
                <a:spLocks/>
              </p:cNvSpPr>
              <p:nvPr/>
            </p:nvSpPr>
            <p:spPr bwMode="auto">
              <a:xfrm>
                <a:off x="568181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5" name="Freeform 5"/>
              <p:cNvSpPr>
                <a:spLocks/>
              </p:cNvSpPr>
              <p:nvPr/>
            </p:nvSpPr>
            <p:spPr bwMode="auto">
              <a:xfrm>
                <a:off x="5831908"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6" name="Freeform 5"/>
              <p:cNvSpPr>
                <a:spLocks/>
              </p:cNvSpPr>
              <p:nvPr/>
            </p:nvSpPr>
            <p:spPr bwMode="auto">
              <a:xfrm>
                <a:off x="598200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77" name="Freeform 5"/>
              <p:cNvSpPr>
                <a:spLocks/>
              </p:cNvSpPr>
              <p:nvPr/>
            </p:nvSpPr>
            <p:spPr bwMode="auto">
              <a:xfrm>
                <a:off x="6132099"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19" name="그룹 218"/>
            <p:cNvGrpSpPr/>
            <p:nvPr/>
          </p:nvGrpSpPr>
          <p:grpSpPr>
            <a:xfrm>
              <a:off x="3133052" y="2323871"/>
              <a:ext cx="1458806" cy="108102"/>
              <a:chOff x="4781243" y="2569363"/>
              <a:chExt cx="1458806" cy="108102"/>
            </a:xfrm>
            <a:solidFill>
              <a:schemeClr val="accent1"/>
            </a:solidFill>
          </p:grpSpPr>
          <p:sp>
            <p:nvSpPr>
              <p:cNvPr id="179" name="Freeform 5"/>
              <p:cNvSpPr>
                <a:spLocks/>
              </p:cNvSpPr>
              <p:nvPr/>
            </p:nvSpPr>
            <p:spPr bwMode="auto">
              <a:xfrm>
                <a:off x="478124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0" name="Freeform 5"/>
              <p:cNvSpPr>
                <a:spLocks/>
              </p:cNvSpPr>
              <p:nvPr/>
            </p:nvSpPr>
            <p:spPr bwMode="auto">
              <a:xfrm>
                <a:off x="4931338"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1" name="Freeform 5"/>
              <p:cNvSpPr>
                <a:spLocks/>
              </p:cNvSpPr>
              <p:nvPr/>
            </p:nvSpPr>
            <p:spPr bwMode="auto">
              <a:xfrm>
                <a:off x="508143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2" name="Freeform 5"/>
              <p:cNvSpPr>
                <a:spLocks/>
              </p:cNvSpPr>
              <p:nvPr/>
            </p:nvSpPr>
            <p:spPr bwMode="auto">
              <a:xfrm>
                <a:off x="5231528"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3" name="Freeform 5"/>
              <p:cNvSpPr>
                <a:spLocks/>
              </p:cNvSpPr>
              <p:nvPr/>
            </p:nvSpPr>
            <p:spPr bwMode="auto">
              <a:xfrm>
                <a:off x="538162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4" name="Freeform 5"/>
              <p:cNvSpPr>
                <a:spLocks/>
              </p:cNvSpPr>
              <p:nvPr/>
            </p:nvSpPr>
            <p:spPr bwMode="auto">
              <a:xfrm>
                <a:off x="5531718"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5" name="Freeform 5"/>
              <p:cNvSpPr>
                <a:spLocks/>
              </p:cNvSpPr>
              <p:nvPr/>
            </p:nvSpPr>
            <p:spPr bwMode="auto">
              <a:xfrm>
                <a:off x="568181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6" name="Freeform 5"/>
              <p:cNvSpPr>
                <a:spLocks/>
              </p:cNvSpPr>
              <p:nvPr/>
            </p:nvSpPr>
            <p:spPr bwMode="auto">
              <a:xfrm>
                <a:off x="5831908"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7" name="Freeform 5"/>
              <p:cNvSpPr>
                <a:spLocks/>
              </p:cNvSpPr>
              <p:nvPr/>
            </p:nvSpPr>
            <p:spPr bwMode="auto">
              <a:xfrm>
                <a:off x="598200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88" name="Freeform 5"/>
              <p:cNvSpPr>
                <a:spLocks/>
              </p:cNvSpPr>
              <p:nvPr/>
            </p:nvSpPr>
            <p:spPr bwMode="auto">
              <a:xfrm>
                <a:off x="6132099"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20" name="그룹 219"/>
            <p:cNvGrpSpPr/>
            <p:nvPr/>
          </p:nvGrpSpPr>
          <p:grpSpPr>
            <a:xfrm>
              <a:off x="3133052" y="2474689"/>
              <a:ext cx="1458806" cy="108102"/>
              <a:chOff x="4781243" y="2720218"/>
              <a:chExt cx="1458806" cy="108102"/>
            </a:xfrm>
            <a:solidFill>
              <a:schemeClr val="accent1"/>
            </a:solidFill>
          </p:grpSpPr>
          <p:sp>
            <p:nvSpPr>
              <p:cNvPr id="190" name="Freeform 5"/>
              <p:cNvSpPr>
                <a:spLocks/>
              </p:cNvSpPr>
              <p:nvPr/>
            </p:nvSpPr>
            <p:spPr bwMode="auto">
              <a:xfrm>
                <a:off x="478124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1" name="Freeform 5"/>
              <p:cNvSpPr>
                <a:spLocks/>
              </p:cNvSpPr>
              <p:nvPr/>
            </p:nvSpPr>
            <p:spPr bwMode="auto">
              <a:xfrm>
                <a:off x="4931338"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2" name="Freeform 5"/>
              <p:cNvSpPr>
                <a:spLocks/>
              </p:cNvSpPr>
              <p:nvPr/>
            </p:nvSpPr>
            <p:spPr bwMode="auto">
              <a:xfrm>
                <a:off x="508143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3" name="Freeform 5"/>
              <p:cNvSpPr>
                <a:spLocks/>
              </p:cNvSpPr>
              <p:nvPr/>
            </p:nvSpPr>
            <p:spPr bwMode="auto">
              <a:xfrm>
                <a:off x="5231528"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4" name="Freeform 5"/>
              <p:cNvSpPr>
                <a:spLocks/>
              </p:cNvSpPr>
              <p:nvPr/>
            </p:nvSpPr>
            <p:spPr bwMode="auto">
              <a:xfrm>
                <a:off x="538162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5" name="Freeform 5"/>
              <p:cNvSpPr>
                <a:spLocks/>
              </p:cNvSpPr>
              <p:nvPr/>
            </p:nvSpPr>
            <p:spPr bwMode="auto">
              <a:xfrm>
                <a:off x="5531718"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6" name="Freeform 5"/>
              <p:cNvSpPr>
                <a:spLocks/>
              </p:cNvSpPr>
              <p:nvPr/>
            </p:nvSpPr>
            <p:spPr bwMode="auto">
              <a:xfrm>
                <a:off x="568181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7" name="Freeform 5"/>
              <p:cNvSpPr>
                <a:spLocks/>
              </p:cNvSpPr>
              <p:nvPr/>
            </p:nvSpPr>
            <p:spPr bwMode="auto">
              <a:xfrm>
                <a:off x="5831908"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8" name="Freeform 5"/>
              <p:cNvSpPr>
                <a:spLocks/>
              </p:cNvSpPr>
              <p:nvPr/>
            </p:nvSpPr>
            <p:spPr bwMode="auto">
              <a:xfrm>
                <a:off x="598200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9" name="Freeform 5"/>
              <p:cNvSpPr>
                <a:spLocks/>
              </p:cNvSpPr>
              <p:nvPr/>
            </p:nvSpPr>
            <p:spPr bwMode="auto">
              <a:xfrm>
                <a:off x="6132099"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21" name="그룹 220"/>
            <p:cNvGrpSpPr/>
            <p:nvPr/>
          </p:nvGrpSpPr>
          <p:grpSpPr>
            <a:xfrm>
              <a:off x="3133052" y="2625507"/>
              <a:ext cx="1458806" cy="108102"/>
              <a:chOff x="4781243" y="2871070"/>
              <a:chExt cx="1458806" cy="108102"/>
            </a:xfrm>
            <a:solidFill>
              <a:schemeClr val="accent1"/>
            </a:solidFill>
          </p:grpSpPr>
          <p:sp>
            <p:nvSpPr>
              <p:cNvPr id="201" name="Freeform 5"/>
              <p:cNvSpPr>
                <a:spLocks/>
              </p:cNvSpPr>
              <p:nvPr/>
            </p:nvSpPr>
            <p:spPr bwMode="auto">
              <a:xfrm>
                <a:off x="478124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02" name="Freeform 5"/>
              <p:cNvSpPr>
                <a:spLocks/>
              </p:cNvSpPr>
              <p:nvPr/>
            </p:nvSpPr>
            <p:spPr bwMode="auto">
              <a:xfrm>
                <a:off x="493133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03" name="Freeform 5"/>
              <p:cNvSpPr>
                <a:spLocks/>
              </p:cNvSpPr>
              <p:nvPr/>
            </p:nvSpPr>
            <p:spPr bwMode="auto">
              <a:xfrm>
                <a:off x="508143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04" name="Freeform 5"/>
              <p:cNvSpPr>
                <a:spLocks/>
              </p:cNvSpPr>
              <p:nvPr/>
            </p:nvSpPr>
            <p:spPr bwMode="auto">
              <a:xfrm>
                <a:off x="523152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05" name="Freeform 5"/>
              <p:cNvSpPr>
                <a:spLocks/>
              </p:cNvSpPr>
              <p:nvPr/>
            </p:nvSpPr>
            <p:spPr bwMode="auto">
              <a:xfrm>
                <a:off x="538162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06" name="Freeform 5"/>
              <p:cNvSpPr>
                <a:spLocks/>
              </p:cNvSpPr>
              <p:nvPr/>
            </p:nvSpPr>
            <p:spPr bwMode="auto">
              <a:xfrm>
                <a:off x="553171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07" name="Freeform 5"/>
              <p:cNvSpPr>
                <a:spLocks/>
              </p:cNvSpPr>
              <p:nvPr/>
            </p:nvSpPr>
            <p:spPr bwMode="auto">
              <a:xfrm>
                <a:off x="568181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08" name="Freeform 5"/>
              <p:cNvSpPr>
                <a:spLocks/>
              </p:cNvSpPr>
              <p:nvPr/>
            </p:nvSpPr>
            <p:spPr bwMode="auto">
              <a:xfrm>
                <a:off x="583190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09" name="Freeform 5"/>
              <p:cNvSpPr>
                <a:spLocks/>
              </p:cNvSpPr>
              <p:nvPr/>
            </p:nvSpPr>
            <p:spPr bwMode="auto">
              <a:xfrm>
                <a:off x="598200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10" name="Freeform 5"/>
              <p:cNvSpPr>
                <a:spLocks/>
              </p:cNvSpPr>
              <p:nvPr/>
            </p:nvSpPr>
            <p:spPr bwMode="auto">
              <a:xfrm>
                <a:off x="6132099"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40" name="그룹 339"/>
            <p:cNvGrpSpPr/>
            <p:nvPr/>
          </p:nvGrpSpPr>
          <p:grpSpPr>
            <a:xfrm>
              <a:off x="3133052" y="2776325"/>
              <a:ext cx="1458806" cy="108102"/>
              <a:chOff x="4781243" y="2871070"/>
              <a:chExt cx="1458806" cy="108102"/>
            </a:xfrm>
            <a:solidFill>
              <a:schemeClr val="accent1"/>
            </a:solidFill>
          </p:grpSpPr>
          <p:sp>
            <p:nvSpPr>
              <p:cNvPr id="341" name="Freeform 5"/>
              <p:cNvSpPr>
                <a:spLocks/>
              </p:cNvSpPr>
              <p:nvPr/>
            </p:nvSpPr>
            <p:spPr bwMode="auto">
              <a:xfrm>
                <a:off x="478124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42" name="Freeform 5"/>
              <p:cNvSpPr>
                <a:spLocks/>
              </p:cNvSpPr>
              <p:nvPr/>
            </p:nvSpPr>
            <p:spPr bwMode="auto">
              <a:xfrm>
                <a:off x="493133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43" name="Freeform 5"/>
              <p:cNvSpPr>
                <a:spLocks/>
              </p:cNvSpPr>
              <p:nvPr/>
            </p:nvSpPr>
            <p:spPr bwMode="auto">
              <a:xfrm>
                <a:off x="508143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44" name="Freeform 5"/>
              <p:cNvSpPr>
                <a:spLocks/>
              </p:cNvSpPr>
              <p:nvPr/>
            </p:nvSpPr>
            <p:spPr bwMode="auto">
              <a:xfrm>
                <a:off x="523152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45" name="Freeform 5"/>
              <p:cNvSpPr>
                <a:spLocks/>
              </p:cNvSpPr>
              <p:nvPr/>
            </p:nvSpPr>
            <p:spPr bwMode="auto">
              <a:xfrm>
                <a:off x="538162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46" name="Freeform 5"/>
              <p:cNvSpPr>
                <a:spLocks/>
              </p:cNvSpPr>
              <p:nvPr/>
            </p:nvSpPr>
            <p:spPr bwMode="auto">
              <a:xfrm>
                <a:off x="553171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47" name="Freeform 5"/>
              <p:cNvSpPr>
                <a:spLocks/>
              </p:cNvSpPr>
              <p:nvPr/>
            </p:nvSpPr>
            <p:spPr bwMode="auto">
              <a:xfrm>
                <a:off x="568181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48" name="Freeform 5"/>
              <p:cNvSpPr>
                <a:spLocks/>
              </p:cNvSpPr>
              <p:nvPr/>
            </p:nvSpPr>
            <p:spPr bwMode="auto">
              <a:xfrm>
                <a:off x="583190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49" name="Freeform 5"/>
              <p:cNvSpPr>
                <a:spLocks/>
              </p:cNvSpPr>
              <p:nvPr/>
            </p:nvSpPr>
            <p:spPr bwMode="auto">
              <a:xfrm>
                <a:off x="598200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50" name="Freeform 5"/>
              <p:cNvSpPr>
                <a:spLocks/>
              </p:cNvSpPr>
              <p:nvPr/>
            </p:nvSpPr>
            <p:spPr bwMode="auto">
              <a:xfrm>
                <a:off x="6132099"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grpSp>
        <p:nvGrpSpPr>
          <p:cNvPr id="470" name="그룹 469"/>
          <p:cNvGrpSpPr/>
          <p:nvPr/>
        </p:nvGrpSpPr>
        <p:grpSpPr>
          <a:xfrm>
            <a:off x="2703615" y="3258075"/>
            <a:ext cx="1458806" cy="1095083"/>
            <a:chOff x="5048761" y="3002294"/>
            <a:chExt cx="1458806" cy="1095083"/>
          </a:xfrm>
        </p:grpSpPr>
        <p:sp>
          <p:nvSpPr>
            <p:cNvPr id="355" name="TextBox 354"/>
            <p:cNvSpPr txBox="1"/>
            <p:nvPr/>
          </p:nvSpPr>
          <p:spPr>
            <a:xfrm>
              <a:off x="5048762" y="3002294"/>
              <a:ext cx="1420093" cy="209207"/>
            </a:xfrm>
            <a:prstGeom prst="rect">
              <a:avLst/>
            </a:prstGeom>
            <a:noFill/>
          </p:spPr>
          <p:txBody>
            <a:bodyPr wrap="square" lIns="0" tIns="0" rIns="0" bIns="0" rtlCol="0">
              <a:noAutofit/>
            </a:bodyPr>
            <a:lstStyle/>
            <a:p>
              <a:pPr>
                <a:spcAft>
                  <a:spcPts val="300"/>
                </a:spcAft>
              </a:pPr>
              <a:r>
                <a:rPr lang="nb-NO"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endParaRPr>
            </a:p>
          </p:txBody>
        </p:sp>
        <p:sp>
          <p:nvSpPr>
            <p:cNvPr id="357" name="TextBox 356"/>
            <p:cNvSpPr txBox="1">
              <a:spLocks/>
            </p:cNvSpPr>
            <p:nvPr/>
          </p:nvSpPr>
          <p:spPr>
            <a:xfrm>
              <a:off x="5048761" y="3236923"/>
              <a:ext cx="1458806" cy="860454"/>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 malesuada tellus. Ut ultrices ultr aces enim. Curabitur sit amen mauris. </a:t>
              </a:r>
            </a:p>
          </p:txBody>
        </p:sp>
      </p:grpSp>
      <p:grpSp>
        <p:nvGrpSpPr>
          <p:cNvPr id="352" name="그룹 351"/>
          <p:cNvGrpSpPr/>
          <p:nvPr/>
        </p:nvGrpSpPr>
        <p:grpSpPr>
          <a:xfrm>
            <a:off x="2696475" y="1293943"/>
            <a:ext cx="1465951" cy="1846265"/>
            <a:chOff x="5041616" y="1038162"/>
            <a:chExt cx="1465951" cy="1846265"/>
          </a:xfrm>
        </p:grpSpPr>
        <p:sp>
          <p:nvSpPr>
            <p:cNvPr id="354" name="TextBox 353"/>
            <p:cNvSpPr txBox="1"/>
            <p:nvPr/>
          </p:nvSpPr>
          <p:spPr>
            <a:xfrm>
              <a:off x="5041616" y="1210993"/>
              <a:ext cx="1015663" cy="350159"/>
            </a:xfrm>
            <a:prstGeom prst="rect">
              <a:avLst/>
            </a:prstGeom>
            <a:noFill/>
          </p:spPr>
          <p:txBody>
            <a:bodyPr wrap="square" lIns="0" tIns="0" rIns="0" bIns="0" rtlCol="0">
              <a:noAutofit/>
            </a:bodyPr>
            <a:lstStyle/>
            <a:p>
              <a:pPr lvl="0"/>
              <a:r>
                <a:rPr lang="nb-NO" sz="2500" b="1" dirty="0">
                  <a:gradFill>
                    <a:gsLst>
                      <a:gs pos="0">
                        <a:schemeClr val="accent1"/>
                      </a:gs>
                      <a:gs pos="100000">
                        <a:schemeClr val="accent1"/>
                      </a:gs>
                    </a:gsLst>
                    <a:lin ang="5400000" scaled="0"/>
                  </a:gradFill>
                  <a:latin typeface="Roboto Condensed Regular"/>
                  <a:ea typeface="Roboto Light" pitchFamily="2" charset="0"/>
                  <a:cs typeface="Roboto Condensed Regular"/>
                </a:rPr>
                <a:t>32</a:t>
              </a:r>
              <a:r>
                <a:rPr lang="nb-NO" sz="2000" dirty="0">
                  <a:gradFill>
                    <a:gsLst>
                      <a:gs pos="0">
                        <a:schemeClr val="accent1"/>
                      </a:gs>
                      <a:gs pos="100000">
                        <a:schemeClr val="accent1"/>
                      </a:gs>
                    </a:gsLst>
                    <a:lin ang="5400000" scaled="0"/>
                  </a:gradFill>
                  <a:latin typeface="Roboto Condensed Regular"/>
                  <a:ea typeface="Roboto Light" pitchFamily="2" charset="0"/>
                  <a:cs typeface="Roboto Condensed Regular"/>
                </a:rPr>
                <a:t>%</a:t>
              </a:r>
              <a:endParaRPr lang="en-US" sz="2000" dirty="0">
                <a:gradFill>
                  <a:gsLst>
                    <a:gs pos="0">
                      <a:schemeClr val="accent1"/>
                    </a:gs>
                    <a:gs pos="100000">
                      <a:schemeClr val="accent1"/>
                    </a:gs>
                  </a:gsLst>
                  <a:lin ang="5400000" scaled="0"/>
                </a:gradFill>
                <a:latin typeface="Roboto Condensed Regular"/>
                <a:cs typeface="Roboto Condensed Regular"/>
              </a:endParaRPr>
            </a:p>
          </p:txBody>
        </p:sp>
        <p:sp>
          <p:nvSpPr>
            <p:cNvPr id="356" name="TextBox 355"/>
            <p:cNvSpPr txBox="1"/>
            <p:nvPr/>
          </p:nvSpPr>
          <p:spPr>
            <a:xfrm>
              <a:off x="5048761" y="1038162"/>
              <a:ext cx="1458806" cy="209207"/>
            </a:xfrm>
            <a:prstGeom prst="rect">
              <a:avLst/>
            </a:prstGeom>
            <a:noFill/>
          </p:spPr>
          <p:txBody>
            <a:bodyPr wrap="square" lIns="0" tIns="0" rIns="0" bIns="0" rtlCol="0">
              <a:noAutofit/>
            </a:bodyPr>
            <a:lstStyle/>
            <a:p>
              <a:pPr>
                <a:spcAft>
                  <a:spcPts val="300"/>
                </a:spcAft>
              </a:pPr>
              <a:r>
                <a:rPr lang="nb-NO" sz="1200" b="1" dirty="0">
                  <a:gradFill>
                    <a:gsLst>
                      <a:gs pos="0">
                        <a:schemeClr val="tx2"/>
                      </a:gs>
                      <a:gs pos="100000">
                        <a:schemeClr val="tx2"/>
                      </a:gs>
                    </a:gsLst>
                    <a:lin ang="5400000" scaled="0"/>
                  </a:gradFill>
                  <a:latin typeface="Roboto Condensed Regular"/>
                  <a:ea typeface="Roboto Light" pitchFamily="2" charset="0"/>
                  <a:cs typeface="Roboto Condensed Regular"/>
                </a:rPr>
                <a:t>OPTION B</a:t>
              </a:r>
              <a:endParaRPr lang="en-US" sz="1200" dirty="0">
                <a:gradFill>
                  <a:gsLst>
                    <a:gs pos="0">
                      <a:schemeClr val="tx2"/>
                    </a:gs>
                    <a:gs pos="100000">
                      <a:schemeClr val="tx2"/>
                    </a:gs>
                  </a:gsLst>
                  <a:lin ang="5400000" scaled="0"/>
                </a:gradFill>
                <a:latin typeface="Roboto Condensed Regular"/>
                <a:cs typeface="Roboto Condensed Regular"/>
              </a:endParaRPr>
            </a:p>
          </p:txBody>
        </p:sp>
        <p:grpSp>
          <p:nvGrpSpPr>
            <p:cNvPr id="359" name="그룹 358"/>
            <p:cNvGrpSpPr/>
            <p:nvPr/>
          </p:nvGrpSpPr>
          <p:grpSpPr>
            <a:xfrm>
              <a:off x="5799236" y="1268145"/>
              <a:ext cx="708331" cy="108102"/>
              <a:chOff x="5531718" y="1513378"/>
              <a:chExt cx="708331" cy="108102"/>
            </a:xfrm>
            <a:solidFill>
              <a:schemeClr val="tx2">
                <a:alpha val="20000"/>
              </a:schemeClr>
            </a:solidFill>
          </p:grpSpPr>
          <p:sp>
            <p:nvSpPr>
              <p:cNvPr id="465" name="Freeform 5"/>
              <p:cNvSpPr>
                <a:spLocks/>
              </p:cNvSpPr>
              <p:nvPr/>
            </p:nvSpPr>
            <p:spPr bwMode="auto">
              <a:xfrm>
                <a:off x="5531718"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66" name="Freeform 5"/>
              <p:cNvSpPr>
                <a:spLocks/>
              </p:cNvSpPr>
              <p:nvPr/>
            </p:nvSpPr>
            <p:spPr bwMode="auto">
              <a:xfrm>
                <a:off x="5681813"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67" name="Freeform 5"/>
              <p:cNvSpPr>
                <a:spLocks/>
              </p:cNvSpPr>
              <p:nvPr/>
            </p:nvSpPr>
            <p:spPr bwMode="auto">
              <a:xfrm>
                <a:off x="5831908"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68" name="Freeform 5"/>
              <p:cNvSpPr>
                <a:spLocks/>
              </p:cNvSpPr>
              <p:nvPr/>
            </p:nvSpPr>
            <p:spPr bwMode="auto">
              <a:xfrm>
                <a:off x="5982003"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69" name="Freeform 5"/>
              <p:cNvSpPr>
                <a:spLocks/>
              </p:cNvSpPr>
              <p:nvPr/>
            </p:nvSpPr>
            <p:spPr bwMode="auto">
              <a:xfrm>
                <a:off x="6132099"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60" name="그룹 359"/>
            <p:cNvGrpSpPr/>
            <p:nvPr/>
          </p:nvGrpSpPr>
          <p:grpSpPr>
            <a:xfrm>
              <a:off x="5799236" y="1418963"/>
              <a:ext cx="708331" cy="108102"/>
              <a:chOff x="5531718" y="1664233"/>
              <a:chExt cx="708331" cy="108102"/>
            </a:xfrm>
            <a:solidFill>
              <a:schemeClr val="tx2">
                <a:alpha val="20000"/>
              </a:schemeClr>
            </a:solidFill>
          </p:grpSpPr>
          <p:sp>
            <p:nvSpPr>
              <p:cNvPr id="460" name="Freeform 5"/>
              <p:cNvSpPr>
                <a:spLocks/>
              </p:cNvSpPr>
              <p:nvPr/>
            </p:nvSpPr>
            <p:spPr bwMode="auto">
              <a:xfrm>
                <a:off x="5531718"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61" name="Freeform 5"/>
              <p:cNvSpPr>
                <a:spLocks/>
              </p:cNvSpPr>
              <p:nvPr/>
            </p:nvSpPr>
            <p:spPr bwMode="auto">
              <a:xfrm>
                <a:off x="5681813"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62" name="Freeform 5"/>
              <p:cNvSpPr>
                <a:spLocks/>
              </p:cNvSpPr>
              <p:nvPr/>
            </p:nvSpPr>
            <p:spPr bwMode="auto">
              <a:xfrm>
                <a:off x="5831908"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63" name="Freeform 5"/>
              <p:cNvSpPr>
                <a:spLocks/>
              </p:cNvSpPr>
              <p:nvPr/>
            </p:nvSpPr>
            <p:spPr bwMode="auto">
              <a:xfrm>
                <a:off x="5982003"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64" name="Freeform 5"/>
              <p:cNvSpPr>
                <a:spLocks/>
              </p:cNvSpPr>
              <p:nvPr/>
            </p:nvSpPr>
            <p:spPr bwMode="auto">
              <a:xfrm>
                <a:off x="6132099"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61" name="그룹 360"/>
            <p:cNvGrpSpPr/>
            <p:nvPr/>
          </p:nvGrpSpPr>
          <p:grpSpPr>
            <a:xfrm>
              <a:off x="5048761" y="1569781"/>
              <a:ext cx="1458806" cy="108102"/>
              <a:chOff x="4781243" y="1815088"/>
              <a:chExt cx="1458806" cy="108102"/>
            </a:xfrm>
            <a:solidFill>
              <a:schemeClr val="tx2">
                <a:alpha val="20000"/>
              </a:schemeClr>
            </a:solidFill>
          </p:grpSpPr>
          <p:sp>
            <p:nvSpPr>
              <p:cNvPr id="450" name="Freeform 5"/>
              <p:cNvSpPr>
                <a:spLocks/>
              </p:cNvSpPr>
              <p:nvPr/>
            </p:nvSpPr>
            <p:spPr bwMode="auto">
              <a:xfrm>
                <a:off x="478124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51" name="Freeform 5"/>
              <p:cNvSpPr>
                <a:spLocks/>
              </p:cNvSpPr>
              <p:nvPr/>
            </p:nvSpPr>
            <p:spPr bwMode="auto">
              <a:xfrm>
                <a:off x="4931338"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52" name="Freeform 5"/>
              <p:cNvSpPr>
                <a:spLocks/>
              </p:cNvSpPr>
              <p:nvPr/>
            </p:nvSpPr>
            <p:spPr bwMode="auto">
              <a:xfrm>
                <a:off x="508143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53" name="Freeform 5"/>
              <p:cNvSpPr>
                <a:spLocks/>
              </p:cNvSpPr>
              <p:nvPr/>
            </p:nvSpPr>
            <p:spPr bwMode="auto">
              <a:xfrm>
                <a:off x="5231528"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54" name="Freeform 5"/>
              <p:cNvSpPr>
                <a:spLocks/>
              </p:cNvSpPr>
              <p:nvPr/>
            </p:nvSpPr>
            <p:spPr bwMode="auto">
              <a:xfrm>
                <a:off x="538162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55" name="Freeform 5"/>
              <p:cNvSpPr>
                <a:spLocks/>
              </p:cNvSpPr>
              <p:nvPr/>
            </p:nvSpPr>
            <p:spPr bwMode="auto">
              <a:xfrm>
                <a:off x="5531718"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56" name="Freeform 5"/>
              <p:cNvSpPr>
                <a:spLocks/>
              </p:cNvSpPr>
              <p:nvPr/>
            </p:nvSpPr>
            <p:spPr bwMode="auto">
              <a:xfrm>
                <a:off x="568181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57" name="Freeform 5"/>
              <p:cNvSpPr>
                <a:spLocks/>
              </p:cNvSpPr>
              <p:nvPr/>
            </p:nvSpPr>
            <p:spPr bwMode="auto">
              <a:xfrm>
                <a:off x="5831908"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58" name="Freeform 5"/>
              <p:cNvSpPr>
                <a:spLocks/>
              </p:cNvSpPr>
              <p:nvPr/>
            </p:nvSpPr>
            <p:spPr bwMode="auto">
              <a:xfrm>
                <a:off x="598200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59" name="Freeform 5"/>
              <p:cNvSpPr>
                <a:spLocks/>
              </p:cNvSpPr>
              <p:nvPr/>
            </p:nvSpPr>
            <p:spPr bwMode="auto">
              <a:xfrm>
                <a:off x="6132099"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62" name="그룹 361"/>
            <p:cNvGrpSpPr/>
            <p:nvPr/>
          </p:nvGrpSpPr>
          <p:grpSpPr>
            <a:xfrm>
              <a:off x="5048761" y="1720599"/>
              <a:ext cx="1458806" cy="108102"/>
              <a:chOff x="4781243" y="1965943"/>
              <a:chExt cx="1458806" cy="108102"/>
            </a:xfrm>
            <a:solidFill>
              <a:schemeClr val="tx2">
                <a:alpha val="20000"/>
              </a:schemeClr>
            </a:solidFill>
          </p:grpSpPr>
          <p:sp>
            <p:nvSpPr>
              <p:cNvPr id="440" name="Freeform 5"/>
              <p:cNvSpPr>
                <a:spLocks/>
              </p:cNvSpPr>
              <p:nvPr/>
            </p:nvSpPr>
            <p:spPr bwMode="auto">
              <a:xfrm>
                <a:off x="478124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1" name="Freeform 5"/>
              <p:cNvSpPr>
                <a:spLocks/>
              </p:cNvSpPr>
              <p:nvPr/>
            </p:nvSpPr>
            <p:spPr bwMode="auto">
              <a:xfrm>
                <a:off x="4931338"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2" name="Freeform 5"/>
              <p:cNvSpPr>
                <a:spLocks/>
              </p:cNvSpPr>
              <p:nvPr/>
            </p:nvSpPr>
            <p:spPr bwMode="auto">
              <a:xfrm>
                <a:off x="508143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3" name="Freeform 5"/>
              <p:cNvSpPr>
                <a:spLocks/>
              </p:cNvSpPr>
              <p:nvPr/>
            </p:nvSpPr>
            <p:spPr bwMode="auto">
              <a:xfrm>
                <a:off x="5231528"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4" name="Freeform 5"/>
              <p:cNvSpPr>
                <a:spLocks/>
              </p:cNvSpPr>
              <p:nvPr/>
            </p:nvSpPr>
            <p:spPr bwMode="auto">
              <a:xfrm>
                <a:off x="538162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5" name="Freeform 5"/>
              <p:cNvSpPr>
                <a:spLocks/>
              </p:cNvSpPr>
              <p:nvPr/>
            </p:nvSpPr>
            <p:spPr bwMode="auto">
              <a:xfrm>
                <a:off x="5531718"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6" name="Freeform 5"/>
              <p:cNvSpPr>
                <a:spLocks/>
              </p:cNvSpPr>
              <p:nvPr/>
            </p:nvSpPr>
            <p:spPr bwMode="auto">
              <a:xfrm>
                <a:off x="568181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7" name="Freeform 5"/>
              <p:cNvSpPr>
                <a:spLocks/>
              </p:cNvSpPr>
              <p:nvPr/>
            </p:nvSpPr>
            <p:spPr bwMode="auto">
              <a:xfrm>
                <a:off x="5831908"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8" name="Freeform 5"/>
              <p:cNvSpPr>
                <a:spLocks/>
              </p:cNvSpPr>
              <p:nvPr/>
            </p:nvSpPr>
            <p:spPr bwMode="auto">
              <a:xfrm>
                <a:off x="598200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49" name="Freeform 5"/>
              <p:cNvSpPr>
                <a:spLocks/>
              </p:cNvSpPr>
              <p:nvPr/>
            </p:nvSpPr>
            <p:spPr bwMode="auto">
              <a:xfrm>
                <a:off x="6132099"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63" name="그룹 362"/>
            <p:cNvGrpSpPr/>
            <p:nvPr/>
          </p:nvGrpSpPr>
          <p:grpSpPr>
            <a:xfrm>
              <a:off x="5048761" y="1871417"/>
              <a:ext cx="1458806" cy="108102"/>
              <a:chOff x="4781243" y="2116798"/>
              <a:chExt cx="1458806" cy="108102"/>
            </a:xfrm>
            <a:solidFill>
              <a:schemeClr val="tx2">
                <a:alpha val="20000"/>
              </a:schemeClr>
            </a:solidFill>
          </p:grpSpPr>
          <p:sp>
            <p:nvSpPr>
              <p:cNvPr id="430" name="Freeform 5"/>
              <p:cNvSpPr>
                <a:spLocks/>
              </p:cNvSpPr>
              <p:nvPr/>
            </p:nvSpPr>
            <p:spPr bwMode="auto">
              <a:xfrm>
                <a:off x="478124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31" name="Freeform 5"/>
              <p:cNvSpPr>
                <a:spLocks/>
              </p:cNvSpPr>
              <p:nvPr/>
            </p:nvSpPr>
            <p:spPr bwMode="auto">
              <a:xfrm>
                <a:off x="4931338"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32" name="Freeform 5"/>
              <p:cNvSpPr>
                <a:spLocks/>
              </p:cNvSpPr>
              <p:nvPr/>
            </p:nvSpPr>
            <p:spPr bwMode="auto">
              <a:xfrm>
                <a:off x="508143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33" name="Freeform 5"/>
              <p:cNvSpPr>
                <a:spLocks/>
              </p:cNvSpPr>
              <p:nvPr/>
            </p:nvSpPr>
            <p:spPr bwMode="auto">
              <a:xfrm>
                <a:off x="5231528"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34" name="Freeform 5"/>
              <p:cNvSpPr>
                <a:spLocks/>
              </p:cNvSpPr>
              <p:nvPr/>
            </p:nvSpPr>
            <p:spPr bwMode="auto">
              <a:xfrm>
                <a:off x="538162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35" name="Freeform 5"/>
              <p:cNvSpPr>
                <a:spLocks/>
              </p:cNvSpPr>
              <p:nvPr/>
            </p:nvSpPr>
            <p:spPr bwMode="auto">
              <a:xfrm>
                <a:off x="5531718"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36" name="Freeform 5"/>
              <p:cNvSpPr>
                <a:spLocks/>
              </p:cNvSpPr>
              <p:nvPr/>
            </p:nvSpPr>
            <p:spPr bwMode="auto">
              <a:xfrm>
                <a:off x="568181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37" name="Freeform 5"/>
              <p:cNvSpPr>
                <a:spLocks/>
              </p:cNvSpPr>
              <p:nvPr/>
            </p:nvSpPr>
            <p:spPr bwMode="auto">
              <a:xfrm>
                <a:off x="5831908"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38" name="Freeform 5"/>
              <p:cNvSpPr>
                <a:spLocks/>
              </p:cNvSpPr>
              <p:nvPr/>
            </p:nvSpPr>
            <p:spPr bwMode="auto">
              <a:xfrm>
                <a:off x="598200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39" name="Freeform 5"/>
              <p:cNvSpPr>
                <a:spLocks/>
              </p:cNvSpPr>
              <p:nvPr/>
            </p:nvSpPr>
            <p:spPr bwMode="auto">
              <a:xfrm>
                <a:off x="6132099"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64" name="그룹 363"/>
            <p:cNvGrpSpPr/>
            <p:nvPr/>
          </p:nvGrpSpPr>
          <p:grpSpPr>
            <a:xfrm>
              <a:off x="5048761" y="2022235"/>
              <a:ext cx="1458806" cy="108102"/>
              <a:chOff x="4781243" y="2267653"/>
              <a:chExt cx="1458806" cy="108102"/>
            </a:xfrm>
            <a:solidFill>
              <a:schemeClr val="tx2">
                <a:alpha val="20000"/>
              </a:schemeClr>
            </a:solidFill>
          </p:grpSpPr>
          <p:sp>
            <p:nvSpPr>
              <p:cNvPr id="420" name="Freeform 5"/>
              <p:cNvSpPr>
                <a:spLocks/>
              </p:cNvSpPr>
              <p:nvPr/>
            </p:nvSpPr>
            <p:spPr bwMode="auto">
              <a:xfrm>
                <a:off x="478124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21" name="Freeform 5"/>
              <p:cNvSpPr>
                <a:spLocks/>
              </p:cNvSpPr>
              <p:nvPr/>
            </p:nvSpPr>
            <p:spPr bwMode="auto">
              <a:xfrm>
                <a:off x="4931338"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22" name="Freeform 5"/>
              <p:cNvSpPr>
                <a:spLocks/>
              </p:cNvSpPr>
              <p:nvPr/>
            </p:nvSpPr>
            <p:spPr bwMode="auto">
              <a:xfrm>
                <a:off x="508143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23" name="Freeform 5"/>
              <p:cNvSpPr>
                <a:spLocks/>
              </p:cNvSpPr>
              <p:nvPr/>
            </p:nvSpPr>
            <p:spPr bwMode="auto">
              <a:xfrm>
                <a:off x="5231528"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24" name="Freeform 5"/>
              <p:cNvSpPr>
                <a:spLocks/>
              </p:cNvSpPr>
              <p:nvPr/>
            </p:nvSpPr>
            <p:spPr bwMode="auto">
              <a:xfrm>
                <a:off x="538162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25" name="Freeform 5"/>
              <p:cNvSpPr>
                <a:spLocks/>
              </p:cNvSpPr>
              <p:nvPr/>
            </p:nvSpPr>
            <p:spPr bwMode="auto">
              <a:xfrm>
                <a:off x="5531718"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26" name="Freeform 5"/>
              <p:cNvSpPr>
                <a:spLocks/>
              </p:cNvSpPr>
              <p:nvPr/>
            </p:nvSpPr>
            <p:spPr bwMode="auto">
              <a:xfrm>
                <a:off x="568181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27" name="Freeform 5"/>
              <p:cNvSpPr>
                <a:spLocks/>
              </p:cNvSpPr>
              <p:nvPr/>
            </p:nvSpPr>
            <p:spPr bwMode="auto">
              <a:xfrm>
                <a:off x="5831908"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28" name="Freeform 5"/>
              <p:cNvSpPr>
                <a:spLocks/>
              </p:cNvSpPr>
              <p:nvPr/>
            </p:nvSpPr>
            <p:spPr bwMode="auto">
              <a:xfrm>
                <a:off x="598200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29" name="Freeform 5"/>
              <p:cNvSpPr>
                <a:spLocks/>
              </p:cNvSpPr>
              <p:nvPr/>
            </p:nvSpPr>
            <p:spPr bwMode="auto">
              <a:xfrm>
                <a:off x="6132099"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65" name="그룹 364"/>
            <p:cNvGrpSpPr/>
            <p:nvPr/>
          </p:nvGrpSpPr>
          <p:grpSpPr>
            <a:xfrm>
              <a:off x="5048761" y="2173053"/>
              <a:ext cx="1458806" cy="108102"/>
              <a:chOff x="4781243" y="2418508"/>
              <a:chExt cx="1458806" cy="108102"/>
            </a:xfrm>
            <a:solidFill>
              <a:schemeClr val="tx2">
                <a:alpha val="20000"/>
              </a:schemeClr>
            </a:solidFill>
          </p:grpSpPr>
          <p:sp>
            <p:nvSpPr>
              <p:cNvPr id="410" name="Freeform 5"/>
              <p:cNvSpPr>
                <a:spLocks/>
              </p:cNvSpPr>
              <p:nvPr/>
            </p:nvSpPr>
            <p:spPr bwMode="auto">
              <a:xfrm>
                <a:off x="478124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11" name="Freeform 5"/>
              <p:cNvSpPr>
                <a:spLocks/>
              </p:cNvSpPr>
              <p:nvPr/>
            </p:nvSpPr>
            <p:spPr bwMode="auto">
              <a:xfrm>
                <a:off x="4931338"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12" name="Freeform 5"/>
              <p:cNvSpPr>
                <a:spLocks/>
              </p:cNvSpPr>
              <p:nvPr/>
            </p:nvSpPr>
            <p:spPr bwMode="auto">
              <a:xfrm>
                <a:off x="508143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13" name="Freeform 5"/>
              <p:cNvSpPr>
                <a:spLocks/>
              </p:cNvSpPr>
              <p:nvPr/>
            </p:nvSpPr>
            <p:spPr bwMode="auto">
              <a:xfrm>
                <a:off x="5231528"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14" name="Freeform 5"/>
              <p:cNvSpPr>
                <a:spLocks/>
              </p:cNvSpPr>
              <p:nvPr/>
            </p:nvSpPr>
            <p:spPr bwMode="auto">
              <a:xfrm>
                <a:off x="538162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15" name="Freeform 5"/>
              <p:cNvSpPr>
                <a:spLocks/>
              </p:cNvSpPr>
              <p:nvPr/>
            </p:nvSpPr>
            <p:spPr bwMode="auto">
              <a:xfrm>
                <a:off x="5531718"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16" name="Freeform 5"/>
              <p:cNvSpPr>
                <a:spLocks/>
              </p:cNvSpPr>
              <p:nvPr/>
            </p:nvSpPr>
            <p:spPr bwMode="auto">
              <a:xfrm>
                <a:off x="568181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17" name="Freeform 5"/>
              <p:cNvSpPr>
                <a:spLocks/>
              </p:cNvSpPr>
              <p:nvPr/>
            </p:nvSpPr>
            <p:spPr bwMode="auto">
              <a:xfrm>
                <a:off x="5831908"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18" name="Freeform 5"/>
              <p:cNvSpPr>
                <a:spLocks/>
              </p:cNvSpPr>
              <p:nvPr/>
            </p:nvSpPr>
            <p:spPr bwMode="auto">
              <a:xfrm>
                <a:off x="598200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19" name="Freeform 5"/>
              <p:cNvSpPr>
                <a:spLocks/>
              </p:cNvSpPr>
              <p:nvPr/>
            </p:nvSpPr>
            <p:spPr bwMode="auto">
              <a:xfrm>
                <a:off x="6132099"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66" name="그룹 365"/>
            <p:cNvGrpSpPr/>
            <p:nvPr/>
          </p:nvGrpSpPr>
          <p:grpSpPr>
            <a:xfrm>
              <a:off x="5048761" y="2323871"/>
              <a:ext cx="1458806" cy="108102"/>
              <a:chOff x="4781243" y="2569363"/>
              <a:chExt cx="1458806" cy="108102"/>
            </a:xfrm>
            <a:solidFill>
              <a:schemeClr val="tx2">
                <a:alpha val="20000"/>
              </a:schemeClr>
            </a:solidFill>
          </p:grpSpPr>
          <p:sp>
            <p:nvSpPr>
              <p:cNvPr id="400" name="Freeform 5"/>
              <p:cNvSpPr>
                <a:spLocks/>
              </p:cNvSpPr>
              <p:nvPr/>
            </p:nvSpPr>
            <p:spPr bwMode="auto">
              <a:xfrm>
                <a:off x="478124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01" name="Freeform 5"/>
              <p:cNvSpPr>
                <a:spLocks/>
              </p:cNvSpPr>
              <p:nvPr/>
            </p:nvSpPr>
            <p:spPr bwMode="auto">
              <a:xfrm>
                <a:off x="4931338"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02" name="Freeform 5"/>
              <p:cNvSpPr>
                <a:spLocks/>
              </p:cNvSpPr>
              <p:nvPr/>
            </p:nvSpPr>
            <p:spPr bwMode="auto">
              <a:xfrm>
                <a:off x="508143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03" name="Freeform 5"/>
              <p:cNvSpPr>
                <a:spLocks/>
              </p:cNvSpPr>
              <p:nvPr/>
            </p:nvSpPr>
            <p:spPr bwMode="auto">
              <a:xfrm>
                <a:off x="5231528"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04" name="Freeform 5"/>
              <p:cNvSpPr>
                <a:spLocks/>
              </p:cNvSpPr>
              <p:nvPr/>
            </p:nvSpPr>
            <p:spPr bwMode="auto">
              <a:xfrm>
                <a:off x="538162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05" name="Freeform 5"/>
              <p:cNvSpPr>
                <a:spLocks/>
              </p:cNvSpPr>
              <p:nvPr/>
            </p:nvSpPr>
            <p:spPr bwMode="auto">
              <a:xfrm>
                <a:off x="5531718"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06" name="Freeform 5"/>
              <p:cNvSpPr>
                <a:spLocks/>
              </p:cNvSpPr>
              <p:nvPr/>
            </p:nvSpPr>
            <p:spPr bwMode="auto">
              <a:xfrm>
                <a:off x="568181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07" name="Freeform 5"/>
              <p:cNvSpPr>
                <a:spLocks/>
              </p:cNvSpPr>
              <p:nvPr/>
            </p:nvSpPr>
            <p:spPr bwMode="auto">
              <a:xfrm>
                <a:off x="5831908"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08" name="Freeform 5"/>
              <p:cNvSpPr>
                <a:spLocks/>
              </p:cNvSpPr>
              <p:nvPr/>
            </p:nvSpPr>
            <p:spPr bwMode="auto">
              <a:xfrm>
                <a:off x="598200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09" name="Freeform 5"/>
              <p:cNvSpPr>
                <a:spLocks/>
              </p:cNvSpPr>
              <p:nvPr/>
            </p:nvSpPr>
            <p:spPr bwMode="auto">
              <a:xfrm>
                <a:off x="6132099"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67" name="그룹 366"/>
            <p:cNvGrpSpPr/>
            <p:nvPr/>
          </p:nvGrpSpPr>
          <p:grpSpPr>
            <a:xfrm>
              <a:off x="5048761" y="2474689"/>
              <a:ext cx="1458806" cy="108102"/>
              <a:chOff x="4781243" y="2720218"/>
              <a:chExt cx="1458806" cy="108102"/>
            </a:xfrm>
            <a:solidFill>
              <a:schemeClr val="accent1"/>
            </a:solidFill>
          </p:grpSpPr>
          <p:sp>
            <p:nvSpPr>
              <p:cNvPr id="390" name="Freeform 5"/>
              <p:cNvSpPr>
                <a:spLocks/>
              </p:cNvSpPr>
              <p:nvPr/>
            </p:nvSpPr>
            <p:spPr bwMode="auto">
              <a:xfrm>
                <a:off x="478124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91" name="Freeform 5"/>
              <p:cNvSpPr>
                <a:spLocks/>
              </p:cNvSpPr>
              <p:nvPr/>
            </p:nvSpPr>
            <p:spPr bwMode="auto">
              <a:xfrm>
                <a:off x="4931338"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92" name="Freeform 5"/>
              <p:cNvSpPr>
                <a:spLocks/>
              </p:cNvSpPr>
              <p:nvPr/>
            </p:nvSpPr>
            <p:spPr bwMode="auto">
              <a:xfrm>
                <a:off x="508143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93" name="Freeform 5"/>
              <p:cNvSpPr>
                <a:spLocks/>
              </p:cNvSpPr>
              <p:nvPr/>
            </p:nvSpPr>
            <p:spPr bwMode="auto">
              <a:xfrm>
                <a:off x="5231528"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94" name="Freeform 5"/>
              <p:cNvSpPr>
                <a:spLocks/>
              </p:cNvSpPr>
              <p:nvPr/>
            </p:nvSpPr>
            <p:spPr bwMode="auto">
              <a:xfrm>
                <a:off x="538162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95" name="Freeform 5"/>
              <p:cNvSpPr>
                <a:spLocks/>
              </p:cNvSpPr>
              <p:nvPr/>
            </p:nvSpPr>
            <p:spPr bwMode="auto">
              <a:xfrm>
                <a:off x="5531718"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96" name="Freeform 5"/>
              <p:cNvSpPr>
                <a:spLocks/>
              </p:cNvSpPr>
              <p:nvPr/>
            </p:nvSpPr>
            <p:spPr bwMode="auto">
              <a:xfrm>
                <a:off x="568181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97" name="Freeform 5"/>
              <p:cNvSpPr>
                <a:spLocks/>
              </p:cNvSpPr>
              <p:nvPr/>
            </p:nvSpPr>
            <p:spPr bwMode="auto">
              <a:xfrm>
                <a:off x="5831908"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98" name="Freeform 5"/>
              <p:cNvSpPr>
                <a:spLocks/>
              </p:cNvSpPr>
              <p:nvPr/>
            </p:nvSpPr>
            <p:spPr bwMode="auto">
              <a:xfrm>
                <a:off x="598200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99" name="Freeform 5"/>
              <p:cNvSpPr>
                <a:spLocks/>
              </p:cNvSpPr>
              <p:nvPr/>
            </p:nvSpPr>
            <p:spPr bwMode="auto">
              <a:xfrm>
                <a:off x="6132099"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68" name="그룹 367"/>
            <p:cNvGrpSpPr/>
            <p:nvPr/>
          </p:nvGrpSpPr>
          <p:grpSpPr>
            <a:xfrm>
              <a:off x="5048761" y="2625507"/>
              <a:ext cx="1458806" cy="108102"/>
              <a:chOff x="4781243" y="2871070"/>
              <a:chExt cx="1458806" cy="108102"/>
            </a:xfrm>
            <a:solidFill>
              <a:schemeClr val="accent1"/>
            </a:solidFill>
          </p:grpSpPr>
          <p:sp>
            <p:nvSpPr>
              <p:cNvPr id="380" name="Freeform 5"/>
              <p:cNvSpPr>
                <a:spLocks/>
              </p:cNvSpPr>
              <p:nvPr/>
            </p:nvSpPr>
            <p:spPr bwMode="auto">
              <a:xfrm>
                <a:off x="478124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81" name="Freeform 5"/>
              <p:cNvSpPr>
                <a:spLocks/>
              </p:cNvSpPr>
              <p:nvPr/>
            </p:nvSpPr>
            <p:spPr bwMode="auto">
              <a:xfrm>
                <a:off x="493133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82" name="Freeform 5"/>
              <p:cNvSpPr>
                <a:spLocks/>
              </p:cNvSpPr>
              <p:nvPr/>
            </p:nvSpPr>
            <p:spPr bwMode="auto">
              <a:xfrm>
                <a:off x="508143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83" name="Freeform 5"/>
              <p:cNvSpPr>
                <a:spLocks/>
              </p:cNvSpPr>
              <p:nvPr/>
            </p:nvSpPr>
            <p:spPr bwMode="auto">
              <a:xfrm>
                <a:off x="523152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84" name="Freeform 5"/>
              <p:cNvSpPr>
                <a:spLocks/>
              </p:cNvSpPr>
              <p:nvPr/>
            </p:nvSpPr>
            <p:spPr bwMode="auto">
              <a:xfrm>
                <a:off x="538162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85" name="Freeform 5"/>
              <p:cNvSpPr>
                <a:spLocks/>
              </p:cNvSpPr>
              <p:nvPr/>
            </p:nvSpPr>
            <p:spPr bwMode="auto">
              <a:xfrm>
                <a:off x="553171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86" name="Freeform 5"/>
              <p:cNvSpPr>
                <a:spLocks/>
              </p:cNvSpPr>
              <p:nvPr/>
            </p:nvSpPr>
            <p:spPr bwMode="auto">
              <a:xfrm>
                <a:off x="568181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87" name="Freeform 5"/>
              <p:cNvSpPr>
                <a:spLocks/>
              </p:cNvSpPr>
              <p:nvPr/>
            </p:nvSpPr>
            <p:spPr bwMode="auto">
              <a:xfrm>
                <a:off x="583190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88" name="Freeform 5"/>
              <p:cNvSpPr>
                <a:spLocks/>
              </p:cNvSpPr>
              <p:nvPr/>
            </p:nvSpPr>
            <p:spPr bwMode="auto">
              <a:xfrm>
                <a:off x="598200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89" name="Freeform 5"/>
              <p:cNvSpPr>
                <a:spLocks/>
              </p:cNvSpPr>
              <p:nvPr/>
            </p:nvSpPr>
            <p:spPr bwMode="auto">
              <a:xfrm>
                <a:off x="6132099"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369" name="그룹 368"/>
            <p:cNvGrpSpPr/>
            <p:nvPr/>
          </p:nvGrpSpPr>
          <p:grpSpPr>
            <a:xfrm>
              <a:off x="5048761" y="2776325"/>
              <a:ext cx="1458806" cy="108102"/>
              <a:chOff x="4781243" y="2871070"/>
              <a:chExt cx="1458806" cy="108102"/>
            </a:xfrm>
            <a:solidFill>
              <a:schemeClr val="accent1"/>
            </a:solidFill>
          </p:grpSpPr>
          <p:sp>
            <p:nvSpPr>
              <p:cNvPr id="370" name="Freeform 5"/>
              <p:cNvSpPr>
                <a:spLocks/>
              </p:cNvSpPr>
              <p:nvPr/>
            </p:nvSpPr>
            <p:spPr bwMode="auto">
              <a:xfrm>
                <a:off x="478124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71" name="Freeform 5"/>
              <p:cNvSpPr>
                <a:spLocks/>
              </p:cNvSpPr>
              <p:nvPr/>
            </p:nvSpPr>
            <p:spPr bwMode="auto">
              <a:xfrm>
                <a:off x="493133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72" name="Freeform 5"/>
              <p:cNvSpPr>
                <a:spLocks/>
              </p:cNvSpPr>
              <p:nvPr/>
            </p:nvSpPr>
            <p:spPr bwMode="auto">
              <a:xfrm>
                <a:off x="508143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73" name="Freeform 5"/>
              <p:cNvSpPr>
                <a:spLocks/>
              </p:cNvSpPr>
              <p:nvPr/>
            </p:nvSpPr>
            <p:spPr bwMode="auto">
              <a:xfrm>
                <a:off x="523152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74" name="Freeform 5"/>
              <p:cNvSpPr>
                <a:spLocks/>
              </p:cNvSpPr>
              <p:nvPr/>
            </p:nvSpPr>
            <p:spPr bwMode="auto">
              <a:xfrm>
                <a:off x="538162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75" name="Freeform 5"/>
              <p:cNvSpPr>
                <a:spLocks/>
              </p:cNvSpPr>
              <p:nvPr/>
            </p:nvSpPr>
            <p:spPr bwMode="auto">
              <a:xfrm>
                <a:off x="553171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76" name="Freeform 5"/>
              <p:cNvSpPr>
                <a:spLocks/>
              </p:cNvSpPr>
              <p:nvPr/>
            </p:nvSpPr>
            <p:spPr bwMode="auto">
              <a:xfrm>
                <a:off x="568181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77" name="Freeform 5"/>
              <p:cNvSpPr>
                <a:spLocks/>
              </p:cNvSpPr>
              <p:nvPr/>
            </p:nvSpPr>
            <p:spPr bwMode="auto">
              <a:xfrm>
                <a:off x="583190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78" name="Freeform 5"/>
              <p:cNvSpPr>
                <a:spLocks/>
              </p:cNvSpPr>
              <p:nvPr/>
            </p:nvSpPr>
            <p:spPr bwMode="auto">
              <a:xfrm>
                <a:off x="598200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79" name="Freeform 5"/>
              <p:cNvSpPr>
                <a:spLocks/>
              </p:cNvSpPr>
              <p:nvPr/>
            </p:nvSpPr>
            <p:spPr bwMode="auto">
              <a:xfrm>
                <a:off x="6132099"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grpSp>
        <p:nvGrpSpPr>
          <p:cNvPr id="475" name="그룹 474"/>
          <p:cNvGrpSpPr/>
          <p:nvPr/>
        </p:nvGrpSpPr>
        <p:grpSpPr>
          <a:xfrm>
            <a:off x="4619325" y="3258075"/>
            <a:ext cx="1458806" cy="1095083"/>
            <a:chOff x="6964469" y="3002294"/>
            <a:chExt cx="1458806" cy="1095083"/>
          </a:xfrm>
        </p:grpSpPr>
        <p:sp>
          <p:nvSpPr>
            <p:cNvPr id="472" name="TextBox 471"/>
            <p:cNvSpPr txBox="1"/>
            <p:nvPr/>
          </p:nvSpPr>
          <p:spPr>
            <a:xfrm>
              <a:off x="6964470" y="3002294"/>
              <a:ext cx="1420093" cy="209207"/>
            </a:xfrm>
            <a:prstGeom prst="rect">
              <a:avLst/>
            </a:prstGeom>
            <a:noFill/>
          </p:spPr>
          <p:txBody>
            <a:bodyPr wrap="square" lIns="0" tIns="0" rIns="0" bIns="0" rtlCol="0">
              <a:noAutofit/>
            </a:bodyPr>
            <a:lstStyle/>
            <a:p>
              <a:pPr>
                <a:spcAft>
                  <a:spcPts val="300"/>
                </a:spcAft>
              </a:pPr>
              <a:r>
                <a:rPr lang="nb-NO"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endParaRPr>
            </a:p>
          </p:txBody>
        </p:sp>
        <p:sp>
          <p:nvSpPr>
            <p:cNvPr id="474" name="TextBox 473"/>
            <p:cNvSpPr txBox="1">
              <a:spLocks/>
            </p:cNvSpPr>
            <p:nvPr/>
          </p:nvSpPr>
          <p:spPr>
            <a:xfrm>
              <a:off x="6964469" y="3236923"/>
              <a:ext cx="1458806" cy="860454"/>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 malesuada tellus. Ut ultrices ultr aces enim. Curabitur sit amen mauris. </a:t>
              </a:r>
            </a:p>
          </p:txBody>
        </p:sp>
      </p:grpSp>
      <p:grpSp>
        <p:nvGrpSpPr>
          <p:cNvPr id="353" name="그룹 352"/>
          <p:cNvGrpSpPr/>
          <p:nvPr/>
        </p:nvGrpSpPr>
        <p:grpSpPr>
          <a:xfrm>
            <a:off x="4612183" y="1293943"/>
            <a:ext cx="1465951" cy="1846265"/>
            <a:chOff x="6957324" y="1038162"/>
            <a:chExt cx="1465951" cy="1846265"/>
          </a:xfrm>
        </p:grpSpPr>
        <p:sp>
          <p:nvSpPr>
            <p:cNvPr id="471" name="TextBox 470"/>
            <p:cNvSpPr txBox="1"/>
            <p:nvPr/>
          </p:nvSpPr>
          <p:spPr>
            <a:xfrm>
              <a:off x="6957324" y="1210993"/>
              <a:ext cx="1015663" cy="350159"/>
            </a:xfrm>
            <a:prstGeom prst="rect">
              <a:avLst/>
            </a:prstGeom>
            <a:noFill/>
          </p:spPr>
          <p:txBody>
            <a:bodyPr wrap="square" lIns="0" tIns="0" rIns="0" bIns="0" rtlCol="0">
              <a:noAutofit/>
            </a:bodyPr>
            <a:lstStyle/>
            <a:p>
              <a:pPr lvl="0"/>
              <a:r>
                <a:rPr lang="nb-NO" sz="2500" b="1" dirty="0">
                  <a:gradFill>
                    <a:gsLst>
                      <a:gs pos="0">
                        <a:schemeClr val="accent1"/>
                      </a:gs>
                      <a:gs pos="100000">
                        <a:schemeClr val="accent1"/>
                      </a:gs>
                    </a:gsLst>
                    <a:lin ang="5400000" scaled="0"/>
                  </a:gradFill>
                  <a:latin typeface="Roboto Condensed Regular"/>
                  <a:ea typeface="Roboto Light" pitchFamily="2" charset="0"/>
                  <a:cs typeface="Roboto Condensed Regular"/>
                </a:rPr>
                <a:t>54</a:t>
              </a:r>
              <a:r>
                <a:rPr lang="nb-NO" sz="2000" dirty="0">
                  <a:gradFill>
                    <a:gsLst>
                      <a:gs pos="0">
                        <a:schemeClr val="accent1"/>
                      </a:gs>
                      <a:gs pos="100000">
                        <a:schemeClr val="accent1"/>
                      </a:gs>
                    </a:gsLst>
                    <a:lin ang="5400000" scaled="0"/>
                  </a:gradFill>
                  <a:latin typeface="Roboto Condensed Regular"/>
                  <a:ea typeface="Roboto Light" pitchFamily="2" charset="0"/>
                  <a:cs typeface="Roboto Condensed Regular"/>
                </a:rPr>
                <a:t>%</a:t>
              </a:r>
              <a:endParaRPr lang="en-US" sz="2000" dirty="0">
                <a:gradFill>
                  <a:gsLst>
                    <a:gs pos="0">
                      <a:schemeClr val="accent1"/>
                    </a:gs>
                    <a:gs pos="100000">
                      <a:schemeClr val="accent1"/>
                    </a:gs>
                  </a:gsLst>
                  <a:lin ang="5400000" scaled="0"/>
                </a:gradFill>
                <a:latin typeface="Roboto Condensed Regular"/>
                <a:cs typeface="Roboto Condensed Regular"/>
              </a:endParaRPr>
            </a:p>
          </p:txBody>
        </p:sp>
        <p:sp>
          <p:nvSpPr>
            <p:cNvPr id="473" name="TextBox 472"/>
            <p:cNvSpPr txBox="1"/>
            <p:nvPr/>
          </p:nvSpPr>
          <p:spPr>
            <a:xfrm>
              <a:off x="6964469" y="1038162"/>
              <a:ext cx="1458806" cy="209207"/>
            </a:xfrm>
            <a:prstGeom prst="rect">
              <a:avLst/>
            </a:prstGeom>
            <a:noFill/>
          </p:spPr>
          <p:txBody>
            <a:bodyPr wrap="square" lIns="0" tIns="0" rIns="0" bIns="0" rtlCol="0">
              <a:noAutofit/>
            </a:bodyPr>
            <a:lstStyle/>
            <a:p>
              <a:pPr>
                <a:spcAft>
                  <a:spcPts val="300"/>
                </a:spcAft>
              </a:pPr>
              <a:r>
                <a:rPr lang="nb-NO" sz="1200" b="1" dirty="0">
                  <a:gradFill>
                    <a:gsLst>
                      <a:gs pos="0">
                        <a:schemeClr val="tx2"/>
                      </a:gs>
                      <a:gs pos="100000">
                        <a:schemeClr val="tx2"/>
                      </a:gs>
                    </a:gsLst>
                    <a:lin ang="5400000" scaled="0"/>
                  </a:gradFill>
                  <a:latin typeface="Roboto Condensed Regular"/>
                  <a:ea typeface="Roboto Light" pitchFamily="2" charset="0"/>
                  <a:cs typeface="Roboto Condensed Regular"/>
                </a:rPr>
                <a:t>OPTION C</a:t>
              </a:r>
              <a:endParaRPr lang="en-US" sz="1200" dirty="0">
                <a:gradFill>
                  <a:gsLst>
                    <a:gs pos="0">
                      <a:schemeClr val="tx2"/>
                    </a:gs>
                    <a:gs pos="100000">
                      <a:schemeClr val="tx2"/>
                    </a:gs>
                  </a:gsLst>
                  <a:lin ang="5400000" scaled="0"/>
                </a:gradFill>
                <a:latin typeface="Roboto Condensed Regular"/>
                <a:cs typeface="Roboto Condensed Regular"/>
              </a:endParaRPr>
            </a:p>
          </p:txBody>
        </p:sp>
        <p:grpSp>
          <p:nvGrpSpPr>
            <p:cNvPr id="476" name="그룹 475"/>
            <p:cNvGrpSpPr/>
            <p:nvPr/>
          </p:nvGrpSpPr>
          <p:grpSpPr>
            <a:xfrm>
              <a:off x="7714944" y="1268145"/>
              <a:ext cx="708331" cy="108102"/>
              <a:chOff x="5531718" y="1513378"/>
              <a:chExt cx="708331" cy="108102"/>
            </a:xfrm>
            <a:solidFill>
              <a:schemeClr val="tx2">
                <a:alpha val="20000"/>
              </a:schemeClr>
            </a:solidFill>
          </p:grpSpPr>
          <p:sp>
            <p:nvSpPr>
              <p:cNvPr id="582" name="Freeform 5"/>
              <p:cNvSpPr>
                <a:spLocks/>
              </p:cNvSpPr>
              <p:nvPr/>
            </p:nvSpPr>
            <p:spPr bwMode="auto">
              <a:xfrm>
                <a:off x="5531718"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83" name="Freeform 5"/>
              <p:cNvSpPr>
                <a:spLocks/>
              </p:cNvSpPr>
              <p:nvPr/>
            </p:nvSpPr>
            <p:spPr bwMode="auto">
              <a:xfrm>
                <a:off x="5681813"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84" name="Freeform 5"/>
              <p:cNvSpPr>
                <a:spLocks/>
              </p:cNvSpPr>
              <p:nvPr/>
            </p:nvSpPr>
            <p:spPr bwMode="auto">
              <a:xfrm>
                <a:off x="5831908"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85" name="Freeform 5"/>
              <p:cNvSpPr>
                <a:spLocks/>
              </p:cNvSpPr>
              <p:nvPr/>
            </p:nvSpPr>
            <p:spPr bwMode="auto">
              <a:xfrm>
                <a:off x="5982003"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86" name="Freeform 5"/>
              <p:cNvSpPr>
                <a:spLocks/>
              </p:cNvSpPr>
              <p:nvPr/>
            </p:nvSpPr>
            <p:spPr bwMode="auto">
              <a:xfrm>
                <a:off x="6132099" y="151337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477" name="그룹 476"/>
            <p:cNvGrpSpPr/>
            <p:nvPr/>
          </p:nvGrpSpPr>
          <p:grpSpPr>
            <a:xfrm>
              <a:off x="7714944" y="1418963"/>
              <a:ext cx="708331" cy="108102"/>
              <a:chOff x="5531718" y="1664233"/>
              <a:chExt cx="708331" cy="108102"/>
            </a:xfrm>
            <a:solidFill>
              <a:schemeClr val="tx2">
                <a:alpha val="20000"/>
              </a:schemeClr>
            </a:solidFill>
          </p:grpSpPr>
          <p:sp>
            <p:nvSpPr>
              <p:cNvPr id="577" name="Freeform 5"/>
              <p:cNvSpPr>
                <a:spLocks/>
              </p:cNvSpPr>
              <p:nvPr/>
            </p:nvSpPr>
            <p:spPr bwMode="auto">
              <a:xfrm>
                <a:off x="5531718"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78" name="Freeform 5"/>
              <p:cNvSpPr>
                <a:spLocks/>
              </p:cNvSpPr>
              <p:nvPr/>
            </p:nvSpPr>
            <p:spPr bwMode="auto">
              <a:xfrm>
                <a:off x="5681813"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79" name="Freeform 5"/>
              <p:cNvSpPr>
                <a:spLocks/>
              </p:cNvSpPr>
              <p:nvPr/>
            </p:nvSpPr>
            <p:spPr bwMode="auto">
              <a:xfrm>
                <a:off x="5831908"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80" name="Freeform 5"/>
              <p:cNvSpPr>
                <a:spLocks/>
              </p:cNvSpPr>
              <p:nvPr/>
            </p:nvSpPr>
            <p:spPr bwMode="auto">
              <a:xfrm>
                <a:off x="5982003"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81" name="Freeform 5"/>
              <p:cNvSpPr>
                <a:spLocks/>
              </p:cNvSpPr>
              <p:nvPr/>
            </p:nvSpPr>
            <p:spPr bwMode="auto">
              <a:xfrm>
                <a:off x="6132099" y="166423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478" name="그룹 477"/>
            <p:cNvGrpSpPr/>
            <p:nvPr/>
          </p:nvGrpSpPr>
          <p:grpSpPr>
            <a:xfrm>
              <a:off x="6964469" y="1569781"/>
              <a:ext cx="1458806" cy="108102"/>
              <a:chOff x="4781243" y="1815088"/>
              <a:chExt cx="1458806" cy="108102"/>
            </a:xfrm>
            <a:solidFill>
              <a:schemeClr val="tx2">
                <a:alpha val="20000"/>
              </a:schemeClr>
            </a:solidFill>
          </p:grpSpPr>
          <p:sp>
            <p:nvSpPr>
              <p:cNvPr id="567" name="Freeform 5"/>
              <p:cNvSpPr>
                <a:spLocks/>
              </p:cNvSpPr>
              <p:nvPr/>
            </p:nvSpPr>
            <p:spPr bwMode="auto">
              <a:xfrm>
                <a:off x="478124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68" name="Freeform 5"/>
              <p:cNvSpPr>
                <a:spLocks/>
              </p:cNvSpPr>
              <p:nvPr/>
            </p:nvSpPr>
            <p:spPr bwMode="auto">
              <a:xfrm>
                <a:off x="4931338"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69" name="Freeform 5"/>
              <p:cNvSpPr>
                <a:spLocks/>
              </p:cNvSpPr>
              <p:nvPr/>
            </p:nvSpPr>
            <p:spPr bwMode="auto">
              <a:xfrm>
                <a:off x="508143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70" name="Freeform 5"/>
              <p:cNvSpPr>
                <a:spLocks/>
              </p:cNvSpPr>
              <p:nvPr/>
            </p:nvSpPr>
            <p:spPr bwMode="auto">
              <a:xfrm>
                <a:off x="5231528"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71" name="Freeform 5"/>
              <p:cNvSpPr>
                <a:spLocks/>
              </p:cNvSpPr>
              <p:nvPr/>
            </p:nvSpPr>
            <p:spPr bwMode="auto">
              <a:xfrm>
                <a:off x="538162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72" name="Freeform 5"/>
              <p:cNvSpPr>
                <a:spLocks/>
              </p:cNvSpPr>
              <p:nvPr/>
            </p:nvSpPr>
            <p:spPr bwMode="auto">
              <a:xfrm>
                <a:off x="5531718"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73" name="Freeform 5"/>
              <p:cNvSpPr>
                <a:spLocks/>
              </p:cNvSpPr>
              <p:nvPr/>
            </p:nvSpPr>
            <p:spPr bwMode="auto">
              <a:xfrm>
                <a:off x="568181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74" name="Freeform 5"/>
              <p:cNvSpPr>
                <a:spLocks/>
              </p:cNvSpPr>
              <p:nvPr/>
            </p:nvSpPr>
            <p:spPr bwMode="auto">
              <a:xfrm>
                <a:off x="5831908"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75" name="Freeform 5"/>
              <p:cNvSpPr>
                <a:spLocks/>
              </p:cNvSpPr>
              <p:nvPr/>
            </p:nvSpPr>
            <p:spPr bwMode="auto">
              <a:xfrm>
                <a:off x="5982003"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76" name="Freeform 5"/>
              <p:cNvSpPr>
                <a:spLocks/>
              </p:cNvSpPr>
              <p:nvPr/>
            </p:nvSpPr>
            <p:spPr bwMode="auto">
              <a:xfrm>
                <a:off x="6132099" y="181508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479" name="그룹 478"/>
            <p:cNvGrpSpPr/>
            <p:nvPr/>
          </p:nvGrpSpPr>
          <p:grpSpPr>
            <a:xfrm>
              <a:off x="6964469" y="1720599"/>
              <a:ext cx="1458806" cy="108102"/>
              <a:chOff x="4781243" y="1965943"/>
              <a:chExt cx="1458806" cy="108102"/>
            </a:xfrm>
            <a:solidFill>
              <a:schemeClr val="tx2">
                <a:alpha val="20000"/>
              </a:schemeClr>
            </a:solidFill>
          </p:grpSpPr>
          <p:sp>
            <p:nvSpPr>
              <p:cNvPr id="557" name="Freeform 5"/>
              <p:cNvSpPr>
                <a:spLocks/>
              </p:cNvSpPr>
              <p:nvPr/>
            </p:nvSpPr>
            <p:spPr bwMode="auto">
              <a:xfrm>
                <a:off x="478124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58" name="Freeform 5"/>
              <p:cNvSpPr>
                <a:spLocks/>
              </p:cNvSpPr>
              <p:nvPr/>
            </p:nvSpPr>
            <p:spPr bwMode="auto">
              <a:xfrm>
                <a:off x="4931338"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59" name="Freeform 5"/>
              <p:cNvSpPr>
                <a:spLocks/>
              </p:cNvSpPr>
              <p:nvPr/>
            </p:nvSpPr>
            <p:spPr bwMode="auto">
              <a:xfrm>
                <a:off x="508143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60" name="Freeform 5"/>
              <p:cNvSpPr>
                <a:spLocks/>
              </p:cNvSpPr>
              <p:nvPr/>
            </p:nvSpPr>
            <p:spPr bwMode="auto">
              <a:xfrm>
                <a:off x="5231528"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61" name="Freeform 5"/>
              <p:cNvSpPr>
                <a:spLocks/>
              </p:cNvSpPr>
              <p:nvPr/>
            </p:nvSpPr>
            <p:spPr bwMode="auto">
              <a:xfrm>
                <a:off x="538162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62" name="Freeform 5"/>
              <p:cNvSpPr>
                <a:spLocks/>
              </p:cNvSpPr>
              <p:nvPr/>
            </p:nvSpPr>
            <p:spPr bwMode="auto">
              <a:xfrm>
                <a:off x="5531718"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63" name="Freeform 5"/>
              <p:cNvSpPr>
                <a:spLocks/>
              </p:cNvSpPr>
              <p:nvPr/>
            </p:nvSpPr>
            <p:spPr bwMode="auto">
              <a:xfrm>
                <a:off x="568181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64" name="Freeform 5"/>
              <p:cNvSpPr>
                <a:spLocks/>
              </p:cNvSpPr>
              <p:nvPr/>
            </p:nvSpPr>
            <p:spPr bwMode="auto">
              <a:xfrm>
                <a:off x="5831908"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65" name="Freeform 5"/>
              <p:cNvSpPr>
                <a:spLocks/>
              </p:cNvSpPr>
              <p:nvPr/>
            </p:nvSpPr>
            <p:spPr bwMode="auto">
              <a:xfrm>
                <a:off x="5982003"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66" name="Freeform 5"/>
              <p:cNvSpPr>
                <a:spLocks/>
              </p:cNvSpPr>
              <p:nvPr/>
            </p:nvSpPr>
            <p:spPr bwMode="auto">
              <a:xfrm>
                <a:off x="6132099" y="196594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480" name="그룹 479"/>
            <p:cNvGrpSpPr/>
            <p:nvPr/>
          </p:nvGrpSpPr>
          <p:grpSpPr>
            <a:xfrm>
              <a:off x="6964469" y="1871417"/>
              <a:ext cx="1458806" cy="108102"/>
              <a:chOff x="4781243" y="2116798"/>
              <a:chExt cx="1458806" cy="108102"/>
            </a:xfrm>
            <a:solidFill>
              <a:schemeClr val="tx2">
                <a:alpha val="20000"/>
              </a:schemeClr>
            </a:solidFill>
          </p:grpSpPr>
          <p:sp>
            <p:nvSpPr>
              <p:cNvPr id="547" name="Freeform 5"/>
              <p:cNvSpPr>
                <a:spLocks/>
              </p:cNvSpPr>
              <p:nvPr/>
            </p:nvSpPr>
            <p:spPr bwMode="auto">
              <a:xfrm>
                <a:off x="478124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48" name="Freeform 5"/>
              <p:cNvSpPr>
                <a:spLocks/>
              </p:cNvSpPr>
              <p:nvPr/>
            </p:nvSpPr>
            <p:spPr bwMode="auto">
              <a:xfrm>
                <a:off x="4931338"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49" name="Freeform 5"/>
              <p:cNvSpPr>
                <a:spLocks/>
              </p:cNvSpPr>
              <p:nvPr/>
            </p:nvSpPr>
            <p:spPr bwMode="auto">
              <a:xfrm>
                <a:off x="508143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50" name="Freeform 5"/>
              <p:cNvSpPr>
                <a:spLocks/>
              </p:cNvSpPr>
              <p:nvPr/>
            </p:nvSpPr>
            <p:spPr bwMode="auto">
              <a:xfrm>
                <a:off x="5231528"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51" name="Freeform 5"/>
              <p:cNvSpPr>
                <a:spLocks/>
              </p:cNvSpPr>
              <p:nvPr/>
            </p:nvSpPr>
            <p:spPr bwMode="auto">
              <a:xfrm>
                <a:off x="538162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52" name="Freeform 5"/>
              <p:cNvSpPr>
                <a:spLocks/>
              </p:cNvSpPr>
              <p:nvPr/>
            </p:nvSpPr>
            <p:spPr bwMode="auto">
              <a:xfrm>
                <a:off x="5531718"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53" name="Freeform 5"/>
              <p:cNvSpPr>
                <a:spLocks/>
              </p:cNvSpPr>
              <p:nvPr/>
            </p:nvSpPr>
            <p:spPr bwMode="auto">
              <a:xfrm>
                <a:off x="568181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54" name="Freeform 5"/>
              <p:cNvSpPr>
                <a:spLocks/>
              </p:cNvSpPr>
              <p:nvPr/>
            </p:nvSpPr>
            <p:spPr bwMode="auto">
              <a:xfrm>
                <a:off x="5831908"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55" name="Freeform 5"/>
              <p:cNvSpPr>
                <a:spLocks/>
              </p:cNvSpPr>
              <p:nvPr/>
            </p:nvSpPr>
            <p:spPr bwMode="auto">
              <a:xfrm>
                <a:off x="5982003"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56" name="Freeform 5"/>
              <p:cNvSpPr>
                <a:spLocks/>
              </p:cNvSpPr>
              <p:nvPr/>
            </p:nvSpPr>
            <p:spPr bwMode="auto">
              <a:xfrm>
                <a:off x="6132099" y="211679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481" name="그룹 480"/>
            <p:cNvGrpSpPr/>
            <p:nvPr/>
          </p:nvGrpSpPr>
          <p:grpSpPr>
            <a:xfrm>
              <a:off x="6964469" y="2022235"/>
              <a:ext cx="1458806" cy="108102"/>
              <a:chOff x="4781243" y="2267653"/>
              <a:chExt cx="1458806" cy="108102"/>
            </a:xfrm>
            <a:solidFill>
              <a:schemeClr val="tx2">
                <a:alpha val="20000"/>
              </a:schemeClr>
            </a:solidFill>
          </p:grpSpPr>
          <p:sp>
            <p:nvSpPr>
              <p:cNvPr id="537" name="Freeform 5"/>
              <p:cNvSpPr>
                <a:spLocks/>
              </p:cNvSpPr>
              <p:nvPr/>
            </p:nvSpPr>
            <p:spPr bwMode="auto">
              <a:xfrm>
                <a:off x="478124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38" name="Freeform 5"/>
              <p:cNvSpPr>
                <a:spLocks/>
              </p:cNvSpPr>
              <p:nvPr/>
            </p:nvSpPr>
            <p:spPr bwMode="auto">
              <a:xfrm>
                <a:off x="4931338"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39" name="Freeform 5"/>
              <p:cNvSpPr>
                <a:spLocks/>
              </p:cNvSpPr>
              <p:nvPr/>
            </p:nvSpPr>
            <p:spPr bwMode="auto">
              <a:xfrm>
                <a:off x="508143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40" name="Freeform 5"/>
              <p:cNvSpPr>
                <a:spLocks/>
              </p:cNvSpPr>
              <p:nvPr/>
            </p:nvSpPr>
            <p:spPr bwMode="auto">
              <a:xfrm>
                <a:off x="5231528"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41" name="Freeform 5"/>
              <p:cNvSpPr>
                <a:spLocks/>
              </p:cNvSpPr>
              <p:nvPr/>
            </p:nvSpPr>
            <p:spPr bwMode="auto">
              <a:xfrm>
                <a:off x="538162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42" name="Freeform 5"/>
              <p:cNvSpPr>
                <a:spLocks/>
              </p:cNvSpPr>
              <p:nvPr/>
            </p:nvSpPr>
            <p:spPr bwMode="auto">
              <a:xfrm>
                <a:off x="5531718"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43" name="Freeform 5"/>
              <p:cNvSpPr>
                <a:spLocks/>
              </p:cNvSpPr>
              <p:nvPr/>
            </p:nvSpPr>
            <p:spPr bwMode="auto">
              <a:xfrm>
                <a:off x="568181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44" name="Freeform 5"/>
              <p:cNvSpPr>
                <a:spLocks/>
              </p:cNvSpPr>
              <p:nvPr/>
            </p:nvSpPr>
            <p:spPr bwMode="auto">
              <a:xfrm>
                <a:off x="5831908"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45" name="Freeform 5"/>
              <p:cNvSpPr>
                <a:spLocks/>
              </p:cNvSpPr>
              <p:nvPr/>
            </p:nvSpPr>
            <p:spPr bwMode="auto">
              <a:xfrm>
                <a:off x="5982003"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46" name="Freeform 5"/>
              <p:cNvSpPr>
                <a:spLocks/>
              </p:cNvSpPr>
              <p:nvPr/>
            </p:nvSpPr>
            <p:spPr bwMode="auto">
              <a:xfrm>
                <a:off x="6132099" y="226765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482" name="그룹 481"/>
            <p:cNvGrpSpPr/>
            <p:nvPr/>
          </p:nvGrpSpPr>
          <p:grpSpPr>
            <a:xfrm>
              <a:off x="6964469" y="2173053"/>
              <a:ext cx="1458806" cy="108102"/>
              <a:chOff x="4781243" y="2418508"/>
              <a:chExt cx="1458806" cy="108102"/>
            </a:xfrm>
            <a:solidFill>
              <a:schemeClr val="accent1"/>
            </a:solidFill>
          </p:grpSpPr>
          <p:sp>
            <p:nvSpPr>
              <p:cNvPr id="527" name="Freeform 5"/>
              <p:cNvSpPr>
                <a:spLocks/>
              </p:cNvSpPr>
              <p:nvPr/>
            </p:nvSpPr>
            <p:spPr bwMode="auto">
              <a:xfrm>
                <a:off x="478124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28" name="Freeform 5"/>
              <p:cNvSpPr>
                <a:spLocks/>
              </p:cNvSpPr>
              <p:nvPr/>
            </p:nvSpPr>
            <p:spPr bwMode="auto">
              <a:xfrm>
                <a:off x="4931338"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29" name="Freeform 5"/>
              <p:cNvSpPr>
                <a:spLocks/>
              </p:cNvSpPr>
              <p:nvPr/>
            </p:nvSpPr>
            <p:spPr bwMode="auto">
              <a:xfrm>
                <a:off x="508143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30" name="Freeform 5"/>
              <p:cNvSpPr>
                <a:spLocks/>
              </p:cNvSpPr>
              <p:nvPr/>
            </p:nvSpPr>
            <p:spPr bwMode="auto">
              <a:xfrm>
                <a:off x="5231528"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31" name="Freeform 5"/>
              <p:cNvSpPr>
                <a:spLocks/>
              </p:cNvSpPr>
              <p:nvPr/>
            </p:nvSpPr>
            <p:spPr bwMode="auto">
              <a:xfrm>
                <a:off x="538162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32" name="Freeform 5"/>
              <p:cNvSpPr>
                <a:spLocks/>
              </p:cNvSpPr>
              <p:nvPr/>
            </p:nvSpPr>
            <p:spPr bwMode="auto">
              <a:xfrm>
                <a:off x="5531718"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33" name="Freeform 5"/>
              <p:cNvSpPr>
                <a:spLocks/>
              </p:cNvSpPr>
              <p:nvPr/>
            </p:nvSpPr>
            <p:spPr bwMode="auto">
              <a:xfrm>
                <a:off x="568181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34" name="Freeform 5"/>
              <p:cNvSpPr>
                <a:spLocks/>
              </p:cNvSpPr>
              <p:nvPr/>
            </p:nvSpPr>
            <p:spPr bwMode="auto">
              <a:xfrm>
                <a:off x="5831908"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35" name="Freeform 5"/>
              <p:cNvSpPr>
                <a:spLocks/>
              </p:cNvSpPr>
              <p:nvPr/>
            </p:nvSpPr>
            <p:spPr bwMode="auto">
              <a:xfrm>
                <a:off x="5982003"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36" name="Freeform 5"/>
              <p:cNvSpPr>
                <a:spLocks/>
              </p:cNvSpPr>
              <p:nvPr/>
            </p:nvSpPr>
            <p:spPr bwMode="auto">
              <a:xfrm>
                <a:off x="6132099" y="241850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483" name="그룹 482"/>
            <p:cNvGrpSpPr/>
            <p:nvPr/>
          </p:nvGrpSpPr>
          <p:grpSpPr>
            <a:xfrm>
              <a:off x="6964469" y="2323871"/>
              <a:ext cx="1458806" cy="108102"/>
              <a:chOff x="4781243" y="2569363"/>
              <a:chExt cx="1458806" cy="108102"/>
            </a:xfrm>
            <a:solidFill>
              <a:schemeClr val="accent1"/>
            </a:solidFill>
          </p:grpSpPr>
          <p:sp>
            <p:nvSpPr>
              <p:cNvPr id="517" name="Freeform 5"/>
              <p:cNvSpPr>
                <a:spLocks/>
              </p:cNvSpPr>
              <p:nvPr/>
            </p:nvSpPr>
            <p:spPr bwMode="auto">
              <a:xfrm>
                <a:off x="478124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18" name="Freeform 5"/>
              <p:cNvSpPr>
                <a:spLocks/>
              </p:cNvSpPr>
              <p:nvPr/>
            </p:nvSpPr>
            <p:spPr bwMode="auto">
              <a:xfrm>
                <a:off x="4931338"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19" name="Freeform 5"/>
              <p:cNvSpPr>
                <a:spLocks/>
              </p:cNvSpPr>
              <p:nvPr/>
            </p:nvSpPr>
            <p:spPr bwMode="auto">
              <a:xfrm>
                <a:off x="508143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20" name="Freeform 5"/>
              <p:cNvSpPr>
                <a:spLocks/>
              </p:cNvSpPr>
              <p:nvPr/>
            </p:nvSpPr>
            <p:spPr bwMode="auto">
              <a:xfrm>
                <a:off x="5231528"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21" name="Freeform 5"/>
              <p:cNvSpPr>
                <a:spLocks/>
              </p:cNvSpPr>
              <p:nvPr/>
            </p:nvSpPr>
            <p:spPr bwMode="auto">
              <a:xfrm>
                <a:off x="538162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22" name="Freeform 5"/>
              <p:cNvSpPr>
                <a:spLocks/>
              </p:cNvSpPr>
              <p:nvPr/>
            </p:nvSpPr>
            <p:spPr bwMode="auto">
              <a:xfrm>
                <a:off x="5531718"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23" name="Freeform 5"/>
              <p:cNvSpPr>
                <a:spLocks/>
              </p:cNvSpPr>
              <p:nvPr/>
            </p:nvSpPr>
            <p:spPr bwMode="auto">
              <a:xfrm>
                <a:off x="568181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24" name="Freeform 5"/>
              <p:cNvSpPr>
                <a:spLocks/>
              </p:cNvSpPr>
              <p:nvPr/>
            </p:nvSpPr>
            <p:spPr bwMode="auto">
              <a:xfrm>
                <a:off x="5831908"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25" name="Freeform 5"/>
              <p:cNvSpPr>
                <a:spLocks/>
              </p:cNvSpPr>
              <p:nvPr/>
            </p:nvSpPr>
            <p:spPr bwMode="auto">
              <a:xfrm>
                <a:off x="5982003"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26" name="Freeform 5"/>
              <p:cNvSpPr>
                <a:spLocks/>
              </p:cNvSpPr>
              <p:nvPr/>
            </p:nvSpPr>
            <p:spPr bwMode="auto">
              <a:xfrm>
                <a:off x="6132099" y="2569363"/>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484" name="그룹 483"/>
            <p:cNvGrpSpPr/>
            <p:nvPr/>
          </p:nvGrpSpPr>
          <p:grpSpPr>
            <a:xfrm>
              <a:off x="6964469" y="2474689"/>
              <a:ext cx="1458806" cy="108102"/>
              <a:chOff x="4781243" y="2720218"/>
              <a:chExt cx="1458806" cy="108102"/>
            </a:xfrm>
            <a:solidFill>
              <a:schemeClr val="accent1"/>
            </a:solidFill>
          </p:grpSpPr>
          <p:sp>
            <p:nvSpPr>
              <p:cNvPr id="507" name="Freeform 5"/>
              <p:cNvSpPr>
                <a:spLocks/>
              </p:cNvSpPr>
              <p:nvPr/>
            </p:nvSpPr>
            <p:spPr bwMode="auto">
              <a:xfrm>
                <a:off x="478124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08" name="Freeform 5"/>
              <p:cNvSpPr>
                <a:spLocks/>
              </p:cNvSpPr>
              <p:nvPr/>
            </p:nvSpPr>
            <p:spPr bwMode="auto">
              <a:xfrm>
                <a:off x="4931338"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09" name="Freeform 5"/>
              <p:cNvSpPr>
                <a:spLocks/>
              </p:cNvSpPr>
              <p:nvPr/>
            </p:nvSpPr>
            <p:spPr bwMode="auto">
              <a:xfrm>
                <a:off x="508143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10" name="Freeform 5"/>
              <p:cNvSpPr>
                <a:spLocks/>
              </p:cNvSpPr>
              <p:nvPr/>
            </p:nvSpPr>
            <p:spPr bwMode="auto">
              <a:xfrm>
                <a:off x="5231528"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11" name="Freeform 5"/>
              <p:cNvSpPr>
                <a:spLocks/>
              </p:cNvSpPr>
              <p:nvPr/>
            </p:nvSpPr>
            <p:spPr bwMode="auto">
              <a:xfrm>
                <a:off x="538162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12" name="Freeform 5"/>
              <p:cNvSpPr>
                <a:spLocks/>
              </p:cNvSpPr>
              <p:nvPr/>
            </p:nvSpPr>
            <p:spPr bwMode="auto">
              <a:xfrm>
                <a:off x="5531718"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13" name="Freeform 5"/>
              <p:cNvSpPr>
                <a:spLocks/>
              </p:cNvSpPr>
              <p:nvPr/>
            </p:nvSpPr>
            <p:spPr bwMode="auto">
              <a:xfrm>
                <a:off x="568181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14" name="Freeform 5"/>
              <p:cNvSpPr>
                <a:spLocks/>
              </p:cNvSpPr>
              <p:nvPr/>
            </p:nvSpPr>
            <p:spPr bwMode="auto">
              <a:xfrm>
                <a:off x="5831908"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15" name="Freeform 5"/>
              <p:cNvSpPr>
                <a:spLocks/>
              </p:cNvSpPr>
              <p:nvPr/>
            </p:nvSpPr>
            <p:spPr bwMode="auto">
              <a:xfrm>
                <a:off x="5982003"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16" name="Freeform 5"/>
              <p:cNvSpPr>
                <a:spLocks/>
              </p:cNvSpPr>
              <p:nvPr/>
            </p:nvSpPr>
            <p:spPr bwMode="auto">
              <a:xfrm>
                <a:off x="6132099" y="2720218"/>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485" name="그룹 484"/>
            <p:cNvGrpSpPr/>
            <p:nvPr/>
          </p:nvGrpSpPr>
          <p:grpSpPr>
            <a:xfrm>
              <a:off x="6964469" y="2625507"/>
              <a:ext cx="1458806" cy="108102"/>
              <a:chOff x="4781243" y="2871070"/>
              <a:chExt cx="1458806" cy="108102"/>
            </a:xfrm>
            <a:solidFill>
              <a:schemeClr val="accent1"/>
            </a:solidFill>
          </p:grpSpPr>
          <p:sp>
            <p:nvSpPr>
              <p:cNvPr id="497" name="Freeform 5"/>
              <p:cNvSpPr>
                <a:spLocks/>
              </p:cNvSpPr>
              <p:nvPr/>
            </p:nvSpPr>
            <p:spPr bwMode="auto">
              <a:xfrm>
                <a:off x="478124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98" name="Freeform 5"/>
              <p:cNvSpPr>
                <a:spLocks/>
              </p:cNvSpPr>
              <p:nvPr/>
            </p:nvSpPr>
            <p:spPr bwMode="auto">
              <a:xfrm>
                <a:off x="493133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99" name="Freeform 5"/>
              <p:cNvSpPr>
                <a:spLocks/>
              </p:cNvSpPr>
              <p:nvPr/>
            </p:nvSpPr>
            <p:spPr bwMode="auto">
              <a:xfrm>
                <a:off x="508143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00" name="Freeform 5"/>
              <p:cNvSpPr>
                <a:spLocks/>
              </p:cNvSpPr>
              <p:nvPr/>
            </p:nvSpPr>
            <p:spPr bwMode="auto">
              <a:xfrm>
                <a:off x="523152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01" name="Freeform 5"/>
              <p:cNvSpPr>
                <a:spLocks/>
              </p:cNvSpPr>
              <p:nvPr/>
            </p:nvSpPr>
            <p:spPr bwMode="auto">
              <a:xfrm>
                <a:off x="538162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02" name="Freeform 5"/>
              <p:cNvSpPr>
                <a:spLocks/>
              </p:cNvSpPr>
              <p:nvPr/>
            </p:nvSpPr>
            <p:spPr bwMode="auto">
              <a:xfrm>
                <a:off x="553171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03" name="Freeform 5"/>
              <p:cNvSpPr>
                <a:spLocks/>
              </p:cNvSpPr>
              <p:nvPr/>
            </p:nvSpPr>
            <p:spPr bwMode="auto">
              <a:xfrm>
                <a:off x="568181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04" name="Freeform 5"/>
              <p:cNvSpPr>
                <a:spLocks/>
              </p:cNvSpPr>
              <p:nvPr/>
            </p:nvSpPr>
            <p:spPr bwMode="auto">
              <a:xfrm>
                <a:off x="583190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05" name="Freeform 5"/>
              <p:cNvSpPr>
                <a:spLocks/>
              </p:cNvSpPr>
              <p:nvPr/>
            </p:nvSpPr>
            <p:spPr bwMode="auto">
              <a:xfrm>
                <a:off x="598200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506" name="Freeform 5"/>
              <p:cNvSpPr>
                <a:spLocks/>
              </p:cNvSpPr>
              <p:nvPr/>
            </p:nvSpPr>
            <p:spPr bwMode="auto">
              <a:xfrm>
                <a:off x="6132099"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486" name="그룹 485"/>
            <p:cNvGrpSpPr/>
            <p:nvPr/>
          </p:nvGrpSpPr>
          <p:grpSpPr>
            <a:xfrm>
              <a:off x="6964469" y="2776325"/>
              <a:ext cx="1458806" cy="108102"/>
              <a:chOff x="4781243" y="2871070"/>
              <a:chExt cx="1458806" cy="108102"/>
            </a:xfrm>
            <a:solidFill>
              <a:schemeClr val="accent1"/>
            </a:solidFill>
          </p:grpSpPr>
          <p:sp>
            <p:nvSpPr>
              <p:cNvPr id="487" name="Freeform 5"/>
              <p:cNvSpPr>
                <a:spLocks/>
              </p:cNvSpPr>
              <p:nvPr/>
            </p:nvSpPr>
            <p:spPr bwMode="auto">
              <a:xfrm>
                <a:off x="478124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88" name="Freeform 5"/>
              <p:cNvSpPr>
                <a:spLocks/>
              </p:cNvSpPr>
              <p:nvPr/>
            </p:nvSpPr>
            <p:spPr bwMode="auto">
              <a:xfrm>
                <a:off x="493133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89" name="Freeform 5"/>
              <p:cNvSpPr>
                <a:spLocks/>
              </p:cNvSpPr>
              <p:nvPr/>
            </p:nvSpPr>
            <p:spPr bwMode="auto">
              <a:xfrm>
                <a:off x="508143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90" name="Freeform 5"/>
              <p:cNvSpPr>
                <a:spLocks/>
              </p:cNvSpPr>
              <p:nvPr/>
            </p:nvSpPr>
            <p:spPr bwMode="auto">
              <a:xfrm>
                <a:off x="523152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91" name="Freeform 5"/>
              <p:cNvSpPr>
                <a:spLocks/>
              </p:cNvSpPr>
              <p:nvPr/>
            </p:nvSpPr>
            <p:spPr bwMode="auto">
              <a:xfrm>
                <a:off x="538162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92" name="Freeform 5"/>
              <p:cNvSpPr>
                <a:spLocks/>
              </p:cNvSpPr>
              <p:nvPr/>
            </p:nvSpPr>
            <p:spPr bwMode="auto">
              <a:xfrm>
                <a:off x="553171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93" name="Freeform 5"/>
              <p:cNvSpPr>
                <a:spLocks/>
              </p:cNvSpPr>
              <p:nvPr/>
            </p:nvSpPr>
            <p:spPr bwMode="auto">
              <a:xfrm>
                <a:off x="568181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94" name="Freeform 5"/>
              <p:cNvSpPr>
                <a:spLocks/>
              </p:cNvSpPr>
              <p:nvPr/>
            </p:nvSpPr>
            <p:spPr bwMode="auto">
              <a:xfrm>
                <a:off x="5831908"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95" name="Freeform 5"/>
              <p:cNvSpPr>
                <a:spLocks/>
              </p:cNvSpPr>
              <p:nvPr/>
            </p:nvSpPr>
            <p:spPr bwMode="auto">
              <a:xfrm>
                <a:off x="5982003"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496" name="Freeform 5"/>
              <p:cNvSpPr>
                <a:spLocks/>
              </p:cNvSpPr>
              <p:nvPr/>
            </p:nvSpPr>
            <p:spPr bwMode="auto">
              <a:xfrm>
                <a:off x="6132099" y="2871070"/>
                <a:ext cx="107950" cy="108102"/>
              </a:xfrm>
              <a:custGeom>
                <a:avLst/>
                <a:gdLst>
                  <a:gd name="T0" fmla="*/ 298 w 298"/>
                  <a:gd name="T1" fmla="*/ 149 h 298"/>
                  <a:gd name="T2" fmla="*/ 216 w 298"/>
                  <a:gd name="T3" fmla="*/ 215 h 298"/>
                  <a:gd name="T4" fmla="*/ 149 w 298"/>
                  <a:gd name="T5" fmla="*/ 298 h 298"/>
                  <a:gd name="T6" fmla="*/ 83 w 298"/>
                  <a:gd name="T7" fmla="*/ 215 h 298"/>
                  <a:gd name="T8" fmla="*/ 0 w 298"/>
                  <a:gd name="T9" fmla="*/ 149 h 298"/>
                  <a:gd name="T10" fmla="*/ 83 w 298"/>
                  <a:gd name="T11" fmla="*/ 83 h 298"/>
                  <a:gd name="T12" fmla="*/ 149 w 298"/>
                  <a:gd name="T13" fmla="*/ 0 h 298"/>
                  <a:gd name="T14" fmla="*/ 216 w 298"/>
                  <a:gd name="T15" fmla="*/ 83 h 298"/>
                  <a:gd name="T16" fmla="*/ 298 w 298"/>
                  <a:gd name="T17" fmla="*/ 14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 h="298">
                    <a:moveTo>
                      <a:pt x="298" y="149"/>
                    </a:moveTo>
                    <a:cubicBezTo>
                      <a:pt x="298" y="149"/>
                      <a:pt x="257" y="174"/>
                      <a:pt x="216" y="215"/>
                    </a:cubicBezTo>
                    <a:cubicBezTo>
                      <a:pt x="174" y="257"/>
                      <a:pt x="149" y="298"/>
                      <a:pt x="149" y="298"/>
                    </a:cubicBezTo>
                    <a:cubicBezTo>
                      <a:pt x="149" y="298"/>
                      <a:pt x="124" y="257"/>
                      <a:pt x="83" y="215"/>
                    </a:cubicBezTo>
                    <a:cubicBezTo>
                      <a:pt x="42" y="174"/>
                      <a:pt x="0" y="149"/>
                      <a:pt x="0" y="149"/>
                    </a:cubicBezTo>
                    <a:cubicBezTo>
                      <a:pt x="0" y="149"/>
                      <a:pt x="42" y="124"/>
                      <a:pt x="83" y="83"/>
                    </a:cubicBezTo>
                    <a:cubicBezTo>
                      <a:pt x="124" y="41"/>
                      <a:pt x="149" y="0"/>
                      <a:pt x="149" y="0"/>
                    </a:cubicBezTo>
                    <a:cubicBezTo>
                      <a:pt x="149" y="0"/>
                      <a:pt x="174" y="41"/>
                      <a:pt x="216" y="83"/>
                    </a:cubicBezTo>
                    <a:cubicBezTo>
                      <a:pt x="257" y="124"/>
                      <a:pt x="298" y="149"/>
                      <a:pt x="298" y="149"/>
                    </a:cubicBezTo>
                    <a:close/>
                  </a:path>
                </a:pathLst>
              </a:custGeom>
              <a:grpFill/>
              <a:ln>
                <a:noFill/>
              </a:ln>
            </p:spPr>
            <p:txBody>
              <a:bodyPr vert="horz" wrap="square" lIns="91440" tIns="45720" rIns="91440" bIns="45720" numCol="1" anchor="t" anchorCtr="0" compatLnSpc="1">
                <a:prstTxWarp prst="textNoShape">
                  <a:avLst/>
                </a:prstTxWarp>
              </a:bodyPr>
              <a:lstStyle/>
              <a:p>
                <a:endParaRPr lang="ko-KR" altLang="en-US" sz="2514" dirty="0"/>
              </a:p>
            </p:txBody>
          </p:sp>
        </p:grpSp>
      </p:grpSp>
    </p:spTree>
    <p:extLst>
      <p:ext uri="{BB962C8B-B14F-4D97-AF65-F5344CB8AC3E}">
        <p14:creationId xmlns:p14="http://schemas.microsoft.com/office/powerpoint/2010/main" val="16895770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51"/>
                                        </p:tgtEl>
                                        <p:attrNameLst>
                                          <p:attrName>style.visibility</p:attrName>
                                        </p:attrNameLst>
                                      </p:cBhvr>
                                      <p:to>
                                        <p:strVal val="visible"/>
                                      </p:to>
                                    </p:set>
                                    <p:animEffect transition="in" filter="fade">
                                      <p:cBhvr>
                                        <p:cTn id="7" dur="500"/>
                                        <p:tgtEl>
                                          <p:spTgt spid="351"/>
                                        </p:tgtEl>
                                      </p:cBhvr>
                                    </p:animEffect>
                                    <p:anim calcmode="lin" valueType="num">
                                      <p:cBhvr>
                                        <p:cTn id="8" dur="500" fill="hold"/>
                                        <p:tgtEl>
                                          <p:spTgt spid="351"/>
                                        </p:tgtEl>
                                        <p:attrNameLst>
                                          <p:attrName>ppt_x</p:attrName>
                                        </p:attrNameLst>
                                      </p:cBhvr>
                                      <p:tavLst>
                                        <p:tav tm="0">
                                          <p:val>
                                            <p:strVal val="#ppt_x"/>
                                          </p:val>
                                        </p:tav>
                                        <p:tav tm="100000">
                                          <p:val>
                                            <p:strVal val="#ppt_x"/>
                                          </p:val>
                                        </p:tav>
                                      </p:tavLst>
                                    </p:anim>
                                    <p:anim calcmode="lin" valueType="num">
                                      <p:cBhvr>
                                        <p:cTn id="9" dur="500" fill="hold"/>
                                        <p:tgtEl>
                                          <p:spTgt spid="35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58"/>
                                        </p:tgtEl>
                                        <p:attrNameLst>
                                          <p:attrName>style.visibility</p:attrName>
                                        </p:attrNameLst>
                                      </p:cBhvr>
                                      <p:to>
                                        <p:strVal val="visible"/>
                                      </p:to>
                                    </p:set>
                                    <p:animEffect transition="in" filter="fade">
                                      <p:cBhvr>
                                        <p:cTn id="12" dur="500"/>
                                        <p:tgtEl>
                                          <p:spTgt spid="358"/>
                                        </p:tgtEl>
                                      </p:cBhvr>
                                    </p:animEffect>
                                    <p:anim calcmode="lin" valueType="num">
                                      <p:cBhvr>
                                        <p:cTn id="13" dur="500" fill="hold"/>
                                        <p:tgtEl>
                                          <p:spTgt spid="358"/>
                                        </p:tgtEl>
                                        <p:attrNameLst>
                                          <p:attrName>ppt_x</p:attrName>
                                        </p:attrNameLst>
                                      </p:cBhvr>
                                      <p:tavLst>
                                        <p:tav tm="0">
                                          <p:val>
                                            <p:strVal val="#ppt_x"/>
                                          </p:val>
                                        </p:tav>
                                        <p:tav tm="100000">
                                          <p:val>
                                            <p:strVal val="#ppt_x"/>
                                          </p:val>
                                        </p:tav>
                                      </p:tavLst>
                                    </p:anim>
                                    <p:anim calcmode="lin" valueType="num">
                                      <p:cBhvr>
                                        <p:cTn id="14" dur="500" fill="hold"/>
                                        <p:tgtEl>
                                          <p:spTgt spid="358"/>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7" presetClass="entr" presetSubtype="0" fill="hold" nodeType="afterEffect">
                                  <p:stCondLst>
                                    <p:cond delay="0"/>
                                  </p:stCondLst>
                                  <p:childTnLst>
                                    <p:set>
                                      <p:cBhvr>
                                        <p:cTn id="17" dur="1" fill="hold">
                                          <p:stCondLst>
                                            <p:cond delay="0"/>
                                          </p:stCondLst>
                                        </p:cTn>
                                        <p:tgtEl>
                                          <p:spTgt spid="352"/>
                                        </p:tgtEl>
                                        <p:attrNameLst>
                                          <p:attrName>style.visibility</p:attrName>
                                        </p:attrNameLst>
                                      </p:cBhvr>
                                      <p:to>
                                        <p:strVal val="visible"/>
                                      </p:to>
                                    </p:set>
                                    <p:animEffect transition="in" filter="fade">
                                      <p:cBhvr>
                                        <p:cTn id="18" dur="500"/>
                                        <p:tgtEl>
                                          <p:spTgt spid="352"/>
                                        </p:tgtEl>
                                      </p:cBhvr>
                                    </p:animEffect>
                                    <p:anim calcmode="lin" valueType="num">
                                      <p:cBhvr>
                                        <p:cTn id="19" dur="500" fill="hold"/>
                                        <p:tgtEl>
                                          <p:spTgt spid="352"/>
                                        </p:tgtEl>
                                        <p:attrNameLst>
                                          <p:attrName>ppt_x</p:attrName>
                                        </p:attrNameLst>
                                      </p:cBhvr>
                                      <p:tavLst>
                                        <p:tav tm="0">
                                          <p:val>
                                            <p:strVal val="#ppt_x"/>
                                          </p:val>
                                        </p:tav>
                                        <p:tav tm="100000">
                                          <p:val>
                                            <p:strVal val="#ppt_x"/>
                                          </p:val>
                                        </p:tav>
                                      </p:tavLst>
                                    </p:anim>
                                    <p:anim calcmode="lin" valueType="num">
                                      <p:cBhvr>
                                        <p:cTn id="20" dur="500" fill="hold"/>
                                        <p:tgtEl>
                                          <p:spTgt spid="352"/>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470"/>
                                        </p:tgtEl>
                                        <p:attrNameLst>
                                          <p:attrName>style.visibility</p:attrName>
                                        </p:attrNameLst>
                                      </p:cBhvr>
                                      <p:to>
                                        <p:strVal val="visible"/>
                                      </p:to>
                                    </p:set>
                                    <p:animEffect transition="in" filter="fade">
                                      <p:cBhvr>
                                        <p:cTn id="23" dur="500"/>
                                        <p:tgtEl>
                                          <p:spTgt spid="470"/>
                                        </p:tgtEl>
                                      </p:cBhvr>
                                    </p:animEffect>
                                    <p:anim calcmode="lin" valueType="num">
                                      <p:cBhvr>
                                        <p:cTn id="24" dur="500" fill="hold"/>
                                        <p:tgtEl>
                                          <p:spTgt spid="470"/>
                                        </p:tgtEl>
                                        <p:attrNameLst>
                                          <p:attrName>ppt_x</p:attrName>
                                        </p:attrNameLst>
                                      </p:cBhvr>
                                      <p:tavLst>
                                        <p:tav tm="0">
                                          <p:val>
                                            <p:strVal val="#ppt_x"/>
                                          </p:val>
                                        </p:tav>
                                        <p:tav tm="100000">
                                          <p:val>
                                            <p:strVal val="#ppt_x"/>
                                          </p:val>
                                        </p:tav>
                                      </p:tavLst>
                                    </p:anim>
                                    <p:anim calcmode="lin" valueType="num">
                                      <p:cBhvr>
                                        <p:cTn id="25" dur="500" fill="hold"/>
                                        <p:tgtEl>
                                          <p:spTgt spid="470"/>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47" presetClass="entr" presetSubtype="0" fill="hold" nodeType="afterEffect">
                                  <p:stCondLst>
                                    <p:cond delay="0"/>
                                  </p:stCondLst>
                                  <p:childTnLst>
                                    <p:set>
                                      <p:cBhvr>
                                        <p:cTn id="28" dur="1" fill="hold">
                                          <p:stCondLst>
                                            <p:cond delay="0"/>
                                          </p:stCondLst>
                                        </p:cTn>
                                        <p:tgtEl>
                                          <p:spTgt spid="353"/>
                                        </p:tgtEl>
                                        <p:attrNameLst>
                                          <p:attrName>style.visibility</p:attrName>
                                        </p:attrNameLst>
                                      </p:cBhvr>
                                      <p:to>
                                        <p:strVal val="visible"/>
                                      </p:to>
                                    </p:set>
                                    <p:animEffect transition="in" filter="fade">
                                      <p:cBhvr>
                                        <p:cTn id="29" dur="500"/>
                                        <p:tgtEl>
                                          <p:spTgt spid="353"/>
                                        </p:tgtEl>
                                      </p:cBhvr>
                                    </p:animEffect>
                                    <p:anim calcmode="lin" valueType="num">
                                      <p:cBhvr>
                                        <p:cTn id="30" dur="500" fill="hold"/>
                                        <p:tgtEl>
                                          <p:spTgt spid="353"/>
                                        </p:tgtEl>
                                        <p:attrNameLst>
                                          <p:attrName>ppt_x</p:attrName>
                                        </p:attrNameLst>
                                      </p:cBhvr>
                                      <p:tavLst>
                                        <p:tav tm="0">
                                          <p:val>
                                            <p:strVal val="#ppt_x"/>
                                          </p:val>
                                        </p:tav>
                                        <p:tav tm="100000">
                                          <p:val>
                                            <p:strVal val="#ppt_x"/>
                                          </p:val>
                                        </p:tav>
                                      </p:tavLst>
                                    </p:anim>
                                    <p:anim calcmode="lin" valueType="num">
                                      <p:cBhvr>
                                        <p:cTn id="31" dur="500" fill="hold"/>
                                        <p:tgtEl>
                                          <p:spTgt spid="353"/>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475"/>
                                        </p:tgtEl>
                                        <p:attrNameLst>
                                          <p:attrName>style.visibility</p:attrName>
                                        </p:attrNameLst>
                                      </p:cBhvr>
                                      <p:to>
                                        <p:strVal val="visible"/>
                                      </p:to>
                                    </p:set>
                                    <p:animEffect transition="in" filter="fade">
                                      <p:cBhvr>
                                        <p:cTn id="34" dur="500"/>
                                        <p:tgtEl>
                                          <p:spTgt spid="475"/>
                                        </p:tgtEl>
                                      </p:cBhvr>
                                    </p:animEffect>
                                    <p:anim calcmode="lin" valueType="num">
                                      <p:cBhvr>
                                        <p:cTn id="35" dur="500" fill="hold"/>
                                        <p:tgtEl>
                                          <p:spTgt spid="475"/>
                                        </p:tgtEl>
                                        <p:attrNameLst>
                                          <p:attrName>ppt_x</p:attrName>
                                        </p:attrNameLst>
                                      </p:cBhvr>
                                      <p:tavLst>
                                        <p:tav tm="0">
                                          <p:val>
                                            <p:strVal val="#ppt_x"/>
                                          </p:val>
                                        </p:tav>
                                        <p:tav tm="100000">
                                          <p:val>
                                            <p:strVal val="#ppt_x"/>
                                          </p:val>
                                        </p:tav>
                                      </p:tavLst>
                                    </p:anim>
                                    <p:anim calcmode="lin" valueType="num">
                                      <p:cBhvr>
                                        <p:cTn id="36" dur="500" fill="hold"/>
                                        <p:tgtEl>
                                          <p:spTgt spid="4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PIE Chart</a:t>
            </a:r>
            <a:endParaRPr lang="en-US" dirty="0"/>
          </a:p>
        </p:txBody>
      </p:sp>
      <p:grpSp>
        <p:nvGrpSpPr>
          <p:cNvPr id="90" name="그룹 89"/>
          <p:cNvGrpSpPr/>
          <p:nvPr/>
        </p:nvGrpSpPr>
        <p:grpSpPr>
          <a:xfrm>
            <a:off x="691775" y="1234242"/>
            <a:ext cx="2567024" cy="3015722"/>
            <a:chOff x="2860072" y="1038162"/>
            <a:chExt cx="2567024" cy="3015722"/>
          </a:xfrm>
        </p:grpSpPr>
        <p:grpSp>
          <p:nvGrpSpPr>
            <p:cNvPr id="91" name="그룹 20"/>
            <p:cNvGrpSpPr/>
            <p:nvPr/>
          </p:nvGrpSpPr>
          <p:grpSpPr>
            <a:xfrm>
              <a:off x="2860072" y="1038162"/>
              <a:ext cx="2567024" cy="3015722"/>
              <a:chOff x="2860072" y="1038162"/>
              <a:chExt cx="2567024" cy="3015722"/>
            </a:xfrm>
          </p:grpSpPr>
          <p:grpSp>
            <p:nvGrpSpPr>
              <p:cNvPr id="93" name="그룹 8"/>
              <p:cNvGrpSpPr/>
              <p:nvPr/>
            </p:nvGrpSpPr>
            <p:grpSpPr>
              <a:xfrm>
                <a:off x="2860073" y="1346197"/>
                <a:ext cx="1224000" cy="1224000"/>
                <a:chOff x="2805918" y="1367629"/>
                <a:chExt cx="1224000" cy="1224000"/>
              </a:xfrm>
            </p:grpSpPr>
            <p:sp>
              <p:nvSpPr>
                <p:cNvPr id="110" name="타원 4"/>
                <p:cNvSpPr/>
                <p:nvPr/>
              </p:nvSpPr>
              <p:spPr>
                <a:xfrm>
                  <a:off x="2805918" y="1367629"/>
                  <a:ext cx="1224000" cy="1224000"/>
                </a:xfrm>
                <a:prstGeom prst="ellipse">
                  <a:avLst/>
                </a:prstGeom>
                <a:solidFill>
                  <a:schemeClr val="accent1"/>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1" name="TextBox 110"/>
                <p:cNvSpPr txBox="1"/>
                <p:nvPr/>
              </p:nvSpPr>
              <p:spPr>
                <a:xfrm>
                  <a:off x="2942492" y="2040870"/>
                  <a:ext cx="950852" cy="429724"/>
                </a:xfrm>
                <a:prstGeom prst="rect">
                  <a:avLst/>
                </a:prstGeom>
                <a:noFill/>
              </p:spPr>
              <p:txBody>
                <a:bodyPr wrap="square" lIns="0" tIns="0" rIns="0" bIns="0" rtlCol="0">
                  <a:noAutofit/>
                </a:bodyPr>
                <a:lstStyle/>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Contents</a:t>
                  </a:r>
                </a:p>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Text</a:t>
                  </a:r>
                  <a:endParaRPr lang="en-US" sz="1300" dirty="0">
                    <a:gradFill>
                      <a:gsLst>
                        <a:gs pos="0">
                          <a:schemeClr val="bg2"/>
                        </a:gs>
                        <a:gs pos="100000">
                          <a:schemeClr val="bg2"/>
                        </a:gs>
                      </a:gsLst>
                      <a:lin ang="5400000" scaled="0"/>
                    </a:gradFill>
                    <a:latin typeface="Roboto Condensed Regular"/>
                    <a:cs typeface="Roboto Condensed Regular"/>
                  </a:endParaRPr>
                </a:p>
              </p:txBody>
            </p:sp>
          </p:grpSp>
          <p:sp>
            <p:nvSpPr>
              <p:cNvPr id="94" name="이등변 삼각형 93"/>
              <p:cNvSpPr/>
              <p:nvPr/>
            </p:nvSpPr>
            <p:spPr>
              <a:xfrm rot="10800000">
                <a:off x="3392774" y="2663191"/>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95" name="그룹 13"/>
              <p:cNvGrpSpPr/>
              <p:nvPr/>
            </p:nvGrpSpPr>
            <p:grpSpPr>
              <a:xfrm>
                <a:off x="4203096" y="1346197"/>
                <a:ext cx="1224000" cy="1224000"/>
                <a:chOff x="4238816" y="1346197"/>
                <a:chExt cx="1224000" cy="1224000"/>
              </a:xfrm>
            </p:grpSpPr>
            <p:sp>
              <p:nvSpPr>
                <p:cNvPr id="104" name="타원 103"/>
                <p:cNvSpPr/>
                <p:nvPr/>
              </p:nvSpPr>
              <p:spPr>
                <a:xfrm>
                  <a:off x="4238816" y="1346197"/>
                  <a:ext cx="1224000" cy="1224000"/>
                </a:xfrm>
                <a:prstGeom prst="ellipse">
                  <a:avLst/>
                </a:prstGeom>
                <a:pattFill prst="ltUpDiag">
                  <a:fgClr>
                    <a:schemeClr val="bg2">
                      <a:lumMod val="85000"/>
                    </a:schemeClr>
                  </a:fgClr>
                  <a:bgClr>
                    <a:schemeClr val="bg2"/>
                  </a:bgClr>
                </a:patt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5" name="원형 104"/>
                <p:cNvSpPr/>
                <p:nvPr/>
              </p:nvSpPr>
              <p:spPr>
                <a:xfrm>
                  <a:off x="4238816" y="1346197"/>
                  <a:ext cx="1224000" cy="1224000"/>
                </a:xfrm>
                <a:prstGeom prst="pie">
                  <a:avLst/>
                </a:prstGeom>
                <a:solidFill>
                  <a:schemeClr val="accent1"/>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6" name="TextBox 105"/>
                <p:cNvSpPr txBox="1"/>
                <p:nvPr/>
              </p:nvSpPr>
              <p:spPr>
                <a:xfrm>
                  <a:off x="4375390" y="2019438"/>
                  <a:ext cx="950852" cy="429724"/>
                </a:xfrm>
                <a:prstGeom prst="rect">
                  <a:avLst/>
                </a:prstGeom>
                <a:noFill/>
              </p:spPr>
              <p:txBody>
                <a:bodyPr wrap="square" lIns="0" tIns="0" rIns="0" bIns="0" rtlCol="0">
                  <a:noAutofit/>
                </a:bodyPr>
                <a:lstStyle/>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Contents</a:t>
                  </a:r>
                </a:p>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Text</a:t>
                  </a:r>
                  <a:endParaRPr lang="en-US" sz="1300" dirty="0">
                    <a:gradFill>
                      <a:gsLst>
                        <a:gs pos="0">
                          <a:schemeClr val="bg2"/>
                        </a:gs>
                        <a:gs pos="100000">
                          <a:schemeClr val="bg2"/>
                        </a:gs>
                      </a:gsLst>
                      <a:lin ang="5400000" scaled="0"/>
                    </a:gradFill>
                    <a:latin typeface="Roboto Condensed Regular"/>
                    <a:cs typeface="Roboto Condensed Regular"/>
                  </a:endParaRPr>
                </a:p>
              </p:txBody>
            </p:sp>
            <p:sp>
              <p:nvSpPr>
                <p:cNvPr id="107" name="타원 106"/>
                <p:cNvSpPr/>
                <p:nvPr/>
              </p:nvSpPr>
              <p:spPr>
                <a:xfrm>
                  <a:off x="4346816" y="1454197"/>
                  <a:ext cx="1008000" cy="1008000"/>
                </a:xfrm>
                <a:prstGeom prst="ellipse">
                  <a:avLst/>
                </a:prstGeom>
                <a:solidFill>
                  <a:schemeClr val="bg2"/>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8" name="TextBox 107"/>
                <p:cNvSpPr txBox="1"/>
                <p:nvPr/>
              </p:nvSpPr>
              <p:spPr>
                <a:xfrm>
                  <a:off x="4281539" y="1853593"/>
                  <a:ext cx="1138554" cy="209207"/>
                </a:xfrm>
                <a:prstGeom prst="rect">
                  <a:avLst/>
                </a:prstGeom>
                <a:noFill/>
              </p:spPr>
              <p:txBody>
                <a:bodyPr wrap="square" lIns="0" tIns="0" rIns="0" bIns="0" rtlCol="0" anchor="ctr">
                  <a:noAutofit/>
                </a:bodyPr>
                <a:lstStyle/>
                <a:p>
                  <a:pPr lvl="0" algn="ctr">
                    <a:spcAft>
                      <a:spcPts val="300"/>
                    </a:spcAft>
                  </a:pPr>
                  <a:r>
                    <a:rPr lang="nb-NO" sz="3000" b="1" dirty="0">
                      <a:gradFill>
                        <a:gsLst>
                          <a:gs pos="0">
                            <a:schemeClr val="accent1"/>
                          </a:gs>
                          <a:gs pos="100000">
                            <a:schemeClr val="accent1"/>
                          </a:gs>
                        </a:gsLst>
                        <a:lin ang="5400000" scaled="0"/>
                      </a:gradFill>
                      <a:latin typeface="Roboto Condensed Regular"/>
                      <a:ea typeface="Roboto Light" pitchFamily="2" charset="0"/>
                      <a:cs typeface="Roboto Condensed Regular"/>
                    </a:rPr>
                    <a:t>75</a:t>
                  </a:r>
                  <a:r>
                    <a:rPr lang="nb-NO" sz="2000" dirty="0">
                      <a:gradFill>
                        <a:gsLst>
                          <a:gs pos="0">
                            <a:schemeClr val="accent1"/>
                          </a:gs>
                          <a:gs pos="100000">
                            <a:schemeClr val="accent1"/>
                          </a:gs>
                        </a:gsLst>
                        <a:lin ang="5400000" scaled="0"/>
                      </a:gradFill>
                      <a:latin typeface="Roboto Condensed Regular"/>
                      <a:ea typeface="Roboto Light" pitchFamily="2" charset="0"/>
                      <a:cs typeface="Roboto Condensed Regular"/>
                    </a:rPr>
                    <a:t>%</a:t>
                  </a:r>
                  <a:endParaRPr lang="en-US" sz="2000" dirty="0">
                    <a:gradFill>
                      <a:gsLst>
                        <a:gs pos="0">
                          <a:schemeClr val="accent1"/>
                        </a:gs>
                        <a:gs pos="100000">
                          <a:schemeClr val="accent1"/>
                        </a:gs>
                      </a:gsLst>
                      <a:lin ang="5400000" scaled="0"/>
                    </a:gradFill>
                    <a:latin typeface="Roboto Condensed Regular"/>
                    <a:cs typeface="Roboto Condensed Regular"/>
                  </a:endParaRPr>
                </a:p>
              </p:txBody>
            </p:sp>
          </p:grpSp>
          <p:sp>
            <p:nvSpPr>
              <p:cNvPr id="96" name="TextBox 95"/>
              <p:cNvSpPr txBox="1">
                <a:spLocks/>
              </p:cNvSpPr>
              <p:nvPr/>
            </p:nvSpPr>
            <p:spPr>
              <a:xfrm>
                <a:off x="2860073" y="1038162"/>
                <a:ext cx="1224000" cy="209207"/>
              </a:xfrm>
              <a:prstGeom prst="rect">
                <a:avLst/>
              </a:prstGeom>
              <a:noFill/>
            </p:spPr>
            <p:txBody>
              <a:bodyPr wrap="square" lIns="0" tIns="0" rIns="0" bIns="0" rtlCol="0">
                <a:noAutofit/>
              </a:bodyPr>
              <a:lstStyle/>
              <a:p>
                <a:pPr lvl="0" algn="ctr">
                  <a:spcAft>
                    <a:spcPts val="300"/>
                  </a:spcAft>
                </a:pPr>
                <a:r>
                  <a:rPr lang="nb-NO" sz="1200" b="1" dirty="0">
                    <a:gradFill>
                      <a:gsLst>
                        <a:gs pos="0">
                          <a:schemeClr val="tx2"/>
                        </a:gs>
                        <a:gs pos="100000">
                          <a:schemeClr val="tx2"/>
                        </a:gs>
                      </a:gsLst>
                      <a:lin ang="5400000" scaled="0"/>
                    </a:gradFill>
                    <a:latin typeface="Roboto Condensed Regular"/>
                    <a:ea typeface="Roboto Light" pitchFamily="2" charset="0"/>
                    <a:cs typeface="Roboto Condensed Regular"/>
                  </a:rPr>
                  <a:t>OPTION A</a:t>
                </a:r>
                <a:endParaRPr lang="en-US" sz="1200" dirty="0">
                  <a:gradFill>
                    <a:gsLst>
                      <a:gs pos="0">
                        <a:schemeClr val="tx2"/>
                      </a:gs>
                      <a:gs pos="100000">
                        <a:schemeClr val="tx2"/>
                      </a:gs>
                    </a:gsLst>
                    <a:lin ang="5400000" scaled="0"/>
                  </a:gradFill>
                  <a:latin typeface="Roboto Condensed Regular"/>
                  <a:cs typeface="Roboto Condensed Regular"/>
                </a:endParaRPr>
              </a:p>
            </p:txBody>
          </p:sp>
          <p:grpSp>
            <p:nvGrpSpPr>
              <p:cNvPr id="97" name="그룹 19"/>
              <p:cNvGrpSpPr/>
              <p:nvPr/>
            </p:nvGrpSpPr>
            <p:grpSpPr>
              <a:xfrm>
                <a:off x="2860072" y="2934721"/>
                <a:ext cx="1224001" cy="1119163"/>
                <a:chOff x="2860072" y="2934721"/>
                <a:chExt cx="1224001" cy="1119163"/>
              </a:xfrm>
            </p:grpSpPr>
            <p:sp>
              <p:nvSpPr>
                <p:cNvPr id="102" name="TextBox 101"/>
                <p:cNvSpPr txBox="1">
                  <a:spLocks/>
                </p:cNvSpPr>
                <p:nvPr/>
              </p:nvSpPr>
              <p:spPr>
                <a:xfrm>
                  <a:off x="2860073" y="2934721"/>
                  <a:ext cx="1224000" cy="209207"/>
                </a:xfrm>
                <a:prstGeom prst="rect">
                  <a:avLst/>
                </a:prstGeom>
                <a:noFill/>
              </p:spPr>
              <p:txBody>
                <a:bodyPr wrap="square" lIns="0" tIns="0" rIns="0" bIns="0" rtlCol="0">
                  <a:noAutofit/>
                </a:bodyPr>
                <a:lstStyle/>
                <a:p>
                  <a:pPr lvl="0" algn="ctr">
                    <a:spcAft>
                      <a:spcPts val="300"/>
                    </a:spcAft>
                  </a:pPr>
                  <a:r>
                    <a:rPr lang="nb-NO" sz="1200" b="1" dirty="0">
                      <a:gradFill>
                        <a:gsLst>
                          <a:gs pos="0">
                            <a:schemeClr val="accent1"/>
                          </a:gs>
                          <a:gs pos="100000">
                            <a:schemeClr val="accent1"/>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103" name="TextBox 102"/>
                <p:cNvSpPr txBox="1">
                  <a:spLocks/>
                </p:cNvSpPr>
                <p:nvPr/>
              </p:nvSpPr>
              <p:spPr>
                <a:xfrm>
                  <a:off x="2860072" y="3193430"/>
                  <a:ext cx="1224001" cy="860454"/>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 malesuada tellus. Ut ultrices ultr aces enim. Curabitur sit.</a:t>
                  </a:r>
                </a:p>
              </p:txBody>
            </p:sp>
          </p:grpSp>
          <p:sp>
            <p:nvSpPr>
              <p:cNvPr id="98" name="이등변 삼각형 97"/>
              <p:cNvSpPr/>
              <p:nvPr/>
            </p:nvSpPr>
            <p:spPr>
              <a:xfrm rot="10800000">
                <a:off x="4735797" y="2663191"/>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99" name="그룹 129"/>
              <p:cNvGrpSpPr/>
              <p:nvPr/>
            </p:nvGrpSpPr>
            <p:grpSpPr>
              <a:xfrm>
                <a:off x="4203094" y="2934721"/>
                <a:ext cx="1224001" cy="1119163"/>
                <a:chOff x="2860072" y="2934721"/>
                <a:chExt cx="1224001" cy="1119163"/>
              </a:xfrm>
            </p:grpSpPr>
            <p:sp>
              <p:nvSpPr>
                <p:cNvPr id="100" name="TextBox 99"/>
                <p:cNvSpPr txBox="1">
                  <a:spLocks/>
                </p:cNvSpPr>
                <p:nvPr/>
              </p:nvSpPr>
              <p:spPr>
                <a:xfrm>
                  <a:off x="2860073" y="2934721"/>
                  <a:ext cx="1224000" cy="209207"/>
                </a:xfrm>
                <a:prstGeom prst="rect">
                  <a:avLst/>
                </a:prstGeom>
                <a:noFill/>
              </p:spPr>
              <p:txBody>
                <a:bodyPr wrap="square" lIns="0" tIns="0" rIns="0" bIns="0" rtlCol="0">
                  <a:noAutofit/>
                </a:bodyPr>
                <a:lstStyle/>
                <a:p>
                  <a:pPr lvl="0" algn="ctr">
                    <a:spcAft>
                      <a:spcPts val="300"/>
                    </a:spcAft>
                  </a:pPr>
                  <a:r>
                    <a:rPr lang="nb-NO" sz="1200" b="1" dirty="0">
                      <a:gradFill>
                        <a:gsLst>
                          <a:gs pos="0">
                            <a:schemeClr val="accent1"/>
                          </a:gs>
                          <a:gs pos="100000">
                            <a:schemeClr val="accent1"/>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101" name="TextBox 100"/>
                <p:cNvSpPr txBox="1">
                  <a:spLocks/>
                </p:cNvSpPr>
                <p:nvPr/>
              </p:nvSpPr>
              <p:spPr>
                <a:xfrm>
                  <a:off x="2860072" y="3193430"/>
                  <a:ext cx="1224001" cy="860454"/>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 malesuada tellus. Ut ultrices ultr aces enim. Curabitur sit.</a:t>
                  </a:r>
                </a:p>
              </p:txBody>
            </p:sp>
          </p:grpSp>
        </p:grpSp>
        <p:sp>
          <p:nvSpPr>
            <p:cNvPr id="92" name="Freeform 43"/>
            <p:cNvSpPr>
              <a:spLocks/>
            </p:cNvSpPr>
            <p:nvPr/>
          </p:nvSpPr>
          <p:spPr bwMode="auto">
            <a:xfrm>
              <a:off x="3257316" y="1502574"/>
              <a:ext cx="437538" cy="466903"/>
            </a:xfrm>
            <a:custGeom>
              <a:avLst/>
              <a:gdLst/>
              <a:ahLst/>
              <a:cxnLst>
                <a:cxn ang="0">
                  <a:pos x="165" y="147"/>
                </a:cxn>
                <a:cxn ang="0">
                  <a:pos x="141" y="159"/>
                </a:cxn>
                <a:cxn ang="0">
                  <a:pos x="61" y="130"/>
                </a:cxn>
                <a:cxn ang="0">
                  <a:pos x="61" y="129"/>
                </a:cxn>
                <a:cxn ang="0">
                  <a:pos x="57" y="113"/>
                </a:cxn>
                <a:cxn ang="0">
                  <a:pos x="104" y="58"/>
                </a:cxn>
                <a:cxn ang="0">
                  <a:pos x="116" y="61"/>
                </a:cxn>
                <a:cxn ang="0">
                  <a:pos x="146" y="30"/>
                </a:cxn>
                <a:cxn ang="0">
                  <a:pos x="116" y="0"/>
                </a:cxn>
                <a:cxn ang="0">
                  <a:pos x="86" y="30"/>
                </a:cxn>
                <a:cxn ang="0">
                  <a:pos x="90" y="46"/>
                </a:cxn>
                <a:cxn ang="0">
                  <a:pos x="43" y="101"/>
                </a:cxn>
                <a:cxn ang="0">
                  <a:pos x="30" y="98"/>
                </a:cxn>
                <a:cxn ang="0">
                  <a:pos x="0" y="129"/>
                </a:cxn>
                <a:cxn ang="0">
                  <a:pos x="30" y="159"/>
                </a:cxn>
                <a:cxn ang="0">
                  <a:pos x="54" y="148"/>
                </a:cxn>
                <a:cxn ang="0">
                  <a:pos x="135" y="176"/>
                </a:cxn>
                <a:cxn ang="0">
                  <a:pos x="134" y="177"/>
                </a:cxn>
                <a:cxn ang="0">
                  <a:pos x="165" y="208"/>
                </a:cxn>
                <a:cxn ang="0">
                  <a:pos x="195" y="177"/>
                </a:cxn>
                <a:cxn ang="0">
                  <a:pos x="165" y="147"/>
                </a:cxn>
              </a:cxnLst>
              <a:rect l="0" t="0" r="r" b="b"/>
              <a:pathLst>
                <a:path w="195" h="208">
                  <a:moveTo>
                    <a:pt x="165" y="147"/>
                  </a:moveTo>
                  <a:cubicBezTo>
                    <a:pt x="155" y="147"/>
                    <a:pt x="146" y="152"/>
                    <a:pt x="141" y="159"/>
                  </a:cubicBezTo>
                  <a:cubicBezTo>
                    <a:pt x="61" y="130"/>
                    <a:pt x="61" y="130"/>
                    <a:pt x="61" y="130"/>
                  </a:cubicBezTo>
                  <a:cubicBezTo>
                    <a:pt x="61" y="130"/>
                    <a:pt x="61" y="129"/>
                    <a:pt x="61" y="129"/>
                  </a:cubicBezTo>
                  <a:cubicBezTo>
                    <a:pt x="61" y="123"/>
                    <a:pt x="59" y="118"/>
                    <a:pt x="57" y="113"/>
                  </a:cubicBezTo>
                  <a:cubicBezTo>
                    <a:pt x="104" y="58"/>
                    <a:pt x="104" y="58"/>
                    <a:pt x="104" y="58"/>
                  </a:cubicBezTo>
                  <a:cubicBezTo>
                    <a:pt x="108" y="60"/>
                    <a:pt x="112" y="61"/>
                    <a:pt x="116" y="61"/>
                  </a:cubicBezTo>
                  <a:cubicBezTo>
                    <a:pt x="133" y="61"/>
                    <a:pt x="146" y="47"/>
                    <a:pt x="146" y="30"/>
                  </a:cubicBezTo>
                  <a:cubicBezTo>
                    <a:pt x="146" y="14"/>
                    <a:pt x="133" y="0"/>
                    <a:pt x="116" y="0"/>
                  </a:cubicBezTo>
                  <a:cubicBezTo>
                    <a:pt x="99" y="0"/>
                    <a:pt x="86" y="14"/>
                    <a:pt x="86" y="30"/>
                  </a:cubicBezTo>
                  <a:cubicBezTo>
                    <a:pt x="86" y="36"/>
                    <a:pt x="87" y="41"/>
                    <a:pt x="90" y="46"/>
                  </a:cubicBezTo>
                  <a:cubicBezTo>
                    <a:pt x="43" y="101"/>
                    <a:pt x="43" y="101"/>
                    <a:pt x="43" y="101"/>
                  </a:cubicBezTo>
                  <a:cubicBezTo>
                    <a:pt x="39" y="99"/>
                    <a:pt x="35" y="98"/>
                    <a:pt x="30" y="98"/>
                  </a:cubicBezTo>
                  <a:cubicBezTo>
                    <a:pt x="14" y="98"/>
                    <a:pt x="0" y="112"/>
                    <a:pt x="0" y="129"/>
                  </a:cubicBezTo>
                  <a:cubicBezTo>
                    <a:pt x="0" y="145"/>
                    <a:pt x="14" y="159"/>
                    <a:pt x="30" y="159"/>
                  </a:cubicBezTo>
                  <a:cubicBezTo>
                    <a:pt x="40" y="159"/>
                    <a:pt x="48" y="155"/>
                    <a:pt x="54" y="148"/>
                  </a:cubicBezTo>
                  <a:cubicBezTo>
                    <a:pt x="135" y="176"/>
                    <a:pt x="135" y="176"/>
                    <a:pt x="135" y="176"/>
                  </a:cubicBezTo>
                  <a:cubicBezTo>
                    <a:pt x="135" y="177"/>
                    <a:pt x="134" y="177"/>
                    <a:pt x="134" y="177"/>
                  </a:cubicBezTo>
                  <a:cubicBezTo>
                    <a:pt x="134" y="194"/>
                    <a:pt x="148" y="208"/>
                    <a:pt x="165" y="208"/>
                  </a:cubicBezTo>
                  <a:cubicBezTo>
                    <a:pt x="182" y="208"/>
                    <a:pt x="195" y="194"/>
                    <a:pt x="195" y="177"/>
                  </a:cubicBezTo>
                  <a:cubicBezTo>
                    <a:pt x="195" y="161"/>
                    <a:pt x="182" y="147"/>
                    <a:pt x="165" y="147"/>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12" name="그룹 111"/>
          <p:cNvGrpSpPr/>
          <p:nvPr/>
        </p:nvGrpSpPr>
        <p:grpSpPr>
          <a:xfrm>
            <a:off x="3689542" y="1234242"/>
            <a:ext cx="2567024" cy="3015722"/>
            <a:chOff x="5857839" y="1038162"/>
            <a:chExt cx="2567024" cy="3015722"/>
          </a:xfrm>
        </p:grpSpPr>
        <p:grpSp>
          <p:nvGrpSpPr>
            <p:cNvPr id="113" name="그룹 132"/>
            <p:cNvGrpSpPr/>
            <p:nvPr/>
          </p:nvGrpSpPr>
          <p:grpSpPr>
            <a:xfrm>
              <a:off x="5857839" y="1038162"/>
              <a:ext cx="2567024" cy="3015722"/>
              <a:chOff x="2860072" y="1038162"/>
              <a:chExt cx="2567024" cy="3015722"/>
            </a:xfrm>
          </p:grpSpPr>
          <p:grpSp>
            <p:nvGrpSpPr>
              <p:cNvPr id="115" name="그룹 133"/>
              <p:cNvGrpSpPr/>
              <p:nvPr/>
            </p:nvGrpSpPr>
            <p:grpSpPr>
              <a:xfrm>
                <a:off x="2860073" y="1346197"/>
                <a:ext cx="1224000" cy="1224000"/>
                <a:chOff x="2805918" y="1367629"/>
                <a:chExt cx="1224000" cy="1224000"/>
              </a:xfrm>
            </p:grpSpPr>
            <p:sp>
              <p:nvSpPr>
                <p:cNvPr id="157" name="타원 156"/>
                <p:cNvSpPr/>
                <p:nvPr/>
              </p:nvSpPr>
              <p:spPr>
                <a:xfrm>
                  <a:off x="2805918" y="1367629"/>
                  <a:ext cx="1224000" cy="1224000"/>
                </a:xfrm>
                <a:prstGeom prst="ellipse">
                  <a:avLst/>
                </a:prstGeom>
                <a:solidFill>
                  <a:schemeClr val="accent1"/>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8" name="TextBox 157"/>
                <p:cNvSpPr txBox="1"/>
                <p:nvPr/>
              </p:nvSpPr>
              <p:spPr>
                <a:xfrm>
                  <a:off x="2942492" y="2040870"/>
                  <a:ext cx="950852" cy="429724"/>
                </a:xfrm>
                <a:prstGeom prst="rect">
                  <a:avLst/>
                </a:prstGeom>
                <a:noFill/>
              </p:spPr>
              <p:txBody>
                <a:bodyPr wrap="square" lIns="0" tIns="0" rIns="0" bIns="0" rtlCol="0">
                  <a:noAutofit/>
                </a:bodyPr>
                <a:lstStyle/>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Contents</a:t>
                  </a:r>
                </a:p>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Text</a:t>
                  </a:r>
                  <a:endParaRPr lang="en-US" sz="1300" dirty="0">
                    <a:gradFill>
                      <a:gsLst>
                        <a:gs pos="0">
                          <a:schemeClr val="bg2"/>
                        </a:gs>
                        <a:gs pos="100000">
                          <a:schemeClr val="bg2"/>
                        </a:gs>
                      </a:gsLst>
                      <a:lin ang="5400000" scaled="0"/>
                    </a:gradFill>
                    <a:latin typeface="Roboto Condensed Regular"/>
                    <a:cs typeface="Roboto Condensed Regular"/>
                  </a:endParaRPr>
                </a:p>
              </p:txBody>
            </p:sp>
          </p:grpSp>
          <p:sp>
            <p:nvSpPr>
              <p:cNvPr id="116" name="이등변 삼각형 115"/>
              <p:cNvSpPr/>
              <p:nvPr/>
            </p:nvSpPr>
            <p:spPr>
              <a:xfrm rot="10800000">
                <a:off x="3392774" y="2663191"/>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17" name="그룹 135"/>
              <p:cNvGrpSpPr/>
              <p:nvPr/>
            </p:nvGrpSpPr>
            <p:grpSpPr>
              <a:xfrm>
                <a:off x="4203096" y="1346197"/>
                <a:ext cx="1224000" cy="1224000"/>
                <a:chOff x="4238816" y="1346197"/>
                <a:chExt cx="1224000" cy="1224000"/>
              </a:xfrm>
            </p:grpSpPr>
            <p:sp>
              <p:nvSpPr>
                <p:cNvPr id="126" name="타원 125"/>
                <p:cNvSpPr/>
                <p:nvPr/>
              </p:nvSpPr>
              <p:spPr>
                <a:xfrm>
                  <a:off x="4238816" y="1346197"/>
                  <a:ext cx="1224000" cy="1224000"/>
                </a:xfrm>
                <a:prstGeom prst="ellipse">
                  <a:avLst/>
                </a:prstGeom>
                <a:pattFill prst="ltUpDiag">
                  <a:fgClr>
                    <a:schemeClr val="bg2">
                      <a:lumMod val="85000"/>
                    </a:schemeClr>
                  </a:fgClr>
                  <a:bgClr>
                    <a:schemeClr val="bg2"/>
                  </a:bgClr>
                </a:patt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3" name="원형 152"/>
                <p:cNvSpPr/>
                <p:nvPr/>
              </p:nvSpPr>
              <p:spPr>
                <a:xfrm>
                  <a:off x="4238816" y="1346197"/>
                  <a:ext cx="1224000" cy="1224000"/>
                </a:xfrm>
                <a:prstGeom prst="pie">
                  <a:avLst/>
                </a:prstGeom>
                <a:solidFill>
                  <a:schemeClr val="accent1"/>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4" name="TextBox 153"/>
                <p:cNvSpPr txBox="1"/>
                <p:nvPr/>
              </p:nvSpPr>
              <p:spPr>
                <a:xfrm>
                  <a:off x="4375390" y="2019438"/>
                  <a:ext cx="950852" cy="429724"/>
                </a:xfrm>
                <a:prstGeom prst="rect">
                  <a:avLst/>
                </a:prstGeom>
                <a:noFill/>
              </p:spPr>
              <p:txBody>
                <a:bodyPr wrap="square" lIns="0" tIns="0" rIns="0" bIns="0" rtlCol="0">
                  <a:noAutofit/>
                </a:bodyPr>
                <a:lstStyle/>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Contents</a:t>
                  </a:r>
                </a:p>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Text</a:t>
                  </a:r>
                  <a:endParaRPr lang="en-US" sz="1300" dirty="0">
                    <a:gradFill>
                      <a:gsLst>
                        <a:gs pos="0">
                          <a:schemeClr val="bg2"/>
                        </a:gs>
                        <a:gs pos="100000">
                          <a:schemeClr val="bg2"/>
                        </a:gs>
                      </a:gsLst>
                      <a:lin ang="5400000" scaled="0"/>
                    </a:gradFill>
                    <a:latin typeface="Roboto Condensed Regular"/>
                    <a:cs typeface="Roboto Condensed Regular"/>
                  </a:endParaRPr>
                </a:p>
              </p:txBody>
            </p:sp>
            <p:sp>
              <p:nvSpPr>
                <p:cNvPr id="155" name="타원 154"/>
                <p:cNvSpPr/>
                <p:nvPr/>
              </p:nvSpPr>
              <p:spPr>
                <a:xfrm>
                  <a:off x="4346816" y="1454197"/>
                  <a:ext cx="1008000" cy="1008000"/>
                </a:xfrm>
                <a:prstGeom prst="ellipse">
                  <a:avLst/>
                </a:prstGeom>
                <a:solidFill>
                  <a:schemeClr val="bg2"/>
                </a:solid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6" name="TextBox 155"/>
                <p:cNvSpPr txBox="1"/>
                <p:nvPr/>
              </p:nvSpPr>
              <p:spPr>
                <a:xfrm>
                  <a:off x="4281539" y="1853593"/>
                  <a:ext cx="1138554" cy="209207"/>
                </a:xfrm>
                <a:prstGeom prst="rect">
                  <a:avLst/>
                </a:prstGeom>
                <a:noFill/>
              </p:spPr>
              <p:txBody>
                <a:bodyPr wrap="square" lIns="0" tIns="0" rIns="0" bIns="0" rtlCol="0" anchor="ctr">
                  <a:noAutofit/>
                </a:bodyPr>
                <a:lstStyle/>
                <a:p>
                  <a:pPr lvl="0" algn="ctr">
                    <a:spcAft>
                      <a:spcPts val="300"/>
                    </a:spcAft>
                  </a:pPr>
                  <a:r>
                    <a:rPr lang="nb-NO" sz="3000" b="1" dirty="0">
                      <a:gradFill>
                        <a:gsLst>
                          <a:gs pos="0">
                            <a:schemeClr val="accent1"/>
                          </a:gs>
                          <a:gs pos="100000">
                            <a:schemeClr val="accent1"/>
                          </a:gs>
                        </a:gsLst>
                        <a:lin ang="5400000" scaled="0"/>
                      </a:gradFill>
                      <a:latin typeface="Roboto Condensed Regular"/>
                      <a:ea typeface="Roboto Light" pitchFamily="2" charset="0"/>
                      <a:cs typeface="Roboto Condensed Regular"/>
                    </a:rPr>
                    <a:t>75</a:t>
                  </a:r>
                  <a:r>
                    <a:rPr lang="nb-NO" sz="2000" dirty="0">
                      <a:gradFill>
                        <a:gsLst>
                          <a:gs pos="0">
                            <a:schemeClr val="accent1"/>
                          </a:gs>
                          <a:gs pos="100000">
                            <a:schemeClr val="accent1"/>
                          </a:gs>
                        </a:gsLst>
                        <a:lin ang="5400000" scaled="0"/>
                      </a:gradFill>
                      <a:latin typeface="Roboto Condensed Regular"/>
                      <a:ea typeface="Roboto Light" pitchFamily="2" charset="0"/>
                      <a:cs typeface="Roboto Condensed Regular"/>
                    </a:rPr>
                    <a:t>%</a:t>
                  </a:r>
                  <a:endParaRPr lang="en-US" sz="2000" dirty="0">
                    <a:gradFill>
                      <a:gsLst>
                        <a:gs pos="0">
                          <a:schemeClr val="accent1"/>
                        </a:gs>
                        <a:gs pos="100000">
                          <a:schemeClr val="accent1"/>
                        </a:gs>
                      </a:gsLst>
                      <a:lin ang="5400000" scaled="0"/>
                    </a:gradFill>
                    <a:latin typeface="Roboto Condensed Regular"/>
                    <a:cs typeface="Roboto Condensed Regular"/>
                  </a:endParaRPr>
                </a:p>
              </p:txBody>
            </p:sp>
          </p:grpSp>
          <p:sp>
            <p:nvSpPr>
              <p:cNvPr id="118" name="TextBox 117"/>
              <p:cNvSpPr txBox="1">
                <a:spLocks/>
              </p:cNvSpPr>
              <p:nvPr/>
            </p:nvSpPr>
            <p:spPr>
              <a:xfrm>
                <a:off x="2860073" y="1038162"/>
                <a:ext cx="1224000" cy="209207"/>
              </a:xfrm>
              <a:prstGeom prst="rect">
                <a:avLst/>
              </a:prstGeom>
              <a:noFill/>
            </p:spPr>
            <p:txBody>
              <a:bodyPr wrap="square" lIns="0" tIns="0" rIns="0" bIns="0" rtlCol="0">
                <a:noAutofit/>
              </a:bodyPr>
              <a:lstStyle/>
              <a:p>
                <a:pPr lvl="0" algn="ctr">
                  <a:spcAft>
                    <a:spcPts val="300"/>
                  </a:spcAft>
                </a:pPr>
                <a:r>
                  <a:rPr lang="nb-NO" sz="1200" b="1" dirty="0">
                    <a:gradFill>
                      <a:gsLst>
                        <a:gs pos="0">
                          <a:schemeClr val="tx2"/>
                        </a:gs>
                        <a:gs pos="100000">
                          <a:schemeClr val="tx2"/>
                        </a:gs>
                      </a:gsLst>
                      <a:lin ang="5400000" scaled="0"/>
                    </a:gradFill>
                    <a:latin typeface="Roboto Condensed Regular"/>
                    <a:ea typeface="Roboto Light" pitchFamily="2" charset="0"/>
                    <a:cs typeface="Roboto Condensed Regular"/>
                  </a:rPr>
                  <a:t>OPTION B</a:t>
                </a:r>
                <a:endParaRPr lang="en-US" sz="1200" dirty="0">
                  <a:gradFill>
                    <a:gsLst>
                      <a:gs pos="0">
                        <a:schemeClr val="tx2"/>
                      </a:gs>
                      <a:gs pos="100000">
                        <a:schemeClr val="tx2"/>
                      </a:gs>
                    </a:gsLst>
                    <a:lin ang="5400000" scaled="0"/>
                  </a:gradFill>
                  <a:latin typeface="Roboto Condensed Regular"/>
                  <a:cs typeface="Roboto Condensed Regular"/>
                </a:endParaRPr>
              </a:p>
            </p:txBody>
          </p:sp>
          <p:grpSp>
            <p:nvGrpSpPr>
              <p:cNvPr id="119" name="그룹 137"/>
              <p:cNvGrpSpPr/>
              <p:nvPr/>
            </p:nvGrpSpPr>
            <p:grpSpPr>
              <a:xfrm>
                <a:off x="2860072" y="2934721"/>
                <a:ext cx="1224001" cy="1119163"/>
                <a:chOff x="2860072" y="2934721"/>
                <a:chExt cx="1224001" cy="1119163"/>
              </a:xfrm>
            </p:grpSpPr>
            <p:sp>
              <p:nvSpPr>
                <p:cNvPr id="124" name="TextBox 123"/>
                <p:cNvSpPr txBox="1">
                  <a:spLocks/>
                </p:cNvSpPr>
                <p:nvPr/>
              </p:nvSpPr>
              <p:spPr>
                <a:xfrm>
                  <a:off x="2860073" y="2934721"/>
                  <a:ext cx="1224000" cy="209207"/>
                </a:xfrm>
                <a:prstGeom prst="rect">
                  <a:avLst/>
                </a:prstGeom>
                <a:noFill/>
              </p:spPr>
              <p:txBody>
                <a:bodyPr wrap="square" lIns="0" tIns="0" rIns="0" bIns="0" rtlCol="0">
                  <a:noAutofit/>
                </a:bodyPr>
                <a:lstStyle/>
                <a:p>
                  <a:pPr lvl="0" algn="ctr">
                    <a:spcAft>
                      <a:spcPts val="300"/>
                    </a:spcAft>
                  </a:pPr>
                  <a:r>
                    <a:rPr lang="nb-NO" sz="1200" b="1" dirty="0">
                      <a:gradFill>
                        <a:gsLst>
                          <a:gs pos="0">
                            <a:schemeClr val="accent1"/>
                          </a:gs>
                          <a:gs pos="100000">
                            <a:schemeClr val="accent1"/>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125" name="TextBox 124"/>
                <p:cNvSpPr txBox="1">
                  <a:spLocks/>
                </p:cNvSpPr>
                <p:nvPr/>
              </p:nvSpPr>
              <p:spPr>
                <a:xfrm>
                  <a:off x="2860072" y="3193430"/>
                  <a:ext cx="1224001" cy="860454"/>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 malesuada tellus. Ut ultrices ultr aces enim. Curabitur sit.</a:t>
                  </a:r>
                </a:p>
              </p:txBody>
            </p:sp>
          </p:grpSp>
          <p:sp>
            <p:nvSpPr>
              <p:cNvPr id="120" name="이등변 삼각형 119"/>
              <p:cNvSpPr/>
              <p:nvPr/>
            </p:nvSpPr>
            <p:spPr>
              <a:xfrm rot="10800000">
                <a:off x="4735797" y="2663191"/>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21" name="그룹 139"/>
              <p:cNvGrpSpPr/>
              <p:nvPr/>
            </p:nvGrpSpPr>
            <p:grpSpPr>
              <a:xfrm>
                <a:off x="4203094" y="2934721"/>
                <a:ext cx="1224001" cy="1119163"/>
                <a:chOff x="2860072" y="2934721"/>
                <a:chExt cx="1224001" cy="1119163"/>
              </a:xfrm>
            </p:grpSpPr>
            <p:sp>
              <p:nvSpPr>
                <p:cNvPr id="122" name="TextBox 121"/>
                <p:cNvSpPr txBox="1">
                  <a:spLocks/>
                </p:cNvSpPr>
                <p:nvPr/>
              </p:nvSpPr>
              <p:spPr>
                <a:xfrm>
                  <a:off x="2860073" y="2934721"/>
                  <a:ext cx="1224000" cy="209207"/>
                </a:xfrm>
                <a:prstGeom prst="rect">
                  <a:avLst/>
                </a:prstGeom>
                <a:noFill/>
              </p:spPr>
              <p:txBody>
                <a:bodyPr wrap="square" lIns="0" tIns="0" rIns="0" bIns="0" rtlCol="0">
                  <a:noAutofit/>
                </a:bodyPr>
                <a:lstStyle/>
                <a:p>
                  <a:pPr lvl="0" algn="ctr">
                    <a:spcAft>
                      <a:spcPts val="300"/>
                    </a:spcAft>
                  </a:pPr>
                  <a:r>
                    <a:rPr lang="nb-NO" sz="1200" b="1" dirty="0">
                      <a:gradFill>
                        <a:gsLst>
                          <a:gs pos="0">
                            <a:schemeClr val="accent1"/>
                          </a:gs>
                          <a:gs pos="100000">
                            <a:schemeClr val="accent1"/>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123" name="TextBox 122"/>
                <p:cNvSpPr txBox="1">
                  <a:spLocks/>
                </p:cNvSpPr>
                <p:nvPr/>
              </p:nvSpPr>
              <p:spPr>
                <a:xfrm>
                  <a:off x="2860072" y="3193430"/>
                  <a:ext cx="1224001" cy="860454"/>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 malesuada tellus. Ut ultrices ultr aces enim. Curabitur sit.</a:t>
                  </a:r>
                </a:p>
              </p:txBody>
            </p:sp>
          </p:grpSp>
        </p:grpSp>
        <p:sp>
          <p:nvSpPr>
            <p:cNvPr id="114" name="Freeform 44"/>
            <p:cNvSpPr>
              <a:spLocks noEditPoints="1"/>
            </p:cNvSpPr>
            <p:nvPr/>
          </p:nvSpPr>
          <p:spPr bwMode="auto">
            <a:xfrm>
              <a:off x="6288200" y="1528263"/>
              <a:ext cx="373950" cy="415636"/>
            </a:xfrm>
            <a:custGeom>
              <a:avLst/>
              <a:gdLst/>
              <a:ahLst/>
              <a:cxnLst>
                <a:cxn ang="0">
                  <a:pos x="173" y="0"/>
                </a:cxn>
                <a:cxn ang="0">
                  <a:pos x="26" y="0"/>
                </a:cxn>
                <a:cxn ang="0">
                  <a:pos x="0" y="26"/>
                </a:cxn>
                <a:cxn ang="0">
                  <a:pos x="0" y="159"/>
                </a:cxn>
                <a:cxn ang="0">
                  <a:pos x="26" y="186"/>
                </a:cxn>
                <a:cxn ang="0">
                  <a:pos x="69" y="186"/>
                </a:cxn>
                <a:cxn ang="0">
                  <a:pos x="100" y="222"/>
                </a:cxn>
                <a:cxn ang="0">
                  <a:pos x="131" y="186"/>
                </a:cxn>
                <a:cxn ang="0">
                  <a:pos x="173" y="186"/>
                </a:cxn>
                <a:cxn ang="0">
                  <a:pos x="200" y="159"/>
                </a:cxn>
                <a:cxn ang="0">
                  <a:pos x="200" y="26"/>
                </a:cxn>
                <a:cxn ang="0">
                  <a:pos x="173" y="0"/>
                </a:cxn>
                <a:cxn ang="0">
                  <a:pos x="161" y="145"/>
                </a:cxn>
                <a:cxn ang="0">
                  <a:pos x="39" y="145"/>
                </a:cxn>
                <a:cxn ang="0">
                  <a:pos x="39" y="129"/>
                </a:cxn>
                <a:cxn ang="0">
                  <a:pos x="161" y="129"/>
                </a:cxn>
                <a:cxn ang="0">
                  <a:pos x="161" y="145"/>
                </a:cxn>
                <a:cxn ang="0">
                  <a:pos x="161" y="101"/>
                </a:cxn>
                <a:cxn ang="0">
                  <a:pos x="39" y="101"/>
                </a:cxn>
                <a:cxn ang="0">
                  <a:pos x="39" y="85"/>
                </a:cxn>
                <a:cxn ang="0">
                  <a:pos x="161" y="85"/>
                </a:cxn>
                <a:cxn ang="0">
                  <a:pos x="161" y="101"/>
                </a:cxn>
                <a:cxn ang="0">
                  <a:pos x="161" y="57"/>
                </a:cxn>
                <a:cxn ang="0">
                  <a:pos x="39" y="57"/>
                </a:cxn>
                <a:cxn ang="0">
                  <a:pos x="39" y="41"/>
                </a:cxn>
                <a:cxn ang="0">
                  <a:pos x="161" y="41"/>
                </a:cxn>
                <a:cxn ang="0">
                  <a:pos x="161" y="57"/>
                </a:cxn>
              </a:cxnLst>
              <a:rect l="0" t="0" r="r" b="b"/>
              <a:pathLst>
                <a:path w="200" h="222">
                  <a:moveTo>
                    <a:pt x="173" y="0"/>
                  </a:moveTo>
                  <a:cubicBezTo>
                    <a:pt x="26" y="0"/>
                    <a:pt x="26" y="0"/>
                    <a:pt x="26" y="0"/>
                  </a:cubicBezTo>
                  <a:cubicBezTo>
                    <a:pt x="12" y="0"/>
                    <a:pt x="0" y="12"/>
                    <a:pt x="0" y="26"/>
                  </a:cubicBezTo>
                  <a:cubicBezTo>
                    <a:pt x="0" y="159"/>
                    <a:pt x="0" y="159"/>
                    <a:pt x="0" y="159"/>
                  </a:cubicBezTo>
                  <a:cubicBezTo>
                    <a:pt x="0" y="174"/>
                    <a:pt x="12" y="186"/>
                    <a:pt x="26" y="186"/>
                  </a:cubicBezTo>
                  <a:cubicBezTo>
                    <a:pt x="69" y="186"/>
                    <a:pt x="69" y="186"/>
                    <a:pt x="69" y="186"/>
                  </a:cubicBezTo>
                  <a:cubicBezTo>
                    <a:pt x="100" y="222"/>
                    <a:pt x="100" y="222"/>
                    <a:pt x="100" y="222"/>
                  </a:cubicBezTo>
                  <a:cubicBezTo>
                    <a:pt x="131" y="186"/>
                    <a:pt x="131" y="186"/>
                    <a:pt x="131" y="186"/>
                  </a:cubicBezTo>
                  <a:cubicBezTo>
                    <a:pt x="173" y="186"/>
                    <a:pt x="173" y="186"/>
                    <a:pt x="173" y="186"/>
                  </a:cubicBezTo>
                  <a:cubicBezTo>
                    <a:pt x="188" y="186"/>
                    <a:pt x="200" y="174"/>
                    <a:pt x="200" y="159"/>
                  </a:cubicBezTo>
                  <a:cubicBezTo>
                    <a:pt x="200" y="26"/>
                    <a:pt x="200" y="26"/>
                    <a:pt x="200" y="26"/>
                  </a:cubicBezTo>
                  <a:cubicBezTo>
                    <a:pt x="200" y="12"/>
                    <a:pt x="188" y="0"/>
                    <a:pt x="173" y="0"/>
                  </a:cubicBezTo>
                  <a:close/>
                  <a:moveTo>
                    <a:pt x="161" y="145"/>
                  </a:moveTo>
                  <a:cubicBezTo>
                    <a:pt x="39" y="145"/>
                    <a:pt x="39" y="145"/>
                    <a:pt x="39" y="145"/>
                  </a:cubicBezTo>
                  <a:cubicBezTo>
                    <a:pt x="39" y="129"/>
                    <a:pt x="39" y="129"/>
                    <a:pt x="39" y="129"/>
                  </a:cubicBezTo>
                  <a:cubicBezTo>
                    <a:pt x="161" y="129"/>
                    <a:pt x="161" y="129"/>
                    <a:pt x="161" y="129"/>
                  </a:cubicBezTo>
                  <a:lnTo>
                    <a:pt x="161" y="145"/>
                  </a:lnTo>
                  <a:close/>
                  <a:moveTo>
                    <a:pt x="161" y="101"/>
                  </a:moveTo>
                  <a:cubicBezTo>
                    <a:pt x="39" y="101"/>
                    <a:pt x="39" y="101"/>
                    <a:pt x="39" y="101"/>
                  </a:cubicBezTo>
                  <a:cubicBezTo>
                    <a:pt x="39" y="85"/>
                    <a:pt x="39" y="85"/>
                    <a:pt x="39" y="85"/>
                  </a:cubicBezTo>
                  <a:cubicBezTo>
                    <a:pt x="161" y="85"/>
                    <a:pt x="161" y="85"/>
                    <a:pt x="161" y="85"/>
                  </a:cubicBezTo>
                  <a:lnTo>
                    <a:pt x="161" y="101"/>
                  </a:lnTo>
                  <a:close/>
                  <a:moveTo>
                    <a:pt x="161" y="57"/>
                  </a:moveTo>
                  <a:cubicBezTo>
                    <a:pt x="39" y="57"/>
                    <a:pt x="39" y="57"/>
                    <a:pt x="39" y="57"/>
                  </a:cubicBezTo>
                  <a:cubicBezTo>
                    <a:pt x="39" y="41"/>
                    <a:pt x="39" y="41"/>
                    <a:pt x="39" y="41"/>
                  </a:cubicBezTo>
                  <a:cubicBezTo>
                    <a:pt x="161" y="41"/>
                    <a:pt x="161" y="41"/>
                    <a:pt x="161" y="41"/>
                  </a:cubicBezTo>
                  <a:lnTo>
                    <a:pt x="161" y="57"/>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246263734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anim calcmode="lin" valueType="num">
                                      <p:cBhvr>
                                        <p:cTn id="8" dur="500" fill="hold"/>
                                        <p:tgtEl>
                                          <p:spTgt spid="90"/>
                                        </p:tgtEl>
                                        <p:attrNameLst>
                                          <p:attrName>ppt_x</p:attrName>
                                        </p:attrNameLst>
                                      </p:cBhvr>
                                      <p:tavLst>
                                        <p:tav tm="0">
                                          <p:val>
                                            <p:strVal val="#ppt_x"/>
                                          </p:val>
                                        </p:tav>
                                        <p:tav tm="100000">
                                          <p:val>
                                            <p:strVal val="#ppt_x"/>
                                          </p:val>
                                        </p:tav>
                                      </p:tavLst>
                                    </p:anim>
                                    <p:anim calcmode="lin" valueType="num">
                                      <p:cBhvr>
                                        <p:cTn id="9" dur="500" fill="hold"/>
                                        <p:tgtEl>
                                          <p:spTgt spid="9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2"/>
                                        </p:tgtEl>
                                        <p:attrNameLst>
                                          <p:attrName>style.visibility</p:attrName>
                                        </p:attrNameLst>
                                      </p:cBhvr>
                                      <p:to>
                                        <p:strVal val="visible"/>
                                      </p:to>
                                    </p:set>
                                    <p:animEffect transition="in" filter="fade">
                                      <p:cBhvr>
                                        <p:cTn id="12" dur="500"/>
                                        <p:tgtEl>
                                          <p:spTgt spid="112"/>
                                        </p:tgtEl>
                                      </p:cBhvr>
                                    </p:animEffect>
                                    <p:anim calcmode="lin" valueType="num">
                                      <p:cBhvr>
                                        <p:cTn id="13" dur="500" fill="hold"/>
                                        <p:tgtEl>
                                          <p:spTgt spid="112"/>
                                        </p:tgtEl>
                                        <p:attrNameLst>
                                          <p:attrName>ppt_x</p:attrName>
                                        </p:attrNameLst>
                                      </p:cBhvr>
                                      <p:tavLst>
                                        <p:tav tm="0">
                                          <p:val>
                                            <p:strVal val="#ppt_x"/>
                                          </p:val>
                                        </p:tav>
                                        <p:tav tm="100000">
                                          <p:val>
                                            <p:strVal val="#ppt_x"/>
                                          </p:val>
                                        </p:tav>
                                      </p:tavLst>
                                    </p:anim>
                                    <p:anim calcmode="lin" valueType="num">
                                      <p:cBhvr>
                                        <p:cTn id="14" dur="500" fill="hold"/>
                                        <p:tgtEl>
                                          <p:spTgt spid="1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Infographic Chart</a:t>
            </a:r>
            <a:endParaRPr lang="en-US" dirty="0"/>
          </a:p>
        </p:txBody>
      </p:sp>
      <p:grpSp>
        <p:nvGrpSpPr>
          <p:cNvPr id="128" name="그룹 127"/>
          <p:cNvGrpSpPr/>
          <p:nvPr/>
        </p:nvGrpSpPr>
        <p:grpSpPr>
          <a:xfrm>
            <a:off x="724548" y="3578258"/>
            <a:ext cx="1526778" cy="1049394"/>
            <a:chOff x="3015969" y="3565467"/>
            <a:chExt cx="1526778" cy="1049394"/>
          </a:xfrm>
        </p:grpSpPr>
        <p:grpSp>
          <p:nvGrpSpPr>
            <p:cNvPr id="127" name="그룹 126"/>
            <p:cNvGrpSpPr/>
            <p:nvPr/>
          </p:nvGrpSpPr>
          <p:grpSpPr>
            <a:xfrm>
              <a:off x="3015969" y="3754039"/>
              <a:ext cx="1526778" cy="860822"/>
              <a:chOff x="3015969" y="3754039"/>
              <a:chExt cx="1526778" cy="860822"/>
            </a:xfrm>
          </p:grpSpPr>
          <p:sp>
            <p:nvSpPr>
              <p:cNvPr id="57" name="TextBox 56"/>
              <p:cNvSpPr txBox="1">
                <a:spLocks/>
              </p:cNvSpPr>
              <p:nvPr/>
            </p:nvSpPr>
            <p:spPr>
              <a:xfrm>
                <a:off x="3015970" y="3754039"/>
                <a:ext cx="1526777" cy="209207"/>
              </a:xfrm>
              <a:prstGeom prst="rect">
                <a:avLst/>
              </a:prstGeom>
              <a:noFill/>
            </p:spPr>
            <p:txBody>
              <a:bodyPr wrap="square" lIns="0" tIns="0" rIns="0" bIns="0" rtlCol="0">
                <a:noAutofit/>
              </a:bodyPr>
              <a:lstStyle/>
              <a:p>
                <a:pPr algn="ctr">
                  <a:spcAft>
                    <a:spcPts val="300"/>
                  </a:spcAft>
                </a:pPr>
                <a:r>
                  <a:rPr lang="nb-NO" sz="1500" b="1" dirty="0">
                    <a:gradFill>
                      <a:gsLst>
                        <a:gs pos="0">
                          <a:schemeClr val="tx2"/>
                        </a:gs>
                        <a:gs pos="100000">
                          <a:schemeClr val="tx2"/>
                        </a:gs>
                      </a:gsLst>
                      <a:lin ang="5400000" scaled="0"/>
                    </a:gradFill>
                    <a:latin typeface="Roboto Condensed Regular"/>
                    <a:ea typeface="Roboto Light" pitchFamily="2" charset="0"/>
                    <a:cs typeface="Roboto Condensed Regular"/>
                  </a:rPr>
                  <a:t>Contents Title </a:t>
                </a:r>
                <a:r>
                  <a:rPr lang="nb-NO" sz="1500" b="1" dirty="0">
                    <a:gradFill>
                      <a:gsLst>
                        <a:gs pos="0">
                          <a:schemeClr val="accent1"/>
                        </a:gs>
                        <a:gs pos="100000">
                          <a:schemeClr val="accent1"/>
                        </a:gs>
                      </a:gsLst>
                      <a:lin ang="5400000" scaled="0"/>
                    </a:gradFill>
                    <a:latin typeface="Roboto Condensed Regular"/>
                    <a:ea typeface="Roboto Light" pitchFamily="2" charset="0"/>
                    <a:cs typeface="Roboto Condensed Regular"/>
                  </a:rPr>
                  <a:t>A</a:t>
                </a:r>
                <a:endParaRPr lang="en-US" sz="15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58" name="TextBox 57"/>
              <p:cNvSpPr txBox="1">
                <a:spLocks/>
              </p:cNvSpPr>
              <p:nvPr/>
            </p:nvSpPr>
            <p:spPr>
              <a:xfrm>
                <a:off x="3015969" y="4084188"/>
                <a:ext cx="1526777" cy="530673"/>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a:t>
                </a:r>
              </a:p>
            </p:txBody>
          </p:sp>
          <p:cxnSp>
            <p:nvCxnSpPr>
              <p:cNvPr id="59" name="직선 연결선 58"/>
              <p:cNvCxnSpPr>
                <a:cxnSpLocks/>
              </p:cNvCxnSpPr>
              <p:nvPr/>
            </p:nvCxnSpPr>
            <p:spPr>
              <a:xfrm>
                <a:off x="3015969" y="4012748"/>
                <a:ext cx="1526777" cy="0"/>
              </a:xfrm>
              <a:prstGeom prst="line">
                <a:avLst/>
              </a:prstGeom>
              <a:ln w="3175">
                <a:solidFill>
                  <a:schemeClr val="accent1"/>
                </a:solidFill>
                <a:prstDash val="dash"/>
                <a:tailEnd type="none" w="sm" len="sm"/>
              </a:ln>
            </p:spPr>
            <p:style>
              <a:lnRef idx="1">
                <a:schemeClr val="accent1"/>
              </a:lnRef>
              <a:fillRef idx="0">
                <a:schemeClr val="accent1"/>
              </a:fillRef>
              <a:effectRef idx="0">
                <a:schemeClr val="accent1"/>
              </a:effectRef>
              <a:fontRef idx="minor">
                <a:schemeClr val="tx1"/>
              </a:fontRef>
            </p:style>
          </p:cxnSp>
        </p:grpSp>
        <p:sp>
          <p:nvSpPr>
            <p:cNvPr id="103" name="이등변 삼각형 102"/>
            <p:cNvSpPr/>
            <p:nvPr/>
          </p:nvSpPr>
          <p:spPr>
            <a:xfrm rot="10800000">
              <a:off x="3700059" y="3565467"/>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26" name="그룹 25"/>
          <p:cNvGrpSpPr/>
          <p:nvPr/>
        </p:nvGrpSpPr>
        <p:grpSpPr>
          <a:xfrm>
            <a:off x="724553" y="1521455"/>
            <a:ext cx="1526777" cy="1913926"/>
            <a:chOff x="3015969" y="1058608"/>
            <a:chExt cx="1526777" cy="1913926"/>
          </a:xfrm>
        </p:grpSpPr>
        <p:grpSp>
          <p:nvGrpSpPr>
            <p:cNvPr id="13" name="그룹 12"/>
            <p:cNvGrpSpPr/>
            <p:nvPr/>
          </p:nvGrpSpPr>
          <p:grpSpPr>
            <a:xfrm>
              <a:off x="3015969" y="1058608"/>
              <a:ext cx="1526777" cy="316616"/>
              <a:chOff x="3015969" y="1894427"/>
              <a:chExt cx="1526777" cy="316616"/>
            </a:xfrm>
          </p:grpSpPr>
          <p:sp>
            <p:nvSpPr>
              <p:cNvPr id="45"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47"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48"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49"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50"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76" name="그룹 75"/>
            <p:cNvGrpSpPr/>
            <p:nvPr/>
          </p:nvGrpSpPr>
          <p:grpSpPr>
            <a:xfrm>
              <a:off x="3015969" y="1457935"/>
              <a:ext cx="1526777" cy="316616"/>
              <a:chOff x="3015969" y="1894427"/>
              <a:chExt cx="1526777" cy="316616"/>
            </a:xfrm>
          </p:grpSpPr>
          <p:sp>
            <p:nvSpPr>
              <p:cNvPr id="77"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78"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79"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80"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81"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184" name="그룹 183"/>
            <p:cNvGrpSpPr/>
            <p:nvPr/>
          </p:nvGrpSpPr>
          <p:grpSpPr>
            <a:xfrm>
              <a:off x="3015969" y="1857262"/>
              <a:ext cx="1526777" cy="316616"/>
              <a:chOff x="3015969" y="1894427"/>
              <a:chExt cx="1526777" cy="316616"/>
            </a:xfrm>
          </p:grpSpPr>
          <p:sp>
            <p:nvSpPr>
              <p:cNvPr id="185"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86"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87"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88"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89"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190" name="그룹 189"/>
            <p:cNvGrpSpPr/>
            <p:nvPr/>
          </p:nvGrpSpPr>
          <p:grpSpPr>
            <a:xfrm>
              <a:off x="3015969" y="2256589"/>
              <a:ext cx="1526777" cy="316616"/>
              <a:chOff x="3015969" y="1894427"/>
              <a:chExt cx="1526777" cy="316616"/>
            </a:xfrm>
          </p:grpSpPr>
          <p:sp>
            <p:nvSpPr>
              <p:cNvPr id="191"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92"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93"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94"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95"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196" name="그룹 195"/>
            <p:cNvGrpSpPr/>
            <p:nvPr/>
          </p:nvGrpSpPr>
          <p:grpSpPr>
            <a:xfrm>
              <a:off x="3015969" y="2655918"/>
              <a:ext cx="1526777" cy="316616"/>
              <a:chOff x="3015969" y="1894427"/>
              <a:chExt cx="1526777" cy="316616"/>
            </a:xfrm>
          </p:grpSpPr>
          <p:sp>
            <p:nvSpPr>
              <p:cNvPr id="197"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98"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199"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00"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01"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grpSp>
        <p:nvGrpSpPr>
          <p:cNvPr id="204" name="그룹 203"/>
          <p:cNvGrpSpPr/>
          <p:nvPr/>
        </p:nvGrpSpPr>
        <p:grpSpPr>
          <a:xfrm>
            <a:off x="1255616" y="1036134"/>
            <a:ext cx="464640" cy="383976"/>
            <a:chOff x="3420711" y="1075690"/>
            <a:chExt cx="464640" cy="383976"/>
          </a:xfrm>
        </p:grpSpPr>
        <p:sp>
          <p:nvSpPr>
            <p:cNvPr id="205" name="이등변 삼각형 204"/>
            <p:cNvSpPr/>
            <p:nvPr/>
          </p:nvSpPr>
          <p:spPr>
            <a:xfrm rot="10800000">
              <a:off x="3581541" y="1293753"/>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cxnSp>
          <p:nvCxnSpPr>
            <p:cNvPr id="206" name="직선 연결선 205"/>
            <p:cNvCxnSpPr/>
            <p:nvPr/>
          </p:nvCxnSpPr>
          <p:spPr>
            <a:xfrm flipV="1">
              <a:off x="3653031" y="1325504"/>
              <a:ext cx="0" cy="134162"/>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207" name="모서리가 둥근 직사각형 413"/>
            <p:cNvSpPr/>
            <p:nvPr/>
          </p:nvSpPr>
          <p:spPr>
            <a:xfrm>
              <a:off x="3420711" y="107569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accent1"/>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accent1"/>
                      </a:gs>
                      <a:gs pos="100000">
                        <a:schemeClr val="accent1"/>
                      </a:gs>
                    </a:gsLst>
                    <a:lin ang="0" scaled="0"/>
                  </a:gradFill>
                  <a:latin typeface="Roboto Condensed Regular"/>
                  <a:ea typeface="Roboto Light" pitchFamily="2" charset="0"/>
                </a:rPr>
                <a:t>24</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grpSp>
      <p:grpSp>
        <p:nvGrpSpPr>
          <p:cNvPr id="129" name="그룹 128"/>
          <p:cNvGrpSpPr/>
          <p:nvPr/>
        </p:nvGrpSpPr>
        <p:grpSpPr>
          <a:xfrm>
            <a:off x="2665606" y="3578258"/>
            <a:ext cx="1526778" cy="1049394"/>
            <a:chOff x="4957027" y="3565467"/>
            <a:chExt cx="1526778" cy="1049394"/>
          </a:xfrm>
        </p:grpSpPr>
        <p:sp>
          <p:nvSpPr>
            <p:cNvPr id="214" name="TextBox 213"/>
            <p:cNvSpPr txBox="1">
              <a:spLocks/>
            </p:cNvSpPr>
            <p:nvPr/>
          </p:nvSpPr>
          <p:spPr>
            <a:xfrm>
              <a:off x="4957028" y="3754039"/>
              <a:ext cx="1526777" cy="209207"/>
            </a:xfrm>
            <a:prstGeom prst="rect">
              <a:avLst/>
            </a:prstGeom>
            <a:noFill/>
          </p:spPr>
          <p:txBody>
            <a:bodyPr wrap="square" lIns="0" tIns="0" rIns="0" bIns="0" rtlCol="0">
              <a:noAutofit/>
            </a:bodyPr>
            <a:lstStyle/>
            <a:p>
              <a:pPr algn="ctr">
                <a:spcAft>
                  <a:spcPts val="300"/>
                </a:spcAft>
              </a:pPr>
              <a:r>
                <a:rPr lang="nb-NO" sz="1500" b="1" dirty="0">
                  <a:gradFill>
                    <a:gsLst>
                      <a:gs pos="0">
                        <a:schemeClr val="tx2"/>
                      </a:gs>
                      <a:gs pos="100000">
                        <a:schemeClr val="tx2"/>
                      </a:gs>
                    </a:gsLst>
                    <a:lin ang="5400000" scaled="0"/>
                  </a:gradFill>
                  <a:latin typeface="Roboto Condensed Regular"/>
                  <a:ea typeface="Roboto Light" pitchFamily="2" charset="0"/>
                  <a:cs typeface="Roboto Condensed Regular"/>
                </a:rPr>
                <a:t>Contents Title </a:t>
              </a:r>
              <a:r>
                <a:rPr lang="nb-NO" sz="1500" b="1" dirty="0">
                  <a:gradFill>
                    <a:gsLst>
                      <a:gs pos="0">
                        <a:schemeClr val="accent1"/>
                      </a:gs>
                      <a:gs pos="100000">
                        <a:schemeClr val="accent1"/>
                      </a:gs>
                    </a:gsLst>
                    <a:lin ang="5400000" scaled="0"/>
                  </a:gradFill>
                  <a:latin typeface="Roboto Condensed Regular"/>
                  <a:ea typeface="Roboto Light" pitchFamily="2" charset="0"/>
                  <a:cs typeface="Roboto Condensed Regular"/>
                </a:rPr>
                <a:t>B</a:t>
              </a:r>
              <a:endParaRPr lang="en-US" sz="15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215" name="TextBox 214"/>
            <p:cNvSpPr txBox="1">
              <a:spLocks/>
            </p:cNvSpPr>
            <p:nvPr/>
          </p:nvSpPr>
          <p:spPr>
            <a:xfrm>
              <a:off x="4957027" y="4084188"/>
              <a:ext cx="1526777" cy="530673"/>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a:t>
              </a:r>
            </a:p>
          </p:txBody>
        </p:sp>
        <p:cxnSp>
          <p:nvCxnSpPr>
            <p:cNvPr id="216" name="직선 연결선 215"/>
            <p:cNvCxnSpPr>
              <a:cxnSpLocks/>
            </p:cNvCxnSpPr>
            <p:nvPr/>
          </p:nvCxnSpPr>
          <p:spPr>
            <a:xfrm>
              <a:off x="4957027" y="4012748"/>
              <a:ext cx="1526777" cy="0"/>
            </a:xfrm>
            <a:prstGeom prst="line">
              <a:avLst/>
            </a:prstGeom>
            <a:ln w="3175">
              <a:solidFill>
                <a:schemeClr val="accent1"/>
              </a:solidFill>
              <a:prstDash val="dash"/>
              <a:tailEnd type="none" w="sm" len="sm"/>
            </a:ln>
          </p:spPr>
          <p:style>
            <a:lnRef idx="1">
              <a:schemeClr val="accent1"/>
            </a:lnRef>
            <a:fillRef idx="0">
              <a:schemeClr val="accent1"/>
            </a:fillRef>
            <a:effectRef idx="0">
              <a:schemeClr val="accent1"/>
            </a:effectRef>
            <a:fontRef idx="minor">
              <a:schemeClr val="tx1"/>
            </a:fontRef>
          </p:style>
        </p:cxnSp>
        <p:sp>
          <p:nvSpPr>
            <p:cNvPr id="217" name="이등변 삼각형 216"/>
            <p:cNvSpPr/>
            <p:nvPr/>
          </p:nvSpPr>
          <p:spPr>
            <a:xfrm rot="10800000">
              <a:off x="5641117" y="3565467"/>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218" name="그룹 217"/>
          <p:cNvGrpSpPr/>
          <p:nvPr/>
        </p:nvGrpSpPr>
        <p:grpSpPr>
          <a:xfrm>
            <a:off x="2665611" y="1521455"/>
            <a:ext cx="1526777" cy="1913926"/>
            <a:chOff x="3015969" y="1058608"/>
            <a:chExt cx="1526777" cy="1913926"/>
          </a:xfrm>
        </p:grpSpPr>
        <p:grpSp>
          <p:nvGrpSpPr>
            <p:cNvPr id="219" name="그룹 218"/>
            <p:cNvGrpSpPr/>
            <p:nvPr/>
          </p:nvGrpSpPr>
          <p:grpSpPr>
            <a:xfrm>
              <a:off x="3015969" y="1058608"/>
              <a:ext cx="1526777" cy="316616"/>
              <a:chOff x="3015969" y="1894427"/>
              <a:chExt cx="1526777" cy="316616"/>
            </a:xfrm>
          </p:grpSpPr>
          <p:sp>
            <p:nvSpPr>
              <p:cNvPr id="244"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45"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46"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47"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48"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20" name="그룹 219"/>
            <p:cNvGrpSpPr/>
            <p:nvPr/>
          </p:nvGrpSpPr>
          <p:grpSpPr>
            <a:xfrm>
              <a:off x="3015969" y="1457935"/>
              <a:ext cx="1526777" cy="316616"/>
              <a:chOff x="3015969" y="1894427"/>
              <a:chExt cx="1526777" cy="316616"/>
            </a:xfrm>
          </p:grpSpPr>
          <p:sp>
            <p:nvSpPr>
              <p:cNvPr id="239"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40"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41"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42"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43"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21" name="그룹 220"/>
            <p:cNvGrpSpPr/>
            <p:nvPr/>
          </p:nvGrpSpPr>
          <p:grpSpPr>
            <a:xfrm>
              <a:off x="3015969" y="1857262"/>
              <a:ext cx="1526777" cy="316616"/>
              <a:chOff x="3015969" y="1894427"/>
              <a:chExt cx="1526777" cy="316616"/>
            </a:xfrm>
          </p:grpSpPr>
          <p:sp>
            <p:nvSpPr>
              <p:cNvPr id="234"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5"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6"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7"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8"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22" name="그룹 221"/>
            <p:cNvGrpSpPr/>
            <p:nvPr/>
          </p:nvGrpSpPr>
          <p:grpSpPr>
            <a:xfrm>
              <a:off x="3015969" y="2256589"/>
              <a:ext cx="1526777" cy="316616"/>
              <a:chOff x="3015969" y="1894427"/>
              <a:chExt cx="1526777" cy="316616"/>
            </a:xfrm>
          </p:grpSpPr>
          <p:sp>
            <p:nvSpPr>
              <p:cNvPr id="229"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0"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1"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2"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33"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23" name="그룹 222"/>
            <p:cNvGrpSpPr/>
            <p:nvPr/>
          </p:nvGrpSpPr>
          <p:grpSpPr>
            <a:xfrm>
              <a:off x="3015969" y="2655918"/>
              <a:ext cx="1526777" cy="316616"/>
              <a:chOff x="3015969" y="1894427"/>
              <a:chExt cx="1526777" cy="316616"/>
            </a:xfrm>
          </p:grpSpPr>
          <p:sp>
            <p:nvSpPr>
              <p:cNvPr id="224"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25"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26"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27"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28"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grpSp>
        <p:nvGrpSpPr>
          <p:cNvPr id="210" name="그룹 209"/>
          <p:cNvGrpSpPr/>
          <p:nvPr/>
        </p:nvGrpSpPr>
        <p:grpSpPr>
          <a:xfrm>
            <a:off x="3196674" y="1036134"/>
            <a:ext cx="464640" cy="383976"/>
            <a:chOff x="3420711" y="1075690"/>
            <a:chExt cx="464640" cy="383976"/>
          </a:xfrm>
        </p:grpSpPr>
        <p:sp>
          <p:nvSpPr>
            <p:cNvPr id="211" name="이등변 삼각형 210"/>
            <p:cNvSpPr/>
            <p:nvPr/>
          </p:nvSpPr>
          <p:spPr>
            <a:xfrm rot="10800000">
              <a:off x="3581541" y="1293753"/>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cxnSp>
          <p:nvCxnSpPr>
            <p:cNvPr id="212" name="직선 연결선 211"/>
            <p:cNvCxnSpPr/>
            <p:nvPr/>
          </p:nvCxnSpPr>
          <p:spPr>
            <a:xfrm flipV="1">
              <a:off x="3653031" y="1325504"/>
              <a:ext cx="0" cy="134162"/>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213" name="모서리가 둥근 직사각형 413"/>
            <p:cNvSpPr/>
            <p:nvPr/>
          </p:nvSpPr>
          <p:spPr>
            <a:xfrm>
              <a:off x="3420711" y="107569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accent1"/>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accent1"/>
                      </a:gs>
                      <a:gs pos="100000">
                        <a:schemeClr val="accent1"/>
                      </a:gs>
                    </a:gsLst>
                    <a:lin ang="0" scaled="0"/>
                  </a:gradFill>
                  <a:latin typeface="Roboto Condensed Regular"/>
                  <a:ea typeface="Roboto Light" pitchFamily="2" charset="0"/>
                </a:rPr>
                <a:t>52</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grpSp>
      <p:grpSp>
        <p:nvGrpSpPr>
          <p:cNvPr id="130" name="그룹 129"/>
          <p:cNvGrpSpPr/>
          <p:nvPr/>
        </p:nvGrpSpPr>
        <p:grpSpPr>
          <a:xfrm>
            <a:off x="4606664" y="3578258"/>
            <a:ext cx="1526778" cy="1049394"/>
            <a:chOff x="6898085" y="3565467"/>
            <a:chExt cx="1526778" cy="1049394"/>
          </a:xfrm>
        </p:grpSpPr>
        <p:sp>
          <p:nvSpPr>
            <p:cNvPr id="255" name="TextBox 254"/>
            <p:cNvSpPr txBox="1">
              <a:spLocks/>
            </p:cNvSpPr>
            <p:nvPr/>
          </p:nvSpPr>
          <p:spPr>
            <a:xfrm>
              <a:off x="6898086" y="3754039"/>
              <a:ext cx="1526777" cy="209207"/>
            </a:xfrm>
            <a:prstGeom prst="rect">
              <a:avLst/>
            </a:prstGeom>
            <a:noFill/>
          </p:spPr>
          <p:txBody>
            <a:bodyPr wrap="square" lIns="0" tIns="0" rIns="0" bIns="0" rtlCol="0">
              <a:noAutofit/>
            </a:bodyPr>
            <a:lstStyle/>
            <a:p>
              <a:pPr algn="ctr">
                <a:spcAft>
                  <a:spcPts val="300"/>
                </a:spcAft>
              </a:pPr>
              <a:r>
                <a:rPr lang="nb-NO" sz="1500" b="1" dirty="0">
                  <a:gradFill>
                    <a:gsLst>
                      <a:gs pos="0">
                        <a:schemeClr val="tx2"/>
                      </a:gs>
                      <a:gs pos="100000">
                        <a:schemeClr val="tx2"/>
                      </a:gs>
                    </a:gsLst>
                    <a:lin ang="5400000" scaled="0"/>
                  </a:gradFill>
                  <a:latin typeface="Roboto Condensed Regular"/>
                  <a:ea typeface="Roboto Light" pitchFamily="2" charset="0"/>
                  <a:cs typeface="Roboto Condensed Regular"/>
                </a:rPr>
                <a:t>Contents Title </a:t>
              </a:r>
              <a:r>
                <a:rPr lang="nb-NO" sz="1500" b="1" dirty="0">
                  <a:gradFill>
                    <a:gsLst>
                      <a:gs pos="0">
                        <a:schemeClr val="accent1"/>
                      </a:gs>
                      <a:gs pos="100000">
                        <a:schemeClr val="accent1"/>
                      </a:gs>
                    </a:gsLst>
                    <a:lin ang="5400000" scaled="0"/>
                  </a:gradFill>
                  <a:latin typeface="Roboto Condensed Regular"/>
                  <a:ea typeface="Roboto Light" pitchFamily="2" charset="0"/>
                  <a:cs typeface="Roboto Condensed Regular"/>
                </a:rPr>
                <a:t>C</a:t>
              </a:r>
              <a:endParaRPr lang="en-US" sz="15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256" name="TextBox 255"/>
            <p:cNvSpPr txBox="1">
              <a:spLocks/>
            </p:cNvSpPr>
            <p:nvPr/>
          </p:nvSpPr>
          <p:spPr>
            <a:xfrm>
              <a:off x="6898085" y="4084188"/>
              <a:ext cx="1526777" cy="530673"/>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a:t>
              </a:r>
            </a:p>
          </p:txBody>
        </p:sp>
        <p:cxnSp>
          <p:nvCxnSpPr>
            <p:cNvPr id="257" name="직선 연결선 256"/>
            <p:cNvCxnSpPr>
              <a:cxnSpLocks/>
            </p:cNvCxnSpPr>
            <p:nvPr/>
          </p:nvCxnSpPr>
          <p:spPr>
            <a:xfrm>
              <a:off x="6898085" y="4012748"/>
              <a:ext cx="1526777" cy="0"/>
            </a:xfrm>
            <a:prstGeom prst="line">
              <a:avLst/>
            </a:prstGeom>
            <a:ln w="3175">
              <a:solidFill>
                <a:schemeClr val="accent1"/>
              </a:solidFill>
              <a:prstDash val="dash"/>
              <a:tailEnd type="none" w="sm" len="sm"/>
            </a:ln>
          </p:spPr>
          <p:style>
            <a:lnRef idx="1">
              <a:schemeClr val="accent1"/>
            </a:lnRef>
            <a:fillRef idx="0">
              <a:schemeClr val="accent1"/>
            </a:fillRef>
            <a:effectRef idx="0">
              <a:schemeClr val="accent1"/>
            </a:effectRef>
            <a:fontRef idx="minor">
              <a:schemeClr val="tx1"/>
            </a:fontRef>
          </p:style>
        </p:cxnSp>
        <p:sp>
          <p:nvSpPr>
            <p:cNvPr id="258" name="이등변 삼각형 257"/>
            <p:cNvSpPr/>
            <p:nvPr/>
          </p:nvSpPr>
          <p:spPr>
            <a:xfrm rot="10800000">
              <a:off x="7582175" y="3565467"/>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259" name="그룹 258"/>
          <p:cNvGrpSpPr/>
          <p:nvPr/>
        </p:nvGrpSpPr>
        <p:grpSpPr>
          <a:xfrm>
            <a:off x="4606669" y="1521455"/>
            <a:ext cx="1526777" cy="1913926"/>
            <a:chOff x="3015969" y="1058608"/>
            <a:chExt cx="1526777" cy="1913926"/>
          </a:xfrm>
        </p:grpSpPr>
        <p:grpSp>
          <p:nvGrpSpPr>
            <p:cNvPr id="260" name="그룹 259"/>
            <p:cNvGrpSpPr/>
            <p:nvPr/>
          </p:nvGrpSpPr>
          <p:grpSpPr>
            <a:xfrm>
              <a:off x="3015969" y="1058608"/>
              <a:ext cx="1526777" cy="316616"/>
              <a:chOff x="3015969" y="1894427"/>
              <a:chExt cx="1526777" cy="316616"/>
            </a:xfrm>
          </p:grpSpPr>
          <p:sp>
            <p:nvSpPr>
              <p:cNvPr id="285"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86"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87"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88"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89"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61" name="그룹 260"/>
            <p:cNvGrpSpPr/>
            <p:nvPr/>
          </p:nvGrpSpPr>
          <p:grpSpPr>
            <a:xfrm>
              <a:off x="3015969" y="1457935"/>
              <a:ext cx="1526777" cy="316616"/>
              <a:chOff x="3015969" y="1894427"/>
              <a:chExt cx="1526777" cy="316616"/>
            </a:xfrm>
          </p:grpSpPr>
          <p:sp>
            <p:nvSpPr>
              <p:cNvPr id="280"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81"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82"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83"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84"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62" name="그룹 261"/>
            <p:cNvGrpSpPr/>
            <p:nvPr/>
          </p:nvGrpSpPr>
          <p:grpSpPr>
            <a:xfrm>
              <a:off x="3015969" y="1857262"/>
              <a:ext cx="1526777" cy="316616"/>
              <a:chOff x="3015969" y="1894427"/>
              <a:chExt cx="1526777" cy="316616"/>
            </a:xfrm>
          </p:grpSpPr>
          <p:sp>
            <p:nvSpPr>
              <p:cNvPr id="275"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76"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77"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78"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79"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63" name="그룹 262"/>
            <p:cNvGrpSpPr/>
            <p:nvPr/>
          </p:nvGrpSpPr>
          <p:grpSpPr>
            <a:xfrm>
              <a:off x="3015969" y="2256589"/>
              <a:ext cx="1526777" cy="316616"/>
              <a:chOff x="3015969" y="1894427"/>
              <a:chExt cx="1526777" cy="316616"/>
            </a:xfrm>
          </p:grpSpPr>
          <p:sp>
            <p:nvSpPr>
              <p:cNvPr id="270"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71"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72"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73"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74"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nvGrpSpPr>
            <p:cNvPr id="264" name="그룹 263"/>
            <p:cNvGrpSpPr/>
            <p:nvPr/>
          </p:nvGrpSpPr>
          <p:grpSpPr>
            <a:xfrm>
              <a:off x="3015969" y="2655918"/>
              <a:ext cx="1526777" cy="316616"/>
              <a:chOff x="3015969" y="1894427"/>
              <a:chExt cx="1526777" cy="316616"/>
            </a:xfrm>
          </p:grpSpPr>
          <p:sp>
            <p:nvSpPr>
              <p:cNvPr id="265" name="Freeform 13"/>
              <p:cNvSpPr>
                <a:spLocks noEditPoints="1"/>
              </p:cNvSpPr>
              <p:nvPr/>
            </p:nvSpPr>
            <p:spPr bwMode="auto">
              <a:xfrm>
                <a:off x="3015969"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66" name="Freeform 13"/>
              <p:cNvSpPr>
                <a:spLocks noEditPoints="1"/>
              </p:cNvSpPr>
              <p:nvPr/>
            </p:nvSpPr>
            <p:spPr bwMode="auto">
              <a:xfrm>
                <a:off x="3331071"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67" name="Freeform 13"/>
              <p:cNvSpPr>
                <a:spLocks noEditPoints="1"/>
              </p:cNvSpPr>
              <p:nvPr/>
            </p:nvSpPr>
            <p:spPr bwMode="auto">
              <a:xfrm>
                <a:off x="3646173"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68" name="Freeform 13"/>
              <p:cNvSpPr>
                <a:spLocks noEditPoints="1"/>
              </p:cNvSpPr>
              <p:nvPr/>
            </p:nvSpPr>
            <p:spPr bwMode="auto">
              <a:xfrm>
                <a:off x="3961276"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sp>
            <p:nvSpPr>
              <p:cNvPr id="269" name="Freeform 13"/>
              <p:cNvSpPr>
                <a:spLocks noEditPoints="1"/>
              </p:cNvSpPr>
              <p:nvPr/>
            </p:nvSpPr>
            <p:spPr bwMode="auto">
              <a:xfrm>
                <a:off x="4276378" y="1894427"/>
                <a:ext cx="266368" cy="316616"/>
              </a:xfrm>
              <a:custGeom>
                <a:avLst/>
                <a:gdLst>
                  <a:gd name="T0" fmla="*/ 113 w 415"/>
                  <a:gd name="T1" fmla="*/ 190 h 493"/>
                  <a:gd name="T2" fmla="*/ 208 w 415"/>
                  <a:gd name="T3" fmla="*/ 275 h 493"/>
                  <a:gd name="T4" fmla="*/ 208 w 415"/>
                  <a:gd name="T5" fmla="*/ 275 h 493"/>
                  <a:gd name="T6" fmla="*/ 208 w 415"/>
                  <a:gd name="T7" fmla="*/ 275 h 493"/>
                  <a:gd name="T8" fmla="*/ 303 w 415"/>
                  <a:gd name="T9" fmla="*/ 190 h 493"/>
                  <a:gd name="T10" fmla="*/ 324 w 415"/>
                  <a:gd name="T11" fmla="*/ 165 h 493"/>
                  <a:gd name="T12" fmla="*/ 315 w 415"/>
                  <a:gd name="T13" fmla="*/ 132 h 493"/>
                  <a:gd name="T14" fmla="*/ 209 w 415"/>
                  <a:gd name="T15" fmla="*/ 0 h 493"/>
                  <a:gd name="T16" fmla="*/ 208 w 415"/>
                  <a:gd name="T17" fmla="*/ 0 h 493"/>
                  <a:gd name="T18" fmla="*/ 207 w 415"/>
                  <a:gd name="T19" fmla="*/ 0 h 493"/>
                  <a:gd name="T20" fmla="*/ 101 w 415"/>
                  <a:gd name="T21" fmla="*/ 132 h 493"/>
                  <a:gd name="T22" fmla="*/ 91 w 415"/>
                  <a:gd name="T23" fmla="*/ 165 h 493"/>
                  <a:gd name="T24" fmla="*/ 113 w 415"/>
                  <a:gd name="T25" fmla="*/ 190 h 493"/>
                  <a:gd name="T26" fmla="*/ 153 w 415"/>
                  <a:gd name="T27" fmla="*/ 91 h 493"/>
                  <a:gd name="T28" fmla="*/ 158 w 415"/>
                  <a:gd name="T29" fmla="*/ 111 h 493"/>
                  <a:gd name="T30" fmla="*/ 193 w 415"/>
                  <a:gd name="T31" fmla="*/ 83 h 493"/>
                  <a:gd name="T32" fmla="*/ 295 w 415"/>
                  <a:gd name="T33" fmla="*/ 134 h 493"/>
                  <a:gd name="T34" fmla="*/ 294 w 415"/>
                  <a:gd name="T35" fmla="*/ 142 h 493"/>
                  <a:gd name="T36" fmla="*/ 208 w 415"/>
                  <a:gd name="T37" fmla="*/ 255 h 493"/>
                  <a:gd name="T38" fmla="*/ 123 w 415"/>
                  <a:gd name="T39" fmla="*/ 147 h 493"/>
                  <a:gd name="T40" fmla="*/ 153 w 415"/>
                  <a:gd name="T41" fmla="*/ 91 h 493"/>
                  <a:gd name="T42" fmla="*/ 364 w 415"/>
                  <a:gd name="T43" fmla="*/ 292 h 493"/>
                  <a:gd name="T44" fmla="*/ 288 w 415"/>
                  <a:gd name="T45" fmla="*/ 259 h 493"/>
                  <a:gd name="T46" fmla="*/ 208 w 415"/>
                  <a:gd name="T47" fmla="*/ 297 h 493"/>
                  <a:gd name="T48" fmla="*/ 208 w 415"/>
                  <a:gd name="T49" fmla="*/ 297 h 493"/>
                  <a:gd name="T50" fmla="*/ 127 w 415"/>
                  <a:gd name="T51" fmla="*/ 259 h 493"/>
                  <a:gd name="T52" fmla="*/ 51 w 415"/>
                  <a:gd name="T53" fmla="*/ 292 h 493"/>
                  <a:gd name="T54" fmla="*/ 0 w 415"/>
                  <a:gd name="T55" fmla="*/ 459 h 493"/>
                  <a:gd name="T56" fmla="*/ 10 w 415"/>
                  <a:gd name="T57" fmla="*/ 483 h 493"/>
                  <a:gd name="T58" fmla="*/ 34 w 415"/>
                  <a:gd name="T59" fmla="*/ 493 h 493"/>
                  <a:gd name="T60" fmla="*/ 381 w 415"/>
                  <a:gd name="T61" fmla="*/ 493 h 493"/>
                  <a:gd name="T62" fmla="*/ 405 w 415"/>
                  <a:gd name="T63" fmla="*/ 483 h 493"/>
                  <a:gd name="T64" fmla="*/ 415 w 415"/>
                  <a:gd name="T65" fmla="*/ 459 h 493"/>
                  <a:gd name="T66" fmla="*/ 364 w 415"/>
                  <a:gd name="T67"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5" h="493">
                    <a:moveTo>
                      <a:pt x="113" y="190"/>
                    </a:moveTo>
                    <a:cubicBezTo>
                      <a:pt x="141" y="275"/>
                      <a:pt x="206" y="275"/>
                      <a:pt x="208" y="275"/>
                    </a:cubicBezTo>
                    <a:cubicBezTo>
                      <a:pt x="208" y="275"/>
                      <a:pt x="208" y="275"/>
                      <a:pt x="208" y="275"/>
                    </a:cubicBezTo>
                    <a:cubicBezTo>
                      <a:pt x="208" y="275"/>
                      <a:pt x="208" y="275"/>
                      <a:pt x="208" y="275"/>
                    </a:cubicBezTo>
                    <a:cubicBezTo>
                      <a:pt x="210" y="275"/>
                      <a:pt x="275" y="275"/>
                      <a:pt x="303" y="190"/>
                    </a:cubicBezTo>
                    <a:cubicBezTo>
                      <a:pt x="307" y="189"/>
                      <a:pt x="317" y="184"/>
                      <a:pt x="324" y="165"/>
                    </a:cubicBezTo>
                    <a:cubicBezTo>
                      <a:pt x="332" y="143"/>
                      <a:pt x="318" y="134"/>
                      <a:pt x="315" y="132"/>
                    </a:cubicBezTo>
                    <a:cubicBezTo>
                      <a:pt x="326" y="3"/>
                      <a:pt x="220" y="0"/>
                      <a:pt x="209" y="0"/>
                    </a:cubicBezTo>
                    <a:cubicBezTo>
                      <a:pt x="208" y="0"/>
                      <a:pt x="208" y="0"/>
                      <a:pt x="208" y="0"/>
                    </a:cubicBezTo>
                    <a:cubicBezTo>
                      <a:pt x="208" y="0"/>
                      <a:pt x="208" y="0"/>
                      <a:pt x="207" y="0"/>
                    </a:cubicBezTo>
                    <a:cubicBezTo>
                      <a:pt x="196" y="0"/>
                      <a:pt x="90" y="3"/>
                      <a:pt x="101" y="132"/>
                    </a:cubicBezTo>
                    <a:cubicBezTo>
                      <a:pt x="98" y="134"/>
                      <a:pt x="84" y="143"/>
                      <a:pt x="91" y="165"/>
                    </a:cubicBezTo>
                    <a:cubicBezTo>
                      <a:pt x="98" y="184"/>
                      <a:pt x="109" y="189"/>
                      <a:pt x="113" y="190"/>
                    </a:cubicBezTo>
                    <a:close/>
                    <a:moveTo>
                      <a:pt x="153" y="91"/>
                    </a:moveTo>
                    <a:cubicBezTo>
                      <a:pt x="153" y="91"/>
                      <a:pt x="158" y="98"/>
                      <a:pt x="158" y="111"/>
                    </a:cubicBezTo>
                    <a:cubicBezTo>
                      <a:pt x="158" y="111"/>
                      <a:pt x="177" y="108"/>
                      <a:pt x="193" y="83"/>
                    </a:cubicBezTo>
                    <a:cubicBezTo>
                      <a:pt x="193" y="83"/>
                      <a:pt x="231" y="128"/>
                      <a:pt x="295" y="134"/>
                    </a:cubicBezTo>
                    <a:cubicBezTo>
                      <a:pt x="294" y="137"/>
                      <a:pt x="294" y="139"/>
                      <a:pt x="294" y="142"/>
                    </a:cubicBezTo>
                    <a:cubicBezTo>
                      <a:pt x="279" y="253"/>
                      <a:pt x="211" y="255"/>
                      <a:pt x="208" y="255"/>
                    </a:cubicBezTo>
                    <a:cubicBezTo>
                      <a:pt x="205" y="255"/>
                      <a:pt x="139" y="253"/>
                      <a:pt x="123" y="147"/>
                    </a:cubicBezTo>
                    <a:cubicBezTo>
                      <a:pt x="124" y="134"/>
                      <a:pt x="130" y="110"/>
                      <a:pt x="153" y="91"/>
                    </a:cubicBezTo>
                    <a:close/>
                    <a:moveTo>
                      <a:pt x="364" y="292"/>
                    </a:moveTo>
                    <a:cubicBezTo>
                      <a:pt x="344" y="273"/>
                      <a:pt x="316" y="264"/>
                      <a:pt x="288" y="259"/>
                    </a:cubicBezTo>
                    <a:cubicBezTo>
                      <a:pt x="253" y="297"/>
                      <a:pt x="211" y="297"/>
                      <a:pt x="208" y="297"/>
                    </a:cubicBezTo>
                    <a:cubicBezTo>
                      <a:pt x="208" y="297"/>
                      <a:pt x="208" y="297"/>
                      <a:pt x="208" y="297"/>
                    </a:cubicBezTo>
                    <a:cubicBezTo>
                      <a:pt x="205" y="297"/>
                      <a:pt x="163" y="297"/>
                      <a:pt x="127" y="259"/>
                    </a:cubicBezTo>
                    <a:cubicBezTo>
                      <a:pt x="100" y="264"/>
                      <a:pt x="71" y="273"/>
                      <a:pt x="51" y="292"/>
                    </a:cubicBezTo>
                    <a:cubicBezTo>
                      <a:pt x="7" y="333"/>
                      <a:pt x="1" y="386"/>
                      <a:pt x="0" y="459"/>
                    </a:cubicBezTo>
                    <a:cubicBezTo>
                      <a:pt x="0" y="468"/>
                      <a:pt x="3" y="476"/>
                      <a:pt x="10" y="483"/>
                    </a:cubicBezTo>
                    <a:cubicBezTo>
                      <a:pt x="16" y="489"/>
                      <a:pt x="25" y="493"/>
                      <a:pt x="34" y="493"/>
                    </a:cubicBezTo>
                    <a:cubicBezTo>
                      <a:pt x="381" y="493"/>
                      <a:pt x="381" y="493"/>
                      <a:pt x="381" y="493"/>
                    </a:cubicBezTo>
                    <a:cubicBezTo>
                      <a:pt x="390" y="493"/>
                      <a:pt x="399" y="489"/>
                      <a:pt x="405" y="483"/>
                    </a:cubicBezTo>
                    <a:cubicBezTo>
                      <a:pt x="412" y="476"/>
                      <a:pt x="415" y="468"/>
                      <a:pt x="415" y="459"/>
                    </a:cubicBezTo>
                    <a:cubicBezTo>
                      <a:pt x="414" y="386"/>
                      <a:pt x="409" y="333"/>
                      <a:pt x="364" y="29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2514" dirty="0"/>
              </a:p>
            </p:txBody>
          </p:sp>
        </p:grpSp>
      </p:grpSp>
      <p:grpSp>
        <p:nvGrpSpPr>
          <p:cNvPr id="251" name="그룹 250"/>
          <p:cNvGrpSpPr/>
          <p:nvPr/>
        </p:nvGrpSpPr>
        <p:grpSpPr>
          <a:xfrm>
            <a:off x="5137732" y="1036134"/>
            <a:ext cx="464640" cy="383976"/>
            <a:chOff x="3420711" y="1075690"/>
            <a:chExt cx="464640" cy="383976"/>
          </a:xfrm>
        </p:grpSpPr>
        <p:sp>
          <p:nvSpPr>
            <p:cNvPr id="252" name="이등변 삼각형 251"/>
            <p:cNvSpPr/>
            <p:nvPr/>
          </p:nvSpPr>
          <p:spPr>
            <a:xfrm rot="10800000">
              <a:off x="3581541" y="1293753"/>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cxnSp>
          <p:nvCxnSpPr>
            <p:cNvPr id="253" name="직선 연결선 252"/>
            <p:cNvCxnSpPr/>
            <p:nvPr/>
          </p:nvCxnSpPr>
          <p:spPr>
            <a:xfrm flipV="1">
              <a:off x="3653031" y="1325504"/>
              <a:ext cx="0" cy="134162"/>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254" name="모서리가 둥근 직사각형 413"/>
            <p:cNvSpPr/>
            <p:nvPr/>
          </p:nvSpPr>
          <p:spPr>
            <a:xfrm>
              <a:off x="3420711" y="107569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accent1"/>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accent1"/>
                      </a:gs>
                      <a:gs pos="100000">
                        <a:schemeClr val="accent1"/>
                      </a:gs>
                    </a:gsLst>
                    <a:lin ang="0" scaled="0"/>
                  </a:gradFill>
                  <a:latin typeface="Roboto Condensed Regular"/>
                  <a:ea typeface="Roboto Light" pitchFamily="2" charset="0"/>
                </a:rPr>
                <a:t>16</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grpSp>
    </p:spTree>
    <p:extLst>
      <p:ext uri="{BB962C8B-B14F-4D97-AF65-F5344CB8AC3E}">
        <p14:creationId xmlns:p14="http://schemas.microsoft.com/office/powerpoint/2010/main" val="374553950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anim calcmode="lin" valueType="num">
                                      <p:cBhvr>
                                        <p:cTn id="8" dur="500" fill="hold"/>
                                        <p:tgtEl>
                                          <p:spTgt spid="26"/>
                                        </p:tgtEl>
                                        <p:attrNameLst>
                                          <p:attrName>ppt_x</p:attrName>
                                        </p:attrNameLst>
                                      </p:cBhvr>
                                      <p:tavLst>
                                        <p:tav tm="0">
                                          <p:val>
                                            <p:strVal val="#ppt_x"/>
                                          </p:val>
                                        </p:tav>
                                        <p:tav tm="100000">
                                          <p:val>
                                            <p:strVal val="#ppt_x"/>
                                          </p:val>
                                        </p:tav>
                                      </p:tavLst>
                                    </p:anim>
                                    <p:anim calcmode="lin" valueType="num">
                                      <p:cBhvr>
                                        <p:cTn id="9" dur="500" fill="hold"/>
                                        <p:tgtEl>
                                          <p:spTgt spid="26"/>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204"/>
                                        </p:tgtEl>
                                        <p:attrNameLst>
                                          <p:attrName>style.visibility</p:attrName>
                                        </p:attrNameLst>
                                      </p:cBhvr>
                                      <p:to>
                                        <p:strVal val="visible"/>
                                      </p:to>
                                    </p:set>
                                    <p:animEffect transition="in" filter="fade">
                                      <p:cBhvr>
                                        <p:cTn id="12" dur="500"/>
                                        <p:tgtEl>
                                          <p:spTgt spid="204"/>
                                        </p:tgtEl>
                                      </p:cBhvr>
                                    </p:animEffect>
                                    <p:anim calcmode="lin" valueType="num">
                                      <p:cBhvr>
                                        <p:cTn id="13" dur="500" fill="hold"/>
                                        <p:tgtEl>
                                          <p:spTgt spid="204"/>
                                        </p:tgtEl>
                                        <p:attrNameLst>
                                          <p:attrName>ppt_x</p:attrName>
                                        </p:attrNameLst>
                                      </p:cBhvr>
                                      <p:tavLst>
                                        <p:tav tm="0">
                                          <p:val>
                                            <p:strVal val="#ppt_x"/>
                                          </p:val>
                                        </p:tav>
                                        <p:tav tm="100000">
                                          <p:val>
                                            <p:strVal val="#ppt_x"/>
                                          </p:val>
                                        </p:tav>
                                      </p:tavLst>
                                    </p:anim>
                                    <p:anim calcmode="lin" valueType="num">
                                      <p:cBhvr>
                                        <p:cTn id="14" dur="500" fill="hold"/>
                                        <p:tgtEl>
                                          <p:spTgt spid="204"/>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7" presetClass="entr" presetSubtype="0" fill="hold" nodeType="afterEffect">
                                  <p:stCondLst>
                                    <p:cond delay="0"/>
                                  </p:stCondLst>
                                  <p:childTnLst>
                                    <p:set>
                                      <p:cBhvr>
                                        <p:cTn id="17" dur="1" fill="hold">
                                          <p:stCondLst>
                                            <p:cond delay="0"/>
                                          </p:stCondLst>
                                        </p:cTn>
                                        <p:tgtEl>
                                          <p:spTgt spid="128"/>
                                        </p:tgtEl>
                                        <p:attrNameLst>
                                          <p:attrName>style.visibility</p:attrName>
                                        </p:attrNameLst>
                                      </p:cBhvr>
                                      <p:to>
                                        <p:strVal val="visible"/>
                                      </p:to>
                                    </p:set>
                                    <p:animEffect transition="in" filter="fade">
                                      <p:cBhvr>
                                        <p:cTn id="18" dur="500"/>
                                        <p:tgtEl>
                                          <p:spTgt spid="128"/>
                                        </p:tgtEl>
                                      </p:cBhvr>
                                    </p:animEffect>
                                    <p:anim calcmode="lin" valueType="num">
                                      <p:cBhvr>
                                        <p:cTn id="19" dur="500" fill="hold"/>
                                        <p:tgtEl>
                                          <p:spTgt spid="128"/>
                                        </p:tgtEl>
                                        <p:attrNameLst>
                                          <p:attrName>ppt_x</p:attrName>
                                        </p:attrNameLst>
                                      </p:cBhvr>
                                      <p:tavLst>
                                        <p:tav tm="0">
                                          <p:val>
                                            <p:strVal val="#ppt_x"/>
                                          </p:val>
                                        </p:tav>
                                        <p:tav tm="100000">
                                          <p:val>
                                            <p:strVal val="#ppt_x"/>
                                          </p:val>
                                        </p:tav>
                                      </p:tavLst>
                                    </p:anim>
                                    <p:anim calcmode="lin" valueType="num">
                                      <p:cBhvr>
                                        <p:cTn id="20" dur="500" fill="hold"/>
                                        <p:tgtEl>
                                          <p:spTgt spid="128"/>
                                        </p:tgtEl>
                                        <p:attrNameLst>
                                          <p:attrName>ppt_y</p:attrName>
                                        </p:attrNameLst>
                                      </p:cBhvr>
                                      <p:tavLst>
                                        <p:tav tm="0">
                                          <p:val>
                                            <p:strVal val="#ppt_y-.1"/>
                                          </p:val>
                                        </p:tav>
                                        <p:tav tm="100000">
                                          <p:val>
                                            <p:strVal val="#ppt_y"/>
                                          </p:val>
                                        </p:tav>
                                      </p:tavLst>
                                    </p:anim>
                                  </p:childTnLst>
                                </p:cTn>
                              </p:par>
                            </p:childTnLst>
                          </p:cTn>
                        </p:par>
                        <p:par>
                          <p:cTn id="21" fill="hold">
                            <p:stCondLst>
                              <p:cond delay="1000"/>
                            </p:stCondLst>
                            <p:childTnLst>
                              <p:par>
                                <p:cTn id="22" presetID="42" presetClass="entr" presetSubtype="0" fill="hold" nodeType="afterEffect">
                                  <p:stCondLst>
                                    <p:cond delay="0"/>
                                  </p:stCondLst>
                                  <p:childTnLst>
                                    <p:set>
                                      <p:cBhvr>
                                        <p:cTn id="23" dur="1" fill="hold">
                                          <p:stCondLst>
                                            <p:cond delay="0"/>
                                          </p:stCondLst>
                                        </p:cTn>
                                        <p:tgtEl>
                                          <p:spTgt spid="218"/>
                                        </p:tgtEl>
                                        <p:attrNameLst>
                                          <p:attrName>style.visibility</p:attrName>
                                        </p:attrNameLst>
                                      </p:cBhvr>
                                      <p:to>
                                        <p:strVal val="visible"/>
                                      </p:to>
                                    </p:set>
                                    <p:animEffect transition="in" filter="fade">
                                      <p:cBhvr>
                                        <p:cTn id="24" dur="500"/>
                                        <p:tgtEl>
                                          <p:spTgt spid="218"/>
                                        </p:tgtEl>
                                      </p:cBhvr>
                                    </p:animEffect>
                                    <p:anim calcmode="lin" valueType="num">
                                      <p:cBhvr>
                                        <p:cTn id="25" dur="500" fill="hold"/>
                                        <p:tgtEl>
                                          <p:spTgt spid="218"/>
                                        </p:tgtEl>
                                        <p:attrNameLst>
                                          <p:attrName>ppt_x</p:attrName>
                                        </p:attrNameLst>
                                      </p:cBhvr>
                                      <p:tavLst>
                                        <p:tav tm="0">
                                          <p:val>
                                            <p:strVal val="#ppt_x"/>
                                          </p:val>
                                        </p:tav>
                                        <p:tav tm="100000">
                                          <p:val>
                                            <p:strVal val="#ppt_x"/>
                                          </p:val>
                                        </p:tav>
                                      </p:tavLst>
                                    </p:anim>
                                    <p:anim calcmode="lin" valueType="num">
                                      <p:cBhvr>
                                        <p:cTn id="26" dur="500" fill="hold"/>
                                        <p:tgtEl>
                                          <p:spTgt spid="218"/>
                                        </p:tgtEl>
                                        <p:attrNameLst>
                                          <p:attrName>ppt_y</p:attrName>
                                        </p:attrNameLst>
                                      </p:cBhvr>
                                      <p:tavLst>
                                        <p:tav tm="0">
                                          <p:val>
                                            <p:strVal val="#ppt_y+.1"/>
                                          </p:val>
                                        </p:tav>
                                        <p:tav tm="100000">
                                          <p:val>
                                            <p:strVal val="#ppt_y"/>
                                          </p:val>
                                        </p:tav>
                                      </p:tavLst>
                                    </p:anim>
                                  </p:childTnLst>
                                </p:cTn>
                              </p:par>
                              <p:par>
                                <p:cTn id="27" presetID="47" presetClass="entr" presetSubtype="0" fill="hold" nodeType="withEffect">
                                  <p:stCondLst>
                                    <p:cond delay="0"/>
                                  </p:stCondLst>
                                  <p:childTnLst>
                                    <p:set>
                                      <p:cBhvr>
                                        <p:cTn id="28" dur="1" fill="hold">
                                          <p:stCondLst>
                                            <p:cond delay="0"/>
                                          </p:stCondLst>
                                        </p:cTn>
                                        <p:tgtEl>
                                          <p:spTgt spid="210"/>
                                        </p:tgtEl>
                                        <p:attrNameLst>
                                          <p:attrName>style.visibility</p:attrName>
                                        </p:attrNameLst>
                                      </p:cBhvr>
                                      <p:to>
                                        <p:strVal val="visible"/>
                                      </p:to>
                                    </p:set>
                                    <p:animEffect transition="in" filter="fade">
                                      <p:cBhvr>
                                        <p:cTn id="29" dur="500"/>
                                        <p:tgtEl>
                                          <p:spTgt spid="210"/>
                                        </p:tgtEl>
                                      </p:cBhvr>
                                    </p:animEffect>
                                    <p:anim calcmode="lin" valueType="num">
                                      <p:cBhvr>
                                        <p:cTn id="30" dur="500" fill="hold"/>
                                        <p:tgtEl>
                                          <p:spTgt spid="210"/>
                                        </p:tgtEl>
                                        <p:attrNameLst>
                                          <p:attrName>ppt_x</p:attrName>
                                        </p:attrNameLst>
                                      </p:cBhvr>
                                      <p:tavLst>
                                        <p:tav tm="0">
                                          <p:val>
                                            <p:strVal val="#ppt_x"/>
                                          </p:val>
                                        </p:tav>
                                        <p:tav tm="100000">
                                          <p:val>
                                            <p:strVal val="#ppt_x"/>
                                          </p:val>
                                        </p:tav>
                                      </p:tavLst>
                                    </p:anim>
                                    <p:anim calcmode="lin" valueType="num">
                                      <p:cBhvr>
                                        <p:cTn id="31" dur="500" fill="hold"/>
                                        <p:tgtEl>
                                          <p:spTgt spid="210"/>
                                        </p:tgtEl>
                                        <p:attrNameLst>
                                          <p:attrName>ppt_y</p:attrName>
                                        </p:attrNameLst>
                                      </p:cBhvr>
                                      <p:tavLst>
                                        <p:tav tm="0">
                                          <p:val>
                                            <p:strVal val="#ppt_y-.1"/>
                                          </p:val>
                                        </p:tav>
                                        <p:tav tm="100000">
                                          <p:val>
                                            <p:strVal val="#ppt_y"/>
                                          </p:val>
                                        </p:tav>
                                      </p:tavLst>
                                    </p:anim>
                                  </p:childTnLst>
                                </p:cTn>
                              </p:par>
                            </p:childTnLst>
                          </p:cTn>
                        </p:par>
                        <p:par>
                          <p:cTn id="32" fill="hold">
                            <p:stCondLst>
                              <p:cond delay="1500"/>
                            </p:stCondLst>
                            <p:childTnLst>
                              <p:par>
                                <p:cTn id="33" presetID="47" presetClass="entr" presetSubtype="0" fill="hold" nodeType="afterEffect">
                                  <p:stCondLst>
                                    <p:cond delay="0"/>
                                  </p:stCondLst>
                                  <p:childTnLst>
                                    <p:set>
                                      <p:cBhvr>
                                        <p:cTn id="34" dur="1" fill="hold">
                                          <p:stCondLst>
                                            <p:cond delay="0"/>
                                          </p:stCondLst>
                                        </p:cTn>
                                        <p:tgtEl>
                                          <p:spTgt spid="129"/>
                                        </p:tgtEl>
                                        <p:attrNameLst>
                                          <p:attrName>style.visibility</p:attrName>
                                        </p:attrNameLst>
                                      </p:cBhvr>
                                      <p:to>
                                        <p:strVal val="visible"/>
                                      </p:to>
                                    </p:set>
                                    <p:animEffect transition="in" filter="fade">
                                      <p:cBhvr>
                                        <p:cTn id="35" dur="500"/>
                                        <p:tgtEl>
                                          <p:spTgt spid="129"/>
                                        </p:tgtEl>
                                      </p:cBhvr>
                                    </p:animEffect>
                                    <p:anim calcmode="lin" valueType="num">
                                      <p:cBhvr>
                                        <p:cTn id="36" dur="500" fill="hold"/>
                                        <p:tgtEl>
                                          <p:spTgt spid="129"/>
                                        </p:tgtEl>
                                        <p:attrNameLst>
                                          <p:attrName>ppt_x</p:attrName>
                                        </p:attrNameLst>
                                      </p:cBhvr>
                                      <p:tavLst>
                                        <p:tav tm="0">
                                          <p:val>
                                            <p:strVal val="#ppt_x"/>
                                          </p:val>
                                        </p:tav>
                                        <p:tav tm="100000">
                                          <p:val>
                                            <p:strVal val="#ppt_x"/>
                                          </p:val>
                                        </p:tav>
                                      </p:tavLst>
                                    </p:anim>
                                    <p:anim calcmode="lin" valueType="num">
                                      <p:cBhvr>
                                        <p:cTn id="37" dur="500" fill="hold"/>
                                        <p:tgtEl>
                                          <p:spTgt spid="129"/>
                                        </p:tgtEl>
                                        <p:attrNameLst>
                                          <p:attrName>ppt_y</p:attrName>
                                        </p:attrNameLst>
                                      </p:cBhvr>
                                      <p:tavLst>
                                        <p:tav tm="0">
                                          <p:val>
                                            <p:strVal val="#ppt_y-.1"/>
                                          </p:val>
                                        </p:tav>
                                        <p:tav tm="100000">
                                          <p:val>
                                            <p:strVal val="#ppt_y"/>
                                          </p:val>
                                        </p:tav>
                                      </p:tavLst>
                                    </p:anim>
                                  </p:childTnLst>
                                </p:cTn>
                              </p:par>
                            </p:childTnLst>
                          </p:cTn>
                        </p:par>
                        <p:par>
                          <p:cTn id="38" fill="hold">
                            <p:stCondLst>
                              <p:cond delay="2000"/>
                            </p:stCondLst>
                            <p:childTnLst>
                              <p:par>
                                <p:cTn id="39" presetID="42" presetClass="entr" presetSubtype="0" fill="hold" nodeType="afterEffect">
                                  <p:stCondLst>
                                    <p:cond delay="0"/>
                                  </p:stCondLst>
                                  <p:childTnLst>
                                    <p:set>
                                      <p:cBhvr>
                                        <p:cTn id="40" dur="1" fill="hold">
                                          <p:stCondLst>
                                            <p:cond delay="0"/>
                                          </p:stCondLst>
                                        </p:cTn>
                                        <p:tgtEl>
                                          <p:spTgt spid="259"/>
                                        </p:tgtEl>
                                        <p:attrNameLst>
                                          <p:attrName>style.visibility</p:attrName>
                                        </p:attrNameLst>
                                      </p:cBhvr>
                                      <p:to>
                                        <p:strVal val="visible"/>
                                      </p:to>
                                    </p:set>
                                    <p:animEffect transition="in" filter="fade">
                                      <p:cBhvr>
                                        <p:cTn id="41" dur="500"/>
                                        <p:tgtEl>
                                          <p:spTgt spid="259"/>
                                        </p:tgtEl>
                                      </p:cBhvr>
                                    </p:animEffect>
                                    <p:anim calcmode="lin" valueType="num">
                                      <p:cBhvr>
                                        <p:cTn id="42" dur="500" fill="hold"/>
                                        <p:tgtEl>
                                          <p:spTgt spid="259"/>
                                        </p:tgtEl>
                                        <p:attrNameLst>
                                          <p:attrName>ppt_x</p:attrName>
                                        </p:attrNameLst>
                                      </p:cBhvr>
                                      <p:tavLst>
                                        <p:tav tm="0">
                                          <p:val>
                                            <p:strVal val="#ppt_x"/>
                                          </p:val>
                                        </p:tav>
                                        <p:tav tm="100000">
                                          <p:val>
                                            <p:strVal val="#ppt_x"/>
                                          </p:val>
                                        </p:tav>
                                      </p:tavLst>
                                    </p:anim>
                                    <p:anim calcmode="lin" valueType="num">
                                      <p:cBhvr>
                                        <p:cTn id="43" dur="500" fill="hold"/>
                                        <p:tgtEl>
                                          <p:spTgt spid="259"/>
                                        </p:tgtEl>
                                        <p:attrNameLst>
                                          <p:attrName>ppt_y</p:attrName>
                                        </p:attrNameLst>
                                      </p:cBhvr>
                                      <p:tavLst>
                                        <p:tav tm="0">
                                          <p:val>
                                            <p:strVal val="#ppt_y+.1"/>
                                          </p:val>
                                        </p:tav>
                                        <p:tav tm="100000">
                                          <p:val>
                                            <p:strVal val="#ppt_y"/>
                                          </p:val>
                                        </p:tav>
                                      </p:tavLst>
                                    </p:anim>
                                  </p:childTnLst>
                                </p:cTn>
                              </p:par>
                              <p:par>
                                <p:cTn id="44" presetID="47" presetClass="entr" presetSubtype="0" fill="hold" nodeType="withEffect">
                                  <p:stCondLst>
                                    <p:cond delay="0"/>
                                  </p:stCondLst>
                                  <p:childTnLst>
                                    <p:set>
                                      <p:cBhvr>
                                        <p:cTn id="45" dur="1" fill="hold">
                                          <p:stCondLst>
                                            <p:cond delay="0"/>
                                          </p:stCondLst>
                                        </p:cTn>
                                        <p:tgtEl>
                                          <p:spTgt spid="251"/>
                                        </p:tgtEl>
                                        <p:attrNameLst>
                                          <p:attrName>style.visibility</p:attrName>
                                        </p:attrNameLst>
                                      </p:cBhvr>
                                      <p:to>
                                        <p:strVal val="visible"/>
                                      </p:to>
                                    </p:set>
                                    <p:animEffect transition="in" filter="fade">
                                      <p:cBhvr>
                                        <p:cTn id="46" dur="500"/>
                                        <p:tgtEl>
                                          <p:spTgt spid="251"/>
                                        </p:tgtEl>
                                      </p:cBhvr>
                                    </p:animEffect>
                                    <p:anim calcmode="lin" valueType="num">
                                      <p:cBhvr>
                                        <p:cTn id="47" dur="500" fill="hold"/>
                                        <p:tgtEl>
                                          <p:spTgt spid="251"/>
                                        </p:tgtEl>
                                        <p:attrNameLst>
                                          <p:attrName>ppt_x</p:attrName>
                                        </p:attrNameLst>
                                      </p:cBhvr>
                                      <p:tavLst>
                                        <p:tav tm="0">
                                          <p:val>
                                            <p:strVal val="#ppt_x"/>
                                          </p:val>
                                        </p:tav>
                                        <p:tav tm="100000">
                                          <p:val>
                                            <p:strVal val="#ppt_x"/>
                                          </p:val>
                                        </p:tav>
                                      </p:tavLst>
                                    </p:anim>
                                    <p:anim calcmode="lin" valueType="num">
                                      <p:cBhvr>
                                        <p:cTn id="48" dur="500" fill="hold"/>
                                        <p:tgtEl>
                                          <p:spTgt spid="251"/>
                                        </p:tgtEl>
                                        <p:attrNameLst>
                                          <p:attrName>ppt_y</p:attrName>
                                        </p:attrNameLst>
                                      </p:cBhvr>
                                      <p:tavLst>
                                        <p:tav tm="0">
                                          <p:val>
                                            <p:strVal val="#ppt_y-.1"/>
                                          </p:val>
                                        </p:tav>
                                        <p:tav tm="100000">
                                          <p:val>
                                            <p:strVal val="#ppt_y"/>
                                          </p:val>
                                        </p:tav>
                                      </p:tavLst>
                                    </p:anim>
                                  </p:childTnLst>
                                </p:cTn>
                              </p:par>
                            </p:childTnLst>
                          </p:cTn>
                        </p:par>
                        <p:par>
                          <p:cTn id="49" fill="hold">
                            <p:stCondLst>
                              <p:cond delay="2500"/>
                            </p:stCondLst>
                            <p:childTnLst>
                              <p:par>
                                <p:cTn id="50" presetID="47" presetClass="entr" presetSubtype="0" fill="hold" nodeType="afterEffect">
                                  <p:stCondLst>
                                    <p:cond delay="0"/>
                                  </p:stCondLst>
                                  <p:childTnLst>
                                    <p:set>
                                      <p:cBhvr>
                                        <p:cTn id="51" dur="1" fill="hold">
                                          <p:stCondLst>
                                            <p:cond delay="0"/>
                                          </p:stCondLst>
                                        </p:cTn>
                                        <p:tgtEl>
                                          <p:spTgt spid="130"/>
                                        </p:tgtEl>
                                        <p:attrNameLst>
                                          <p:attrName>style.visibility</p:attrName>
                                        </p:attrNameLst>
                                      </p:cBhvr>
                                      <p:to>
                                        <p:strVal val="visible"/>
                                      </p:to>
                                    </p:set>
                                    <p:animEffect transition="in" filter="fade">
                                      <p:cBhvr>
                                        <p:cTn id="52" dur="500"/>
                                        <p:tgtEl>
                                          <p:spTgt spid="130"/>
                                        </p:tgtEl>
                                      </p:cBhvr>
                                    </p:animEffect>
                                    <p:anim calcmode="lin" valueType="num">
                                      <p:cBhvr>
                                        <p:cTn id="53" dur="500" fill="hold"/>
                                        <p:tgtEl>
                                          <p:spTgt spid="130"/>
                                        </p:tgtEl>
                                        <p:attrNameLst>
                                          <p:attrName>ppt_x</p:attrName>
                                        </p:attrNameLst>
                                      </p:cBhvr>
                                      <p:tavLst>
                                        <p:tav tm="0">
                                          <p:val>
                                            <p:strVal val="#ppt_x"/>
                                          </p:val>
                                        </p:tav>
                                        <p:tav tm="100000">
                                          <p:val>
                                            <p:strVal val="#ppt_x"/>
                                          </p:val>
                                        </p:tav>
                                      </p:tavLst>
                                    </p:anim>
                                    <p:anim calcmode="lin" valueType="num">
                                      <p:cBhvr>
                                        <p:cTn id="54" dur="500" fill="hold"/>
                                        <p:tgtEl>
                                          <p:spTgt spid="1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bar Chart</a:t>
            </a:r>
            <a:endParaRPr lang="en-US" dirty="0"/>
          </a:p>
        </p:txBody>
      </p:sp>
      <p:grpSp>
        <p:nvGrpSpPr>
          <p:cNvPr id="351" name="그룹 350"/>
          <p:cNvGrpSpPr/>
          <p:nvPr/>
        </p:nvGrpSpPr>
        <p:grpSpPr>
          <a:xfrm>
            <a:off x="2683822" y="2970730"/>
            <a:ext cx="2086744" cy="1652153"/>
            <a:chOff x="4634116" y="2925969"/>
            <a:chExt cx="2086744" cy="1652153"/>
          </a:xfrm>
        </p:grpSpPr>
        <p:sp>
          <p:nvSpPr>
            <p:cNvPr id="352" name="모서리가 둥근 직사각형 351"/>
            <p:cNvSpPr/>
            <p:nvPr/>
          </p:nvSpPr>
          <p:spPr>
            <a:xfrm>
              <a:off x="4634116" y="3415066"/>
              <a:ext cx="2086744" cy="214313"/>
            </a:xfrm>
            <a:prstGeom prst="roundRect">
              <a:avLst>
                <a:gd name="adj" fmla="val 50000"/>
              </a:avLst>
            </a:prstGeom>
            <a:pattFill prst="ltUpDiag">
              <a:fgClr>
                <a:schemeClr val="accent3">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53" name="모서리가 둥근 직사각형 352"/>
            <p:cNvSpPr/>
            <p:nvPr/>
          </p:nvSpPr>
          <p:spPr>
            <a:xfrm>
              <a:off x="4634116" y="3143250"/>
              <a:ext cx="2086744" cy="214313"/>
            </a:xfrm>
            <a:prstGeom prst="roundRect">
              <a:avLst>
                <a:gd name="adj" fmla="val 50000"/>
              </a:avLst>
            </a:prstGeom>
            <a:pattFill prst="ltUpDiag">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354" name="그룹 416"/>
            <p:cNvGrpSpPr/>
            <p:nvPr/>
          </p:nvGrpSpPr>
          <p:grpSpPr>
            <a:xfrm>
              <a:off x="4804027" y="3736393"/>
              <a:ext cx="1916832" cy="36000"/>
              <a:chOff x="4789744" y="1986174"/>
              <a:chExt cx="1916832" cy="36000"/>
            </a:xfrm>
          </p:grpSpPr>
          <p:cxnSp>
            <p:nvCxnSpPr>
              <p:cNvPr id="357" name="직선 연결선 356"/>
              <p:cNvCxnSpPr/>
              <p:nvPr/>
            </p:nvCxnSpPr>
            <p:spPr>
              <a:xfrm>
                <a:off x="4789744"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58" name="직선 연결선 357"/>
              <p:cNvCxnSpPr/>
              <p:nvPr/>
            </p:nvCxnSpPr>
            <p:spPr>
              <a:xfrm>
                <a:off x="4981429"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59" name="직선 연결선 358"/>
              <p:cNvCxnSpPr/>
              <p:nvPr/>
            </p:nvCxnSpPr>
            <p:spPr>
              <a:xfrm>
                <a:off x="4828081"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0" name="직선 연결선 359"/>
              <p:cNvCxnSpPr/>
              <p:nvPr/>
            </p:nvCxnSpPr>
            <p:spPr>
              <a:xfrm>
                <a:off x="4866418"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1" name="직선 연결선 360"/>
              <p:cNvCxnSpPr/>
              <p:nvPr/>
            </p:nvCxnSpPr>
            <p:spPr>
              <a:xfrm>
                <a:off x="4904755"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2" name="직선 연결선 361"/>
              <p:cNvCxnSpPr/>
              <p:nvPr/>
            </p:nvCxnSpPr>
            <p:spPr>
              <a:xfrm>
                <a:off x="4943092"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3" name="직선 연결선 362"/>
              <p:cNvCxnSpPr/>
              <p:nvPr/>
            </p:nvCxnSpPr>
            <p:spPr>
              <a:xfrm>
                <a:off x="5173114"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4" name="직선 연결선 363"/>
              <p:cNvCxnSpPr/>
              <p:nvPr/>
            </p:nvCxnSpPr>
            <p:spPr>
              <a:xfrm>
                <a:off x="5019766"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5" name="직선 연결선 364"/>
              <p:cNvCxnSpPr/>
              <p:nvPr/>
            </p:nvCxnSpPr>
            <p:spPr>
              <a:xfrm>
                <a:off x="5058103"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6" name="직선 연결선 365"/>
              <p:cNvCxnSpPr/>
              <p:nvPr/>
            </p:nvCxnSpPr>
            <p:spPr>
              <a:xfrm>
                <a:off x="5096440"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7" name="직선 연결선 366"/>
              <p:cNvCxnSpPr/>
              <p:nvPr/>
            </p:nvCxnSpPr>
            <p:spPr>
              <a:xfrm>
                <a:off x="5134777"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8" name="직선 연결선 367"/>
              <p:cNvCxnSpPr/>
              <p:nvPr/>
            </p:nvCxnSpPr>
            <p:spPr>
              <a:xfrm>
                <a:off x="5364799"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9" name="직선 연결선 368"/>
              <p:cNvCxnSpPr/>
              <p:nvPr/>
            </p:nvCxnSpPr>
            <p:spPr>
              <a:xfrm>
                <a:off x="5211451"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0" name="직선 연결선 369"/>
              <p:cNvCxnSpPr/>
              <p:nvPr/>
            </p:nvCxnSpPr>
            <p:spPr>
              <a:xfrm>
                <a:off x="5249788"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1" name="직선 연결선 370"/>
              <p:cNvCxnSpPr/>
              <p:nvPr/>
            </p:nvCxnSpPr>
            <p:spPr>
              <a:xfrm>
                <a:off x="5288125"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2" name="직선 연결선 371"/>
              <p:cNvCxnSpPr/>
              <p:nvPr/>
            </p:nvCxnSpPr>
            <p:spPr>
              <a:xfrm>
                <a:off x="5326462"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3" name="직선 연결선 372"/>
              <p:cNvCxnSpPr/>
              <p:nvPr/>
            </p:nvCxnSpPr>
            <p:spPr>
              <a:xfrm>
                <a:off x="5556484"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4" name="직선 연결선 373"/>
              <p:cNvCxnSpPr/>
              <p:nvPr/>
            </p:nvCxnSpPr>
            <p:spPr>
              <a:xfrm>
                <a:off x="5403136"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5" name="직선 연결선 374"/>
              <p:cNvCxnSpPr/>
              <p:nvPr/>
            </p:nvCxnSpPr>
            <p:spPr>
              <a:xfrm>
                <a:off x="5441473"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6" name="직선 연결선 375"/>
              <p:cNvCxnSpPr/>
              <p:nvPr/>
            </p:nvCxnSpPr>
            <p:spPr>
              <a:xfrm>
                <a:off x="5479810"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7" name="직선 연결선 376"/>
              <p:cNvCxnSpPr/>
              <p:nvPr/>
            </p:nvCxnSpPr>
            <p:spPr>
              <a:xfrm>
                <a:off x="5518147"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8" name="직선 연결선 377"/>
              <p:cNvCxnSpPr/>
              <p:nvPr/>
            </p:nvCxnSpPr>
            <p:spPr>
              <a:xfrm>
                <a:off x="5748169"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9" name="직선 연결선 378"/>
              <p:cNvCxnSpPr/>
              <p:nvPr/>
            </p:nvCxnSpPr>
            <p:spPr>
              <a:xfrm>
                <a:off x="5594821"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0" name="직선 연결선 379"/>
              <p:cNvCxnSpPr/>
              <p:nvPr/>
            </p:nvCxnSpPr>
            <p:spPr>
              <a:xfrm>
                <a:off x="5633158"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1" name="직선 연결선 380"/>
              <p:cNvCxnSpPr/>
              <p:nvPr/>
            </p:nvCxnSpPr>
            <p:spPr>
              <a:xfrm>
                <a:off x="5671495"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2" name="직선 연결선 381"/>
              <p:cNvCxnSpPr/>
              <p:nvPr/>
            </p:nvCxnSpPr>
            <p:spPr>
              <a:xfrm>
                <a:off x="5709832"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3" name="직선 연결선 382"/>
              <p:cNvCxnSpPr/>
              <p:nvPr/>
            </p:nvCxnSpPr>
            <p:spPr>
              <a:xfrm>
                <a:off x="5939854"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4" name="직선 연결선 383"/>
              <p:cNvCxnSpPr/>
              <p:nvPr/>
            </p:nvCxnSpPr>
            <p:spPr>
              <a:xfrm>
                <a:off x="5786506"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5" name="직선 연결선 384"/>
              <p:cNvCxnSpPr/>
              <p:nvPr/>
            </p:nvCxnSpPr>
            <p:spPr>
              <a:xfrm>
                <a:off x="5824843"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6" name="직선 연결선 385"/>
              <p:cNvCxnSpPr/>
              <p:nvPr/>
            </p:nvCxnSpPr>
            <p:spPr>
              <a:xfrm>
                <a:off x="5863180"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7" name="직선 연결선 386"/>
              <p:cNvCxnSpPr/>
              <p:nvPr/>
            </p:nvCxnSpPr>
            <p:spPr>
              <a:xfrm>
                <a:off x="5901517"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8" name="직선 연결선 387"/>
              <p:cNvCxnSpPr/>
              <p:nvPr/>
            </p:nvCxnSpPr>
            <p:spPr>
              <a:xfrm>
                <a:off x="6131539"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9" name="직선 연결선 388"/>
              <p:cNvCxnSpPr/>
              <p:nvPr/>
            </p:nvCxnSpPr>
            <p:spPr>
              <a:xfrm>
                <a:off x="5978191"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0" name="직선 연결선 389"/>
              <p:cNvCxnSpPr/>
              <p:nvPr/>
            </p:nvCxnSpPr>
            <p:spPr>
              <a:xfrm>
                <a:off x="6016528"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1" name="직선 연결선 390"/>
              <p:cNvCxnSpPr/>
              <p:nvPr/>
            </p:nvCxnSpPr>
            <p:spPr>
              <a:xfrm>
                <a:off x="6054865"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2" name="직선 연결선 391"/>
              <p:cNvCxnSpPr/>
              <p:nvPr/>
            </p:nvCxnSpPr>
            <p:spPr>
              <a:xfrm>
                <a:off x="6093202"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3" name="직선 연결선 392"/>
              <p:cNvCxnSpPr/>
              <p:nvPr/>
            </p:nvCxnSpPr>
            <p:spPr>
              <a:xfrm>
                <a:off x="6323224"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4" name="직선 연결선 393"/>
              <p:cNvCxnSpPr/>
              <p:nvPr/>
            </p:nvCxnSpPr>
            <p:spPr>
              <a:xfrm>
                <a:off x="6208213"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5" name="직선 연결선 394"/>
              <p:cNvCxnSpPr/>
              <p:nvPr/>
            </p:nvCxnSpPr>
            <p:spPr>
              <a:xfrm>
                <a:off x="6284887"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6" name="직선 연결선 395"/>
              <p:cNvCxnSpPr/>
              <p:nvPr/>
            </p:nvCxnSpPr>
            <p:spPr>
              <a:xfrm>
                <a:off x="6246550"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7" name="직선 연결선 396"/>
              <p:cNvCxnSpPr/>
              <p:nvPr/>
            </p:nvCxnSpPr>
            <p:spPr>
              <a:xfrm>
                <a:off x="6169876"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8" name="직선 연결선 397"/>
              <p:cNvCxnSpPr/>
              <p:nvPr/>
            </p:nvCxnSpPr>
            <p:spPr>
              <a:xfrm>
                <a:off x="6706576"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9" name="직선 연결선 398"/>
              <p:cNvCxnSpPr/>
              <p:nvPr/>
            </p:nvCxnSpPr>
            <p:spPr>
              <a:xfrm>
                <a:off x="6553246"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0" name="직선 연결선 399"/>
              <p:cNvCxnSpPr/>
              <p:nvPr/>
            </p:nvCxnSpPr>
            <p:spPr>
              <a:xfrm>
                <a:off x="6591583"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1" name="직선 연결선 400"/>
              <p:cNvCxnSpPr/>
              <p:nvPr/>
            </p:nvCxnSpPr>
            <p:spPr>
              <a:xfrm>
                <a:off x="6629920"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2" name="직선 연결선 401"/>
              <p:cNvCxnSpPr/>
              <p:nvPr/>
            </p:nvCxnSpPr>
            <p:spPr>
              <a:xfrm>
                <a:off x="6668257"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3" name="직선 연결선 402"/>
              <p:cNvCxnSpPr/>
              <p:nvPr/>
            </p:nvCxnSpPr>
            <p:spPr>
              <a:xfrm>
                <a:off x="6514909"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4" name="직선 연결선 403"/>
              <p:cNvCxnSpPr/>
              <p:nvPr/>
            </p:nvCxnSpPr>
            <p:spPr>
              <a:xfrm>
                <a:off x="6399898"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5" name="직선 연결선 404"/>
              <p:cNvCxnSpPr/>
              <p:nvPr/>
            </p:nvCxnSpPr>
            <p:spPr>
              <a:xfrm>
                <a:off x="6476572"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6" name="직선 연결선 405"/>
              <p:cNvCxnSpPr/>
              <p:nvPr/>
            </p:nvCxnSpPr>
            <p:spPr>
              <a:xfrm>
                <a:off x="6438235"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9" name="직선 연결선 408"/>
              <p:cNvCxnSpPr/>
              <p:nvPr/>
            </p:nvCxnSpPr>
            <p:spPr>
              <a:xfrm>
                <a:off x="6361561"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grpSp>
        <p:sp>
          <p:nvSpPr>
            <p:cNvPr id="355" name="TextBox 354"/>
            <p:cNvSpPr txBox="1">
              <a:spLocks/>
            </p:cNvSpPr>
            <p:nvPr/>
          </p:nvSpPr>
          <p:spPr>
            <a:xfrm>
              <a:off x="4800234" y="2925969"/>
              <a:ext cx="1526777" cy="209207"/>
            </a:xfrm>
            <a:prstGeom prst="rect">
              <a:avLst/>
            </a:prstGeom>
            <a:noFill/>
          </p:spPr>
          <p:txBody>
            <a:bodyPr wrap="square" lIns="0" tIns="0" rIns="0" bIns="0" rtlCol="0">
              <a:noAutofit/>
            </a:bodyPr>
            <a:lstStyle/>
            <a:p>
              <a:pPr lvl="0">
                <a:spcAft>
                  <a:spcPts val="300"/>
                </a:spcAft>
              </a:pPr>
              <a:r>
                <a:rPr lang="nb-NO" sz="1200" b="1" dirty="0">
                  <a:gradFill>
                    <a:gsLst>
                      <a:gs pos="0">
                        <a:schemeClr val="tx2"/>
                      </a:gs>
                      <a:gs pos="100000">
                        <a:schemeClr val="tx2"/>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356" name="TextBox 355"/>
            <p:cNvSpPr txBox="1">
              <a:spLocks/>
            </p:cNvSpPr>
            <p:nvPr/>
          </p:nvSpPr>
          <p:spPr>
            <a:xfrm>
              <a:off x="4800234" y="3893343"/>
              <a:ext cx="1920625" cy="684779"/>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 egestas et, augue. Vestibul um tincidunt.</a:t>
              </a:r>
            </a:p>
          </p:txBody>
        </p:sp>
      </p:grpSp>
      <p:grpSp>
        <p:nvGrpSpPr>
          <p:cNvPr id="479" name="그룹 478"/>
          <p:cNvGrpSpPr/>
          <p:nvPr/>
        </p:nvGrpSpPr>
        <p:grpSpPr>
          <a:xfrm>
            <a:off x="2683822" y="1220511"/>
            <a:ext cx="2086744" cy="1652153"/>
            <a:chOff x="4634116" y="1175750"/>
            <a:chExt cx="2086744" cy="1652153"/>
          </a:xfrm>
        </p:grpSpPr>
        <p:sp>
          <p:nvSpPr>
            <p:cNvPr id="480" name="모서리가 둥근 직사각형 479"/>
            <p:cNvSpPr/>
            <p:nvPr/>
          </p:nvSpPr>
          <p:spPr>
            <a:xfrm>
              <a:off x="4634116" y="1664847"/>
              <a:ext cx="2086744" cy="214313"/>
            </a:xfrm>
            <a:prstGeom prst="roundRect">
              <a:avLst>
                <a:gd name="adj" fmla="val 50000"/>
              </a:avLst>
            </a:prstGeom>
            <a:pattFill prst="ltUpDiag">
              <a:fgClr>
                <a:schemeClr val="accent3">
                  <a:lumMod val="65000"/>
                </a:schemeClr>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1" name="모서리가 둥근 직사각형 480"/>
            <p:cNvSpPr/>
            <p:nvPr/>
          </p:nvSpPr>
          <p:spPr>
            <a:xfrm>
              <a:off x="4634116" y="1393031"/>
              <a:ext cx="2086744" cy="214313"/>
            </a:xfrm>
            <a:prstGeom prst="roundRect">
              <a:avLst>
                <a:gd name="adj" fmla="val 50000"/>
              </a:avLst>
            </a:prstGeom>
            <a:pattFill prst="ltUpDiag">
              <a:fgClr>
                <a:schemeClr val="accent1"/>
              </a:fgClr>
              <a:bgClr>
                <a:schemeClr val="bg2"/>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482" name="그룹 14"/>
            <p:cNvGrpSpPr/>
            <p:nvPr/>
          </p:nvGrpSpPr>
          <p:grpSpPr>
            <a:xfrm>
              <a:off x="4804027" y="1986174"/>
              <a:ext cx="1916832" cy="36000"/>
              <a:chOff x="4789744" y="1986174"/>
              <a:chExt cx="1916832" cy="36000"/>
            </a:xfrm>
          </p:grpSpPr>
          <p:cxnSp>
            <p:nvCxnSpPr>
              <p:cNvPr id="485" name="직선 연결선 484"/>
              <p:cNvCxnSpPr/>
              <p:nvPr/>
            </p:nvCxnSpPr>
            <p:spPr>
              <a:xfrm>
                <a:off x="4789744"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86" name="직선 연결선 485"/>
              <p:cNvCxnSpPr/>
              <p:nvPr/>
            </p:nvCxnSpPr>
            <p:spPr>
              <a:xfrm>
                <a:off x="4981429"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87" name="직선 연결선 486"/>
              <p:cNvCxnSpPr/>
              <p:nvPr/>
            </p:nvCxnSpPr>
            <p:spPr>
              <a:xfrm>
                <a:off x="4828081"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88" name="직선 연결선 487"/>
              <p:cNvCxnSpPr/>
              <p:nvPr/>
            </p:nvCxnSpPr>
            <p:spPr>
              <a:xfrm>
                <a:off x="4866418"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89" name="직선 연결선 488"/>
              <p:cNvCxnSpPr/>
              <p:nvPr/>
            </p:nvCxnSpPr>
            <p:spPr>
              <a:xfrm>
                <a:off x="4904755"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0" name="직선 연결선 489"/>
              <p:cNvCxnSpPr/>
              <p:nvPr/>
            </p:nvCxnSpPr>
            <p:spPr>
              <a:xfrm>
                <a:off x="4943092"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1" name="직선 연결선 490"/>
              <p:cNvCxnSpPr/>
              <p:nvPr/>
            </p:nvCxnSpPr>
            <p:spPr>
              <a:xfrm>
                <a:off x="5173114"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2" name="직선 연결선 491"/>
              <p:cNvCxnSpPr/>
              <p:nvPr/>
            </p:nvCxnSpPr>
            <p:spPr>
              <a:xfrm>
                <a:off x="5019766"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3" name="직선 연결선 492"/>
              <p:cNvCxnSpPr/>
              <p:nvPr/>
            </p:nvCxnSpPr>
            <p:spPr>
              <a:xfrm>
                <a:off x="5058103"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4" name="직선 연결선 493"/>
              <p:cNvCxnSpPr/>
              <p:nvPr/>
            </p:nvCxnSpPr>
            <p:spPr>
              <a:xfrm>
                <a:off x="5096440"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5" name="직선 연결선 494"/>
              <p:cNvCxnSpPr/>
              <p:nvPr/>
            </p:nvCxnSpPr>
            <p:spPr>
              <a:xfrm>
                <a:off x="5134777"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6" name="직선 연결선 495"/>
              <p:cNvCxnSpPr/>
              <p:nvPr/>
            </p:nvCxnSpPr>
            <p:spPr>
              <a:xfrm>
                <a:off x="5364799"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7" name="직선 연결선 496"/>
              <p:cNvCxnSpPr/>
              <p:nvPr/>
            </p:nvCxnSpPr>
            <p:spPr>
              <a:xfrm>
                <a:off x="5211451"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8" name="직선 연결선 497"/>
              <p:cNvCxnSpPr/>
              <p:nvPr/>
            </p:nvCxnSpPr>
            <p:spPr>
              <a:xfrm>
                <a:off x="5249788"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9" name="직선 연결선 498"/>
              <p:cNvCxnSpPr/>
              <p:nvPr/>
            </p:nvCxnSpPr>
            <p:spPr>
              <a:xfrm>
                <a:off x="5288125"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0" name="직선 연결선 499"/>
              <p:cNvCxnSpPr/>
              <p:nvPr/>
            </p:nvCxnSpPr>
            <p:spPr>
              <a:xfrm>
                <a:off x="5326462"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1" name="직선 연결선 500"/>
              <p:cNvCxnSpPr/>
              <p:nvPr/>
            </p:nvCxnSpPr>
            <p:spPr>
              <a:xfrm>
                <a:off x="5556484"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2" name="직선 연결선 501"/>
              <p:cNvCxnSpPr/>
              <p:nvPr/>
            </p:nvCxnSpPr>
            <p:spPr>
              <a:xfrm>
                <a:off x="5403136"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3" name="직선 연결선 502"/>
              <p:cNvCxnSpPr/>
              <p:nvPr/>
            </p:nvCxnSpPr>
            <p:spPr>
              <a:xfrm>
                <a:off x="5441473"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4" name="직선 연결선 503"/>
              <p:cNvCxnSpPr/>
              <p:nvPr/>
            </p:nvCxnSpPr>
            <p:spPr>
              <a:xfrm>
                <a:off x="5479810"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5" name="직선 연결선 504"/>
              <p:cNvCxnSpPr/>
              <p:nvPr/>
            </p:nvCxnSpPr>
            <p:spPr>
              <a:xfrm>
                <a:off x="5518147"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6" name="직선 연결선 505"/>
              <p:cNvCxnSpPr/>
              <p:nvPr/>
            </p:nvCxnSpPr>
            <p:spPr>
              <a:xfrm>
                <a:off x="5748169"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7" name="직선 연결선 506"/>
              <p:cNvCxnSpPr/>
              <p:nvPr/>
            </p:nvCxnSpPr>
            <p:spPr>
              <a:xfrm>
                <a:off x="5594821"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8" name="직선 연결선 507"/>
              <p:cNvCxnSpPr/>
              <p:nvPr/>
            </p:nvCxnSpPr>
            <p:spPr>
              <a:xfrm>
                <a:off x="5633158"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9" name="직선 연결선 508"/>
              <p:cNvCxnSpPr/>
              <p:nvPr/>
            </p:nvCxnSpPr>
            <p:spPr>
              <a:xfrm>
                <a:off x="5671495"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0" name="직선 연결선 509"/>
              <p:cNvCxnSpPr/>
              <p:nvPr/>
            </p:nvCxnSpPr>
            <p:spPr>
              <a:xfrm>
                <a:off x="5709832"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1" name="직선 연결선 510"/>
              <p:cNvCxnSpPr/>
              <p:nvPr/>
            </p:nvCxnSpPr>
            <p:spPr>
              <a:xfrm>
                <a:off x="5939854"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2" name="직선 연결선 511"/>
              <p:cNvCxnSpPr/>
              <p:nvPr/>
            </p:nvCxnSpPr>
            <p:spPr>
              <a:xfrm>
                <a:off x="5786506"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3" name="직선 연결선 512"/>
              <p:cNvCxnSpPr/>
              <p:nvPr/>
            </p:nvCxnSpPr>
            <p:spPr>
              <a:xfrm>
                <a:off x="5824843"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4" name="직선 연결선 513"/>
              <p:cNvCxnSpPr/>
              <p:nvPr/>
            </p:nvCxnSpPr>
            <p:spPr>
              <a:xfrm>
                <a:off x="5863180"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5" name="직선 연결선 514"/>
              <p:cNvCxnSpPr/>
              <p:nvPr/>
            </p:nvCxnSpPr>
            <p:spPr>
              <a:xfrm>
                <a:off x="5901517"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6" name="직선 연결선 515"/>
              <p:cNvCxnSpPr/>
              <p:nvPr/>
            </p:nvCxnSpPr>
            <p:spPr>
              <a:xfrm>
                <a:off x="6131539"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7" name="직선 연결선 516"/>
              <p:cNvCxnSpPr/>
              <p:nvPr/>
            </p:nvCxnSpPr>
            <p:spPr>
              <a:xfrm>
                <a:off x="5978191"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8" name="직선 연결선 517"/>
              <p:cNvCxnSpPr/>
              <p:nvPr/>
            </p:nvCxnSpPr>
            <p:spPr>
              <a:xfrm>
                <a:off x="6016528"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9" name="직선 연결선 518"/>
              <p:cNvCxnSpPr/>
              <p:nvPr/>
            </p:nvCxnSpPr>
            <p:spPr>
              <a:xfrm>
                <a:off x="6054865"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20" name="직선 연결선 519"/>
              <p:cNvCxnSpPr/>
              <p:nvPr/>
            </p:nvCxnSpPr>
            <p:spPr>
              <a:xfrm>
                <a:off x="6093202"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21" name="직선 연결선 520"/>
              <p:cNvCxnSpPr/>
              <p:nvPr/>
            </p:nvCxnSpPr>
            <p:spPr>
              <a:xfrm>
                <a:off x="6323224"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22" name="직선 연결선 521"/>
              <p:cNvCxnSpPr/>
              <p:nvPr/>
            </p:nvCxnSpPr>
            <p:spPr>
              <a:xfrm>
                <a:off x="6208213"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23" name="직선 연결선 522"/>
              <p:cNvCxnSpPr/>
              <p:nvPr/>
            </p:nvCxnSpPr>
            <p:spPr>
              <a:xfrm>
                <a:off x="6284887"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24" name="직선 연결선 523"/>
              <p:cNvCxnSpPr/>
              <p:nvPr/>
            </p:nvCxnSpPr>
            <p:spPr>
              <a:xfrm>
                <a:off x="6246550"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25" name="직선 연결선 524"/>
              <p:cNvCxnSpPr/>
              <p:nvPr/>
            </p:nvCxnSpPr>
            <p:spPr>
              <a:xfrm>
                <a:off x="6169876"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26" name="직선 연결선 525"/>
              <p:cNvCxnSpPr/>
              <p:nvPr/>
            </p:nvCxnSpPr>
            <p:spPr>
              <a:xfrm>
                <a:off x="6706576"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27" name="직선 연결선 526"/>
              <p:cNvCxnSpPr/>
              <p:nvPr/>
            </p:nvCxnSpPr>
            <p:spPr>
              <a:xfrm>
                <a:off x="6553246"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28" name="직선 연결선 527"/>
              <p:cNvCxnSpPr/>
              <p:nvPr/>
            </p:nvCxnSpPr>
            <p:spPr>
              <a:xfrm>
                <a:off x="6591583"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29" name="직선 연결선 528"/>
              <p:cNvCxnSpPr/>
              <p:nvPr/>
            </p:nvCxnSpPr>
            <p:spPr>
              <a:xfrm>
                <a:off x="6629920"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0" name="직선 연결선 529"/>
              <p:cNvCxnSpPr/>
              <p:nvPr/>
            </p:nvCxnSpPr>
            <p:spPr>
              <a:xfrm>
                <a:off x="6668257"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1" name="직선 연결선 530"/>
              <p:cNvCxnSpPr/>
              <p:nvPr/>
            </p:nvCxnSpPr>
            <p:spPr>
              <a:xfrm>
                <a:off x="6514909" y="1986174"/>
                <a:ext cx="0" cy="36000"/>
              </a:xfrm>
              <a:prstGeom prst="line">
                <a:avLst/>
              </a:prstGeom>
              <a:ln w="635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2" name="직선 연결선 531"/>
              <p:cNvCxnSpPr/>
              <p:nvPr/>
            </p:nvCxnSpPr>
            <p:spPr>
              <a:xfrm>
                <a:off x="6399898"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3" name="직선 연결선 532"/>
              <p:cNvCxnSpPr/>
              <p:nvPr/>
            </p:nvCxnSpPr>
            <p:spPr>
              <a:xfrm>
                <a:off x="6476572"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4" name="직선 연결선 533"/>
              <p:cNvCxnSpPr/>
              <p:nvPr/>
            </p:nvCxnSpPr>
            <p:spPr>
              <a:xfrm>
                <a:off x="6438235"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5" name="직선 연결선 534"/>
              <p:cNvCxnSpPr/>
              <p:nvPr/>
            </p:nvCxnSpPr>
            <p:spPr>
              <a:xfrm>
                <a:off x="6361561" y="1986174"/>
                <a:ext cx="0" cy="18000"/>
              </a:xfrm>
              <a:prstGeom prst="line">
                <a:avLst/>
              </a:prstGeom>
              <a:ln w="3175">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grpSp>
        <p:sp>
          <p:nvSpPr>
            <p:cNvPr id="483" name="TextBox 482"/>
            <p:cNvSpPr txBox="1">
              <a:spLocks/>
            </p:cNvSpPr>
            <p:nvPr/>
          </p:nvSpPr>
          <p:spPr>
            <a:xfrm>
              <a:off x="4800234" y="1175750"/>
              <a:ext cx="1526777" cy="209207"/>
            </a:xfrm>
            <a:prstGeom prst="rect">
              <a:avLst/>
            </a:prstGeom>
            <a:noFill/>
          </p:spPr>
          <p:txBody>
            <a:bodyPr wrap="square" lIns="0" tIns="0" rIns="0" bIns="0" rtlCol="0">
              <a:noAutofit/>
            </a:bodyPr>
            <a:lstStyle/>
            <a:p>
              <a:pPr lvl="0">
                <a:spcAft>
                  <a:spcPts val="300"/>
                </a:spcAft>
              </a:pPr>
              <a:r>
                <a:rPr lang="nb-NO" sz="1200" b="1" dirty="0">
                  <a:gradFill>
                    <a:gsLst>
                      <a:gs pos="0">
                        <a:schemeClr val="tx2"/>
                      </a:gs>
                      <a:gs pos="100000">
                        <a:schemeClr val="tx2"/>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484" name="TextBox 483"/>
            <p:cNvSpPr txBox="1">
              <a:spLocks/>
            </p:cNvSpPr>
            <p:nvPr/>
          </p:nvSpPr>
          <p:spPr>
            <a:xfrm>
              <a:off x="4800234" y="2143124"/>
              <a:ext cx="1920625" cy="684779"/>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 egestas et, augue. Vestibul um tincidunt.</a:t>
              </a:r>
            </a:p>
          </p:txBody>
        </p:sp>
      </p:grpSp>
      <p:sp>
        <p:nvSpPr>
          <p:cNvPr id="536" name="모서리가 둥근 직사각형 535"/>
          <p:cNvSpPr/>
          <p:nvPr/>
        </p:nvSpPr>
        <p:spPr>
          <a:xfrm>
            <a:off x="2683822" y="1709608"/>
            <a:ext cx="629955" cy="214313"/>
          </a:xfrm>
          <a:prstGeom prst="roundRect">
            <a:avLst>
              <a:gd name="adj" fmla="val 50000"/>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37" name="모서리가 둥근 직사각형 536"/>
          <p:cNvSpPr/>
          <p:nvPr/>
        </p:nvSpPr>
        <p:spPr>
          <a:xfrm>
            <a:off x="2683821" y="1437792"/>
            <a:ext cx="1473370" cy="214313"/>
          </a:xfrm>
          <a:prstGeom prst="roundRect">
            <a:avLst>
              <a:gd name="adj" fmla="val 50000"/>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538" name="그룹 537"/>
          <p:cNvGrpSpPr/>
          <p:nvPr/>
        </p:nvGrpSpPr>
        <p:grpSpPr>
          <a:xfrm>
            <a:off x="4833556" y="1407550"/>
            <a:ext cx="1246564" cy="246221"/>
            <a:chOff x="6783850" y="1362789"/>
            <a:chExt cx="1246564" cy="246221"/>
          </a:xfrm>
        </p:grpSpPr>
        <p:sp>
          <p:nvSpPr>
            <p:cNvPr id="539" name="직사각형 538"/>
            <p:cNvSpPr/>
            <p:nvPr/>
          </p:nvSpPr>
          <p:spPr>
            <a:xfrm>
              <a:off x="6783850" y="1362789"/>
              <a:ext cx="302968" cy="246221"/>
            </a:xfrm>
            <a:prstGeom prst="rect">
              <a:avLst/>
            </a:prstGeom>
          </p:spPr>
          <p:txBody>
            <a:bodyPr wrap="none" lIns="0" tIns="0" rIns="0" bIns="0" anchor="ctr">
              <a:spAutoFit/>
            </a:bodyPr>
            <a:lstStyle/>
            <a:p>
              <a:pPr algn="ctr"/>
              <a:r>
                <a:rPr lang="nb-NO" altLang="ko-KR" sz="1600" b="1" dirty="0">
                  <a:gradFill>
                    <a:gsLst>
                      <a:gs pos="0">
                        <a:schemeClr val="accent1"/>
                      </a:gs>
                      <a:gs pos="100000">
                        <a:schemeClr val="accent1"/>
                      </a:gs>
                    </a:gsLst>
                    <a:lin ang="0" scaled="0"/>
                  </a:gradFill>
                  <a:latin typeface="Roboto Condensed Regular"/>
                  <a:ea typeface="Roboto Light" pitchFamily="2" charset="0"/>
                </a:rPr>
                <a:t>68</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sp>
          <p:nvSpPr>
            <p:cNvPr id="540" name="TextBox 539"/>
            <p:cNvSpPr txBox="1">
              <a:spLocks/>
            </p:cNvSpPr>
            <p:nvPr/>
          </p:nvSpPr>
          <p:spPr>
            <a:xfrm>
              <a:off x="7177700" y="1381296"/>
              <a:ext cx="852714" cy="209207"/>
            </a:xfrm>
            <a:prstGeom prst="rect">
              <a:avLst/>
            </a:prstGeom>
            <a:noFill/>
          </p:spPr>
          <p:txBody>
            <a:bodyPr wrap="square" lIns="0" tIns="0" rIns="0" bIns="0" rtlCol="0" anchor="ctr">
              <a:noAutofit/>
            </a:bodyPr>
            <a:lstStyle/>
            <a:p>
              <a:pPr lvl="0">
                <a:spcAft>
                  <a:spcPts val="300"/>
                </a:spcAft>
              </a:pPr>
              <a:r>
                <a:rPr lang="nb-NO" sz="1200" b="1" dirty="0">
                  <a:gradFill>
                    <a:gsLst>
                      <a:gs pos="0">
                        <a:schemeClr val="accent1"/>
                      </a:gs>
                      <a:gs pos="100000">
                        <a:schemeClr val="accent1"/>
                      </a:gs>
                    </a:gsLst>
                    <a:lin ang="5400000" scaled="0"/>
                  </a:gradFill>
                  <a:latin typeface="Roboto Condensed Regular"/>
                  <a:ea typeface="Roboto Light" pitchFamily="2" charset="0"/>
                  <a:cs typeface="Roboto Condensed Regular"/>
                </a:rPr>
                <a:t>Option A</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grpSp>
      <p:grpSp>
        <p:nvGrpSpPr>
          <p:cNvPr id="541" name="그룹 540"/>
          <p:cNvGrpSpPr/>
          <p:nvPr/>
        </p:nvGrpSpPr>
        <p:grpSpPr>
          <a:xfrm>
            <a:off x="4833557" y="1679366"/>
            <a:ext cx="1246563" cy="246221"/>
            <a:chOff x="6783851" y="1634605"/>
            <a:chExt cx="1246563" cy="246221"/>
          </a:xfrm>
        </p:grpSpPr>
        <p:sp>
          <p:nvSpPr>
            <p:cNvPr id="542" name="직사각형 541"/>
            <p:cNvSpPr/>
            <p:nvPr/>
          </p:nvSpPr>
          <p:spPr>
            <a:xfrm>
              <a:off x="6783851" y="1634605"/>
              <a:ext cx="302967" cy="246221"/>
            </a:xfrm>
            <a:prstGeom prst="rect">
              <a:avLst/>
            </a:prstGeom>
          </p:spPr>
          <p:txBody>
            <a:bodyPr wrap="none" lIns="0" tIns="0" rIns="0" bIns="0" anchor="ctr">
              <a:spAutoFit/>
            </a:bodyPr>
            <a:lstStyle/>
            <a:p>
              <a:pPr algn="ctr"/>
              <a:r>
                <a:rPr lang="nb-NO" altLang="ko-KR" sz="1600" b="1" dirty="0">
                  <a:gradFill>
                    <a:gsLst>
                      <a:gs pos="0">
                        <a:schemeClr val="accent3">
                          <a:lumMod val="65000"/>
                        </a:schemeClr>
                      </a:gs>
                      <a:gs pos="100000">
                        <a:schemeClr val="accent3">
                          <a:lumMod val="65000"/>
                        </a:schemeClr>
                      </a:gs>
                    </a:gsLst>
                    <a:lin ang="0" scaled="0"/>
                  </a:gradFill>
                  <a:latin typeface="Roboto Condensed Regular"/>
                  <a:ea typeface="Roboto Light" pitchFamily="2" charset="0"/>
                </a:rPr>
                <a:t>24</a:t>
              </a:r>
              <a:r>
                <a:rPr lang="nb-NO" altLang="ko-KR" sz="1200" dirty="0">
                  <a:gradFill>
                    <a:gsLst>
                      <a:gs pos="0">
                        <a:schemeClr val="accent3">
                          <a:lumMod val="65000"/>
                        </a:schemeClr>
                      </a:gs>
                      <a:gs pos="100000">
                        <a:schemeClr val="accent3">
                          <a:lumMod val="65000"/>
                        </a:schemeClr>
                      </a:gs>
                    </a:gsLst>
                    <a:lin ang="0" scaled="0"/>
                  </a:gradFill>
                  <a:latin typeface="Roboto Condensed Regular"/>
                  <a:ea typeface="Roboto Light" pitchFamily="2" charset="0"/>
                </a:rPr>
                <a:t>%</a:t>
              </a:r>
              <a:endParaRPr lang="ko-KR" altLang="en-US" sz="1200" dirty="0">
                <a:gradFill>
                  <a:gsLst>
                    <a:gs pos="0">
                      <a:schemeClr val="accent3">
                        <a:lumMod val="65000"/>
                      </a:schemeClr>
                    </a:gs>
                    <a:gs pos="100000">
                      <a:schemeClr val="accent3">
                        <a:lumMod val="65000"/>
                      </a:schemeClr>
                    </a:gs>
                  </a:gsLst>
                  <a:lin ang="0" scaled="0"/>
                </a:gradFill>
                <a:latin typeface="Roboto Condensed Regular"/>
                <a:ea typeface="Roboto Light" pitchFamily="2" charset="0"/>
              </a:endParaRPr>
            </a:p>
          </p:txBody>
        </p:sp>
        <p:sp>
          <p:nvSpPr>
            <p:cNvPr id="543" name="TextBox 542"/>
            <p:cNvSpPr txBox="1">
              <a:spLocks/>
            </p:cNvSpPr>
            <p:nvPr/>
          </p:nvSpPr>
          <p:spPr>
            <a:xfrm>
              <a:off x="7177700" y="1653112"/>
              <a:ext cx="852714" cy="209207"/>
            </a:xfrm>
            <a:prstGeom prst="rect">
              <a:avLst/>
            </a:prstGeom>
            <a:noFill/>
          </p:spPr>
          <p:txBody>
            <a:bodyPr wrap="square" lIns="0" tIns="0" rIns="0" bIns="0" rtlCol="0" anchor="ctr">
              <a:noAutofit/>
            </a:bodyPr>
            <a:lstStyle/>
            <a:p>
              <a:pPr lvl="0">
                <a:spcAft>
                  <a:spcPts val="300"/>
                </a:spcAft>
              </a:pPr>
              <a:r>
                <a:rPr lang="nb-NO"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rPr>
                <a:t>Option B</a:t>
              </a:r>
              <a:endParaRPr lang="en-US"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endParaRPr>
            </a:p>
          </p:txBody>
        </p:sp>
      </p:grpSp>
      <p:sp>
        <p:nvSpPr>
          <p:cNvPr id="544" name="모서리가 둥근 직사각형 543"/>
          <p:cNvSpPr/>
          <p:nvPr/>
        </p:nvSpPr>
        <p:spPr>
          <a:xfrm>
            <a:off x="2683822" y="3459827"/>
            <a:ext cx="476607" cy="214313"/>
          </a:xfrm>
          <a:prstGeom prst="roundRect">
            <a:avLst>
              <a:gd name="adj" fmla="val 50000"/>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45" name="모서리가 둥근 직사각형 544"/>
          <p:cNvSpPr/>
          <p:nvPr/>
        </p:nvSpPr>
        <p:spPr>
          <a:xfrm>
            <a:off x="2683822" y="3188011"/>
            <a:ext cx="1166674" cy="214313"/>
          </a:xfrm>
          <a:prstGeom prst="roundRect">
            <a:avLst>
              <a:gd name="adj" fmla="val 50000"/>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546" name="그룹 545"/>
          <p:cNvGrpSpPr/>
          <p:nvPr/>
        </p:nvGrpSpPr>
        <p:grpSpPr>
          <a:xfrm>
            <a:off x="4833556" y="3157769"/>
            <a:ext cx="1246564" cy="246221"/>
            <a:chOff x="6783850" y="3113008"/>
            <a:chExt cx="1246564" cy="246221"/>
          </a:xfrm>
        </p:grpSpPr>
        <p:sp>
          <p:nvSpPr>
            <p:cNvPr id="547" name="직사각형 546"/>
            <p:cNvSpPr/>
            <p:nvPr/>
          </p:nvSpPr>
          <p:spPr>
            <a:xfrm>
              <a:off x="6783850" y="3113008"/>
              <a:ext cx="302968" cy="246221"/>
            </a:xfrm>
            <a:prstGeom prst="rect">
              <a:avLst/>
            </a:prstGeom>
          </p:spPr>
          <p:txBody>
            <a:bodyPr wrap="none" lIns="0" tIns="0" rIns="0" bIns="0" anchor="ctr">
              <a:spAutoFit/>
            </a:bodyPr>
            <a:lstStyle/>
            <a:p>
              <a:pPr algn="ctr"/>
              <a:r>
                <a:rPr lang="nb-NO" altLang="ko-KR" sz="1600" b="1" dirty="0">
                  <a:gradFill>
                    <a:gsLst>
                      <a:gs pos="0">
                        <a:schemeClr val="accent1"/>
                      </a:gs>
                      <a:gs pos="100000">
                        <a:schemeClr val="accent1"/>
                      </a:gs>
                    </a:gsLst>
                    <a:lin ang="0" scaled="0"/>
                  </a:gradFill>
                  <a:latin typeface="Roboto Condensed Regular"/>
                  <a:ea typeface="Roboto Light" pitchFamily="2" charset="0"/>
                </a:rPr>
                <a:t>52</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sp>
          <p:nvSpPr>
            <p:cNvPr id="548" name="TextBox 547"/>
            <p:cNvSpPr txBox="1">
              <a:spLocks/>
            </p:cNvSpPr>
            <p:nvPr/>
          </p:nvSpPr>
          <p:spPr>
            <a:xfrm>
              <a:off x="7177700" y="3131515"/>
              <a:ext cx="852714" cy="209207"/>
            </a:xfrm>
            <a:prstGeom prst="rect">
              <a:avLst/>
            </a:prstGeom>
            <a:noFill/>
          </p:spPr>
          <p:txBody>
            <a:bodyPr wrap="square" lIns="0" tIns="0" rIns="0" bIns="0" rtlCol="0" anchor="ctr">
              <a:noAutofit/>
            </a:bodyPr>
            <a:lstStyle/>
            <a:p>
              <a:pPr lvl="0">
                <a:spcAft>
                  <a:spcPts val="300"/>
                </a:spcAft>
              </a:pPr>
              <a:r>
                <a:rPr lang="nb-NO" sz="1200" b="1" dirty="0">
                  <a:gradFill>
                    <a:gsLst>
                      <a:gs pos="0">
                        <a:schemeClr val="accent1"/>
                      </a:gs>
                      <a:gs pos="100000">
                        <a:schemeClr val="accent1"/>
                      </a:gs>
                    </a:gsLst>
                    <a:lin ang="5400000" scaled="0"/>
                  </a:gradFill>
                  <a:latin typeface="Roboto Condensed Regular"/>
                  <a:ea typeface="Roboto Light" pitchFamily="2" charset="0"/>
                  <a:cs typeface="Roboto Condensed Regular"/>
                </a:rPr>
                <a:t>Option A</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grpSp>
      <p:grpSp>
        <p:nvGrpSpPr>
          <p:cNvPr id="549" name="그룹 548"/>
          <p:cNvGrpSpPr/>
          <p:nvPr/>
        </p:nvGrpSpPr>
        <p:grpSpPr>
          <a:xfrm>
            <a:off x="4833556" y="3429585"/>
            <a:ext cx="1246564" cy="246221"/>
            <a:chOff x="6783850" y="3384824"/>
            <a:chExt cx="1246564" cy="246221"/>
          </a:xfrm>
        </p:grpSpPr>
        <p:sp>
          <p:nvSpPr>
            <p:cNvPr id="550" name="직사각형 549"/>
            <p:cNvSpPr/>
            <p:nvPr/>
          </p:nvSpPr>
          <p:spPr>
            <a:xfrm>
              <a:off x="6783850" y="3384824"/>
              <a:ext cx="302968" cy="246221"/>
            </a:xfrm>
            <a:prstGeom prst="rect">
              <a:avLst/>
            </a:prstGeom>
          </p:spPr>
          <p:txBody>
            <a:bodyPr wrap="none" lIns="0" tIns="0" rIns="0" bIns="0" anchor="ctr">
              <a:spAutoFit/>
            </a:bodyPr>
            <a:lstStyle/>
            <a:p>
              <a:pPr algn="ctr"/>
              <a:r>
                <a:rPr lang="nb-NO" altLang="ko-KR" sz="1600" b="1" dirty="0">
                  <a:gradFill>
                    <a:gsLst>
                      <a:gs pos="0">
                        <a:schemeClr val="accent3">
                          <a:lumMod val="65000"/>
                        </a:schemeClr>
                      </a:gs>
                      <a:gs pos="100000">
                        <a:schemeClr val="accent3">
                          <a:lumMod val="65000"/>
                        </a:schemeClr>
                      </a:gs>
                    </a:gsLst>
                    <a:lin ang="0" scaled="0"/>
                  </a:gradFill>
                  <a:latin typeface="Roboto Condensed Regular"/>
                  <a:ea typeface="Roboto Light" pitchFamily="2" charset="0"/>
                </a:rPr>
                <a:t>16</a:t>
              </a:r>
              <a:r>
                <a:rPr lang="nb-NO" altLang="ko-KR" sz="1200" dirty="0">
                  <a:gradFill>
                    <a:gsLst>
                      <a:gs pos="0">
                        <a:schemeClr val="accent3">
                          <a:lumMod val="65000"/>
                        </a:schemeClr>
                      </a:gs>
                      <a:gs pos="100000">
                        <a:schemeClr val="accent3">
                          <a:lumMod val="65000"/>
                        </a:schemeClr>
                      </a:gs>
                    </a:gsLst>
                    <a:lin ang="0" scaled="0"/>
                  </a:gradFill>
                  <a:latin typeface="Roboto Condensed Regular"/>
                  <a:ea typeface="Roboto Light" pitchFamily="2" charset="0"/>
                </a:rPr>
                <a:t>%</a:t>
              </a:r>
              <a:endParaRPr lang="ko-KR" altLang="en-US" sz="1200" dirty="0">
                <a:gradFill>
                  <a:gsLst>
                    <a:gs pos="0">
                      <a:schemeClr val="accent3">
                        <a:lumMod val="65000"/>
                      </a:schemeClr>
                    </a:gs>
                    <a:gs pos="100000">
                      <a:schemeClr val="accent3">
                        <a:lumMod val="65000"/>
                      </a:schemeClr>
                    </a:gs>
                  </a:gsLst>
                  <a:lin ang="0" scaled="0"/>
                </a:gradFill>
                <a:latin typeface="Roboto Condensed Regular"/>
                <a:ea typeface="Roboto Light" pitchFamily="2" charset="0"/>
              </a:endParaRPr>
            </a:p>
          </p:txBody>
        </p:sp>
        <p:sp>
          <p:nvSpPr>
            <p:cNvPr id="551" name="TextBox 550"/>
            <p:cNvSpPr txBox="1">
              <a:spLocks/>
            </p:cNvSpPr>
            <p:nvPr/>
          </p:nvSpPr>
          <p:spPr>
            <a:xfrm>
              <a:off x="7177700" y="3403331"/>
              <a:ext cx="852714" cy="209207"/>
            </a:xfrm>
            <a:prstGeom prst="rect">
              <a:avLst/>
            </a:prstGeom>
            <a:noFill/>
          </p:spPr>
          <p:txBody>
            <a:bodyPr wrap="square" lIns="0" tIns="0" rIns="0" bIns="0" rtlCol="0" anchor="ctr">
              <a:noAutofit/>
            </a:bodyPr>
            <a:lstStyle/>
            <a:p>
              <a:pPr lvl="0">
                <a:spcAft>
                  <a:spcPts val="300"/>
                </a:spcAft>
              </a:pPr>
              <a:r>
                <a:rPr lang="nb-NO"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rPr>
                <a:t>Option B</a:t>
              </a:r>
              <a:endParaRPr lang="en-US"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endParaRPr>
            </a:p>
          </p:txBody>
        </p:sp>
      </p:grpSp>
      <p:grpSp>
        <p:nvGrpSpPr>
          <p:cNvPr id="552" name="그룹 551"/>
          <p:cNvGrpSpPr/>
          <p:nvPr/>
        </p:nvGrpSpPr>
        <p:grpSpPr>
          <a:xfrm>
            <a:off x="1189777" y="988530"/>
            <a:ext cx="1720851" cy="1720850"/>
            <a:chOff x="3140071" y="943769"/>
            <a:chExt cx="1720851" cy="1720850"/>
          </a:xfrm>
        </p:grpSpPr>
        <p:grpSp>
          <p:nvGrpSpPr>
            <p:cNvPr id="553" name="그룹 3"/>
            <p:cNvGrpSpPr/>
            <p:nvPr/>
          </p:nvGrpSpPr>
          <p:grpSpPr>
            <a:xfrm>
              <a:off x="3140071" y="943769"/>
              <a:ext cx="1720851" cy="1720850"/>
              <a:chOff x="3025775" y="943769"/>
              <a:chExt cx="1720851" cy="1720850"/>
            </a:xfrm>
          </p:grpSpPr>
          <p:sp>
            <p:nvSpPr>
              <p:cNvPr id="555" name="Oval 9"/>
              <p:cNvSpPr>
                <a:spLocks noChangeArrowheads="1"/>
              </p:cNvSpPr>
              <p:nvPr/>
            </p:nvSpPr>
            <p:spPr bwMode="auto">
              <a:xfrm>
                <a:off x="3375824" y="943769"/>
                <a:ext cx="1370802" cy="1372583"/>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p>
            </p:txBody>
          </p:sp>
          <p:grpSp>
            <p:nvGrpSpPr>
              <p:cNvPr id="556" name="그룹 127"/>
              <p:cNvGrpSpPr/>
              <p:nvPr/>
            </p:nvGrpSpPr>
            <p:grpSpPr>
              <a:xfrm>
                <a:off x="3025775" y="1045310"/>
                <a:ext cx="1621092" cy="1619309"/>
                <a:chOff x="3025775" y="1231900"/>
                <a:chExt cx="2889251" cy="2886075"/>
              </a:xfrm>
            </p:grpSpPr>
            <p:sp>
              <p:nvSpPr>
                <p:cNvPr id="557" name="Freeform 10"/>
                <p:cNvSpPr>
                  <a:spLocks noEditPoints="1"/>
                </p:cNvSpPr>
                <p:nvPr/>
              </p:nvSpPr>
              <p:spPr bwMode="auto">
                <a:xfrm>
                  <a:off x="3827463" y="1231900"/>
                  <a:ext cx="2087563" cy="2089150"/>
                </a:xfrm>
                <a:custGeom>
                  <a:avLst/>
                  <a:gdLst>
                    <a:gd name="T0" fmla="*/ 277 w 555"/>
                    <a:gd name="T1" fmla="*/ 0 h 555"/>
                    <a:gd name="T2" fmla="*/ 0 w 555"/>
                    <a:gd name="T3" fmla="*/ 277 h 555"/>
                    <a:gd name="T4" fmla="*/ 43 w 555"/>
                    <a:gd name="T5" fmla="*/ 426 h 555"/>
                    <a:gd name="T6" fmla="*/ 20 w 555"/>
                    <a:gd name="T7" fmla="*/ 454 h 555"/>
                    <a:gd name="T8" fmla="*/ 95 w 555"/>
                    <a:gd name="T9" fmla="*/ 529 h 555"/>
                    <a:gd name="T10" fmla="*/ 126 w 555"/>
                    <a:gd name="T11" fmla="*/ 509 h 555"/>
                    <a:gd name="T12" fmla="*/ 277 w 555"/>
                    <a:gd name="T13" fmla="*/ 555 h 555"/>
                    <a:gd name="T14" fmla="*/ 555 w 555"/>
                    <a:gd name="T15" fmla="*/ 277 h 555"/>
                    <a:gd name="T16" fmla="*/ 277 w 555"/>
                    <a:gd name="T17" fmla="*/ 0 h 555"/>
                    <a:gd name="T18" fmla="*/ 277 w 555"/>
                    <a:gd name="T19" fmla="*/ 492 h 555"/>
                    <a:gd name="T20" fmla="*/ 63 w 555"/>
                    <a:gd name="T21" fmla="*/ 277 h 555"/>
                    <a:gd name="T22" fmla="*/ 277 w 555"/>
                    <a:gd name="T23" fmla="*/ 62 h 555"/>
                    <a:gd name="T24" fmla="*/ 492 w 555"/>
                    <a:gd name="T25" fmla="*/ 277 h 555"/>
                    <a:gd name="T26" fmla="*/ 277 w 555"/>
                    <a:gd name="T27" fmla="*/ 492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5" h="555">
                      <a:moveTo>
                        <a:pt x="277" y="0"/>
                      </a:moveTo>
                      <a:cubicBezTo>
                        <a:pt x="124" y="0"/>
                        <a:pt x="0" y="124"/>
                        <a:pt x="0" y="277"/>
                      </a:cubicBezTo>
                      <a:cubicBezTo>
                        <a:pt x="0" y="332"/>
                        <a:pt x="16" y="383"/>
                        <a:pt x="43" y="426"/>
                      </a:cubicBezTo>
                      <a:cubicBezTo>
                        <a:pt x="20" y="454"/>
                        <a:pt x="20" y="454"/>
                        <a:pt x="20" y="454"/>
                      </a:cubicBezTo>
                      <a:cubicBezTo>
                        <a:pt x="95" y="529"/>
                        <a:pt x="95" y="529"/>
                        <a:pt x="95" y="529"/>
                      </a:cubicBezTo>
                      <a:cubicBezTo>
                        <a:pt x="126" y="509"/>
                        <a:pt x="126" y="509"/>
                        <a:pt x="126" y="509"/>
                      </a:cubicBezTo>
                      <a:cubicBezTo>
                        <a:pt x="169" y="538"/>
                        <a:pt x="221" y="555"/>
                        <a:pt x="277" y="555"/>
                      </a:cubicBezTo>
                      <a:cubicBezTo>
                        <a:pt x="431" y="555"/>
                        <a:pt x="555" y="430"/>
                        <a:pt x="555" y="277"/>
                      </a:cubicBezTo>
                      <a:cubicBezTo>
                        <a:pt x="555" y="124"/>
                        <a:pt x="431" y="0"/>
                        <a:pt x="277" y="0"/>
                      </a:cubicBezTo>
                      <a:close/>
                      <a:moveTo>
                        <a:pt x="277" y="492"/>
                      </a:moveTo>
                      <a:cubicBezTo>
                        <a:pt x="159" y="492"/>
                        <a:pt x="63" y="396"/>
                        <a:pt x="63" y="277"/>
                      </a:cubicBezTo>
                      <a:cubicBezTo>
                        <a:pt x="63" y="159"/>
                        <a:pt x="159" y="62"/>
                        <a:pt x="277" y="62"/>
                      </a:cubicBezTo>
                      <a:cubicBezTo>
                        <a:pt x="396" y="62"/>
                        <a:pt x="492" y="159"/>
                        <a:pt x="492" y="277"/>
                      </a:cubicBezTo>
                      <a:cubicBezTo>
                        <a:pt x="492" y="396"/>
                        <a:pt x="396" y="492"/>
                        <a:pt x="277" y="492"/>
                      </a:cubicBezTo>
                      <a:close/>
                    </a:path>
                  </a:pathLst>
                </a:custGeom>
                <a:solidFill>
                  <a:schemeClr val="tx2">
                    <a:alpha val="20000"/>
                  </a:schemeClr>
                </a:solidFill>
                <a:ln>
                  <a:noFill/>
                </a:ln>
              </p:spPr>
              <p:txBody>
                <a:bodyPr vert="horz" wrap="square" lIns="91440" tIns="45720" rIns="91440" bIns="45720" numCol="1" anchor="t" anchorCtr="0" compatLnSpc="1">
                  <a:prstTxWarp prst="textNoShape">
                    <a:avLst/>
                  </a:prstTxWarp>
                </a:bodyPr>
                <a:lstStyle/>
                <a:p>
                  <a:endParaRPr lang="ko-KR" altLang="en-US" dirty="0"/>
                </a:p>
              </p:txBody>
            </p:sp>
            <p:sp>
              <p:nvSpPr>
                <p:cNvPr id="558" name="Freeform 11"/>
                <p:cNvSpPr>
                  <a:spLocks/>
                </p:cNvSpPr>
                <p:nvPr/>
              </p:nvSpPr>
              <p:spPr bwMode="auto">
                <a:xfrm>
                  <a:off x="4135438" y="1541463"/>
                  <a:ext cx="809625" cy="808038"/>
                </a:xfrm>
                <a:custGeom>
                  <a:avLst/>
                  <a:gdLst>
                    <a:gd name="T0" fmla="*/ 195 w 215"/>
                    <a:gd name="T1" fmla="*/ 0 h 215"/>
                    <a:gd name="T2" fmla="*/ 0 w 215"/>
                    <a:gd name="T3" fmla="*/ 195 h 215"/>
                    <a:gd name="T4" fmla="*/ 20 w 215"/>
                    <a:gd name="T5" fmla="*/ 215 h 215"/>
                    <a:gd name="T6" fmla="*/ 40 w 215"/>
                    <a:gd name="T7" fmla="*/ 195 h 215"/>
                    <a:gd name="T8" fmla="*/ 195 w 215"/>
                    <a:gd name="T9" fmla="*/ 40 h 215"/>
                    <a:gd name="T10" fmla="*/ 215 w 215"/>
                    <a:gd name="T11" fmla="*/ 20 h 215"/>
                    <a:gd name="T12" fmla="*/ 195 w 215"/>
                    <a:gd name="T13" fmla="*/ 0 h 215"/>
                  </a:gdLst>
                  <a:ahLst/>
                  <a:cxnLst>
                    <a:cxn ang="0">
                      <a:pos x="T0" y="T1"/>
                    </a:cxn>
                    <a:cxn ang="0">
                      <a:pos x="T2" y="T3"/>
                    </a:cxn>
                    <a:cxn ang="0">
                      <a:pos x="T4" y="T5"/>
                    </a:cxn>
                    <a:cxn ang="0">
                      <a:pos x="T6" y="T7"/>
                    </a:cxn>
                    <a:cxn ang="0">
                      <a:pos x="T8" y="T9"/>
                    </a:cxn>
                    <a:cxn ang="0">
                      <a:pos x="T10" y="T11"/>
                    </a:cxn>
                    <a:cxn ang="0">
                      <a:pos x="T12" y="T13"/>
                    </a:cxn>
                  </a:cxnLst>
                  <a:rect l="0" t="0" r="r" b="b"/>
                  <a:pathLst>
                    <a:path w="215" h="215">
                      <a:moveTo>
                        <a:pt x="195" y="0"/>
                      </a:moveTo>
                      <a:cubicBezTo>
                        <a:pt x="88" y="0"/>
                        <a:pt x="0" y="87"/>
                        <a:pt x="0" y="195"/>
                      </a:cubicBezTo>
                      <a:cubicBezTo>
                        <a:pt x="0" y="206"/>
                        <a:pt x="9" y="215"/>
                        <a:pt x="20" y="215"/>
                      </a:cubicBezTo>
                      <a:cubicBezTo>
                        <a:pt x="31" y="215"/>
                        <a:pt x="40" y="206"/>
                        <a:pt x="40" y="195"/>
                      </a:cubicBezTo>
                      <a:cubicBezTo>
                        <a:pt x="40" y="109"/>
                        <a:pt x="110" y="40"/>
                        <a:pt x="195" y="40"/>
                      </a:cubicBezTo>
                      <a:cubicBezTo>
                        <a:pt x="206" y="40"/>
                        <a:pt x="215" y="31"/>
                        <a:pt x="215" y="20"/>
                      </a:cubicBezTo>
                      <a:cubicBezTo>
                        <a:pt x="215" y="9"/>
                        <a:pt x="206" y="0"/>
                        <a:pt x="195" y="0"/>
                      </a:cubicBezTo>
                      <a:close/>
                    </a:path>
                  </a:pathLst>
                </a:custGeom>
                <a:solidFill>
                  <a:schemeClr val="tx2">
                    <a:alpha val="10000"/>
                  </a:schemeClr>
                </a:solidFill>
                <a:ln>
                  <a:noFill/>
                </a:ln>
              </p:spPr>
              <p:txBody>
                <a:bodyPr vert="horz" wrap="square" lIns="91440" tIns="45720" rIns="91440" bIns="45720" numCol="1" anchor="t" anchorCtr="0" compatLnSpc="1">
                  <a:prstTxWarp prst="textNoShape">
                    <a:avLst/>
                  </a:prstTxWarp>
                </a:bodyPr>
                <a:lstStyle/>
                <a:p>
                  <a:endParaRPr lang="ko-KR" altLang="en-US" dirty="0"/>
                </a:p>
              </p:txBody>
            </p:sp>
            <p:sp>
              <p:nvSpPr>
                <p:cNvPr id="559" name="Freeform 12"/>
                <p:cNvSpPr>
                  <a:spLocks/>
                </p:cNvSpPr>
                <p:nvPr/>
              </p:nvSpPr>
              <p:spPr bwMode="auto">
                <a:xfrm>
                  <a:off x="3025775" y="3016250"/>
                  <a:ext cx="1082675" cy="1101725"/>
                </a:xfrm>
                <a:custGeom>
                  <a:avLst/>
                  <a:gdLst>
                    <a:gd name="T0" fmla="*/ 24 w 288"/>
                    <a:gd name="T1" fmla="*/ 191 h 293"/>
                    <a:gd name="T2" fmla="*/ 22 w 288"/>
                    <a:gd name="T3" fmla="*/ 193 h 293"/>
                    <a:gd name="T4" fmla="*/ 22 w 288"/>
                    <a:gd name="T5" fmla="*/ 272 h 293"/>
                    <a:gd name="T6" fmla="*/ 100 w 288"/>
                    <a:gd name="T7" fmla="*/ 272 h 293"/>
                    <a:gd name="T8" fmla="*/ 105 w 288"/>
                    <a:gd name="T9" fmla="*/ 267 h 293"/>
                    <a:gd name="T10" fmla="*/ 288 w 288"/>
                    <a:gd name="T11" fmla="*/ 64 h 293"/>
                    <a:gd name="T12" fmla="*/ 224 w 288"/>
                    <a:gd name="T13" fmla="*/ 0 h 293"/>
                    <a:gd name="T14" fmla="*/ 24 w 288"/>
                    <a:gd name="T15" fmla="*/ 191 h 2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8" h="293">
                      <a:moveTo>
                        <a:pt x="24" y="191"/>
                      </a:moveTo>
                      <a:cubicBezTo>
                        <a:pt x="22" y="193"/>
                        <a:pt x="22" y="193"/>
                        <a:pt x="22" y="193"/>
                      </a:cubicBezTo>
                      <a:cubicBezTo>
                        <a:pt x="0" y="215"/>
                        <a:pt x="0" y="250"/>
                        <a:pt x="22" y="272"/>
                      </a:cubicBezTo>
                      <a:cubicBezTo>
                        <a:pt x="44" y="293"/>
                        <a:pt x="79" y="293"/>
                        <a:pt x="100" y="272"/>
                      </a:cubicBezTo>
                      <a:cubicBezTo>
                        <a:pt x="102" y="270"/>
                        <a:pt x="103" y="268"/>
                        <a:pt x="105" y="267"/>
                      </a:cubicBezTo>
                      <a:cubicBezTo>
                        <a:pt x="288" y="64"/>
                        <a:pt x="288" y="64"/>
                        <a:pt x="288" y="64"/>
                      </a:cubicBezTo>
                      <a:cubicBezTo>
                        <a:pt x="224" y="0"/>
                        <a:pt x="224" y="0"/>
                        <a:pt x="224" y="0"/>
                      </a:cubicBezTo>
                      <a:lnTo>
                        <a:pt x="24" y="191"/>
                      </a:lnTo>
                      <a:close/>
                    </a:path>
                  </a:pathLst>
                </a:custGeom>
                <a:solidFill>
                  <a:schemeClr val="tx2">
                    <a:alpha val="20000"/>
                  </a:schemeClr>
                </a:solidFill>
                <a:ln>
                  <a:noFill/>
                </a:ln>
              </p:spPr>
              <p:txBody>
                <a:bodyPr vert="horz" wrap="square" lIns="91440" tIns="45720" rIns="91440" bIns="45720" numCol="1" anchor="t" anchorCtr="0" compatLnSpc="1">
                  <a:prstTxWarp prst="textNoShape">
                    <a:avLst/>
                  </a:prstTxWarp>
                </a:bodyPr>
                <a:lstStyle/>
                <a:p>
                  <a:endParaRPr lang="ko-KR" altLang="en-US" dirty="0"/>
                </a:p>
              </p:txBody>
            </p:sp>
          </p:grpSp>
        </p:grpSp>
        <p:sp>
          <p:nvSpPr>
            <p:cNvPr id="554" name="Freeform 29"/>
            <p:cNvSpPr>
              <a:spLocks noEditPoints="1"/>
            </p:cNvSpPr>
            <p:nvPr/>
          </p:nvSpPr>
          <p:spPr bwMode="auto">
            <a:xfrm>
              <a:off x="3974814" y="1376164"/>
              <a:ext cx="411749" cy="517869"/>
            </a:xfrm>
            <a:custGeom>
              <a:avLst/>
              <a:gdLst/>
              <a:ahLst/>
              <a:cxnLst>
                <a:cxn ang="0">
                  <a:pos x="191" y="37"/>
                </a:cxn>
                <a:cxn ang="0">
                  <a:pos x="178" y="25"/>
                </a:cxn>
                <a:cxn ang="0">
                  <a:pos x="134" y="115"/>
                </a:cxn>
                <a:cxn ang="0">
                  <a:pos x="120" y="108"/>
                </a:cxn>
                <a:cxn ang="0">
                  <a:pos x="166" y="12"/>
                </a:cxn>
                <a:cxn ang="0">
                  <a:pos x="154" y="0"/>
                </a:cxn>
                <a:cxn ang="0">
                  <a:pos x="37" y="0"/>
                </a:cxn>
                <a:cxn ang="0">
                  <a:pos x="25" y="12"/>
                </a:cxn>
                <a:cxn ang="0">
                  <a:pos x="71" y="108"/>
                </a:cxn>
                <a:cxn ang="0">
                  <a:pos x="57" y="115"/>
                </a:cxn>
                <a:cxn ang="0">
                  <a:pos x="13" y="25"/>
                </a:cxn>
                <a:cxn ang="0">
                  <a:pos x="0" y="37"/>
                </a:cxn>
                <a:cxn ang="0">
                  <a:pos x="44" y="127"/>
                </a:cxn>
                <a:cxn ang="0">
                  <a:pos x="27" y="171"/>
                </a:cxn>
                <a:cxn ang="0">
                  <a:pos x="95" y="240"/>
                </a:cxn>
                <a:cxn ang="0">
                  <a:pos x="164" y="171"/>
                </a:cxn>
                <a:cxn ang="0">
                  <a:pos x="147" y="127"/>
                </a:cxn>
                <a:cxn ang="0">
                  <a:pos x="191" y="37"/>
                </a:cxn>
                <a:cxn ang="0">
                  <a:pos x="46" y="17"/>
                </a:cxn>
                <a:cxn ang="0">
                  <a:pos x="145" y="17"/>
                </a:cxn>
                <a:cxn ang="0">
                  <a:pos x="137" y="34"/>
                </a:cxn>
                <a:cxn ang="0">
                  <a:pos x="54" y="34"/>
                </a:cxn>
                <a:cxn ang="0">
                  <a:pos x="46" y="17"/>
                </a:cxn>
                <a:cxn ang="0">
                  <a:pos x="63" y="52"/>
                </a:cxn>
                <a:cxn ang="0">
                  <a:pos x="128" y="52"/>
                </a:cxn>
                <a:cxn ang="0">
                  <a:pos x="103" y="104"/>
                </a:cxn>
                <a:cxn ang="0">
                  <a:pos x="95" y="103"/>
                </a:cxn>
                <a:cxn ang="0">
                  <a:pos x="88" y="104"/>
                </a:cxn>
                <a:cxn ang="0">
                  <a:pos x="63" y="52"/>
                </a:cxn>
                <a:cxn ang="0">
                  <a:pos x="149" y="171"/>
                </a:cxn>
                <a:cxn ang="0">
                  <a:pos x="95" y="225"/>
                </a:cxn>
                <a:cxn ang="0">
                  <a:pos x="42" y="171"/>
                </a:cxn>
                <a:cxn ang="0">
                  <a:pos x="95" y="118"/>
                </a:cxn>
                <a:cxn ang="0">
                  <a:pos x="149" y="171"/>
                </a:cxn>
                <a:cxn ang="0">
                  <a:pos x="95" y="122"/>
                </a:cxn>
                <a:cxn ang="0">
                  <a:pos x="46" y="171"/>
                </a:cxn>
                <a:cxn ang="0">
                  <a:pos x="95" y="220"/>
                </a:cxn>
                <a:cxn ang="0">
                  <a:pos x="145" y="171"/>
                </a:cxn>
                <a:cxn ang="0">
                  <a:pos x="95" y="122"/>
                </a:cxn>
                <a:cxn ang="0">
                  <a:pos x="95" y="215"/>
                </a:cxn>
                <a:cxn ang="0">
                  <a:pos x="52" y="171"/>
                </a:cxn>
                <a:cxn ang="0">
                  <a:pos x="95" y="127"/>
                </a:cxn>
                <a:cxn ang="0">
                  <a:pos x="139" y="171"/>
                </a:cxn>
                <a:cxn ang="0">
                  <a:pos x="95" y="215"/>
                </a:cxn>
                <a:cxn ang="0">
                  <a:pos x="103" y="142"/>
                </a:cxn>
                <a:cxn ang="0">
                  <a:pos x="96" y="142"/>
                </a:cxn>
                <a:cxn ang="0">
                  <a:pos x="80" y="151"/>
                </a:cxn>
                <a:cxn ang="0">
                  <a:pos x="80" y="159"/>
                </a:cxn>
                <a:cxn ang="0">
                  <a:pos x="92" y="159"/>
                </a:cxn>
                <a:cxn ang="0">
                  <a:pos x="92" y="193"/>
                </a:cxn>
                <a:cxn ang="0">
                  <a:pos x="85" y="193"/>
                </a:cxn>
                <a:cxn ang="0">
                  <a:pos x="85" y="201"/>
                </a:cxn>
                <a:cxn ang="0">
                  <a:pos x="110" y="201"/>
                </a:cxn>
                <a:cxn ang="0">
                  <a:pos x="110" y="193"/>
                </a:cxn>
                <a:cxn ang="0">
                  <a:pos x="103" y="193"/>
                </a:cxn>
                <a:cxn ang="0">
                  <a:pos x="103" y="142"/>
                </a:cxn>
              </a:cxnLst>
              <a:rect l="0" t="0" r="r" b="b"/>
              <a:pathLst>
                <a:path w="191" h="240">
                  <a:moveTo>
                    <a:pt x="191" y="37"/>
                  </a:moveTo>
                  <a:cubicBezTo>
                    <a:pt x="178" y="25"/>
                    <a:pt x="178" y="25"/>
                    <a:pt x="178" y="25"/>
                  </a:cubicBezTo>
                  <a:cubicBezTo>
                    <a:pt x="134" y="115"/>
                    <a:pt x="134" y="115"/>
                    <a:pt x="134" y="115"/>
                  </a:cubicBezTo>
                  <a:cubicBezTo>
                    <a:pt x="130" y="112"/>
                    <a:pt x="125" y="110"/>
                    <a:pt x="120" y="108"/>
                  </a:cubicBezTo>
                  <a:cubicBezTo>
                    <a:pt x="166" y="12"/>
                    <a:pt x="166" y="12"/>
                    <a:pt x="166" y="12"/>
                  </a:cubicBezTo>
                  <a:cubicBezTo>
                    <a:pt x="154" y="0"/>
                    <a:pt x="154" y="0"/>
                    <a:pt x="154" y="0"/>
                  </a:cubicBezTo>
                  <a:cubicBezTo>
                    <a:pt x="37" y="0"/>
                    <a:pt x="37" y="0"/>
                    <a:pt x="37" y="0"/>
                  </a:cubicBezTo>
                  <a:cubicBezTo>
                    <a:pt x="25" y="12"/>
                    <a:pt x="25" y="12"/>
                    <a:pt x="25" y="12"/>
                  </a:cubicBezTo>
                  <a:cubicBezTo>
                    <a:pt x="71" y="108"/>
                    <a:pt x="71" y="108"/>
                    <a:pt x="71" y="108"/>
                  </a:cubicBezTo>
                  <a:cubicBezTo>
                    <a:pt x="66" y="110"/>
                    <a:pt x="61" y="112"/>
                    <a:pt x="57" y="115"/>
                  </a:cubicBezTo>
                  <a:cubicBezTo>
                    <a:pt x="13" y="25"/>
                    <a:pt x="13" y="25"/>
                    <a:pt x="13" y="25"/>
                  </a:cubicBezTo>
                  <a:cubicBezTo>
                    <a:pt x="0" y="37"/>
                    <a:pt x="0" y="37"/>
                    <a:pt x="0" y="37"/>
                  </a:cubicBezTo>
                  <a:cubicBezTo>
                    <a:pt x="44" y="127"/>
                    <a:pt x="44" y="127"/>
                    <a:pt x="44" y="127"/>
                  </a:cubicBezTo>
                  <a:cubicBezTo>
                    <a:pt x="34" y="139"/>
                    <a:pt x="27" y="154"/>
                    <a:pt x="27" y="171"/>
                  </a:cubicBezTo>
                  <a:cubicBezTo>
                    <a:pt x="27" y="209"/>
                    <a:pt x="58" y="240"/>
                    <a:pt x="95" y="240"/>
                  </a:cubicBezTo>
                  <a:cubicBezTo>
                    <a:pt x="133" y="240"/>
                    <a:pt x="164" y="209"/>
                    <a:pt x="164" y="171"/>
                  </a:cubicBezTo>
                  <a:cubicBezTo>
                    <a:pt x="164" y="154"/>
                    <a:pt x="157" y="139"/>
                    <a:pt x="147" y="127"/>
                  </a:cubicBezTo>
                  <a:lnTo>
                    <a:pt x="191" y="37"/>
                  </a:lnTo>
                  <a:close/>
                  <a:moveTo>
                    <a:pt x="46" y="17"/>
                  </a:moveTo>
                  <a:cubicBezTo>
                    <a:pt x="145" y="17"/>
                    <a:pt x="145" y="17"/>
                    <a:pt x="145" y="17"/>
                  </a:cubicBezTo>
                  <a:cubicBezTo>
                    <a:pt x="137" y="34"/>
                    <a:pt x="137" y="34"/>
                    <a:pt x="137" y="34"/>
                  </a:cubicBezTo>
                  <a:cubicBezTo>
                    <a:pt x="54" y="34"/>
                    <a:pt x="54" y="34"/>
                    <a:pt x="54" y="34"/>
                  </a:cubicBezTo>
                  <a:lnTo>
                    <a:pt x="46" y="17"/>
                  </a:lnTo>
                  <a:close/>
                  <a:moveTo>
                    <a:pt x="63" y="52"/>
                  </a:moveTo>
                  <a:cubicBezTo>
                    <a:pt x="128" y="52"/>
                    <a:pt x="128" y="52"/>
                    <a:pt x="128" y="52"/>
                  </a:cubicBezTo>
                  <a:cubicBezTo>
                    <a:pt x="103" y="104"/>
                    <a:pt x="103" y="104"/>
                    <a:pt x="103" y="104"/>
                  </a:cubicBezTo>
                  <a:cubicBezTo>
                    <a:pt x="101" y="103"/>
                    <a:pt x="98" y="103"/>
                    <a:pt x="95" y="103"/>
                  </a:cubicBezTo>
                  <a:cubicBezTo>
                    <a:pt x="93" y="103"/>
                    <a:pt x="90" y="103"/>
                    <a:pt x="88" y="104"/>
                  </a:cubicBezTo>
                  <a:lnTo>
                    <a:pt x="63" y="52"/>
                  </a:lnTo>
                  <a:close/>
                  <a:moveTo>
                    <a:pt x="149" y="171"/>
                  </a:moveTo>
                  <a:cubicBezTo>
                    <a:pt x="149" y="201"/>
                    <a:pt x="125" y="225"/>
                    <a:pt x="95" y="225"/>
                  </a:cubicBezTo>
                  <a:cubicBezTo>
                    <a:pt x="66" y="225"/>
                    <a:pt x="42" y="201"/>
                    <a:pt x="42" y="171"/>
                  </a:cubicBezTo>
                  <a:cubicBezTo>
                    <a:pt x="42" y="142"/>
                    <a:pt x="66" y="118"/>
                    <a:pt x="95" y="118"/>
                  </a:cubicBezTo>
                  <a:cubicBezTo>
                    <a:pt x="125" y="118"/>
                    <a:pt x="149" y="142"/>
                    <a:pt x="149" y="171"/>
                  </a:cubicBezTo>
                  <a:close/>
                  <a:moveTo>
                    <a:pt x="95" y="122"/>
                  </a:moveTo>
                  <a:cubicBezTo>
                    <a:pt x="68" y="122"/>
                    <a:pt x="46" y="144"/>
                    <a:pt x="46" y="171"/>
                  </a:cubicBezTo>
                  <a:cubicBezTo>
                    <a:pt x="46" y="198"/>
                    <a:pt x="68" y="220"/>
                    <a:pt x="95" y="220"/>
                  </a:cubicBezTo>
                  <a:cubicBezTo>
                    <a:pt x="123" y="220"/>
                    <a:pt x="145" y="198"/>
                    <a:pt x="145" y="171"/>
                  </a:cubicBezTo>
                  <a:cubicBezTo>
                    <a:pt x="145" y="144"/>
                    <a:pt x="123" y="122"/>
                    <a:pt x="95" y="122"/>
                  </a:cubicBezTo>
                  <a:close/>
                  <a:moveTo>
                    <a:pt x="95" y="215"/>
                  </a:moveTo>
                  <a:cubicBezTo>
                    <a:pt x="71" y="215"/>
                    <a:pt x="52" y="196"/>
                    <a:pt x="52" y="171"/>
                  </a:cubicBezTo>
                  <a:cubicBezTo>
                    <a:pt x="52" y="147"/>
                    <a:pt x="71" y="127"/>
                    <a:pt x="95" y="127"/>
                  </a:cubicBezTo>
                  <a:cubicBezTo>
                    <a:pt x="120" y="127"/>
                    <a:pt x="139" y="147"/>
                    <a:pt x="139" y="171"/>
                  </a:cubicBezTo>
                  <a:cubicBezTo>
                    <a:pt x="139" y="196"/>
                    <a:pt x="120" y="215"/>
                    <a:pt x="95" y="215"/>
                  </a:cubicBezTo>
                  <a:close/>
                  <a:moveTo>
                    <a:pt x="103" y="142"/>
                  </a:moveTo>
                  <a:cubicBezTo>
                    <a:pt x="96" y="142"/>
                    <a:pt x="96" y="142"/>
                    <a:pt x="96" y="142"/>
                  </a:cubicBezTo>
                  <a:cubicBezTo>
                    <a:pt x="96" y="142"/>
                    <a:pt x="92" y="151"/>
                    <a:pt x="80" y="151"/>
                  </a:cubicBezTo>
                  <a:cubicBezTo>
                    <a:pt x="80" y="159"/>
                    <a:pt x="80" y="159"/>
                    <a:pt x="80" y="159"/>
                  </a:cubicBezTo>
                  <a:cubicBezTo>
                    <a:pt x="92" y="159"/>
                    <a:pt x="92" y="159"/>
                    <a:pt x="92" y="159"/>
                  </a:cubicBezTo>
                  <a:cubicBezTo>
                    <a:pt x="92" y="193"/>
                    <a:pt x="92" y="193"/>
                    <a:pt x="92" y="193"/>
                  </a:cubicBezTo>
                  <a:cubicBezTo>
                    <a:pt x="85" y="193"/>
                    <a:pt x="85" y="193"/>
                    <a:pt x="85" y="193"/>
                  </a:cubicBezTo>
                  <a:cubicBezTo>
                    <a:pt x="85" y="201"/>
                    <a:pt x="85" y="201"/>
                    <a:pt x="85" y="201"/>
                  </a:cubicBezTo>
                  <a:cubicBezTo>
                    <a:pt x="110" y="201"/>
                    <a:pt x="110" y="201"/>
                    <a:pt x="110" y="201"/>
                  </a:cubicBezTo>
                  <a:cubicBezTo>
                    <a:pt x="110" y="193"/>
                    <a:pt x="110" y="193"/>
                    <a:pt x="110" y="193"/>
                  </a:cubicBezTo>
                  <a:cubicBezTo>
                    <a:pt x="103" y="193"/>
                    <a:pt x="103" y="193"/>
                    <a:pt x="103" y="193"/>
                  </a:cubicBezTo>
                  <a:lnTo>
                    <a:pt x="103" y="142"/>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560" name="그룹 559"/>
          <p:cNvGrpSpPr/>
          <p:nvPr/>
        </p:nvGrpSpPr>
        <p:grpSpPr>
          <a:xfrm>
            <a:off x="1189777" y="2738749"/>
            <a:ext cx="1720851" cy="1720850"/>
            <a:chOff x="3140071" y="2693988"/>
            <a:chExt cx="1720851" cy="1720850"/>
          </a:xfrm>
        </p:grpSpPr>
        <p:grpSp>
          <p:nvGrpSpPr>
            <p:cNvPr id="561" name="그룹 413"/>
            <p:cNvGrpSpPr/>
            <p:nvPr/>
          </p:nvGrpSpPr>
          <p:grpSpPr>
            <a:xfrm>
              <a:off x="3140071" y="2693988"/>
              <a:ext cx="1720851" cy="1720850"/>
              <a:chOff x="3025775" y="943769"/>
              <a:chExt cx="1720851" cy="1720850"/>
            </a:xfrm>
          </p:grpSpPr>
          <p:sp>
            <p:nvSpPr>
              <p:cNvPr id="563" name="Oval 9"/>
              <p:cNvSpPr>
                <a:spLocks noChangeArrowheads="1"/>
              </p:cNvSpPr>
              <p:nvPr/>
            </p:nvSpPr>
            <p:spPr bwMode="auto">
              <a:xfrm>
                <a:off x="3375824" y="943769"/>
                <a:ext cx="1370802" cy="1372583"/>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dirty="0"/>
              </a:p>
            </p:txBody>
          </p:sp>
          <p:grpSp>
            <p:nvGrpSpPr>
              <p:cNvPr id="564" name="그룹 474"/>
              <p:cNvGrpSpPr/>
              <p:nvPr/>
            </p:nvGrpSpPr>
            <p:grpSpPr>
              <a:xfrm>
                <a:off x="3025775" y="1045310"/>
                <a:ext cx="1621092" cy="1619309"/>
                <a:chOff x="3025775" y="1231900"/>
                <a:chExt cx="2889251" cy="2886075"/>
              </a:xfrm>
            </p:grpSpPr>
            <p:sp>
              <p:nvSpPr>
                <p:cNvPr id="565" name="Freeform 10"/>
                <p:cNvSpPr>
                  <a:spLocks noEditPoints="1"/>
                </p:cNvSpPr>
                <p:nvPr/>
              </p:nvSpPr>
              <p:spPr bwMode="auto">
                <a:xfrm>
                  <a:off x="3827463" y="1231900"/>
                  <a:ext cx="2087563" cy="2089150"/>
                </a:xfrm>
                <a:custGeom>
                  <a:avLst/>
                  <a:gdLst>
                    <a:gd name="T0" fmla="*/ 277 w 555"/>
                    <a:gd name="T1" fmla="*/ 0 h 555"/>
                    <a:gd name="T2" fmla="*/ 0 w 555"/>
                    <a:gd name="T3" fmla="*/ 277 h 555"/>
                    <a:gd name="T4" fmla="*/ 43 w 555"/>
                    <a:gd name="T5" fmla="*/ 426 h 555"/>
                    <a:gd name="T6" fmla="*/ 20 w 555"/>
                    <a:gd name="T7" fmla="*/ 454 h 555"/>
                    <a:gd name="T8" fmla="*/ 95 w 555"/>
                    <a:gd name="T9" fmla="*/ 529 h 555"/>
                    <a:gd name="T10" fmla="*/ 126 w 555"/>
                    <a:gd name="T11" fmla="*/ 509 h 555"/>
                    <a:gd name="T12" fmla="*/ 277 w 555"/>
                    <a:gd name="T13" fmla="*/ 555 h 555"/>
                    <a:gd name="T14" fmla="*/ 555 w 555"/>
                    <a:gd name="T15" fmla="*/ 277 h 555"/>
                    <a:gd name="T16" fmla="*/ 277 w 555"/>
                    <a:gd name="T17" fmla="*/ 0 h 555"/>
                    <a:gd name="T18" fmla="*/ 277 w 555"/>
                    <a:gd name="T19" fmla="*/ 492 h 555"/>
                    <a:gd name="T20" fmla="*/ 63 w 555"/>
                    <a:gd name="T21" fmla="*/ 277 h 555"/>
                    <a:gd name="T22" fmla="*/ 277 w 555"/>
                    <a:gd name="T23" fmla="*/ 62 h 555"/>
                    <a:gd name="T24" fmla="*/ 492 w 555"/>
                    <a:gd name="T25" fmla="*/ 277 h 555"/>
                    <a:gd name="T26" fmla="*/ 277 w 555"/>
                    <a:gd name="T27" fmla="*/ 492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5" h="555">
                      <a:moveTo>
                        <a:pt x="277" y="0"/>
                      </a:moveTo>
                      <a:cubicBezTo>
                        <a:pt x="124" y="0"/>
                        <a:pt x="0" y="124"/>
                        <a:pt x="0" y="277"/>
                      </a:cubicBezTo>
                      <a:cubicBezTo>
                        <a:pt x="0" y="332"/>
                        <a:pt x="16" y="383"/>
                        <a:pt x="43" y="426"/>
                      </a:cubicBezTo>
                      <a:cubicBezTo>
                        <a:pt x="20" y="454"/>
                        <a:pt x="20" y="454"/>
                        <a:pt x="20" y="454"/>
                      </a:cubicBezTo>
                      <a:cubicBezTo>
                        <a:pt x="95" y="529"/>
                        <a:pt x="95" y="529"/>
                        <a:pt x="95" y="529"/>
                      </a:cubicBezTo>
                      <a:cubicBezTo>
                        <a:pt x="126" y="509"/>
                        <a:pt x="126" y="509"/>
                        <a:pt x="126" y="509"/>
                      </a:cubicBezTo>
                      <a:cubicBezTo>
                        <a:pt x="169" y="538"/>
                        <a:pt x="221" y="555"/>
                        <a:pt x="277" y="555"/>
                      </a:cubicBezTo>
                      <a:cubicBezTo>
                        <a:pt x="431" y="555"/>
                        <a:pt x="555" y="430"/>
                        <a:pt x="555" y="277"/>
                      </a:cubicBezTo>
                      <a:cubicBezTo>
                        <a:pt x="555" y="124"/>
                        <a:pt x="431" y="0"/>
                        <a:pt x="277" y="0"/>
                      </a:cubicBezTo>
                      <a:close/>
                      <a:moveTo>
                        <a:pt x="277" y="492"/>
                      </a:moveTo>
                      <a:cubicBezTo>
                        <a:pt x="159" y="492"/>
                        <a:pt x="63" y="396"/>
                        <a:pt x="63" y="277"/>
                      </a:cubicBezTo>
                      <a:cubicBezTo>
                        <a:pt x="63" y="159"/>
                        <a:pt x="159" y="62"/>
                        <a:pt x="277" y="62"/>
                      </a:cubicBezTo>
                      <a:cubicBezTo>
                        <a:pt x="396" y="62"/>
                        <a:pt x="492" y="159"/>
                        <a:pt x="492" y="277"/>
                      </a:cubicBezTo>
                      <a:cubicBezTo>
                        <a:pt x="492" y="396"/>
                        <a:pt x="396" y="492"/>
                        <a:pt x="277" y="492"/>
                      </a:cubicBezTo>
                      <a:close/>
                    </a:path>
                  </a:pathLst>
                </a:custGeom>
                <a:solidFill>
                  <a:schemeClr val="tx2">
                    <a:alpha val="20000"/>
                  </a:schemeClr>
                </a:solidFill>
                <a:ln>
                  <a:noFill/>
                </a:ln>
              </p:spPr>
              <p:txBody>
                <a:bodyPr vert="horz" wrap="square" lIns="91440" tIns="45720" rIns="91440" bIns="45720" numCol="1" anchor="t" anchorCtr="0" compatLnSpc="1">
                  <a:prstTxWarp prst="textNoShape">
                    <a:avLst/>
                  </a:prstTxWarp>
                </a:bodyPr>
                <a:lstStyle/>
                <a:p>
                  <a:endParaRPr lang="ko-KR" altLang="en-US" dirty="0"/>
                </a:p>
              </p:txBody>
            </p:sp>
            <p:sp>
              <p:nvSpPr>
                <p:cNvPr id="566" name="Freeform 11"/>
                <p:cNvSpPr>
                  <a:spLocks/>
                </p:cNvSpPr>
                <p:nvPr/>
              </p:nvSpPr>
              <p:spPr bwMode="auto">
                <a:xfrm>
                  <a:off x="4135438" y="1541463"/>
                  <a:ext cx="809625" cy="808038"/>
                </a:xfrm>
                <a:custGeom>
                  <a:avLst/>
                  <a:gdLst>
                    <a:gd name="T0" fmla="*/ 195 w 215"/>
                    <a:gd name="T1" fmla="*/ 0 h 215"/>
                    <a:gd name="T2" fmla="*/ 0 w 215"/>
                    <a:gd name="T3" fmla="*/ 195 h 215"/>
                    <a:gd name="T4" fmla="*/ 20 w 215"/>
                    <a:gd name="T5" fmla="*/ 215 h 215"/>
                    <a:gd name="T6" fmla="*/ 40 w 215"/>
                    <a:gd name="T7" fmla="*/ 195 h 215"/>
                    <a:gd name="T8" fmla="*/ 195 w 215"/>
                    <a:gd name="T9" fmla="*/ 40 h 215"/>
                    <a:gd name="T10" fmla="*/ 215 w 215"/>
                    <a:gd name="T11" fmla="*/ 20 h 215"/>
                    <a:gd name="T12" fmla="*/ 195 w 215"/>
                    <a:gd name="T13" fmla="*/ 0 h 215"/>
                  </a:gdLst>
                  <a:ahLst/>
                  <a:cxnLst>
                    <a:cxn ang="0">
                      <a:pos x="T0" y="T1"/>
                    </a:cxn>
                    <a:cxn ang="0">
                      <a:pos x="T2" y="T3"/>
                    </a:cxn>
                    <a:cxn ang="0">
                      <a:pos x="T4" y="T5"/>
                    </a:cxn>
                    <a:cxn ang="0">
                      <a:pos x="T6" y="T7"/>
                    </a:cxn>
                    <a:cxn ang="0">
                      <a:pos x="T8" y="T9"/>
                    </a:cxn>
                    <a:cxn ang="0">
                      <a:pos x="T10" y="T11"/>
                    </a:cxn>
                    <a:cxn ang="0">
                      <a:pos x="T12" y="T13"/>
                    </a:cxn>
                  </a:cxnLst>
                  <a:rect l="0" t="0" r="r" b="b"/>
                  <a:pathLst>
                    <a:path w="215" h="215">
                      <a:moveTo>
                        <a:pt x="195" y="0"/>
                      </a:moveTo>
                      <a:cubicBezTo>
                        <a:pt x="88" y="0"/>
                        <a:pt x="0" y="87"/>
                        <a:pt x="0" y="195"/>
                      </a:cubicBezTo>
                      <a:cubicBezTo>
                        <a:pt x="0" y="206"/>
                        <a:pt x="9" y="215"/>
                        <a:pt x="20" y="215"/>
                      </a:cubicBezTo>
                      <a:cubicBezTo>
                        <a:pt x="31" y="215"/>
                        <a:pt x="40" y="206"/>
                        <a:pt x="40" y="195"/>
                      </a:cubicBezTo>
                      <a:cubicBezTo>
                        <a:pt x="40" y="109"/>
                        <a:pt x="110" y="40"/>
                        <a:pt x="195" y="40"/>
                      </a:cubicBezTo>
                      <a:cubicBezTo>
                        <a:pt x="206" y="40"/>
                        <a:pt x="215" y="31"/>
                        <a:pt x="215" y="20"/>
                      </a:cubicBezTo>
                      <a:cubicBezTo>
                        <a:pt x="215" y="9"/>
                        <a:pt x="206" y="0"/>
                        <a:pt x="195" y="0"/>
                      </a:cubicBezTo>
                      <a:close/>
                    </a:path>
                  </a:pathLst>
                </a:custGeom>
                <a:solidFill>
                  <a:schemeClr val="tx2">
                    <a:alpha val="10000"/>
                  </a:schemeClr>
                </a:solidFill>
                <a:ln>
                  <a:noFill/>
                </a:ln>
              </p:spPr>
              <p:txBody>
                <a:bodyPr vert="horz" wrap="square" lIns="91440" tIns="45720" rIns="91440" bIns="45720" numCol="1" anchor="t" anchorCtr="0" compatLnSpc="1">
                  <a:prstTxWarp prst="textNoShape">
                    <a:avLst/>
                  </a:prstTxWarp>
                </a:bodyPr>
                <a:lstStyle/>
                <a:p>
                  <a:endParaRPr lang="ko-KR" altLang="en-US" dirty="0"/>
                </a:p>
              </p:txBody>
            </p:sp>
            <p:sp>
              <p:nvSpPr>
                <p:cNvPr id="567" name="Freeform 12"/>
                <p:cNvSpPr>
                  <a:spLocks/>
                </p:cNvSpPr>
                <p:nvPr/>
              </p:nvSpPr>
              <p:spPr bwMode="auto">
                <a:xfrm>
                  <a:off x="3025775" y="3016250"/>
                  <a:ext cx="1082675" cy="1101725"/>
                </a:xfrm>
                <a:custGeom>
                  <a:avLst/>
                  <a:gdLst>
                    <a:gd name="T0" fmla="*/ 24 w 288"/>
                    <a:gd name="T1" fmla="*/ 191 h 293"/>
                    <a:gd name="T2" fmla="*/ 22 w 288"/>
                    <a:gd name="T3" fmla="*/ 193 h 293"/>
                    <a:gd name="T4" fmla="*/ 22 w 288"/>
                    <a:gd name="T5" fmla="*/ 272 h 293"/>
                    <a:gd name="T6" fmla="*/ 100 w 288"/>
                    <a:gd name="T7" fmla="*/ 272 h 293"/>
                    <a:gd name="T8" fmla="*/ 105 w 288"/>
                    <a:gd name="T9" fmla="*/ 267 h 293"/>
                    <a:gd name="T10" fmla="*/ 288 w 288"/>
                    <a:gd name="T11" fmla="*/ 64 h 293"/>
                    <a:gd name="T12" fmla="*/ 224 w 288"/>
                    <a:gd name="T13" fmla="*/ 0 h 293"/>
                    <a:gd name="T14" fmla="*/ 24 w 288"/>
                    <a:gd name="T15" fmla="*/ 191 h 2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8" h="293">
                      <a:moveTo>
                        <a:pt x="24" y="191"/>
                      </a:moveTo>
                      <a:cubicBezTo>
                        <a:pt x="22" y="193"/>
                        <a:pt x="22" y="193"/>
                        <a:pt x="22" y="193"/>
                      </a:cubicBezTo>
                      <a:cubicBezTo>
                        <a:pt x="0" y="215"/>
                        <a:pt x="0" y="250"/>
                        <a:pt x="22" y="272"/>
                      </a:cubicBezTo>
                      <a:cubicBezTo>
                        <a:pt x="44" y="293"/>
                        <a:pt x="79" y="293"/>
                        <a:pt x="100" y="272"/>
                      </a:cubicBezTo>
                      <a:cubicBezTo>
                        <a:pt x="102" y="270"/>
                        <a:pt x="103" y="268"/>
                        <a:pt x="105" y="267"/>
                      </a:cubicBezTo>
                      <a:cubicBezTo>
                        <a:pt x="288" y="64"/>
                        <a:pt x="288" y="64"/>
                        <a:pt x="288" y="64"/>
                      </a:cubicBezTo>
                      <a:cubicBezTo>
                        <a:pt x="224" y="0"/>
                        <a:pt x="224" y="0"/>
                        <a:pt x="224" y="0"/>
                      </a:cubicBezTo>
                      <a:lnTo>
                        <a:pt x="24" y="191"/>
                      </a:lnTo>
                      <a:close/>
                    </a:path>
                  </a:pathLst>
                </a:custGeom>
                <a:solidFill>
                  <a:schemeClr val="tx2">
                    <a:alpha val="20000"/>
                  </a:schemeClr>
                </a:solidFill>
                <a:ln>
                  <a:noFill/>
                </a:ln>
              </p:spPr>
              <p:txBody>
                <a:bodyPr vert="horz" wrap="square" lIns="91440" tIns="45720" rIns="91440" bIns="45720" numCol="1" anchor="t" anchorCtr="0" compatLnSpc="1">
                  <a:prstTxWarp prst="textNoShape">
                    <a:avLst/>
                  </a:prstTxWarp>
                </a:bodyPr>
                <a:lstStyle/>
                <a:p>
                  <a:endParaRPr lang="ko-KR" altLang="en-US" dirty="0"/>
                </a:p>
              </p:txBody>
            </p:sp>
          </p:grpSp>
        </p:grpSp>
        <p:sp>
          <p:nvSpPr>
            <p:cNvPr id="562" name="Freeform 30"/>
            <p:cNvSpPr>
              <a:spLocks noEditPoints="1"/>
            </p:cNvSpPr>
            <p:nvPr/>
          </p:nvSpPr>
          <p:spPr bwMode="auto">
            <a:xfrm>
              <a:off x="3972991" y="3128665"/>
              <a:ext cx="466725" cy="479425"/>
            </a:xfrm>
            <a:custGeom>
              <a:avLst/>
              <a:gdLst/>
              <a:ahLst/>
              <a:cxnLst>
                <a:cxn ang="0">
                  <a:pos x="162" y="125"/>
                </a:cxn>
                <a:cxn ang="0">
                  <a:pos x="163" y="125"/>
                </a:cxn>
                <a:cxn ang="0">
                  <a:pos x="163" y="124"/>
                </a:cxn>
                <a:cxn ang="0">
                  <a:pos x="134" y="107"/>
                </a:cxn>
                <a:cxn ang="0">
                  <a:pos x="113" y="95"/>
                </a:cxn>
                <a:cxn ang="0">
                  <a:pos x="106" y="89"/>
                </a:cxn>
                <a:cxn ang="0">
                  <a:pos x="104" y="80"/>
                </a:cxn>
                <a:cxn ang="0">
                  <a:pos x="111" y="65"/>
                </a:cxn>
                <a:cxn ang="0">
                  <a:pos x="117" y="51"/>
                </a:cxn>
                <a:cxn ang="0">
                  <a:pos x="115" y="47"/>
                </a:cxn>
                <a:cxn ang="0">
                  <a:pos x="111" y="16"/>
                </a:cxn>
                <a:cxn ang="0">
                  <a:pos x="91" y="3"/>
                </a:cxn>
                <a:cxn ang="0">
                  <a:pos x="84" y="1"/>
                </a:cxn>
                <a:cxn ang="0">
                  <a:pos x="75" y="0"/>
                </a:cxn>
                <a:cxn ang="0">
                  <a:pos x="76" y="3"/>
                </a:cxn>
                <a:cxn ang="0">
                  <a:pos x="57" y="16"/>
                </a:cxn>
                <a:cxn ang="0">
                  <a:pos x="53" y="47"/>
                </a:cxn>
                <a:cxn ang="0">
                  <a:pos x="50" y="51"/>
                </a:cxn>
                <a:cxn ang="0">
                  <a:pos x="57" y="65"/>
                </a:cxn>
                <a:cxn ang="0">
                  <a:pos x="64" y="80"/>
                </a:cxn>
                <a:cxn ang="0">
                  <a:pos x="62" y="89"/>
                </a:cxn>
                <a:cxn ang="0">
                  <a:pos x="55" y="95"/>
                </a:cxn>
                <a:cxn ang="0">
                  <a:pos x="33" y="107"/>
                </a:cxn>
                <a:cxn ang="0">
                  <a:pos x="5" y="124"/>
                </a:cxn>
                <a:cxn ang="0">
                  <a:pos x="0" y="168"/>
                </a:cxn>
                <a:cxn ang="0">
                  <a:pos x="0" y="172"/>
                </a:cxn>
                <a:cxn ang="0">
                  <a:pos x="0" y="172"/>
                </a:cxn>
                <a:cxn ang="0">
                  <a:pos x="84" y="194"/>
                </a:cxn>
                <a:cxn ang="0">
                  <a:pos x="126" y="189"/>
                </a:cxn>
                <a:cxn ang="0">
                  <a:pos x="120" y="167"/>
                </a:cxn>
                <a:cxn ang="0">
                  <a:pos x="162" y="125"/>
                </a:cxn>
                <a:cxn ang="0">
                  <a:pos x="166" y="137"/>
                </a:cxn>
                <a:cxn ang="0">
                  <a:pos x="162" y="136"/>
                </a:cxn>
                <a:cxn ang="0">
                  <a:pos x="131" y="167"/>
                </a:cxn>
                <a:cxn ang="0">
                  <a:pos x="137" y="186"/>
                </a:cxn>
                <a:cxn ang="0">
                  <a:pos x="162" y="198"/>
                </a:cxn>
                <a:cxn ang="0">
                  <a:pos x="193" y="167"/>
                </a:cxn>
                <a:cxn ang="0">
                  <a:pos x="166" y="137"/>
                </a:cxn>
                <a:cxn ang="0">
                  <a:pos x="182" y="171"/>
                </a:cxn>
                <a:cxn ang="0">
                  <a:pos x="166" y="171"/>
                </a:cxn>
                <a:cxn ang="0">
                  <a:pos x="166" y="187"/>
                </a:cxn>
                <a:cxn ang="0">
                  <a:pos x="158" y="187"/>
                </a:cxn>
                <a:cxn ang="0">
                  <a:pos x="158" y="171"/>
                </a:cxn>
                <a:cxn ang="0">
                  <a:pos x="142" y="171"/>
                </a:cxn>
                <a:cxn ang="0">
                  <a:pos x="142" y="163"/>
                </a:cxn>
                <a:cxn ang="0">
                  <a:pos x="158" y="163"/>
                </a:cxn>
                <a:cxn ang="0">
                  <a:pos x="158" y="148"/>
                </a:cxn>
                <a:cxn ang="0">
                  <a:pos x="166" y="148"/>
                </a:cxn>
                <a:cxn ang="0">
                  <a:pos x="166" y="163"/>
                </a:cxn>
                <a:cxn ang="0">
                  <a:pos x="182" y="163"/>
                </a:cxn>
                <a:cxn ang="0">
                  <a:pos x="182" y="171"/>
                </a:cxn>
              </a:cxnLst>
              <a:rect l="0" t="0" r="r" b="b"/>
              <a:pathLst>
                <a:path w="193" h="198">
                  <a:moveTo>
                    <a:pt x="162" y="125"/>
                  </a:moveTo>
                  <a:cubicBezTo>
                    <a:pt x="162" y="125"/>
                    <a:pt x="163" y="125"/>
                    <a:pt x="163" y="125"/>
                  </a:cubicBezTo>
                  <a:cubicBezTo>
                    <a:pt x="163" y="125"/>
                    <a:pt x="163" y="125"/>
                    <a:pt x="163" y="124"/>
                  </a:cubicBezTo>
                  <a:cubicBezTo>
                    <a:pt x="156" y="108"/>
                    <a:pt x="139" y="108"/>
                    <a:pt x="134" y="107"/>
                  </a:cubicBezTo>
                  <a:cubicBezTo>
                    <a:pt x="121" y="103"/>
                    <a:pt x="116" y="101"/>
                    <a:pt x="113" y="95"/>
                  </a:cubicBezTo>
                  <a:cubicBezTo>
                    <a:pt x="110" y="89"/>
                    <a:pt x="106" y="89"/>
                    <a:pt x="106" y="89"/>
                  </a:cubicBezTo>
                  <a:cubicBezTo>
                    <a:pt x="105" y="86"/>
                    <a:pt x="104" y="83"/>
                    <a:pt x="104" y="80"/>
                  </a:cubicBezTo>
                  <a:cubicBezTo>
                    <a:pt x="110" y="73"/>
                    <a:pt x="111" y="65"/>
                    <a:pt x="111" y="65"/>
                  </a:cubicBezTo>
                  <a:cubicBezTo>
                    <a:pt x="116" y="63"/>
                    <a:pt x="118" y="54"/>
                    <a:pt x="117" y="51"/>
                  </a:cubicBezTo>
                  <a:cubicBezTo>
                    <a:pt x="117" y="47"/>
                    <a:pt x="115" y="47"/>
                    <a:pt x="115" y="47"/>
                  </a:cubicBezTo>
                  <a:cubicBezTo>
                    <a:pt x="115" y="47"/>
                    <a:pt x="118" y="28"/>
                    <a:pt x="111" y="16"/>
                  </a:cubicBezTo>
                  <a:cubicBezTo>
                    <a:pt x="103" y="4"/>
                    <a:pt x="91" y="3"/>
                    <a:pt x="91" y="3"/>
                  </a:cubicBezTo>
                  <a:cubicBezTo>
                    <a:pt x="84" y="1"/>
                    <a:pt x="84" y="1"/>
                    <a:pt x="84" y="1"/>
                  </a:cubicBezTo>
                  <a:cubicBezTo>
                    <a:pt x="84" y="1"/>
                    <a:pt x="77" y="1"/>
                    <a:pt x="75" y="0"/>
                  </a:cubicBezTo>
                  <a:cubicBezTo>
                    <a:pt x="75" y="0"/>
                    <a:pt x="75" y="2"/>
                    <a:pt x="76" y="3"/>
                  </a:cubicBezTo>
                  <a:cubicBezTo>
                    <a:pt x="76" y="3"/>
                    <a:pt x="64" y="4"/>
                    <a:pt x="57" y="16"/>
                  </a:cubicBezTo>
                  <a:cubicBezTo>
                    <a:pt x="50" y="28"/>
                    <a:pt x="53" y="47"/>
                    <a:pt x="53" y="47"/>
                  </a:cubicBezTo>
                  <a:cubicBezTo>
                    <a:pt x="53" y="47"/>
                    <a:pt x="51" y="47"/>
                    <a:pt x="50" y="51"/>
                  </a:cubicBezTo>
                  <a:cubicBezTo>
                    <a:pt x="50" y="54"/>
                    <a:pt x="52" y="63"/>
                    <a:pt x="57" y="65"/>
                  </a:cubicBezTo>
                  <a:cubicBezTo>
                    <a:pt x="57" y="65"/>
                    <a:pt x="58" y="73"/>
                    <a:pt x="64" y="80"/>
                  </a:cubicBezTo>
                  <a:cubicBezTo>
                    <a:pt x="63" y="83"/>
                    <a:pt x="63" y="86"/>
                    <a:pt x="62" y="89"/>
                  </a:cubicBezTo>
                  <a:cubicBezTo>
                    <a:pt x="62" y="89"/>
                    <a:pt x="58" y="89"/>
                    <a:pt x="55" y="95"/>
                  </a:cubicBezTo>
                  <a:cubicBezTo>
                    <a:pt x="51" y="101"/>
                    <a:pt x="47" y="103"/>
                    <a:pt x="33" y="107"/>
                  </a:cubicBezTo>
                  <a:cubicBezTo>
                    <a:pt x="29" y="108"/>
                    <a:pt x="12" y="108"/>
                    <a:pt x="5" y="124"/>
                  </a:cubicBezTo>
                  <a:cubicBezTo>
                    <a:pt x="2" y="132"/>
                    <a:pt x="0" y="151"/>
                    <a:pt x="0" y="168"/>
                  </a:cubicBezTo>
                  <a:cubicBezTo>
                    <a:pt x="0" y="170"/>
                    <a:pt x="0" y="171"/>
                    <a:pt x="0" y="172"/>
                  </a:cubicBezTo>
                  <a:cubicBezTo>
                    <a:pt x="0" y="172"/>
                    <a:pt x="0" y="172"/>
                    <a:pt x="0" y="172"/>
                  </a:cubicBezTo>
                  <a:cubicBezTo>
                    <a:pt x="16" y="182"/>
                    <a:pt x="43" y="194"/>
                    <a:pt x="84" y="194"/>
                  </a:cubicBezTo>
                  <a:cubicBezTo>
                    <a:pt x="100" y="194"/>
                    <a:pt x="114" y="192"/>
                    <a:pt x="126" y="189"/>
                  </a:cubicBezTo>
                  <a:cubicBezTo>
                    <a:pt x="122" y="183"/>
                    <a:pt x="120" y="175"/>
                    <a:pt x="120" y="167"/>
                  </a:cubicBezTo>
                  <a:cubicBezTo>
                    <a:pt x="120" y="144"/>
                    <a:pt x="139" y="125"/>
                    <a:pt x="162" y="125"/>
                  </a:cubicBezTo>
                  <a:close/>
                  <a:moveTo>
                    <a:pt x="166" y="137"/>
                  </a:moveTo>
                  <a:cubicBezTo>
                    <a:pt x="164" y="136"/>
                    <a:pt x="163" y="136"/>
                    <a:pt x="162" y="136"/>
                  </a:cubicBezTo>
                  <a:cubicBezTo>
                    <a:pt x="145" y="136"/>
                    <a:pt x="131" y="150"/>
                    <a:pt x="131" y="167"/>
                  </a:cubicBezTo>
                  <a:cubicBezTo>
                    <a:pt x="131" y="174"/>
                    <a:pt x="133" y="181"/>
                    <a:pt x="137" y="186"/>
                  </a:cubicBezTo>
                  <a:cubicBezTo>
                    <a:pt x="143" y="193"/>
                    <a:pt x="152" y="198"/>
                    <a:pt x="162" y="198"/>
                  </a:cubicBezTo>
                  <a:cubicBezTo>
                    <a:pt x="179" y="198"/>
                    <a:pt x="193" y="184"/>
                    <a:pt x="193" y="167"/>
                  </a:cubicBezTo>
                  <a:cubicBezTo>
                    <a:pt x="193" y="151"/>
                    <a:pt x="181" y="138"/>
                    <a:pt x="166" y="137"/>
                  </a:cubicBezTo>
                  <a:close/>
                  <a:moveTo>
                    <a:pt x="182" y="171"/>
                  </a:moveTo>
                  <a:cubicBezTo>
                    <a:pt x="166" y="171"/>
                    <a:pt x="166" y="171"/>
                    <a:pt x="166" y="171"/>
                  </a:cubicBezTo>
                  <a:cubicBezTo>
                    <a:pt x="166" y="187"/>
                    <a:pt x="166" y="187"/>
                    <a:pt x="166" y="187"/>
                  </a:cubicBezTo>
                  <a:cubicBezTo>
                    <a:pt x="158" y="187"/>
                    <a:pt x="158" y="187"/>
                    <a:pt x="158" y="187"/>
                  </a:cubicBezTo>
                  <a:cubicBezTo>
                    <a:pt x="158" y="171"/>
                    <a:pt x="158" y="171"/>
                    <a:pt x="158" y="171"/>
                  </a:cubicBezTo>
                  <a:cubicBezTo>
                    <a:pt x="142" y="171"/>
                    <a:pt x="142" y="171"/>
                    <a:pt x="142" y="171"/>
                  </a:cubicBezTo>
                  <a:cubicBezTo>
                    <a:pt x="142" y="163"/>
                    <a:pt x="142" y="163"/>
                    <a:pt x="142" y="163"/>
                  </a:cubicBezTo>
                  <a:cubicBezTo>
                    <a:pt x="158" y="163"/>
                    <a:pt x="158" y="163"/>
                    <a:pt x="158" y="163"/>
                  </a:cubicBezTo>
                  <a:cubicBezTo>
                    <a:pt x="158" y="148"/>
                    <a:pt x="158" y="148"/>
                    <a:pt x="158" y="148"/>
                  </a:cubicBezTo>
                  <a:cubicBezTo>
                    <a:pt x="166" y="148"/>
                    <a:pt x="166" y="148"/>
                    <a:pt x="166" y="148"/>
                  </a:cubicBezTo>
                  <a:cubicBezTo>
                    <a:pt x="166" y="163"/>
                    <a:pt x="166" y="163"/>
                    <a:pt x="166" y="163"/>
                  </a:cubicBezTo>
                  <a:cubicBezTo>
                    <a:pt x="182" y="163"/>
                    <a:pt x="182" y="163"/>
                    <a:pt x="182" y="163"/>
                  </a:cubicBezTo>
                  <a:lnTo>
                    <a:pt x="182" y="171"/>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9824359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552"/>
                                        </p:tgtEl>
                                        <p:attrNameLst>
                                          <p:attrName>style.visibility</p:attrName>
                                        </p:attrNameLst>
                                      </p:cBhvr>
                                      <p:to>
                                        <p:strVal val="visible"/>
                                      </p:to>
                                    </p:set>
                                    <p:anim calcmode="lin" valueType="num">
                                      <p:cBhvr>
                                        <p:cTn id="7" dur="500" fill="hold"/>
                                        <p:tgtEl>
                                          <p:spTgt spid="552"/>
                                        </p:tgtEl>
                                        <p:attrNameLst>
                                          <p:attrName>ppt_w</p:attrName>
                                        </p:attrNameLst>
                                      </p:cBhvr>
                                      <p:tavLst>
                                        <p:tav tm="0">
                                          <p:val>
                                            <p:fltVal val="0"/>
                                          </p:val>
                                        </p:tav>
                                        <p:tav tm="100000">
                                          <p:val>
                                            <p:strVal val="#ppt_w"/>
                                          </p:val>
                                        </p:tav>
                                      </p:tavLst>
                                    </p:anim>
                                    <p:anim calcmode="lin" valueType="num">
                                      <p:cBhvr>
                                        <p:cTn id="8" dur="500" fill="hold"/>
                                        <p:tgtEl>
                                          <p:spTgt spid="552"/>
                                        </p:tgtEl>
                                        <p:attrNameLst>
                                          <p:attrName>ppt_h</p:attrName>
                                        </p:attrNameLst>
                                      </p:cBhvr>
                                      <p:tavLst>
                                        <p:tav tm="0">
                                          <p:val>
                                            <p:strVal val="#ppt_h"/>
                                          </p:val>
                                        </p:tav>
                                        <p:tav tm="100000">
                                          <p:val>
                                            <p:strVal val="#ppt_h"/>
                                          </p:val>
                                        </p:tav>
                                      </p:tavLst>
                                    </p:anim>
                                  </p:childTnLst>
                                </p:cTn>
                              </p:par>
                              <p:par>
                                <p:cTn id="9" presetID="42" presetClass="entr" presetSubtype="0" fill="hold" nodeType="withEffect">
                                  <p:stCondLst>
                                    <p:cond delay="0"/>
                                  </p:stCondLst>
                                  <p:childTnLst>
                                    <p:set>
                                      <p:cBhvr>
                                        <p:cTn id="10" dur="1" fill="hold">
                                          <p:stCondLst>
                                            <p:cond delay="0"/>
                                          </p:stCondLst>
                                        </p:cTn>
                                        <p:tgtEl>
                                          <p:spTgt spid="479"/>
                                        </p:tgtEl>
                                        <p:attrNameLst>
                                          <p:attrName>style.visibility</p:attrName>
                                        </p:attrNameLst>
                                      </p:cBhvr>
                                      <p:to>
                                        <p:strVal val="visible"/>
                                      </p:to>
                                    </p:set>
                                    <p:animEffect transition="in" filter="fade">
                                      <p:cBhvr>
                                        <p:cTn id="11" dur="500"/>
                                        <p:tgtEl>
                                          <p:spTgt spid="479"/>
                                        </p:tgtEl>
                                      </p:cBhvr>
                                    </p:animEffect>
                                    <p:anim calcmode="lin" valueType="num">
                                      <p:cBhvr>
                                        <p:cTn id="12" dur="500" fill="hold"/>
                                        <p:tgtEl>
                                          <p:spTgt spid="479"/>
                                        </p:tgtEl>
                                        <p:attrNameLst>
                                          <p:attrName>ppt_x</p:attrName>
                                        </p:attrNameLst>
                                      </p:cBhvr>
                                      <p:tavLst>
                                        <p:tav tm="0">
                                          <p:val>
                                            <p:strVal val="#ppt_x"/>
                                          </p:val>
                                        </p:tav>
                                        <p:tav tm="100000">
                                          <p:val>
                                            <p:strVal val="#ppt_x"/>
                                          </p:val>
                                        </p:tav>
                                      </p:tavLst>
                                    </p:anim>
                                    <p:anim calcmode="lin" valueType="num">
                                      <p:cBhvr>
                                        <p:cTn id="13" dur="500" fill="hold"/>
                                        <p:tgtEl>
                                          <p:spTgt spid="479"/>
                                        </p:tgtEl>
                                        <p:attrNameLst>
                                          <p:attrName>ppt_y</p:attrName>
                                        </p:attrNameLst>
                                      </p:cBhvr>
                                      <p:tavLst>
                                        <p:tav tm="0">
                                          <p:val>
                                            <p:strVal val="#ppt_y+.1"/>
                                          </p:val>
                                        </p:tav>
                                        <p:tav tm="100000">
                                          <p:val>
                                            <p:strVal val="#ppt_y"/>
                                          </p:val>
                                        </p:tav>
                                      </p:tavLst>
                                    </p:anim>
                                  </p:childTnLst>
                                </p:cTn>
                              </p:par>
                            </p:childTnLst>
                          </p:cTn>
                        </p:par>
                        <p:par>
                          <p:cTn id="14" fill="hold">
                            <p:stCondLst>
                              <p:cond delay="500"/>
                            </p:stCondLst>
                            <p:childTnLst>
                              <p:par>
                                <p:cTn id="15" presetID="12" presetClass="entr" presetSubtype="8" fill="hold" grpId="0" nodeType="afterEffect">
                                  <p:stCondLst>
                                    <p:cond delay="0"/>
                                  </p:stCondLst>
                                  <p:childTnLst>
                                    <p:set>
                                      <p:cBhvr>
                                        <p:cTn id="16" dur="1" fill="hold">
                                          <p:stCondLst>
                                            <p:cond delay="0"/>
                                          </p:stCondLst>
                                        </p:cTn>
                                        <p:tgtEl>
                                          <p:spTgt spid="537"/>
                                        </p:tgtEl>
                                        <p:attrNameLst>
                                          <p:attrName>style.visibility</p:attrName>
                                        </p:attrNameLst>
                                      </p:cBhvr>
                                      <p:to>
                                        <p:strVal val="visible"/>
                                      </p:to>
                                    </p:set>
                                    <p:animEffect transition="in" filter="slide(fromLeft)">
                                      <p:cBhvr>
                                        <p:cTn id="17" dur="500"/>
                                        <p:tgtEl>
                                          <p:spTgt spid="537"/>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538"/>
                                        </p:tgtEl>
                                        <p:attrNameLst>
                                          <p:attrName>style.visibility</p:attrName>
                                        </p:attrNameLst>
                                      </p:cBhvr>
                                      <p:to>
                                        <p:strVal val="visible"/>
                                      </p:to>
                                    </p:set>
                                    <p:animEffect transition="in" filter="fade">
                                      <p:cBhvr>
                                        <p:cTn id="21" dur="500"/>
                                        <p:tgtEl>
                                          <p:spTgt spid="538"/>
                                        </p:tgtEl>
                                      </p:cBhvr>
                                    </p:animEffect>
                                  </p:childTnLst>
                                </p:cTn>
                              </p:par>
                            </p:childTnLst>
                          </p:cTn>
                        </p:par>
                        <p:par>
                          <p:cTn id="22" fill="hold">
                            <p:stCondLst>
                              <p:cond delay="1500"/>
                            </p:stCondLst>
                            <p:childTnLst>
                              <p:par>
                                <p:cTn id="23" presetID="12" presetClass="entr" presetSubtype="8" fill="hold" grpId="0" nodeType="afterEffect">
                                  <p:stCondLst>
                                    <p:cond delay="0"/>
                                  </p:stCondLst>
                                  <p:childTnLst>
                                    <p:set>
                                      <p:cBhvr>
                                        <p:cTn id="24" dur="1" fill="hold">
                                          <p:stCondLst>
                                            <p:cond delay="0"/>
                                          </p:stCondLst>
                                        </p:cTn>
                                        <p:tgtEl>
                                          <p:spTgt spid="536"/>
                                        </p:tgtEl>
                                        <p:attrNameLst>
                                          <p:attrName>style.visibility</p:attrName>
                                        </p:attrNameLst>
                                      </p:cBhvr>
                                      <p:to>
                                        <p:strVal val="visible"/>
                                      </p:to>
                                    </p:set>
                                    <p:animEffect transition="in" filter="slide(fromLeft)">
                                      <p:cBhvr>
                                        <p:cTn id="25" dur="500"/>
                                        <p:tgtEl>
                                          <p:spTgt spid="536"/>
                                        </p:tgtEl>
                                      </p:cBhvr>
                                    </p:animEffect>
                                  </p:childTnLst>
                                </p:cTn>
                              </p:par>
                            </p:childTnLst>
                          </p:cTn>
                        </p:par>
                        <p:par>
                          <p:cTn id="26" fill="hold">
                            <p:stCondLst>
                              <p:cond delay="2000"/>
                            </p:stCondLst>
                            <p:childTnLst>
                              <p:par>
                                <p:cTn id="27" presetID="10" presetClass="entr" presetSubtype="0" fill="hold" nodeType="afterEffect">
                                  <p:stCondLst>
                                    <p:cond delay="0"/>
                                  </p:stCondLst>
                                  <p:childTnLst>
                                    <p:set>
                                      <p:cBhvr>
                                        <p:cTn id="28" dur="1" fill="hold">
                                          <p:stCondLst>
                                            <p:cond delay="0"/>
                                          </p:stCondLst>
                                        </p:cTn>
                                        <p:tgtEl>
                                          <p:spTgt spid="541"/>
                                        </p:tgtEl>
                                        <p:attrNameLst>
                                          <p:attrName>style.visibility</p:attrName>
                                        </p:attrNameLst>
                                      </p:cBhvr>
                                      <p:to>
                                        <p:strVal val="visible"/>
                                      </p:to>
                                    </p:set>
                                    <p:animEffect transition="in" filter="fade">
                                      <p:cBhvr>
                                        <p:cTn id="29" dur="500"/>
                                        <p:tgtEl>
                                          <p:spTgt spid="541"/>
                                        </p:tgtEl>
                                      </p:cBhvr>
                                    </p:animEffect>
                                  </p:childTnLst>
                                </p:cTn>
                              </p:par>
                            </p:childTnLst>
                          </p:cTn>
                        </p:par>
                        <p:par>
                          <p:cTn id="30" fill="hold">
                            <p:stCondLst>
                              <p:cond delay="2500"/>
                            </p:stCondLst>
                            <p:childTnLst>
                              <p:par>
                                <p:cTn id="31" presetID="17" presetClass="entr" presetSubtype="10" fill="hold" nodeType="afterEffect">
                                  <p:stCondLst>
                                    <p:cond delay="0"/>
                                  </p:stCondLst>
                                  <p:childTnLst>
                                    <p:set>
                                      <p:cBhvr>
                                        <p:cTn id="32" dur="1" fill="hold">
                                          <p:stCondLst>
                                            <p:cond delay="0"/>
                                          </p:stCondLst>
                                        </p:cTn>
                                        <p:tgtEl>
                                          <p:spTgt spid="560"/>
                                        </p:tgtEl>
                                        <p:attrNameLst>
                                          <p:attrName>style.visibility</p:attrName>
                                        </p:attrNameLst>
                                      </p:cBhvr>
                                      <p:to>
                                        <p:strVal val="visible"/>
                                      </p:to>
                                    </p:set>
                                    <p:anim calcmode="lin" valueType="num">
                                      <p:cBhvr>
                                        <p:cTn id="33" dur="500" fill="hold"/>
                                        <p:tgtEl>
                                          <p:spTgt spid="560"/>
                                        </p:tgtEl>
                                        <p:attrNameLst>
                                          <p:attrName>ppt_w</p:attrName>
                                        </p:attrNameLst>
                                      </p:cBhvr>
                                      <p:tavLst>
                                        <p:tav tm="0">
                                          <p:val>
                                            <p:fltVal val="0"/>
                                          </p:val>
                                        </p:tav>
                                        <p:tav tm="100000">
                                          <p:val>
                                            <p:strVal val="#ppt_w"/>
                                          </p:val>
                                        </p:tav>
                                      </p:tavLst>
                                    </p:anim>
                                    <p:anim calcmode="lin" valueType="num">
                                      <p:cBhvr>
                                        <p:cTn id="34" dur="500" fill="hold"/>
                                        <p:tgtEl>
                                          <p:spTgt spid="560"/>
                                        </p:tgtEl>
                                        <p:attrNameLst>
                                          <p:attrName>ppt_h</p:attrName>
                                        </p:attrNameLst>
                                      </p:cBhvr>
                                      <p:tavLst>
                                        <p:tav tm="0">
                                          <p:val>
                                            <p:strVal val="#ppt_h"/>
                                          </p:val>
                                        </p:tav>
                                        <p:tav tm="100000">
                                          <p:val>
                                            <p:strVal val="#ppt_h"/>
                                          </p:val>
                                        </p:tav>
                                      </p:tavLst>
                                    </p:anim>
                                  </p:childTnLst>
                                </p:cTn>
                              </p:par>
                              <p:par>
                                <p:cTn id="35" presetID="42" presetClass="entr" presetSubtype="0" fill="hold" nodeType="withEffect">
                                  <p:stCondLst>
                                    <p:cond delay="0"/>
                                  </p:stCondLst>
                                  <p:childTnLst>
                                    <p:set>
                                      <p:cBhvr>
                                        <p:cTn id="36" dur="1" fill="hold">
                                          <p:stCondLst>
                                            <p:cond delay="0"/>
                                          </p:stCondLst>
                                        </p:cTn>
                                        <p:tgtEl>
                                          <p:spTgt spid="351"/>
                                        </p:tgtEl>
                                        <p:attrNameLst>
                                          <p:attrName>style.visibility</p:attrName>
                                        </p:attrNameLst>
                                      </p:cBhvr>
                                      <p:to>
                                        <p:strVal val="visible"/>
                                      </p:to>
                                    </p:set>
                                    <p:animEffect transition="in" filter="fade">
                                      <p:cBhvr>
                                        <p:cTn id="37" dur="500"/>
                                        <p:tgtEl>
                                          <p:spTgt spid="351"/>
                                        </p:tgtEl>
                                      </p:cBhvr>
                                    </p:animEffect>
                                    <p:anim calcmode="lin" valueType="num">
                                      <p:cBhvr>
                                        <p:cTn id="38" dur="500" fill="hold"/>
                                        <p:tgtEl>
                                          <p:spTgt spid="351"/>
                                        </p:tgtEl>
                                        <p:attrNameLst>
                                          <p:attrName>ppt_x</p:attrName>
                                        </p:attrNameLst>
                                      </p:cBhvr>
                                      <p:tavLst>
                                        <p:tav tm="0">
                                          <p:val>
                                            <p:strVal val="#ppt_x"/>
                                          </p:val>
                                        </p:tav>
                                        <p:tav tm="100000">
                                          <p:val>
                                            <p:strVal val="#ppt_x"/>
                                          </p:val>
                                        </p:tav>
                                      </p:tavLst>
                                    </p:anim>
                                    <p:anim calcmode="lin" valueType="num">
                                      <p:cBhvr>
                                        <p:cTn id="39" dur="500" fill="hold"/>
                                        <p:tgtEl>
                                          <p:spTgt spid="351"/>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12" presetClass="entr" presetSubtype="8" fill="hold" grpId="0" nodeType="afterEffect">
                                  <p:stCondLst>
                                    <p:cond delay="0"/>
                                  </p:stCondLst>
                                  <p:childTnLst>
                                    <p:set>
                                      <p:cBhvr>
                                        <p:cTn id="42" dur="1" fill="hold">
                                          <p:stCondLst>
                                            <p:cond delay="0"/>
                                          </p:stCondLst>
                                        </p:cTn>
                                        <p:tgtEl>
                                          <p:spTgt spid="545"/>
                                        </p:tgtEl>
                                        <p:attrNameLst>
                                          <p:attrName>style.visibility</p:attrName>
                                        </p:attrNameLst>
                                      </p:cBhvr>
                                      <p:to>
                                        <p:strVal val="visible"/>
                                      </p:to>
                                    </p:set>
                                    <p:animEffect transition="in" filter="slide(fromLeft)">
                                      <p:cBhvr>
                                        <p:cTn id="43" dur="500"/>
                                        <p:tgtEl>
                                          <p:spTgt spid="545"/>
                                        </p:tgtEl>
                                      </p:cBhvr>
                                    </p:animEffect>
                                  </p:childTnLst>
                                </p:cTn>
                              </p:par>
                            </p:childTnLst>
                          </p:cTn>
                        </p:par>
                        <p:par>
                          <p:cTn id="44" fill="hold">
                            <p:stCondLst>
                              <p:cond delay="3500"/>
                            </p:stCondLst>
                            <p:childTnLst>
                              <p:par>
                                <p:cTn id="45" presetID="10" presetClass="entr" presetSubtype="0" fill="hold" nodeType="afterEffect">
                                  <p:stCondLst>
                                    <p:cond delay="0"/>
                                  </p:stCondLst>
                                  <p:childTnLst>
                                    <p:set>
                                      <p:cBhvr>
                                        <p:cTn id="46" dur="1" fill="hold">
                                          <p:stCondLst>
                                            <p:cond delay="0"/>
                                          </p:stCondLst>
                                        </p:cTn>
                                        <p:tgtEl>
                                          <p:spTgt spid="546"/>
                                        </p:tgtEl>
                                        <p:attrNameLst>
                                          <p:attrName>style.visibility</p:attrName>
                                        </p:attrNameLst>
                                      </p:cBhvr>
                                      <p:to>
                                        <p:strVal val="visible"/>
                                      </p:to>
                                    </p:set>
                                    <p:animEffect transition="in" filter="fade">
                                      <p:cBhvr>
                                        <p:cTn id="47" dur="500"/>
                                        <p:tgtEl>
                                          <p:spTgt spid="546"/>
                                        </p:tgtEl>
                                      </p:cBhvr>
                                    </p:animEffect>
                                  </p:childTnLst>
                                </p:cTn>
                              </p:par>
                            </p:childTnLst>
                          </p:cTn>
                        </p:par>
                        <p:par>
                          <p:cTn id="48" fill="hold">
                            <p:stCondLst>
                              <p:cond delay="4000"/>
                            </p:stCondLst>
                            <p:childTnLst>
                              <p:par>
                                <p:cTn id="49" presetID="12" presetClass="entr" presetSubtype="8" fill="hold" grpId="0" nodeType="afterEffect">
                                  <p:stCondLst>
                                    <p:cond delay="0"/>
                                  </p:stCondLst>
                                  <p:childTnLst>
                                    <p:set>
                                      <p:cBhvr>
                                        <p:cTn id="50" dur="1" fill="hold">
                                          <p:stCondLst>
                                            <p:cond delay="0"/>
                                          </p:stCondLst>
                                        </p:cTn>
                                        <p:tgtEl>
                                          <p:spTgt spid="544"/>
                                        </p:tgtEl>
                                        <p:attrNameLst>
                                          <p:attrName>style.visibility</p:attrName>
                                        </p:attrNameLst>
                                      </p:cBhvr>
                                      <p:to>
                                        <p:strVal val="visible"/>
                                      </p:to>
                                    </p:set>
                                    <p:animEffect transition="in" filter="slide(fromLeft)">
                                      <p:cBhvr>
                                        <p:cTn id="51" dur="500"/>
                                        <p:tgtEl>
                                          <p:spTgt spid="544"/>
                                        </p:tgtEl>
                                      </p:cBhvr>
                                    </p:animEffect>
                                  </p:childTnLst>
                                </p:cTn>
                              </p:par>
                            </p:childTnLst>
                          </p:cTn>
                        </p:par>
                        <p:par>
                          <p:cTn id="52" fill="hold">
                            <p:stCondLst>
                              <p:cond delay="4500"/>
                            </p:stCondLst>
                            <p:childTnLst>
                              <p:par>
                                <p:cTn id="53" presetID="10" presetClass="entr" presetSubtype="0" fill="hold" nodeType="afterEffect">
                                  <p:stCondLst>
                                    <p:cond delay="0"/>
                                  </p:stCondLst>
                                  <p:childTnLst>
                                    <p:set>
                                      <p:cBhvr>
                                        <p:cTn id="54" dur="1" fill="hold">
                                          <p:stCondLst>
                                            <p:cond delay="0"/>
                                          </p:stCondLst>
                                        </p:cTn>
                                        <p:tgtEl>
                                          <p:spTgt spid="549"/>
                                        </p:tgtEl>
                                        <p:attrNameLst>
                                          <p:attrName>style.visibility</p:attrName>
                                        </p:attrNameLst>
                                      </p:cBhvr>
                                      <p:to>
                                        <p:strVal val="visible"/>
                                      </p:to>
                                    </p:set>
                                    <p:animEffect transition="in" filter="fade">
                                      <p:cBhvr>
                                        <p:cTn id="55" dur="500"/>
                                        <p:tgtEl>
                                          <p:spTgt spid="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 grpId="0" animBg="1"/>
      <p:bldP spid="537" grpId="0" animBg="1"/>
      <p:bldP spid="544" grpId="0" animBg="1"/>
      <p:bldP spid="54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Pie Chart</a:t>
            </a:r>
            <a:endParaRPr lang="en-US" dirty="0"/>
          </a:p>
        </p:txBody>
      </p:sp>
      <p:grpSp>
        <p:nvGrpSpPr>
          <p:cNvPr id="39" name="그룹 38"/>
          <p:cNvGrpSpPr/>
          <p:nvPr/>
        </p:nvGrpSpPr>
        <p:grpSpPr>
          <a:xfrm>
            <a:off x="1800496" y="1154753"/>
            <a:ext cx="1056182" cy="621020"/>
            <a:chOff x="3781165" y="1038050"/>
            <a:chExt cx="1056182" cy="621020"/>
          </a:xfrm>
        </p:grpSpPr>
        <p:cxnSp>
          <p:nvCxnSpPr>
            <p:cNvPr id="10" name="직선 연결선 9"/>
            <p:cNvCxnSpPr/>
            <p:nvPr/>
          </p:nvCxnSpPr>
          <p:spPr>
            <a:xfrm flipV="1">
              <a:off x="4309256" y="1321819"/>
              <a:ext cx="0" cy="337251"/>
            </a:xfrm>
            <a:prstGeom prst="line">
              <a:avLst/>
            </a:prstGeom>
            <a:ln w="12700" cap="rnd">
              <a:solidFill>
                <a:schemeClr val="accent1"/>
              </a:solidFill>
              <a:prstDash val="sysDot"/>
              <a:headEnd type="triangle" w="med" len="sm"/>
              <a:tailEnd type="none"/>
            </a:ln>
          </p:spPr>
          <p:style>
            <a:lnRef idx="1">
              <a:schemeClr val="accent1"/>
            </a:lnRef>
            <a:fillRef idx="0">
              <a:schemeClr val="accent1"/>
            </a:fillRef>
            <a:effectRef idx="0">
              <a:schemeClr val="accent1"/>
            </a:effectRef>
            <a:fontRef idx="minor">
              <a:schemeClr val="tx1"/>
            </a:fontRef>
          </p:style>
        </p:cxnSp>
        <p:grpSp>
          <p:nvGrpSpPr>
            <p:cNvPr id="20" name="그룹 19"/>
            <p:cNvGrpSpPr/>
            <p:nvPr/>
          </p:nvGrpSpPr>
          <p:grpSpPr>
            <a:xfrm>
              <a:off x="3781165" y="1038050"/>
              <a:ext cx="1056182" cy="399644"/>
              <a:chOff x="4965996" y="1252979"/>
              <a:chExt cx="1056182" cy="399644"/>
            </a:xfrm>
            <a:effectLst>
              <a:outerShdw dist="12700" dir="5400000" algn="ctr" rotWithShape="0">
                <a:prstClr val="black">
                  <a:alpha val="10000"/>
                </a:prstClr>
              </a:outerShdw>
            </a:effectLst>
          </p:grpSpPr>
          <p:sp>
            <p:nvSpPr>
              <p:cNvPr id="17" name="모서리가 둥근 직사각형 16"/>
              <p:cNvSpPr/>
              <p:nvPr/>
            </p:nvSpPr>
            <p:spPr>
              <a:xfrm>
                <a:off x="4965996" y="1252979"/>
                <a:ext cx="1056182" cy="314636"/>
              </a:xfrm>
              <a:prstGeom prst="roundRect">
                <a:avLst/>
              </a:prstGeom>
              <a:solidFill>
                <a:schemeClr val="bg2"/>
              </a:solidFill>
              <a:ln w="6350">
                <a:solidFill>
                  <a:schemeClr val="accent1"/>
                </a:solidFill>
              </a:ln>
            </p:spPr>
            <p:txBody>
              <a:bodyPr vert="horz" wrap="square" lIns="0" tIns="0" rIns="0" bIns="0" numCol="1" anchor="ctr" anchorCtr="0" compatLnSpc="1">
                <a:prstTxWarp prst="textNoShape">
                  <a:avLst/>
                </a:prstTxWarp>
              </a:bodyPr>
              <a:lstStyle/>
              <a:p>
                <a:pPr algn="ctr">
                  <a:lnSpc>
                    <a:spcPts val="1200"/>
                  </a:lnSpc>
                </a:pPr>
                <a:endParaRPr lang="ko-KR" altLang="en-US" sz="1200" b="1" dirty="0">
                  <a:gradFill>
                    <a:gsLst>
                      <a:gs pos="0">
                        <a:schemeClr val="accent1"/>
                      </a:gs>
                      <a:gs pos="100000">
                        <a:schemeClr val="accent1"/>
                      </a:gs>
                    </a:gsLst>
                    <a:lin ang="0" scaled="0"/>
                  </a:gradFill>
                  <a:latin typeface="Roboto Condensed Regular"/>
                  <a:ea typeface="Roboto Light" pitchFamily="2" charset="0"/>
                </a:endParaRPr>
              </a:p>
            </p:txBody>
          </p:sp>
          <p:sp>
            <p:nvSpPr>
              <p:cNvPr id="9" name="이등변 삼각형 8"/>
              <p:cNvSpPr/>
              <p:nvPr/>
            </p:nvSpPr>
            <p:spPr>
              <a:xfrm rot="10800000">
                <a:off x="5390936" y="1567616"/>
                <a:ext cx="206303" cy="85007"/>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19" name="이등변 삼각형 18"/>
              <p:cNvSpPr/>
              <p:nvPr/>
            </p:nvSpPr>
            <p:spPr>
              <a:xfrm rot="10800000">
                <a:off x="5347804" y="1534032"/>
                <a:ext cx="292566" cy="85007"/>
              </a:xfrm>
              <a:prstGeom prst="triangle">
                <a:avLst/>
              </a:prstGeom>
              <a:solidFill>
                <a:schemeClr val="bg2"/>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18" name="TextBox 17"/>
            <p:cNvSpPr txBox="1"/>
            <p:nvPr/>
          </p:nvSpPr>
          <p:spPr>
            <a:xfrm>
              <a:off x="3834711" y="1106781"/>
              <a:ext cx="949090" cy="229326"/>
            </a:xfrm>
            <a:prstGeom prst="rect">
              <a:avLst/>
            </a:prstGeom>
            <a:noFill/>
          </p:spPr>
          <p:txBody>
            <a:bodyPr wrap="square" lIns="0" tIns="0" rIns="0" bIns="0" rtlCol="0">
              <a:noAutofit/>
            </a:bodyPr>
            <a:lstStyle/>
            <a:p>
              <a:pPr lvl="0" algn="ctr"/>
              <a:r>
                <a:rPr lang="en-US" altLang="ko-KR" sz="1200" b="1" dirty="0">
                  <a:gradFill>
                    <a:gsLst>
                      <a:gs pos="0">
                        <a:schemeClr val="accent1"/>
                      </a:gs>
                      <a:gs pos="100000">
                        <a:schemeClr val="accent1"/>
                      </a:gs>
                    </a:gsLst>
                    <a:lin ang="5400000" scaled="0"/>
                  </a:gradFill>
                  <a:latin typeface="Roboto Condensed Regular"/>
                </a:rPr>
                <a:t>Contents Title</a:t>
              </a:r>
              <a:endParaRPr lang="ko-KR" altLang="en-US" sz="1200" b="1" dirty="0">
                <a:gradFill>
                  <a:gsLst>
                    <a:gs pos="0">
                      <a:schemeClr val="accent1"/>
                    </a:gs>
                    <a:gs pos="100000">
                      <a:schemeClr val="accent1"/>
                    </a:gs>
                  </a:gsLst>
                  <a:lin ang="5400000" scaled="0"/>
                </a:gradFill>
                <a:latin typeface="Roboto Condensed Regular"/>
              </a:endParaRPr>
            </a:p>
          </p:txBody>
        </p:sp>
      </p:grpSp>
      <p:grpSp>
        <p:nvGrpSpPr>
          <p:cNvPr id="37" name="그룹 36"/>
          <p:cNvGrpSpPr/>
          <p:nvPr/>
        </p:nvGrpSpPr>
        <p:grpSpPr>
          <a:xfrm>
            <a:off x="1292097" y="1661802"/>
            <a:ext cx="1931986" cy="2573943"/>
            <a:chOff x="3272764" y="1545096"/>
            <a:chExt cx="1931986" cy="2573943"/>
          </a:xfrm>
        </p:grpSpPr>
        <p:sp>
          <p:nvSpPr>
            <p:cNvPr id="5" name="원형 4"/>
            <p:cNvSpPr>
              <a:spLocks/>
            </p:cNvSpPr>
            <p:nvPr/>
          </p:nvSpPr>
          <p:spPr>
            <a:xfrm>
              <a:off x="3700345" y="1962840"/>
              <a:ext cx="1217821" cy="1217820"/>
            </a:xfrm>
            <a:prstGeom prst="pie">
              <a:avLst>
                <a:gd name="adj1" fmla="val 10766470"/>
                <a:gd name="adj2" fmla="val 16200000"/>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6" name="Freeform 16"/>
            <p:cNvSpPr>
              <a:spLocks/>
            </p:cNvSpPr>
            <p:nvPr/>
          </p:nvSpPr>
          <p:spPr bwMode="auto">
            <a:xfrm>
              <a:off x="3272764" y="1545096"/>
              <a:ext cx="1931986" cy="1921492"/>
            </a:xfrm>
            <a:custGeom>
              <a:avLst/>
              <a:gdLst>
                <a:gd name="T0" fmla="*/ 1120 w 1244"/>
                <a:gd name="T1" fmla="*/ 304 h 1238"/>
                <a:gd name="T2" fmla="*/ 1175 w 1244"/>
                <a:gd name="T3" fmla="*/ 249 h 1238"/>
                <a:gd name="T4" fmla="*/ 1080 w 1244"/>
                <a:gd name="T5" fmla="*/ 154 h 1238"/>
                <a:gd name="T6" fmla="*/ 1025 w 1244"/>
                <a:gd name="T7" fmla="*/ 209 h 1238"/>
                <a:gd name="T8" fmla="*/ 752 w 1244"/>
                <a:gd name="T9" fmla="*/ 91 h 1238"/>
                <a:gd name="T10" fmla="*/ 752 w 1244"/>
                <a:gd name="T11" fmla="*/ 0 h 1238"/>
                <a:gd name="T12" fmla="*/ 583 w 1244"/>
                <a:gd name="T13" fmla="*/ 0 h 1238"/>
                <a:gd name="T14" fmla="*/ 583 w 1244"/>
                <a:gd name="T15" fmla="*/ 91 h 1238"/>
                <a:gd name="T16" fmla="*/ 176 w 1244"/>
                <a:gd name="T17" fmla="*/ 360 h 1238"/>
                <a:gd name="T18" fmla="*/ 257 w 1244"/>
                <a:gd name="T19" fmla="*/ 476 h 1238"/>
                <a:gd name="T20" fmla="*/ 667 w 1244"/>
                <a:gd name="T21" fmla="*/ 211 h 1238"/>
                <a:gd name="T22" fmla="*/ 1118 w 1244"/>
                <a:gd name="T23" fmla="*/ 661 h 1238"/>
                <a:gd name="T24" fmla="*/ 667 w 1244"/>
                <a:gd name="T25" fmla="*/ 1112 h 1238"/>
                <a:gd name="T26" fmla="*/ 217 w 1244"/>
                <a:gd name="T27" fmla="*/ 661 h 1238"/>
                <a:gd name="T28" fmla="*/ 219 w 1244"/>
                <a:gd name="T29" fmla="*/ 614 h 1238"/>
                <a:gd name="T30" fmla="*/ 314 w 1244"/>
                <a:gd name="T31" fmla="*/ 614 h 1238"/>
                <a:gd name="T32" fmla="*/ 242 w 1244"/>
                <a:gd name="T33" fmla="*/ 512 h 1238"/>
                <a:gd name="T34" fmla="*/ 243 w 1244"/>
                <a:gd name="T35" fmla="*/ 510 h 1238"/>
                <a:gd name="T36" fmla="*/ 159 w 1244"/>
                <a:gd name="T37" fmla="*/ 390 h 1238"/>
                <a:gd name="T38" fmla="*/ 158 w 1244"/>
                <a:gd name="T39" fmla="*/ 391 h 1238"/>
                <a:gd name="T40" fmla="*/ 157 w 1244"/>
                <a:gd name="T41" fmla="*/ 390 h 1238"/>
                <a:gd name="T42" fmla="*/ 0 w 1244"/>
                <a:gd name="T43" fmla="*/ 614 h 1238"/>
                <a:gd name="T44" fmla="*/ 93 w 1244"/>
                <a:gd name="T45" fmla="*/ 614 h 1238"/>
                <a:gd name="T46" fmla="*/ 91 w 1244"/>
                <a:gd name="T47" fmla="*/ 661 h 1238"/>
                <a:gd name="T48" fmla="*/ 667 w 1244"/>
                <a:gd name="T49" fmla="*/ 1238 h 1238"/>
                <a:gd name="T50" fmla="*/ 1244 w 1244"/>
                <a:gd name="T51" fmla="*/ 661 h 1238"/>
                <a:gd name="T52" fmla="*/ 1120 w 1244"/>
                <a:gd name="T53" fmla="*/ 304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44" h="1238">
                  <a:moveTo>
                    <a:pt x="1120" y="304"/>
                  </a:moveTo>
                  <a:cubicBezTo>
                    <a:pt x="1175" y="249"/>
                    <a:pt x="1175" y="249"/>
                    <a:pt x="1175" y="249"/>
                  </a:cubicBezTo>
                  <a:cubicBezTo>
                    <a:pt x="1080" y="154"/>
                    <a:pt x="1080" y="154"/>
                    <a:pt x="1080" y="154"/>
                  </a:cubicBezTo>
                  <a:cubicBezTo>
                    <a:pt x="1025" y="209"/>
                    <a:pt x="1025" y="209"/>
                    <a:pt x="1025" y="209"/>
                  </a:cubicBezTo>
                  <a:cubicBezTo>
                    <a:pt x="947" y="147"/>
                    <a:pt x="854" y="106"/>
                    <a:pt x="752" y="91"/>
                  </a:cubicBezTo>
                  <a:cubicBezTo>
                    <a:pt x="752" y="0"/>
                    <a:pt x="752" y="0"/>
                    <a:pt x="752" y="0"/>
                  </a:cubicBezTo>
                  <a:cubicBezTo>
                    <a:pt x="583" y="0"/>
                    <a:pt x="583" y="0"/>
                    <a:pt x="583" y="0"/>
                  </a:cubicBezTo>
                  <a:cubicBezTo>
                    <a:pt x="583" y="91"/>
                    <a:pt x="583" y="91"/>
                    <a:pt x="583" y="91"/>
                  </a:cubicBezTo>
                  <a:cubicBezTo>
                    <a:pt x="411" y="116"/>
                    <a:pt x="263" y="218"/>
                    <a:pt x="176" y="360"/>
                  </a:cubicBezTo>
                  <a:cubicBezTo>
                    <a:pt x="257" y="476"/>
                    <a:pt x="257" y="476"/>
                    <a:pt x="257" y="476"/>
                  </a:cubicBezTo>
                  <a:cubicBezTo>
                    <a:pt x="327" y="319"/>
                    <a:pt x="485" y="211"/>
                    <a:pt x="667" y="211"/>
                  </a:cubicBezTo>
                  <a:cubicBezTo>
                    <a:pt x="916" y="211"/>
                    <a:pt x="1118" y="412"/>
                    <a:pt x="1118" y="661"/>
                  </a:cubicBezTo>
                  <a:cubicBezTo>
                    <a:pt x="1118" y="910"/>
                    <a:pt x="916" y="1112"/>
                    <a:pt x="667" y="1112"/>
                  </a:cubicBezTo>
                  <a:cubicBezTo>
                    <a:pt x="419" y="1112"/>
                    <a:pt x="217" y="910"/>
                    <a:pt x="217" y="661"/>
                  </a:cubicBezTo>
                  <a:cubicBezTo>
                    <a:pt x="217" y="645"/>
                    <a:pt x="218" y="630"/>
                    <a:pt x="219" y="614"/>
                  </a:cubicBezTo>
                  <a:cubicBezTo>
                    <a:pt x="314" y="614"/>
                    <a:pt x="314" y="614"/>
                    <a:pt x="314" y="614"/>
                  </a:cubicBezTo>
                  <a:cubicBezTo>
                    <a:pt x="242" y="512"/>
                    <a:pt x="242" y="512"/>
                    <a:pt x="242" y="512"/>
                  </a:cubicBezTo>
                  <a:cubicBezTo>
                    <a:pt x="243" y="511"/>
                    <a:pt x="243" y="511"/>
                    <a:pt x="243" y="510"/>
                  </a:cubicBezTo>
                  <a:cubicBezTo>
                    <a:pt x="159" y="390"/>
                    <a:pt x="159" y="390"/>
                    <a:pt x="159" y="390"/>
                  </a:cubicBezTo>
                  <a:cubicBezTo>
                    <a:pt x="158" y="390"/>
                    <a:pt x="158" y="391"/>
                    <a:pt x="158" y="391"/>
                  </a:cubicBezTo>
                  <a:cubicBezTo>
                    <a:pt x="157" y="390"/>
                    <a:pt x="157" y="390"/>
                    <a:pt x="157" y="390"/>
                  </a:cubicBezTo>
                  <a:cubicBezTo>
                    <a:pt x="0" y="614"/>
                    <a:pt x="0" y="614"/>
                    <a:pt x="0" y="614"/>
                  </a:cubicBezTo>
                  <a:cubicBezTo>
                    <a:pt x="93" y="614"/>
                    <a:pt x="93" y="614"/>
                    <a:pt x="93" y="614"/>
                  </a:cubicBezTo>
                  <a:cubicBezTo>
                    <a:pt x="91" y="630"/>
                    <a:pt x="91" y="645"/>
                    <a:pt x="91" y="661"/>
                  </a:cubicBezTo>
                  <a:cubicBezTo>
                    <a:pt x="91" y="980"/>
                    <a:pt x="349" y="1238"/>
                    <a:pt x="667" y="1238"/>
                  </a:cubicBezTo>
                  <a:cubicBezTo>
                    <a:pt x="986" y="1238"/>
                    <a:pt x="1244" y="980"/>
                    <a:pt x="1244" y="661"/>
                  </a:cubicBezTo>
                  <a:cubicBezTo>
                    <a:pt x="1244" y="526"/>
                    <a:pt x="1198" y="402"/>
                    <a:pt x="1120" y="304"/>
                  </a:cubicBezTo>
                  <a:close/>
                </a:path>
              </a:pathLst>
            </a:custGeom>
            <a:solidFill>
              <a:schemeClr val="tx2">
                <a:alpha val="2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22" name="TextBox 21"/>
            <p:cNvSpPr txBox="1">
              <a:spLocks/>
            </p:cNvSpPr>
            <p:nvPr/>
          </p:nvSpPr>
          <p:spPr>
            <a:xfrm>
              <a:off x="3532050" y="3598404"/>
              <a:ext cx="1554411" cy="520635"/>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 egestas et, augue. Vestibul um tincidunt.</a:t>
              </a:r>
            </a:p>
          </p:txBody>
        </p:sp>
        <p:sp>
          <p:nvSpPr>
            <p:cNvPr id="24" name="TextBox 23"/>
            <p:cNvSpPr txBox="1"/>
            <p:nvPr/>
          </p:nvSpPr>
          <p:spPr>
            <a:xfrm>
              <a:off x="4339666" y="2249032"/>
              <a:ext cx="608912" cy="299674"/>
            </a:xfrm>
            <a:prstGeom prst="rect">
              <a:avLst/>
            </a:prstGeom>
            <a:noFill/>
          </p:spPr>
          <p:txBody>
            <a:bodyPr wrap="square" lIns="0" tIns="0" rIns="0" bIns="0" rtlCol="0" anchor="ctr">
              <a:noAutofit/>
            </a:bodyPr>
            <a:lstStyle/>
            <a:p>
              <a:pPr algn="ctr">
                <a:spcAft>
                  <a:spcPts val="300"/>
                </a:spcAft>
              </a:pPr>
              <a:r>
                <a:rPr lang="nb-NO" sz="3000" b="1" dirty="0">
                  <a:gradFill>
                    <a:gsLst>
                      <a:gs pos="0">
                        <a:schemeClr val="accent1"/>
                      </a:gs>
                      <a:gs pos="100000">
                        <a:schemeClr val="accent1"/>
                      </a:gs>
                    </a:gsLst>
                    <a:lin ang="5400000" scaled="0"/>
                  </a:gradFill>
                  <a:latin typeface="Roboto Condensed Regular"/>
                  <a:ea typeface="Roboto Light" pitchFamily="2" charset="0"/>
                  <a:cs typeface="Roboto Condensed Regular"/>
                </a:rPr>
                <a:t>25</a:t>
              </a:r>
              <a:r>
                <a:rPr lang="nb-NO" sz="2000" dirty="0">
                  <a:gradFill>
                    <a:gsLst>
                      <a:gs pos="0">
                        <a:schemeClr val="accent1"/>
                      </a:gs>
                      <a:gs pos="100000">
                        <a:schemeClr val="accent1"/>
                      </a:gs>
                    </a:gsLst>
                    <a:lin ang="5400000" scaled="0"/>
                  </a:gradFill>
                  <a:latin typeface="Roboto Condensed Regular"/>
                  <a:ea typeface="Roboto Light" pitchFamily="2" charset="0"/>
                  <a:cs typeface="Roboto Condensed Regular"/>
                </a:rPr>
                <a:t>%</a:t>
              </a:r>
              <a:endParaRPr lang="en-US" sz="2000" dirty="0">
                <a:gradFill>
                  <a:gsLst>
                    <a:gs pos="0">
                      <a:schemeClr val="accent1"/>
                    </a:gs>
                    <a:gs pos="100000">
                      <a:schemeClr val="accent1"/>
                    </a:gs>
                  </a:gsLst>
                  <a:lin ang="5400000" scaled="0"/>
                </a:gradFill>
                <a:latin typeface="Roboto Condensed Regular"/>
                <a:cs typeface="Roboto Condensed Regular"/>
              </a:endParaRPr>
            </a:p>
          </p:txBody>
        </p:sp>
      </p:grpSp>
      <p:grpSp>
        <p:nvGrpSpPr>
          <p:cNvPr id="40" name="그룹 39"/>
          <p:cNvGrpSpPr/>
          <p:nvPr/>
        </p:nvGrpSpPr>
        <p:grpSpPr>
          <a:xfrm>
            <a:off x="4221304" y="1154753"/>
            <a:ext cx="1056182" cy="621020"/>
            <a:chOff x="6201971" y="1038050"/>
            <a:chExt cx="1056182" cy="621020"/>
          </a:xfrm>
        </p:grpSpPr>
        <p:cxnSp>
          <p:nvCxnSpPr>
            <p:cNvPr id="29" name="직선 연결선 28"/>
            <p:cNvCxnSpPr/>
            <p:nvPr/>
          </p:nvCxnSpPr>
          <p:spPr>
            <a:xfrm flipV="1">
              <a:off x="6730062" y="1321819"/>
              <a:ext cx="0" cy="337251"/>
            </a:xfrm>
            <a:prstGeom prst="line">
              <a:avLst/>
            </a:prstGeom>
            <a:ln w="12700" cap="rnd">
              <a:solidFill>
                <a:schemeClr val="accent1"/>
              </a:solidFill>
              <a:prstDash val="sysDot"/>
              <a:headEnd type="triangle" w="med" len="sm"/>
              <a:tailEnd type="none"/>
            </a:ln>
          </p:spPr>
          <p:style>
            <a:lnRef idx="1">
              <a:schemeClr val="accent1"/>
            </a:lnRef>
            <a:fillRef idx="0">
              <a:schemeClr val="accent1"/>
            </a:fillRef>
            <a:effectRef idx="0">
              <a:schemeClr val="accent1"/>
            </a:effectRef>
            <a:fontRef idx="minor">
              <a:schemeClr val="tx1"/>
            </a:fontRef>
          </p:style>
        </p:cxnSp>
        <p:grpSp>
          <p:nvGrpSpPr>
            <p:cNvPr id="30" name="그룹 29"/>
            <p:cNvGrpSpPr/>
            <p:nvPr/>
          </p:nvGrpSpPr>
          <p:grpSpPr>
            <a:xfrm>
              <a:off x="6201971" y="1038050"/>
              <a:ext cx="1056182" cy="399644"/>
              <a:chOff x="4965996" y="1252979"/>
              <a:chExt cx="1056182" cy="399644"/>
            </a:xfrm>
            <a:effectLst>
              <a:outerShdw dist="12700" dir="5400000" algn="ctr" rotWithShape="0">
                <a:prstClr val="black">
                  <a:alpha val="10000"/>
                </a:prstClr>
              </a:outerShdw>
            </a:effectLst>
          </p:grpSpPr>
          <p:sp>
            <p:nvSpPr>
              <p:cNvPr id="34" name="모서리가 둥근 직사각형 33"/>
              <p:cNvSpPr/>
              <p:nvPr/>
            </p:nvSpPr>
            <p:spPr>
              <a:xfrm>
                <a:off x="4965996" y="1252979"/>
                <a:ext cx="1056182" cy="314636"/>
              </a:xfrm>
              <a:prstGeom prst="roundRect">
                <a:avLst/>
              </a:prstGeom>
              <a:solidFill>
                <a:schemeClr val="bg2"/>
              </a:solidFill>
              <a:ln w="6350">
                <a:solidFill>
                  <a:schemeClr val="accent1"/>
                </a:solidFill>
              </a:ln>
            </p:spPr>
            <p:txBody>
              <a:bodyPr vert="horz" wrap="square" lIns="0" tIns="0" rIns="0" bIns="0" numCol="1" anchor="ctr" anchorCtr="0" compatLnSpc="1">
                <a:prstTxWarp prst="textNoShape">
                  <a:avLst/>
                </a:prstTxWarp>
              </a:bodyPr>
              <a:lstStyle/>
              <a:p>
                <a:pPr algn="ctr">
                  <a:lnSpc>
                    <a:spcPts val="1200"/>
                  </a:lnSpc>
                </a:pPr>
                <a:endParaRPr lang="ko-KR" altLang="en-US" sz="1200" b="1" dirty="0">
                  <a:gradFill>
                    <a:gsLst>
                      <a:gs pos="0">
                        <a:schemeClr val="accent1"/>
                      </a:gs>
                      <a:gs pos="100000">
                        <a:schemeClr val="accent1"/>
                      </a:gs>
                    </a:gsLst>
                    <a:lin ang="0" scaled="0"/>
                  </a:gradFill>
                  <a:latin typeface="Roboto Condensed Regular"/>
                  <a:ea typeface="Roboto Light" pitchFamily="2" charset="0"/>
                </a:endParaRPr>
              </a:p>
            </p:txBody>
          </p:sp>
          <p:sp>
            <p:nvSpPr>
              <p:cNvPr id="35" name="이등변 삼각형 34"/>
              <p:cNvSpPr/>
              <p:nvPr/>
            </p:nvSpPr>
            <p:spPr>
              <a:xfrm rot="10800000">
                <a:off x="5390936" y="1567616"/>
                <a:ext cx="206303" cy="85007"/>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6" name="이등변 삼각형 35"/>
              <p:cNvSpPr/>
              <p:nvPr/>
            </p:nvSpPr>
            <p:spPr>
              <a:xfrm rot="10800000">
                <a:off x="5347804" y="1534032"/>
                <a:ext cx="292566" cy="85007"/>
              </a:xfrm>
              <a:prstGeom prst="triangle">
                <a:avLst/>
              </a:prstGeom>
              <a:solidFill>
                <a:schemeClr val="bg2"/>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grpSp>
        <p:sp>
          <p:nvSpPr>
            <p:cNvPr id="31" name="TextBox 30"/>
            <p:cNvSpPr txBox="1"/>
            <p:nvPr/>
          </p:nvSpPr>
          <p:spPr>
            <a:xfrm>
              <a:off x="6255517" y="1106781"/>
              <a:ext cx="949090" cy="229326"/>
            </a:xfrm>
            <a:prstGeom prst="rect">
              <a:avLst/>
            </a:prstGeom>
            <a:noFill/>
          </p:spPr>
          <p:txBody>
            <a:bodyPr wrap="square" lIns="0" tIns="0" rIns="0" bIns="0" rtlCol="0">
              <a:noAutofit/>
            </a:bodyPr>
            <a:lstStyle/>
            <a:p>
              <a:pPr lvl="0" algn="ctr"/>
              <a:r>
                <a:rPr lang="en-US" altLang="ko-KR" sz="1200" b="1" dirty="0">
                  <a:gradFill>
                    <a:gsLst>
                      <a:gs pos="0">
                        <a:schemeClr val="accent1"/>
                      </a:gs>
                      <a:gs pos="100000">
                        <a:schemeClr val="accent1"/>
                      </a:gs>
                    </a:gsLst>
                    <a:lin ang="5400000" scaled="0"/>
                  </a:gradFill>
                  <a:latin typeface="Roboto Condensed Regular"/>
                </a:rPr>
                <a:t>Contents Title</a:t>
              </a:r>
              <a:endParaRPr lang="ko-KR" altLang="en-US" sz="1200" b="1" dirty="0">
                <a:gradFill>
                  <a:gsLst>
                    <a:gs pos="0">
                      <a:schemeClr val="accent1"/>
                    </a:gs>
                    <a:gs pos="100000">
                      <a:schemeClr val="accent1"/>
                    </a:gs>
                  </a:gsLst>
                  <a:lin ang="5400000" scaled="0"/>
                </a:gradFill>
                <a:latin typeface="Roboto Condensed Regular"/>
              </a:endParaRPr>
            </a:p>
          </p:txBody>
        </p:sp>
      </p:grpSp>
      <p:grpSp>
        <p:nvGrpSpPr>
          <p:cNvPr id="38" name="그룹 37"/>
          <p:cNvGrpSpPr/>
          <p:nvPr/>
        </p:nvGrpSpPr>
        <p:grpSpPr>
          <a:xfrm>
            <a:off x="3712902" y="1661802"/>
            <a:ext cx="1931986" cy="2573943"/>
            <a:chOff x="5693570" y="1545096"/>
            <a:chExt cx="1931986" cy="2573943"/>
          </a:xfrm>
        </p:grpSpPr>
        <p:sp>
          <p:nvSpPr>
            <p:cNvPr id="27" name="원형 26"/>
            <p:cNvSpPr>
              <a:spLocks/>
            </p:cNvSpPr>
            <p:nvPr/>
          </p:nvSpPr>
          <p:spPr>
            <a:xfrm>
              <a:off x="6121151" y="1962840"/>
              <a:ext cx="1217821" cy="1217820"/>
            </a:xfrm>
            <a:prstGeom prst="pie">
              <a:avLst>
                <a:gd name="adj1" fmla="val 2051128"/>
                <a:gd name="adj2" fmla="val 16200000"/>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28" name="Freeform 16"/>
            <p:cNvSpPr>
              <a:spLocks/>
            </p:cNvSpPr>
            <p:nvPr/>
          </p:nvSpPr>
          <p:spPr bwMode="auto">
            <a:xfrm>
              <a:off x="5693570" y="1545096"/>
              <a:ext cx="1931986" cy="1921492"/>
            </a:xfrm>
            <a:custGeom>
              <a:avLst/>
              <a:gdLst>
                <a:gd name="T0" fmla="*/ 1120 w 1244"/>
                <a:gd name="T1" fmla="*/ 304 h 1238"/>
                <a:gd name="T2" fmla="*/ 1175 w 1244"/>
                <a:gd name="T3" fmla="*/ 249 h 1238"/>
                <a:gd name="T4" fmla="*/ 1080 w 1244"/>
                <a:gd name="T5" fmla="*/ 154 h 1238"/>
                <a:gd name="T6" fmla="*/ 1025 w 1244"/>
                <a:gd name="T7" fmla="*/ 209 h 1238"/>
                <a:gd name="T8" fmla="*/ 752 w 1244"/>
                <a:gd name="T9" fmla="*/ 91 h 1238"/>
                <a:gd name="T10" fmla="*/ 752 w 1244"/>
                <a:gd name="T11" fmla="*/ 0 h 1238"/>
                <a:gd name="T12" fmla="*/ 583 w 1244"/>
                <a:gd name="T13" fmla="*/ 0 h 1238"/>
                <a:gd name="T14" fmla="*/ 583 w 1244"/>
                <a:gd name="T15" fmla="*/ 91 h 1238"/>
                <a:gd name="T16" fmla="*/ 176 w 1244"/>
                <a:gd name="T17" fmla="*/ 360 h 1238"/>
                <a:gd name="T18" fmla="*/ 257 w 1244"/>
                <a:gd name="T19" fmla="*/ 476 h 1238"/>
                <a:gd name="T20" fmla="*/ 667 w 1244"/>
                <a:gd name="T21" fmla="*/ 211 h 1238"/>
                <a:gd name="T22" fmla="*/ 1118 w 1244"/>
                <a:gd name="T23" fmla="*/ 661 h 1238"/>
                <a:gd name="T24" fmla="*/ 667 w 1244"/>
                <a:gd name="T25" fmla="*/ 1112 h 1238"/>
                <a:gd name="T26" fmla="*/ 217 w 1244"/>
                <a:gd name="T27" fmla="*/ 661 h 1238"/>
                <a:gd name="T28" fmla="*/ 219 w 1244"/>
                <a:gd name="T29" fmla="*/ 614 h 1238"/>
                <a:gd name="T30" fmla="*/ 314 w 1244"/>
                <a:gd name="T31" fmla="*/ 614 h 1238"/>
                <a:gd name="T32" fmla="*/ 242 w 1244"/>
                <a:gd name="T33" fmla="*/ 512 h 1238"/>
                <a:gd name="T34" fmla="*/ 243 w 1244"/>
                <a:gd name="T35" fmla="*/ 510 h 1238"/>
                <a:gd name="T36" fmla="*/ 159 w 1244"/>
                <a:gd name="T37" fmla="*/ 390 h 1238"/>
                <a:gd name="T38" fmla="*/ 158 w 1244"/>
                <a:gd name="T39" fmla="*/ 391 h 1238"/>
                <a:gd name="T40" fmla="*/ 157 w 1244"/>
                <a:gd name="T41" fmla="*/ 390 h 1238"/>
                <a:gd name="T42" fmla="*/ 0 w 1244"/>
                <a:gd name="T43" fmla="*/ 614 h 1238"/>
                <a:gd name="T44" fmla="*/ 93 w 1244"/>
                <a:gd name="T45" fmla="*/ 614 h 1238"/>
                <a:gd name="T46" fmla="*/ 91 w 1244"/>
                <a:gd name="T47" fmla="*/ 661 h 1238"/>
                <a:gd name="T48" fmla="*/ 667 w 1244"/>
                <a:gd name="T49" fmla="*/ 1238 h 1238"/>
                <a:gd name="T50" fmla="*/ 1244 w 1244"/>
                <a:gd name="T51" fmla="*/ 661 h 1238"/>
                <a:gd name="T52" fmla="*/ 1120 w 1244"/>
                <a:gd name="T53" fmla="*/ 304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44" h="1238">
                  <a:moveTo>
                    <a:pt x="1120" y="304"/>
                  </a:moveTo>
                  <a:cubicBezTo>
                    <a:pt x="1175" y="249"/>
                    <a:pt x="1175" y="249"/>
                    <a:pt x="1175" y="249"/>
                  </a:cubicBezTo>
                  <a:cubicBezTo>
                    <a:pt x="1080" y="154"/>
                    <a:pt x="1080" y="154"/>
                    <a:pt x="1080" y="154"/>
                  </a:cubicBezTo>
                  <a:cubicBezTo>
                    <a:pt x="1025" y="209"/>
                    <a:pt x="1025" y="209"/>
                    <a:pt x="1025" y="209"/>
                  </a:cubicBezTo>
                  <a:cubicBezTo>
                    <a:pt x="947" y="147"/>
                    <a:pt x="854" y="106"/>
                    <a:pt x="752" y="91"/>
                  </a:cubicBezTo>
                  <a:cubicBezTo>
                    <a:pt x="752" y="0"/>
                    <a:pt x="752" y="0"/>
                    <a:pt x="752" y="0"/>
                  </a:cubicBezTo>
                  <a:cubicBezTo>
                    <a:pt x="583" y="0"/>
                    <a:pt x="583" y="0"/>
                    <a:pt x="583" y="0"/>
                  </a:cubicBezTo>
                  <a:cubicBezTo>
                    <a:pt x="583" y="91"/>
                    <a:pt x="583" y="91"/>
                    <a:pt x="583" y="91"/>
                  </a:cubicBezTo>
                  <a:cubicBezTo>
                    <a:pt x="411" y="116"/>
                    <a:pt x="263" y="218"/>
                    <a:pt x="176" y="360"/>
                  </a:cubicBezTo>
                  <a:cubicBezTo>
                    <a:pt x="257" y="476"/>
                    <a:pt x="257" y="476"/>
                    <a:pt x="257" y="476"/>
                  </a:cubicBezTo>
                  <a:cubicBezTo>
                    <a:pt x="327" y="319"/>
                    <a:pt x="485" y="211"/>
                    <a:pt x="667" y="211"/>
                  </a:cubicBezTo>
                  <a:cubicBezTo>
                    <a:pt x="916" y="211"/>
                    <a:pt x="1118" y="412"/>
                    <a:pt x="1118" y="661"/>
                  </a:cubicBezTo>
                  <a:cubicBezTo>
                    <a:pt x="1118" y="910"/>
                    <a:pt x="916" y="1112"/>
                    <a:pt x="667" y="1112"/>
                  </a:cubicBezTo>
                  <a:cubicBezTo>
                    <a:pt x="419" y="1112"/>
                    <a:pt x="217" y="910"/>
                    <a:pt x="217" y="661"/>
                  </a:cubicBezTo>
                  <a:cubicBezTo>
                    <a:pt x="217" y="645"/>
                    <a:pt x="218" y="630"/>
                    <a:pt x="219" y="614"/>
                  </a:cubicBezTo>
                  <a:cubicBezTo>
                    <a:pt x="314" y="614"/>
                    <a:pt x="314" y="614"/>
                    <a:pt x="314" y="614"/>
                  </a:cubicBezTo>
                  <a:cubicBezTo>
                    <a:pt x="242" y="512"/>
                    <a:pt x="242" y="512"/>
                    <a:pt x="242" y="512"/>
                  </a:cubicBezTo>
                  <a:cubicBezTo>
                    <a:pt x="243" y="511"/>
                    <a:pt x="243" y="511"/>
                    <a:pt x="243" y="510"/>
                  </a:cubicBezTo>
                  <a:cubicBezTo>
                    <a:pt x="159" y="390"/>
                    <a:pt x="159" y="390"/>
                    <a:pt x="159" y="390"/>
                  </a:cubicBezTo>
                  <a:cubicBezTo>
                    <a:pt x="158" y="390"/>
                    <a:pt x="158" y="391"/>
                    <a:pt x="158" y="391"/>
                  </a:cubicBezTo>
                  <a:cubicBezTo>
                    <a:pt x="157" y="390"/>
                    <a:pt x="157" y="390"/>
                    <a:pt x="157" y="390"/>
                  </a:cubicBezTo>
                  <a:cubicBezTo>
                    <a:pt x="0" y="614"/>
                    <a:pt x="0" y="614"/>
                    <a:pt x="0" y="614"/>
                  </a:cubicBezTo>
                  <a:cubicBezTo>
                    <a:pt x="93" y="614"/>
                    <a:pt x="93" y="614"/>
                    <a:pt x="93" y="614"/>
                  </a:cubicBezTo>
                  <a:cubicBezTo>
                    <a:pt x="91" y="630"/>
                    <a:pt x="91" y="645"/>
                    <a:pt x="91" y="661"/>
                  </a:cubicBezTo>
                  <a:cubicBezTo>
                    <a:pt x="91" y="980"/>
                    <a:pt x="349" y="1238"/>
                    <a:pt x="667" y="1238"/>
                  </a:cubicBezTo>
                  <a:cubicBezTo>
                    <a:pt x="986" y="1238"/>
                    <a:pt x="1244" y="980"/>
                    <a:pt x="1244" y="661"/>
                  </a:cubicBezTo>
                  <a:cubicBezTo>
                    <a:pt x="1244" y="526"/>
                    <a:pt x="1198" y="402"/>
                    <a:pt x="1120" y="304"/>
                  </a:cubicBezTo>
                  <a:close/>
                </a:path>
              </a:pathLst>
            </a:custGeom>
            <a:solidFill>
              <a:schemeClr val="tx2">
                <a:alpha val="20000"/>
              </a:schemeClr>
            </a:solidFill>
            <a:ln>
              <a:noFill/>
            </a:ln>
          </p:spPr>
          <p:txBody>
            <a:bodyPr vert="horz" wrap="square" lIns="91440" tIns="45720" rIns="91440" bIns="45720" numCol="1" anchor="t" anchorCtr="0" compatLnSpc="1">
              <a:prstTxWarp prst="textNoShape">
                <a:avLst/>
              </a:prstTxWarp>
            </a:bodyPr>
            <a:lstStyle/>
            <a:p>
              <a:endParaRPr lang="ko-KR" altLang="en-US" sz="2514" dirty="0"/>
            </a:p>
          </p:txBody>
        </p:sp>
        <p:sp>
          <p:nvSpPr>
            <p:cNvPr id="32" name="TextBox 31"/>
            <p:cNvSpPr txBox="1">
              <a:spLocks/>
            </p:cNvSpPr>
            <p:nvPr/>
          </p:nvSpPr>
          <p:spPr>
            <a:xfrm>
              <a:off x="5952856" y="3598404"/>
              <a:ext cx="1554411" cy="520635"/>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 egestas et, augue. Vestibul um tincidunt.</a:t>
              </a:r>
            </a:p>
          </p:txBody>
        </p:sp>
        <p:sp>
          <p:nvSpPr>
            <p:cNvPr id="33" name="TextBox 32"/>
            <p:cNvSpPr txBox="1"/>
            <p:nvPr/>
          </p:nvSpPr>
          <p:spPr>
            <a:xfrm>
              <a:off x="6760472" y="2249032"/>
              <a:ext cx="608912" cy="299674"/>
            </a:xfrm>
            <a:prstGeom prst="rect">
              <a:avLst/>
            </a:prstGeom>
            <a:noFill/>
          </p:spPr>
          <p:txBody>
            <a:bodyPr wrap="square" lIns="0" tIns="0" rIns="0" bIns="0" rtlCol="0" anchor="ctr">
              <a:noAutofit/>
            </a:bodyPr>
            <a:lstStyle/>
            <a:p>
              <a:pPr algn="ctr">
                <a:spcAft>
                  <a:spcPts val="300"/>
                </a:spcAft>
              </a:pPr>
              <a:r>
                <a:rPr lang="nb-NO" sz="3000" b="1" dirty="0">
                  <a:gradFill>
                    <a:gsLst>
                      <a:gs pos="0">
                        <a:schemeClr val="accent1"/>
                      </a:gs>
                      <a:gs pos="100000">
                        <a:schemeClr val="accent1"/>
                      </a:gs>
                    </a:gsLst>
                    <a:lin ang="5400000" scaled="0"/>
                  </a:gradFill>
                  <a:latin typeface="Roboto Condensed Regular"/>
                  <a:ea typeface="Roboto Light" pitchFamily="2" charset="0"/>
                  <a:cs typeface="Roboto Condensed Regular"/>
                </a:rPr>
                <a:t>75</a:t>
              </a:r>
              <a:r>
                <a:rPr lang="nb-NO" sz="2000" dirty="0">
                  <a:gradFill>
                    <a:gsLst>
                      <a:gs pos="0">
                        <a:schemeClr val="accent1"/>
                      </a:gs>
                      <a:gs pos="100000">
                        <a:schemeClr val="accent1"/>
                      </a:gs>
                    </a:gsLst>
                    <a:lin ang="5400000" scaled="0"/>
                  </a:gradFill>
                  <a:latin typeface="Roboto Condensed Regular"/>
                  <a:ea typeface="Roboto Light" pitchFamily="2" charset="0"/>
                  <a:cs typeface="Roboto Condensed Regular"/>
                </a:rPr>
                <a:t>%</a:t>
              </a:r>
              <a:endParaRPr lang="en-US" sz="2000" dirty="0">
                <a:gradFill>
                  <a:gsLst>
                    <a:gs pos="0">
                      <a:schemeClr val="accent1"/>
                    </a:gs>
                    <a:gs pos="100000">
                      <a:schemeClr val="accent1"/>
                    </a:gs>
                  </a:gsLst>
                  <a:lin ang="5400000" scaled="0"/>
                </a:gradFill>
                <a:latin typeface="Roboto Condensed Regular"/>
                <a:cs typeface="Roboto Condensed Regular"/>
              </a:endParaRPr>
            </a:p>
          </p:txBody>
        </p:sp>
      </p:grpSp>
    </p:spTree>
    <p:extLst>
      <p:ext uri="{BB962C8B-B14F-4D97-AF65-F5344CB8AC3E}">
        <p14:creationId xmlns:p14="http://schemas.microsoft.com/office/powerpoint/2010/main" val="234250712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anim calcmode="lin" valueType="num">
                                      <p:cBhvr>
                                        <p:cTn id="8" dur="500" fill="hold"/>
                                        <p:tgtEl>
                                          <p:spTgt spid="39"/>
                                        </p:tgtEl>
                                        <p:attrNameLst>
                                          <p:attrName>ppt_x</p:attrName>
                                        </p:attrNameLst>
                                      </p:cBhvr>
                                      <p:tavLst>
                                        <p:tav tm="0">
                                          <p:val>
                                            <p:strVal val="#ppt_x"/>
                                          </p:val>
                                        </p:tav>
                                        <p:tav tm="100000">
                                          <p:val>
                                            <p:strVal val="#ppt_x"/>
                                          </p:val>
                                        </p:tav>
                                      </p:tavLst>
                                    </p:anim>
                                    <p:anim calcmode="lin" valueType="num">
                                      <p:cBhvr>
                                        <p:cTn id="9" dur="500" fill="hold"/>
                                        <p:tgtEl>
                                          <p:spTgt spid="3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anim calcmode="lin" valueType="num">
                                      <p:cBhvr>
                                        <p:cTn id="13" dur="500" fill="hold"/>
                                        <p:tgtEl>
                                          <p:spTgt spid="37"/>
                                        </p:tgtEl>
                                        <p:attrNameLst>
                                          <p:attrName>ppt_x</p:attrName>
                                        </p:attrNameLst>
                                      </p:cBhvr>
                                      <p:tavLst>
                                        <p:tav tm="0">
                                          <p:val>
                                            <p:strVal val="#ppt_x"/>
                                          </p:val>
                                        </p:tav>
                                        <p:tav tm="100000">
                                          <p:val>
                                            <p:strVal val="#ppt_x"/>
                                          </p:val>
                                        </p:tav>
                                      </p:tavLst>
                                    </p:anim>
                                    <p:anim calcmode="lin" valueType="num">
                                      <p:cBhvr>
                                        <p:cTn id="14" dur="500" fill="hold"/>
                                        <p:tgtEl>
                                          <p:spTgt spid="37"/>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7" presetClass="entr" presetSubtype="0" fill="hold" nodeType="after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anim calcmode="lin" valueType="num">
                                      <p:cBhvr>
                                        <p:cTn id="19" dur="500" fill="hold"/>
                                        <p:tgtEl>
                                          <p:spTgt spid="40"/>
                                        </p:tgtEl>
                                        <p:attrNameLst>
                                          <p:attrName>ppt_x</p:attrName>
                                        </p:attrNameLst>
                                      </p:cBhvr>
                                      <p:tavLst>
                                        <p:tav tm="0">
                                          <p:val>
                                            <p:strVal val="#ppt_x"/>
                                          </p:val>
                                        </p:tav>
                                        <p:tav tm="100000">
                                          <p:val>
                                            <p:strVal val="#ppt_x"/>
                                          </p:val>
                                        </p:tav>
                                      </p:tavLst>
                                    </p:anim>
                                    <p:anim calcmode="lin" valueType="num">
                                      <p:cBhvr>
                                        <p:cTn id="20" dur="500" fill="hold"/>
                                        <p:tgtEl>
                                          <p:spTgt spid="40"/>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500"/>
                                        <p:tgtEl>
                                          <p:spTgt spid="38"/>
                                        </p:tgtEl>
                                      </p:cBhvr>
                                    </p:animEffect>
                                    <p:anim calcmode="lin" valueType="num">
                                      <p:cBhvr>
                                        <p:cTn id="24" dur="500" fill="hold"/>
                                        <p:tgtEl>
                                          <p:spTgt spid="38"/>
                                        </p:tgtEl>
                                        <p:attrNameLst>
                                          <p:attrName>ppt_x</p:attrName>
                                        </p:attrNameLst>
                                      </p:cBhvr>
                                      <p:tavLst>
                                        <p:tav tm="0">
                                          <p:val>
                                            <p:strVal val="#ppt_x"/>
                                          </p:val>
                                        </p:tav>
                                        <p:tav tm="100000">
                                          <p:val>
                                            <p:strVal val="#ppt_x"/>
                                          </p:val>
                                        </p:tav>
                                      </p:tavLst>
                                    </p:anim>
                                    <p:anim calcmode="lin" valueType="num">
                                      <p:cBhvr>
                                        <p:cTn id="25" dur="5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Bar Chart</a:t>
            </a:r>
            <a:endParaRPr lang="en-US" dirty="0"/>
          </a:p>
        </p:txBody>
      </p:sp>
      <p:grpSp>
        <p:nvGrpSpPr>
          <p:cNvPr id="175" name="그룹 174"/>
          <p:cNvGrpSpPr/>
          <p:nvPr/>
        </p:nvGrpSpPr>
        <p:grpSpPr>
          <a:xfrm>
            <a:off x="678734" y="1709354"/>
            <a:ext cx="1224000" cy="2729431"/>
            <a:chOff x="2925820" y="1585395"/>
            <a:chExt cx="1224000" cy="2729431"/>
          </a:xfrm>
        </p:grpSpPr>
        <p:grpSp>
          <p:nvGrpSpPr>
            <p:cNvPr id="176" name="그룹 24"/>
            <p:cNvGrpSpPr/>
            <p:nvPr/>
          </p:nvGrpSpPr>
          <p:grpSpPr>
            <a:xfrm>
              <a:off x="2925820" y="1747389"/>
              <a:ext cx="1224000" cy="1295952"/>
              <a:chOff x="3102749" y="1733101"/>
              <a:chExt cx="1224000" cy="1295952"/>
            </a:xfrm>
          </p:grpSpPr>
          <p:cxnSp>
            <p:nvCxnSpPr>
              <p:cNvPr id="182" name="직선 연결선 181"/>
              <p:cNvCxnSpPr>
                <a:cxnSpLocks/>
              </p:cNvCxnSpPr>
              <p:nvPr/>
            </p:nvCxnSpPr>
            <p:spPr>
              <a:xfrm>
                <a:off x="3102749" y="3029053"/>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3" name="직선 연결선 182"/>
              <p:cNvCxnSpPr>
                <a:cxnSpLocks/>
              </p:cNvCxnSpPr>
              <p:nvPr/>
            </p:nvCxnSpPr>
            <p:spPr>
              <a:xfrm>
                <a:off x="3102749" y="2867059"/>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4" name="직선 연결선 183"/>
              <p:cNvCxnSpPr>
                <a:cxnSpLocks/>
              </p:cNvCxnSpPr>
              <p:nvPr/>
            </p:nvCxnSpPr>
            <p:spPr>
              <a:xfrm>
                <a:off x="3102749" y="2705065"/>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5" name="직선 연결선 184"/>
              <p:cNvCxnSpPr>
                <a:cxnSpLocks/>
              </p:cNvCxnSpPr>
              <p:nvPr/>
            </p:nvCxnSpPr>
            <p:spPr>
              <a:xfrm>
                <a:off x="3102749" y="2543071"/>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6" name="직선 연결선 185"/>
              <p:cNvCxnSpPr>
                <a:cxnSpLocks/>
              </p:cNvCxnSpPr>
              <p:nvPr/>
            </p:nvCxnSpPr>
            <p:spPr>
              <a:xfrm>
                <a:off x="3102749" y="2381077"/>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7" name="직선 연결선 186"/>
              <p:cNvCxnSpPr>
                <a:cxnSpLocks/>
              </p:cNvCxnSpPr>
              <p:nvPr/>
            </p:nvCxnSpPr>
            <p:spPr>
              <a:xfrm>
                <a:off x="3102749" y="2219083"/>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8" name="직선 연결선 187"/>
              <p:cNvCxnSpPr>
                <a:cxnSpLocks/>
              </p:cNvCxnSpPr>
              <p:nvPr/>
            </p:nvCxnSpPr>
            <p:spPr>
              <a:xfrm>
                <a:off x="3102749" y="2057089"/>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9" name="직선 연결선 188"/>
              <p:cNvCxnSpPr>
                <a:cxnSpLocks/>
              </p:cNvCxnSpPr>
              <p:nvPr/>
            </p:nvCxnSpPr>
            <p:spPr>
              <a:xfrm>
                <a:off x="3102749" y="1895095"/>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0" name="직선 연결선 189"/>
              <p:cNvCxnSpPr>
                <a:cxnSpLocks/>
              </p:cNvCxnSpPr>
              <p:nvPr/>
            </p:nvCxnSpPr>
            <p:spPr>
              <a:xfrm>
                <a:off x="3102749" y="1733101"/>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77" name="이등변 삼각형 176"/>
            <p:cNvSpPr/>
            <p:nvPr/>
          </p:nvSpPr>
          <p:spPr>
            <a:xfrm rot="10800000">
              <a:off x="3458522" y="3298002"/>
              <a:ext cx="158597" cy="87502"/>
            </a:xfrm>
            <a:prstGeom prst="triangl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8" name="TextBox 177"/>
            <p:cNvSpPr txBox="1">
              <a:spLocks/>
            </p:cNvSpPr>
            <p:nvPr/>
          </p:nvSpPr>
          <p:spPr>
            <a:xfrm>
              <a:off x="2925820" y="3454006"/>
              <a:ext cx="1224000" cy="209207"/>
            </a:xfrm>
            <a:prstGeom prst="rect">
              <a:avLst/>
            </a:prstGeom>
            <a:noFill/>
          </p:spPr>
          <p:txBody>
            <a:bodyPr wrap="square" lIns="0" tIns="0" rIns="0" bIns="0" rtlCol="0">
              <a:noAutofit/>
            </a:bodyPr>
            <a:lstStyle/>
            <a:p>
              <a:pPr lvl="0" algn="ctr">
                <a:spcAft>
                  <a:spcPts val="300"/>
                </a:spcAft>
              </a:pPr>
              <a:r>
                <a:rPr lang="nb-NO"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endParaRPr>
            </a:p>
          </p:txBody>
        </p:sp>
        <p:sp>
          <p:nvSpPr>
            <p:cNvPr id="179" name="TextBox 178"/>
            <p:cNvSpPr txBox="1">
              <a:spLocks/>
            </p:cNvSpPr>
            <p:nvPr/>
          </p:nvSpPr>
          <p:spPr>
            <a:xfrm>
              <a:off x="2925820" y="3712715"/>
              <a:ext cx="1224000" cy="602111"/>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a:t>
              </a:r>
            </a:p>
          </p:txBody>
        </p:sp>
        <p:cxnSp>
          <p:nvCxnSpPr>
            <p:cNvPr id="180" name="직선 연결선 179"/>
            <p:cNvCxnSpPr>
              <a:cxnSpLocks/>
            </p:cNvCxnSpPr>
            <p:nvPr/>
          </p:nvCxnSpPr>
          <p:spPr>
            <a:xfrm>
              <a:off x="2925820" y="3205332"/>
              <a:ext cx="1224000" cy="0"/>
            </a:xfrm>
            <a:prstGeom prst="line">
              <a:avLst/>
            </a:prstGeom>
            <a:ln>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1" name="직선 연결선 180"/>
            <p:cNvCxnSpPr>
              <a:cxnSpLocks/>
            </p:cNvCxnSpPr>
            <p:nvPr/>
          </p:nvCxnSpPr>
          <p:spPr>
            <a:xfrm>
              <a:off x="2925820" y="1585395"/>
              <a:ext cx="1224000" cy="0"/>
            </a:xfrm>
            <a:prstGeom prst="line">
              <a:avLst/>
            </a:prstGeom>
            <a:ln>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91" name="그룹 190"/>
          <p:cNvGrpSpPr/>
          <p:nvPr/>
        </p:nvGrpSpPr>
        <p:grpSpPr>
          <a:xfrm>
            <a:off x="2103748" y="1709354"/>
            <a:ext cx="1224000" cy="2729431"/>
            <a:chOff x="4350834" y="1585395"/>
            <a:chExt cx="1224000" cy="2729431"/>
          </a:xfrm>
        </p:grpSpPr>
        <p:grpSp>
          <p:nvGrpSpPr>
            <p:cNvPr id="192" name="그룹 27"/>
            <p:cNvGrpSpPr/>
            <p:nvPr/>
          </p:nvGrpSpPr>
          <p:grpSpPr>
            <a:xfrm>
              <a:off x="4350834" y="1747389"/>
              <a:ext cx="1224000" cy="1295952"/>
              <a:chOff x="3102749" y="1733101"/>
              <a:chExt cx="1224000" cy="1295952"/>
            </a:xfrm>
          </p:grpSpPr>
          <p:cxnSp>
            <p:nvCxnSpPr>
              <p:cNvPr id="198" name="직선 연결선 197"/>
              <p:cNvCxnSpPr>
                <a:cxnSpLocks/>
              </p:cNvCxnSpPr>
              <p:nvPr/>
            </p:nvCxnSpPr>
            <p:spPr>
              <a:xfrm>
                <a:off x="3102749" y="3029053"/>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9" name="직선 연결선 198"/>
              <p:cNvCxnSpPr>
                <a:cxnSpLocks/>
              </p:cNvCxnSpPr>
              <p:nvPr/>
            </p:nvCxnSpPr>
            <p:spPr>
              <a:xfrm>
                <a:off x="3102749" y="2867059"/>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0" name="직선 연결선 199"/>
              <p:cNvCxnSpPr>
                <a:cxnSpLocks/>
              </p:cNvCxnSpPr>
              <p:nvPr/>
            </p:nvCxnSpPr>
            <p:spPr>
              <a:xfrm>
                <a:off x="3102749" y="2705065"/>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1" name="직선 연결선 200"/>
              <p:cNvCxnSpPr>
                <a:cxnSpLocks/>
              </p:cNvCxnSpPr>
              <p:nvPr/>
            </p:nvCxnSpPr>
            <p:spPr>
              <a:xfrm>
                <a:off x="3102749" y="2543071"/>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2" name="직선 연결선 201"/>
              <p:cNvCxnSpPr>
                <a:cxnSpLocks/>
              </p:cNvCxnSpPr>
              <p:nvPr/>
            </p:nvCxnSpPr>
            <p:spPr>
              <a:xfrm>
                <a:off x="3102749" y="2381077"/>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3" name="직선 연결선 202"/>
              <p:cNvCxnSpPr>
                <a:cxnSpLocks/>
              </p:cNvCxnSpPr>
              <p:nvPr/>
            </p:nvCxnSpPr>
            <p:spPr>
              <a:xfrm>
                <a:off x="3102749" y="2219083"/>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4" name="직선 연결선 203"/>
              <p:cNvCxnSpPr>
                <a:cxnSpLocks/>
              </p:cNvCxnSpPr>
              <p:nvPr/>
            </p:nvCxnSpPr>
            <p:spPr>
              <a:xfrm>
                <a:off x="3102749" y="2057089"/>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5" name="직선 연결선 204"/>
              <p:cNvCxnSpPr>
                <a:cxnSpLocks/>
              </p:cNvCxnSpPr>
              <p:nvPr/>
            </p:nvCxnSpPr>
            <p:spPr>
              <a:xfrm>
                <a:off x="3102749" y="1895095"/>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6" name="직선 연결선 205"/>
              <p:cNvCxnSpPr>
                <a:cxnSpLocks/>
              </p:cNvCxnSpPr>
              <p:nvPr/>
            </p:nvCxnSpPr>
            <p:spPr>
              <a:xfrm>
                <a:off x="3102749" y="1733101"/>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93" name="이등변 삼각형 192"/>
            <p:cNvSpPr/>
            <p:nvPr/>
          </p:nvSpPr>
          <p:spPr>
            <a:xfrm rot="10800000">
              <a:off x="4883536" y="3298002"/>
              <a:ext cx="158597" cy="87502"/>
            </a:xfrm>
            <a:prstGeom prst="triangl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4" name="TextBox 193"/>
            <p:cNvSpPr txBox="1">
              <a:spLocks/>
            </p:cNvSpPr>
            <p:nvPr/>
          </p:nvSpPr>
          <p:spPr>
            <a:xfrm>
              <a:off x="4350834" y="3454006"/>
              <a:ext cx="1224000" cy="209207"/>
            </a:xfrm>
            <a:prstGeom prst="rect">
              <a:avLst/>
            </a:prstGeom>
            <a:noFill/>
          </p:spPr>
          <p:txBody>
            <a:bodyPr wrap="square" lIns="0" tIns="0" rIns="0" bIns="0" rtlCol="0">
              <a:noAutofit/>
            </a:bodyPr>
            <a:lstStyle/>
            <a:p>
              <a:pPr algn="ctr">
                <a:spcAft>
                  <a:spcPts val="300"/>
                </a:spcAft>
              </a:pPr>
              <a:r>
                <a:rPr lang="nb-NO"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endParaRPr>
            </a:p>
          </p:txBody>
        </p:sp>
        <p:sp>
          <p:nvSpPr>
            <p:cNvPr id="195" name="TextBox 194"/>
            <p:cNvSpPr txBox="1">
              <a:spLocks/>
            </p:cNvSpPr>
            <p:nvPr/>
          </p:nvSpPr>
          <p:spPr>
            <a:xfrm>
              <a:off x="4350834" y="3712715"/>
              <a:ext cx="1224000" cy="602111"/>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a:t>
              </a:r>
            </a:p>
          </p:txBody>
        </p:sp>
        <p:cxnSp>
          <p:nvCxnSpPr>
            <p:cNvPr id="196" name="직선 연결선 195"/>
            <p:cNvCxnSpPr>
              <a:cxnSpLocks/>
            </p:cNvCxnSpPr>
            <p:nvPr/>
          </p:nvCxnSpPr>
          <p:spPr>
            <a:xfrm>
              <a:off x="4350834" y="3205332"/>
              <a:ext cx="1224000" cy="0"/>
            </a:xfrm>
            <a:prstGeom prst="line">
              <a:avLst/>
            </a:prstGeom>
            <a:ln>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7" name="직선 연결선 196"/>
            <p:cNvCxnSpPr>
              <a:cxnSpLocks/>
            </p:cNvCxnSpPr>
            <p:nvPr/>
          </p:nvCxnSpPr>
          <p:spPr>
            <a:xfrm>
              <a:off x="4350834" y="1585395"/>
              <a:ext cx="1224000" cy="0"/>
            </a:xfrm>
            <a:prstGeom prst="line">
              <a:avLst/>
            </a:prstGeom>
            <a:ln>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207" name="그룹 206"/>
          <p:cNvGrpSpPr/>
          <p:nvPr/>
        </p:nvGrpSpPr>
        <p:grpSpPr>
          <a:xfrm>
            <a:off x="3528762" y="1709354"/>
            <a:ext cx="1224000" cy="2729431"/>
            <a:chOff x="5775848" y="1585395"/>
            <a:chExt cx="1224000" cy="2729431"/>
          </a:xfrm>
        </p:grpSpPr>
        <p:grpSp>
          <p:nvGrpSpPr>
            <p:cNvPr id="208" name="그룹 47"/>
            <p:cNvGrpSpPr/>
            <p:nvPr/>
          </p:nvGrpSpPr>
          <p:grpSpPr>
            <a:xfrm>
              <a:off x="5775848" y="1747389"/>
              <a:ext cx="1224000" cy="1295952"/>
              <a:chOff x="3102749" y="1733101"/>
              <a:chExt cx="1224000" cy="1295952"/>
            </a:xfrm>
          </p:grpSpPr>
          <p:cxnSp>
            <p:nvCxnSpPr>
              <p:cNvPr id="214" name="직선 연결선 213"/>
              <p:cNvCxnSpPr>
                <a:cxnSpLocks/>
              </p:cNvCxnSpPr>
              <p:nvPr/>
            </p:nvCxnSpPr>
            <p:spPr>
              <a:xfrm>
                <a:off x="3102749" y="3029053"/>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5" name="직선 연결선 214"/>
              <p:cNvCxnSpPr>
                <a:cxnSpLocks/>
              </p:cNvCxnSpPr>
              <p:nvPr/>
            </p:nvCxnSpPr>
            <p:spPr>
              <a:xfrm>
                <a:off x="3102749" y="2867059"/>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6" name="직선 연결선 215"/>
              <p:cNvCxnSpPr>
                <a:cxnSpLocks/>
              </p:cNvCxnSpPr>
              <p:nvPr/>
            </p:nvCxnSpPr>
            <p:spPr>
              <a:xfrm>
                <a:off x="3102749" y="2705065"/>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7" name="직선 연결선 216"/>
              <p:cNvCxnSpPr>
                <a:cxnSpLocks/>
              </p:cNvCxnSpPr>
              <p:nvPr/>
            </p:nvCxnSpPr>
            <p:spPr>
              <a:xfrm>
                <a:off x="3102749" y="2543071"/>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8" name="직선 연결선 217"/>
              <p:cNvCxnSpPr>
                <a:cxnSpLocks/>
              </p:cNvCxnSpPr>
              <p:nvPr/>
            </p:nvCxnSpPr>
            <p:spPr>
              <a:xfrm>
                <a:off x="3102749" y="2381077"/>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9" name="직선 연결선 218"/>
              <p:cNvCxnSpPr>
                <a:cxnSpLocks/>
              </p:cNvCxnSpPr>
              <p:nvPr/>
            </p:nvCxnSpPr>
            <p:spPr>
              <a:xfrm>
                <a:off x="3102749" y="2219083"/>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0" name="직선 연결선 219"/>
              <p:cNvCxnSpPr>
                <a:cxnSpLocks/>
              </p:cNvCxnSpPr>
              <p:nvPr/>
            </p:nvCxnSpPr>
            <p:spPr>
              <a:xfrm>
                <a:off x="3102749" y="2057089"/>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1" name="직선 연결선 220"/>
              <p:cNvCxnSpPr>
                <a:cxnSpLocks/>
              </p:cNvCxnSpPr>
              <p:nvPr/>
            </p:nvCxnSpPr>
            <p:spPr>
              <a:xfrm>
                <a:off x="3102749" y="1895095"/>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2" name="직선 연결선 221"/>
              <p:cNvCxnSpPr>
                <a:cxnSpLocks/>
              </p:cNvCxnSpPr>
              <p:nvPr/>
            </p:nvCxnSpPr>
            <p:spPr>
              <a:xfrm>
                <a:off x="3102749" y="1733101"/>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09" name="이등변 삼각형 208"/>
            <p:cNvSpPr/>
            <p:nvPr/>
          </p:nvSpPr>
          <p:spPr>
            <a:xfrm rot="10800000">
              <a:off x="6308550" y="3298002"/>
              <a:ext cx="158597" cy="87502"/>
            </a:xfrm>
            <a:prstGeom prst="triangle">
              <a:avLst/>
            </a:prstGeom>
            <a:solidFill>
              <a:schemeClr val="accent3">
                <a:lumMod val="6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0" name="TextBox 209"/>
            <p:cNvSpPr txBox="1">
              <a:spLocks/>
            </p:cNvSpPr>
            <p:nvPr/>
          </p:nvSpPr>
          <p:spPr>
            <a:xfrm>
              <a:off x="5775848" y="3454006"/>
              <a:ext cx="1224000" cy="209207"/>
            </a:xfrm>
            <a:prstGeom prst="rect">
              <a:avLst/>
            </a:prstGeom>
            <a:noFill/>
          </p:spPr>
          <p:txBody>
            <a:bodyPr wrap="square" lIns="0" tIns="0" rIns="0" bIns="0" rtlCol="0">
              <a:noAutofit/>
            </a:bodyPr>
            <a:lstStyle/>
            <a:p>
              <a:pPr algn="ctr">
                <a:spcAft>
                  <a:spcPts val="300"/>
                </a:spcAft>
              </a:pPr>
              <a:r>
                <a:rPr lang="nb-NO"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3">
                        <a:lumMod val="65000"/>
                      </a:schemeClr>
                    </a:gs>
                    <a:gs pos="100000">
                      <a:schemeClr val="accent3">
                        <a:lumMod val="65000"/>
                      </a:schemeClr>
                    </a:gs>
                  </a:gsLst>
                  <a:lin ang="5400000" scaled="0"/>
                </a:gradFill>
                <a:latin typeface="Roboto Condensed Regular"/>
                <a:ea typeface="Roboto Light" pitchFamily="2" charset="0"/>
                <a:cs typeface="Roboto Condensed Regular"/>
              </a:endParaRPr>
            </a:p>
          </p:txBody>
        </p:sp>
        <p:sp>
          <p:nvSpPr>
            <p:cNvPr id="211" name="TextBox 210"/>
            <p:cNvSpPr txBox="1">
              <a:spLocks/>
            </p:cNvSpPr>
            <p:nvPr/>
          </p:nvSpPr>
          <p:spPr>
            <a:xfrm>
              <a:off x="5775848" y="3712715"/>
              <a:ext cx="1224000" cy="602111"/>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a:t>
              </a:r>
            </a:p>
          </p:txBody>
        </p:sp>
        <p:cxnSp>
          <p:nvCxnSpPr>
            <p:cNvPr id="212" name="직선 연결선 211"/>
            <p:cNvCxnSpPr>
              <a:cxnSpLocks/>
            </p:cNvCxnSpPr>
            <p:nvPr/>
          </p:nvCxnSpPr>
          <p:spPr>
            <a:xfrm>
              <a:off x="5775848" y="3205332"/>
              <a:ext cx="1224000" cy="0"/>
            </a:xfrm>
            <a:prstGeom prst="line">
              <a:avLst/>
            </a:prstGeom>
            <a:ln>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3" name="직선 연결선 212"/>
            <p:cNvCxnSpPr>
              <a:cxnSpLocks/>
            </p:cNvCxnSpPr>
            <p:nvPr/>
          </p:nvCxnSpPr>
          <p:spPr>
            <a:xfrm>
              <a:off x="5775848" y="1585395"/>
              <a:ext cx="1224000" cy="0"/>
            </a:xfrm>
            <a:prstGeom prst="line">
              <a:avLst/>
            </a:prstGeom>
            <a:ln>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223" name="그룹 222"/>
          <p:cNvGrpSpPr/>
          <p:nvPr/>
        </p:nvGrpSpPr>
        <p:grpSpPr>
          <a:xfrm>
            <a:off x="4953777" y="1709354"/>
            <a:ext cx="1224000" cy="2729431"/>
            <a:chOff x="7200863" y="1585395"/>
            <a:chExt cx="1224000" cy="2729431"/>
          </a:xfrm>
        </p:grpSpPr>
        <p:grpSp>
          <p:nvGrpSpPr>
            <p:cNvPr id="224" name="그룹 67"/>
            <p:cNvGrpSpPr/>
            <p:nvPr/>
          </p:nvGrpSpPr>
          <p:grpSpPr>
            <a:xfrm>
              <a:off x="7200863" y="1747389"/>
              <a:ext cx="1224000" cy="1295952"/>
              <a:chOff x="3102749" y="1733101"/>
              <a:chExt cx="1224000" cy="1295952"/>
            </a:xfrm>
          </p:grpSpPr>
          <p:cxnSp>
            <p:nvCxnSpPr>
              <p:cNvPr id="230" name="직선 연결선 229"/>
              <p:cNvCxnSpPr>
                <a:cxnSpLocks/>
              </p:cNvCxnSpPr>
              <p:nvPr/>
            </p:nvCxnSpPr>
            <p:spPr>
              <a:xfrm>
                <a:off x="3102749" y="3029053"/>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1" name="직선 연결선 230"/>
              <p:cNvCxnSpPr>
                <a:cxnSpLocks/>
              </p:cNvCxnSpPr>
              <p:nvPr/>
            </p:nvCxnSpPr>
            <p:spPr>
              <a:xfrm>
                <a:off x="3102749" y="2867059"/>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2" name="직선 연결선 231"/>
              <p:cNvCxnSpPr>
                <a:cxnSpLocks/>
              </p:cNvCxnSpPr>
              <p:nvPr/>
            </p:nvCxnSpPr>
            <p:spPr>
              <a:xfrm>
                <a:off x="3102749" y="2705065"/>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3" name="직선 연결선 232"/>
              <p:cNvCxnSpPr>
                <a:cxnSpLocks/>
              </p:cNvCxnSpPr>
              <p:nvPr/>
            </p:nvCxnSpPr>
            <p:spPr>
              <a:xfrm>
                <a:off x="3102749" y="2543071"/>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4" name="직선 연결선 233"/>
              <p:cNvCxnSpPr>
                <a:cxnSpLocks/>
              </p:cNvCxnSpPr>
              <p:nvPr/>
            </p:nvCxnSpPr>
            <p:spPr>
              <a:xfrm>
                <a:off x="3102749" y="2381077"/>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5" name="직선 연결선 234"/>
              <p:cNvCxnSpPr>
                <a:cxnSpLocks/>
              </p:cNvCxnSpPr>
              <p:nvPr/>
            </p:nvCxnSpPr>
            <p:spPr>
              <a:xfrm>
                <a:off x="3102749" y="2219083"/>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6" name="직선 연결선 235"/>
              <p:cNvCxnSpPr>
                <a:cxnSpLocks/>
              </p:cNvCxnSpPr>
              <p:nvPr/>
            </p:nvCxnSpPr>
            <p:spPr>
              <a:xfrm>
                <a:off x="3102749" y="2057089"/>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7" name="직선 연결선 236"/>
              <p:cNvCxnSpPr>
                <a:cxnSpLocks/>
              </p:cNvCxnSpPr>
              <p:nvPr/>
            </p:nvCxnSpPr>
            <p:spPr>
              <a:xfrm>
                <a:off x="3102749" y="1895095"/>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8" name="직선 연결선 237"/>
              <p:cNvCxnSpPr>
                <a:cxnSpLocks/>
              </p:cNvCxnSpPr>
              <p:nvPr/>
            </p:nvCxnSpPr>
            <p:spPr>
              <a:xfrm>
                <a:off x="3102749" y="1733101"/>
                <a:ext cx="1224000" cy="0"/>
              </a:xfrm>
              <a:prstGeom prst="line">
                <a:avLst/>
              </a:prstGeom>
              <a:ln w="3175">
                <a:solidFill>
                  <a:schemeClr val="tx2">
                    <a:alpha val="2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25" name="이등변 삼각형 224"/>
            <p:cNvSpPr/>
            <p:nvPr/>
          </p:nvSpPr>
          <p:spPr>
            <a:xfrm rot="10800000">
              <a:off x="7733565" y="3298002"/>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6" name="TextBox 225"/>
            <p:cNvSpPr txBox="1">
              <a:spLocks/>
            </p:cNvSpPr>
            <p:nvPr/>
          </p:nvSpPr>
          <p:spPr>
            <a:xfrm>
              <a:off x="7200863" y="3454006"/>
              <a:ext cx="1224000" cy="209207"/>
            </a:xfrm>
            <a:prstGeom prst="rect">
              <a:avLst/>
            </a:prstGeom>
            <a:noFill/>
          </p:spPr>
          <p:txBody>
            <a:bodyPr wrap="square" lIns="0" tIns="0" rIns="0" bIns="0" rtlCol="0">
              <a:noAutofit/>
            </a:bodyPr>
            <a:lstStyle/>
            <a:p>
              <a:pPr lvl="0" algn="ctr">
                <a:spcAft>
                  <a:spcPts val="300"/>
                </a:spcAft>
              </a:pPr>
              <a:r>
                <a:rPr lang="nb-NO" sz="1200" b="1" dirty="0">
                  <a:gradFill>
                    <a:gsLst>
                      <a:gs pos="0">
                        <a:schemeClr val="accent1"/>
                      </a:gs>
                      <a:gs pos="100000">
                        <a:schemeClr val="accent1"/>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227" name="TextBox 226"/>
            <p:cNvSpPr txBox="1">
              <a:spLocks/>
            </p:cNvSpPr>
            <p:nvPr/>
          </p:nvSpPr>
          <p:spPr>
            <a:xfrm>
              <a:off x="7200863" y="3712715"/>
              <a:ext cx="1224000" cy="602111"/>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a:t>
              </a:r>
            </a:p>
          </p:txBody>
        </p:sp>
        <p:cxnSp>
          <p:nvCxnSpPr>
            <p:cNvPr id="228" name="직선 연결선 227"/>
            <p:cNvCxnSpPr>
              <a:cxnSpLocks/>
            </p:cNvCxnSpPr>
            <p:nvPr/>
          </p:nvCxnSpPr>
          <p:spPr>
            <a:xfrm>
              <a:off x="7200863" y="3205332"/>
              <a:ext cx="122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9" name="직선 연결선 228"/>
            <p:cNvCxnSpPr>
              <a:cxnSpLocks/>
            </p:cNvCxnSpPr>
            <p:nvPr/>
          </p:nvCxnSpPr>
          <p:spPr>
            <a:xfrm>
              <a:off x="7200863" y="1585395"/>
              <a:ext cx="12240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39" name="그룹 238"/>
          <p:cNvGrpSpPr/>
          <p:nvPr/>
        </p:nvGrpSpPr>
        <p:grpSpPr>
          <a:xfrm>
            <a:off x="912114" y="2767998"/>
            <a:ext cx="757240" cy="561292"/>
            <a:chOff x="3159200" y="2644039"/>
            <a:chExt cx="757240" cy="561292"/>
          </a:xfrm>
        </p:grpSpPr>
        <p:sp>
          <p:nvSpPr>
            <p:cNvPr id="240" name="아래쪽 화살표 2"/>
            <p:cNvSpPr/>
            <p:nvPr/>
          </p:nvSpPr>
          <p:spPr>
            <a:xfrm rot="10800000">
              <a:off x="3159201" y="2644039"/>
              <a:ext cx="757238" cy="561292"/>
            </a:xfrm>
            <a:prstGeom prst="downArrow">
              <a:avLst>
                <a:gd name="adj1" fmla="val 54939"/>
                <a:gd name="adj2" fmla="val 56604"/>
              </a:avLst>
            </a:prstGeom>
            <a:gradFill>
              <a:gsLst>
                <a:gs pos="0">
                  <a:schemeClr val="accent3">
                    <a:lumMod val="50000"/>
                  </a:schemeClr>
                </a:gs>
                <a:gs pos="100000">
                  <a:schemeClr val="accent3">
                    <a:lumMod val="75000"/>
                  </a:schemeClr>
                </a:gs>
                <a:gs pos="50000">
                  <a:schemeClr val="accent3">
                    <a:lumMod val="65000"/>
                  </a:schemeClr>
                </a:gs>
                <a:gs pos="15000">
                  <a:schemeClr val="accent3">
                    <a:lumMod val="55000"/>
                  </a:schemeClr>
                </a:gs>
              </a:gsLst>
              <a:lin ang="5400000" scaled="1"/>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1" name="TextBox 240"/>
            <p:cNvSpPr txBox="1">
              <a:spLocks/>
            </p:cNvSpPr>
            <p:nvPr/>
          </p:nvSpPr>
          <p:spPr>
            <a:xfrm>
              <a:off x="3159200" y="2871788"/>
              <a:ext cx="757240" cy="209207"/>
            </a:xfrm>
            <a:prstGeom prst="rect">
              <a:avLst/>
            </a:prstGeom>
            <a:noFill/>
          </p:spPr>
          <p:txBody>
            <a:bodyPr wrap="square" lIns="0" tIns="0" rIns="0" bIns="0" rtlCol="0">
              <a:noAutofit/>
            </a:bodyPr>
            <a:lstStyle/>
            <a:p>
              <a:pPr lvl="0" algn="ctr">
                <a:spcAft>
                  <a:spcPts val="300"/>
                </a:spcAft>
              </a:pPr>
              <a:r>
                <a:rPr lang="nb-NO" altLang="ko-KR" sz="1500" b="1" dirty="0">
                  <a:gradFill>
                    <a:gsLst>
                      <a:gs pos="0">
                        <a:schemeClr val="bg2"/>
                      </a:gs>
                      <a:gs pos="100000">
                        <a:schemeClr val="bg2"/>
                      </a:gs>
                    </a:gsLst>
                    <a:lin ang="5400000" scaled="0"/>
                  </a:gradFill>
                  <a:latin typeface="Roboto Condensed Regular"/>
                  <a:ea typeface="Roboto Light" pitchFamily="2" charset="0"/>
                  <a:cs typeface="Roboto Condensed Regular"/>
                </a:rPr>
                <a:t>35</a:t>
              </a:r>
              <a:r>
                <a:rPr lang="nb-NO" altLang="ko-KR" sz="1000" dirty="0">
                  <a:gradFill>
                    <a:gsLst>
                      <a:gs pos="0">
                        <a:schemeClr val="bg2"/>
                      </a:gs>
                      <a:gs pos="100000">
                        <a:schemeClr val="bg2"/>
                      </a:gs>
                    </a:gsLst>
                    <a:lin ang="5400000" scaled="0"/>
                  </a:gradFill>
                  <a:latin typeface="Roboto Condensed Regular"/>
                  <a:ea typeface="Roboto Light" pitchFamily="2" charset="0"/>
                  <a:cs typeface="Roboto Condensed Regular"/>
                </a:rPr>
                <a:t>%</a:t>
              </a:r>
              <a:endParaRPr lang="en-US" altLang="ko-KR" sz="1000" dirty="0">
                <a:gradFill>
                  <a:gsLst>
                    <a:gs pos="0">
                      <a:schemeClr val="bg2"/>
                    </a:gs>
                    <a:gs pos="100000">
                      <a:schemeClr val="bg2"/>
                    </a:gs>
                  </a:gsLst>
                  <a:lin ang="5400000" scaled="0"/>
                </a:gradFill>
                <a:latin typeface="Roboto Condensed Regular"/>
                <a:cs typeface="Roboto Condensed Regular"/>
              </a:endParaRPr>
            </a:p>
          </p:txBody>
        </p:sp>
      </p:grpSp>
      <p:grpSp>
        <p:nvGrpSpPr>
          <p:cNvPr id="242" name="그룹 241"/>
          <p:cNvGrpSpPr/>
          <p:nvPr/>
        </p:nvGrpSpPr>
        <p:grpSpPr>
          <a:xfrm>
            <a:off x="2337128" y="2519320"/>
            <a:ext cx="757240" cy="809969"/>
            <a:chOff x="4584214" y="2395361"/>
            <a:chExt cx="757240" cy="809969"/>
          </a:xfrm>
        </p:grpSpPr>
        <p:sp>
          <p:nvSpPr>
            <p:cNvPr id="243" name="아래쪽 화살표 242"/>
            <p:cNvSpPr/>
            <p:nvPr/>
          </p:nvSpPr>
          <p:spPr>
            <a:xfrm rot="10800000">
              <a:off x="4584215" y="2395361"/>
              <a:ext cx="757238" cy="809969"/>
            </a:xfrm>
            <a:prstGeom prst="downArrow">
              <a:avLst>
                <a:gd name="adj1" fmla="val 54939"/>
                <a:gd name="adj2" fmla="val 56604"/>
              </a:avLst>
            </a:prstGeom>
            <a:gradFill>
              <a:gsLst>
                <a:gs pos="0">
                  <a:schemeClr val="accent3">
                    <a:lumMod val="50000"/>
                  </a:schemeClr>
                </a:gs>
                <a:gs pos="100000">
                  <a:schemeClr val="accent3">
                    <a:lumMod val="75000"/>
                  </a:schemeClr>
                </a:gs>
                <a:gs pos="50000">
                  <a:schemeClr val="accent3">
                    <a:lumMod val="65000"/>
                  </a:schemeClr>
                </a:gs>
                <a:gs pos="15000">
                  <a:schemeClr val="accent3">
                    <a:lumMod val="55000"/>
                  </a:schemeClr>
                </a:gs>
              </a:gsLst>
              <a:lin ang="5400000" scaled="1"/>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4" name="TextBox 243"/>
            <p:cNvSpPr txBox="1">
              <a:spLocks/>
            </p:cNvSpPr>
            <p:nvPr/>
          </p:nvSpPr>
          <p:spPr>
            <a:xfrm>
              <a:off x="4584214" y="2871788"/>
              <a:ext cx="757240" cy="209207"/>
            </a:xfrm>
            <a:prstGeom prst="rect">
              <a:avLst/>
            </a:prstGeom>
            <a:noFill/>
          </p:spPr>
          <p:txBody>
            <a:bodyPr wrap="square" lIns="0" tIns="0" rIns="0" bIns="0" rtlCol="0">
              <a:noAutofit/>
            </a:bodyPr>
            <a:lstStyle/>
            <a:p>
              <a:pPr lvl="0" algn="ctr">
                <a:spcAft>
                  <a:spcPts val="300"/>
                </a:spcAft>
              </a:pPr>
              <a:r>
                <a:rPr lang="nb-NO" altLang="ko-KR" sz="1500" b="1" dirty="0">
                  <a:gradFill>
                    <a:gsLst>
                      <a:gs pos="0">
                        <a:schemeClr val="bg2"/>
                      </a:gs>
                      <a:gs pos="100000">
                        <a:schemeClr val="bg2"/>
                      </a:gs>
                    </a:gsLst>
                    <a:lin ang="5400000" scaled="0"/>
                  </a:gradFill>
                  <a:latin typeface="Roboto Condensed Regular"/>
                  <a:ea typeface="Roboto Light" pitchFamily="2" charset="0"/>
                  <a:cs typeface="Roboto Condensed Regular"/>
                </a:rPr>
                <a:t>50</a:t>
              </a:r>
              <a:r>
                <a:rPr lang="nb-NO" altLang="ko-KR" sz="1000" dirty="0">
                  <a:gradFill>
                    <a:gsLst>
                      <a:gs pos="0">
                        <a:schemeClr val="bg2"/>
                      </a:gs>
                      <a:gs pos="100000">
                        <a:schemeClr val="bg2"/>
                      </a:gs>
                    </a:gsLst>
                    <a:lin ang="5400000" scaled="0"/>
                  </a:gradFill>
                  <a:latin typeface="Roboto Condensed Regular"/>
                  <a:ea typeface="Roboto Light" pitchFamily="2" charset="0"/>
                  <a:cs typeface="Roboto Condensed Regular"/>
                </a:rPr>
                <a:t>%</a:t>
              </a:r>
              <a:endParaRPr lang="en-US" altLang="ko-KR" sz="1000" dirty="0">
                <a:gradFill>
                  <a:gsLst>
                    <a:gs pos="0">
                      <a:schemeClr val="bg2"/>
                    </a:gs>
                    <a:gs pos="100000">
                      <a:schemeClr val="bg2"/>
                    </a:gs>
                  </a:gsLst>
                  <a:lin ang="5400000" scaled="0"/>
                </a:gradFill>
                <a:latin typeface="Roboto Condensed Regular"/>
                <a:cs typeface="Roboto Condensed Regular"/>
              </a:endParaRPr>
            </a:p>
          </p:txBody>
        </p:sp>
      </p:grpSp>
      <p:grpSp>
        <p:nvGrpSpPr>
          <p:cNvPr id="245" name="그룹 244"/>
          <p:cNvGrpSpPr/>
          <p:nvPr/>
        </p:nvGrpSpPr>
        <p:grpSpPr>
          <a:xfrm>
            <a:off x="3762142" y="2082844"/>
            <a:ext cx="757240" cy="1246445"/>
            <a:chOff x="6009228" y="1958885"/>
            <a:chExt cx="757240" cy="1246445"/>
          </a:xfrm>
        </p:grpSpPr>
        <p:sp>
          <p:nvSpPr>
            <p:cNvPr id="246" name="아래쪽 화살표 245"/>
            <p:cNvSpPr/>
            <p:nvPr/>
          </p:nvSpPr>
          <p:spPr>
            <a:xfrm rot="10800000">
              <a:off x="6009229" y="1958885"/>
              <a:ext cx="757238" cy="1246445"/>
            </a:xfrm>
            <a:prstGeom prst="downArrow">
              <a:avLst>
                <a:gd name="adj1" fmla="val 54939"/>
                <a:gd name="adj2" fmla="val 56604"/>
              </a:avLst>
            </a:prstGeom>
            <a:gradFill>
              <a:gsLst>
                <a:gs pos="0">
                  <a:schemeClr val="accent3">
                    <a:lumMod val="50000"/>
                  </a:schemeClr>
                </a:gs>
                <a:gs pos="100000">
                  <a:schemeClr val="accent3">
                    <a:lumMod val="75000"/>
                  </a:schemeClr>
                </a:gs>
                <a:gs pos="50000">
                  <a:schemeClr val="accent3">
                    <a:lumMod val="65000"/>
                  </a:schemeClr>
                </a:gs>
                <a:gs pos="15000">
                  <a:schemeClr val="accent3">
                    <a:lumMod val="55000"/>
                  </a:schemeClr>
                </a:gs>
              </a:gsLst>
              <a:lin ang="5400000" scaled="1"/>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7" name="TextBox 53"/>
            <p:cNvSpPr txBox="1">
              <a:spLocks/>
            </p:cNvSpPr>
            <p:nvPr/>
          </p:nvSpPr>
          <p:spPr>
            <a:xfrm>
              <a:off x="6009228" y="2871788"/>
              <a:ext cx="757240" cy="209207"/>
            </a:xfrm>
            <a:prstGeom prst="rect">
              <a:avLst/>
            </a:prstGeom>
            <a:noFill/>
          </p:spPr>
          <p:txBody>
            <a:bodyPr wrap="square" lIns="0" tIns="0" rIns="0" bIns="0" rtlCol="0">
              <a:noAutofit/>
            </a:bodyPr>
            <a:lstStyle/>
            <a:p>
              <a:pPr lvl="0" algn="ctr">
                <a:spcAft>
                  <a:spcPts val="300"/>
                </a:spcAft>
              </a:pPr>
              <a:r>
                <a:rPr lang="nb-NO" altLang="ko-KR" sz="1500" b="1" dirty="0">
                  <a:gradFill>
                    <a:gsLst>
                      <a:gs pos="0">
                        <a:schemeClr val="bg2"/>
                      </a:gs>
                      <a:gs pos="100000">
                        <a:schemeClr val="bg2"/>
                      </a:gs>
                    </a:gsLst>
                    <a:lin ang="5400000" scaled="0"/>
                  </a:gradFill>
                  <a:latin typeface="Roboto Condensed Regular"/>
                  <a:ea typeface="Roboto Light" pitchFamily="2" charset="0"/>
                  <a:cs typeface="Roboto Condensed Regular"/>
                </a:rPr>
                <a:t>78</a:t>
              </a:r>
              <a:r>
                <a:rPr lang="nb-NO" altLang="ko-KR" sz="1000" dirty="0">
                  <a:gradFill>
                    <a:gsLst>
                      <a:gs pos="0">
                        <a:schemeClr val="bg2"/>
                      </a:gs>
                      <a:gs pos="100000">
                        <a:schemeClr val="bg2"/>
                      </a:gs>
                    </a:gsLst>
                    <a:lin ang="5400000" scaled="0"/>
                  </a:gradFill>
                  <a:latin typeface="Roboto Condensed Regular"/>
                  <a:ea typeface="Roboto Light" pitchFamily="2" charset="0"/>
                  <a:cs typeface="Roboto Condensed Regular"/>
                </a:rPr>
                <a:t>%</a:t>
              </a:r>
              <a:endParaRPr lang="en-US" altLang="ko-KR" sz="1000" dirty="0">
                <a:gradFill>
                  <a:gsLst>
                    <a:gs pos="0">
                      <a:schemeClr val="bg2"/>
                    </a:gs>
                    <a:gs pos="100000">
                      <a:schemeClr val="bg2"/>
                    </a:gs>
                  </a:gsLst>
                  <a:lin ang="5400000" scaled="0"/>
                </a:gradFill>
                <a:latin typeface="Roboto Condensed Regular"/>
                <a:cs typeface="Roboto Condensed Regular"/>
              </a:endParaRPr>
            </a:p>
          </p:txBody>
        </p:sp>
      </p:grpSp>
      <p:grpSp>
        <p:nvGrpSpPr>
          <p:cNvPr id="248" name="그룹 247"/>
          <p:cNvGrpSpPr/>
          <p:nvPr/>
        </p:nvGrpSpPr>
        <p:grpSpPr>
          <a:xfrm>
            <a:off x="5187157" y="1833692"/>
            <a:ext cx="757240" cy="1495598"/>
            <a:chOff x="7434243" y="1709733"/>
            <a:chExt cx="757240" cy="1495598"/>
          </a:xfrm>
        </p:grpSpPr>
        <p:sp>
          <p:nvSpPr>
            <p:cNvPr id="249" name="아래쪽 화살표 248"/>
            <p:cNvSpPr/>
            <p:nvPr/>
          </p:nvSpPr>
          <p:spPr>
            <a:xfrm rot="10800000">
              <a:off x="7434244" y="1709733"/>
              <a:ext cx="757238" cy="1495598"/>
            </a:xfrm>
            <a:prstGeom prst="downArrow">
              <a:avLst>
                <a:gd name="adj1" fmla="val 54939"/>
                <a:gd name="adj2" fmla="val 56604"/>
              </a:avLst>
            </a:prstGeom>
            <a:gradFill>
              <a:gsLst>
                <a:gs pos="0">
                  <a:schemeClr val="accent1">
                    <a:lumMod val="85000"/>
                  </a:schemeClr>
                </a:gs>
                <a:gs pos="100000">
                  <a:schemeClr val="accent1">
                    <a:lumMod val="80000"/>
                    <a:lumOff val="20000"/>
                  </a:schemeClr>
                </a:gs>
                <a:gs pos="50000">
                  <a:schemeClr val="accent1"/>
                </a:gs>
                <a:gs pos="15000">
                  <a:schemeClr val="accent1">
                    <a:lumMod val="95000"/>
                  </a:schemeClr>
                </a:gs>
              </a:gsLst>
              <a:lin ang="5400000" scaled="1"/>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50" name="TextBox 249"/>
            <p:cNvSpPr txBox="1">
              <a:spLocks/>
            </p:cNvSpPr>
            <p:nvPr/>
          </p:nvSpPr>
          <p:spPr>
            <a:xfrm>
              <a:off x="7434243" y="2871788"/>
              <a:ext cx="757240" cy="209207"/>
            </a:xfrm>
            <a:prstGeom prst="rect">
              <a:avLst/>
            </a:prstGeom>
            <a:noFill/>
          </p:spPr>
          <p:txBody>
            <a:bodyPr wrap="square" lIns="0" tIns="0" rIns="0" bIns="0" rtlCol="0">
              <a:noAutofit/>
            </a:bodyPr>
            <a:lstStyle/>
            <a:p>
              <a:pPr lvl="0" algn="ctr">
                <a:spcAft>
                  <a:spcPts val="300"/>
                </a:spcAft>
              </a:pPr>
              <a:r>
                <a:rPr lang="nb-NO" altLang="ko-KR" sz="1500" b="1" dirty="0">
                  <a:gradFill>
                    <a:gsLst>
                      <a:gs pos="0">
                        <a:schemeClr val="bg2"/>
                      </a:gs>
                      <a:gs pos="100000">
                        <a:schemeClr val="bg2"/>
                      </a:gs>
                    </a:gsLst>
                    <a:lin ang="5400000" scaled="0"/>
                  </a:gradFill>
                  <a:latin typeface="Roboto Condensed Regular"/>
                  <a:ea typeface="Roboto Light" pitchFamily="2" charset="0"/>
                  <a:cs typeface="Roboto Condensed Regular"/>
                </a:rPr>
                <a:t>92</a:t>
              </a:r>
              <a:r>
                <a:rPr lang="nb-NO" altLang="ko-KR" sz="1000" dirty="0">
                  <a:gradFill>
                    <a:gsLst>
                      <a:gs pos="0">
                        <a:schemeClr val="bg2"/>
                      </a:gs>
                      <a:gs pos="100000">
                        <a:schemeClr val="bg2"/>
                      </a:gs>
                    </a:gsLst>
                    <a:lin ang="5400000" scaled="0"/>
                  </a:gradFill>
                  <a:latin typeface="Roboto Condensed Regular"/>
                  <a:ea typeface="Roboto Light" pitchFamily="2" charset="0"/>
                  <a:cs typeface="Roboto Condensed Regular"/>
                </a:rPr>
                <a:t>%</a:t>
              </a:r>
              <a:endParaRPr lang="en-US" altLang="ko-KR" sz="1000" dirty="0">
                <a:gradFill>
                  <a:gsLst>
                    <a:gs pos="0">
                      <a:schemeClr val="bg2"/>
                    </a:gs>
                    <a:gs pos="100000">
                      <a:schemeClr val="bg2"/>
                    </a:gs>
                  </a:gsLst>
                  <a:lin ang="5400000" scaled="0"/>
                </a:gradFill>
                <a:latin typeface="Roboto Condensed Regular"/>
                <a:cs typeface="Roboto Condensed Regular"/>
              </a:endParaRPr>
            </a:p>
          </p:txBody>
        </p:sp>
      </p:grpSp>
      <p:sp>
        <p:nvSpPr>
          <p:cNvPr id="251" name="Freeform 52"/>
          <p:cNvSpPr>
            <a:spLocks noEditPoints="1"/>
          </p:cNvSpPr>
          <p:nvPr/>
        </p:nvSpPr>
        <p:spPr bwMode="auto">
          <a:xfrm>
            <a:off x="1086500" y="1161769"/>
            <a:ext cx="408466" cy="454452"/>
          </a:xfrm>
          <a:custGeom>
            <a:avLst/>
            <a:gdLst/>
            <a:ahLst/>
            <a:cxnLst>
              <a:cxn ang="0">
                <a:pos x="191" y="7"/>
              </a:cxn>
              <a:cxn ang="0">
                <a:pos x="168" y="7"/>
              </a:cxn>
              <a:cxn ang="0">
                <a:pos x="161" y="0"/>
              </a:cxn>
              <a:cxn ang="0">
                <a:pos x="44" y="0"/>
              </a:cxn>
              <a:cxn ang="0">
                <a:pos x="37" y="7"/>
              </a:cxn>
              <a:cxn ang="0">
                <a:pos x="8" y="7"/>
              </a:cxn>
              <a:cxn ang="0">
                <a:pos x="0" y="14"/>
              </a:cxn>
              <a:cxn ang="0">
                <a:pos x="0" y="41"/>
              </a:cxn>
              <a:cxn ang="0">
                <a:pos x="88" y="124"/>
              </a:cxn>
              <a:cxn ang="0">
                <a:pos x="88" y="169"/>
              </a:cxn>
              <a:cxn ang="0">
                <a:pos x="54" y="178"/>
              </a:cxn>
              <a:cxn ang="0">
                <a:pos x="50" y="184"/>
              </a:cxn>
              <a:cxn ang="0">
                <a:pos x="50" y="189"/>
              </a:cxn>
              <a:cxn ang="0">
                <a:pos x="44" y="195"/>
              </a:cxn>
              <a:cxn ang="0">
                <a:pos x="37" y="201"/>
              </a:cxn>
              <a:cxn ang="0">
                <a:pos x="37" y="214"/>
              </a:cxn>
              <a:cxn ang="0">
                <a:pos x="44" y="220"/>
              </a:cxn>
              <a:cxn ang="0">
                <a:pos x="155" y="220"/>
              </a:cxn>
              <a:cxn ang="0">
                <a:pos x="161" y="214"/>
              </a:cxn>
              <a:cxn ang="0">
                <a:pos x="161" y="201"/>
              </a:cxn>
              <a:cxn ang="0">
                <a:pos x="155" y="195"/>
              </a:cxn>
              <a:cxn ang="0">
                <a:pos x="149" y="189"/>
              </a:cxn>
              <a:cxn ang="0">
                <a:pos x="149" y="184"/>
              </a:cxn>
              <a:cxn ang="0">
                <a:pos x="145" y="178"/>
              </a:cxn>
              <a:cxn ang="0">
                <a:pos x="110" y="169"/>
              </a:cxn>
              <a:cxn ang="0">
                <a:pos x="110" y="124"/>
              </a:cxn>
              <a:cxn ang="0">
                <a:pos x="198" y="41"/>
              </a:cxn>
              <a:cxn ang="0">
                <a:pos x="198" y="14"/>
              </a:cxn>
              <a:cxn ang="0">
                <a:pos x="191" y="7"/>
              </a:cxn>
              <a:cxn ang="0">
                <a:pos x="14" y="38"/>
              </a:cxn>
              <a:cxn ang="0">
                <a:pos x="14" y="29"/>
              </a:cxn>
              <a:cxn ang="0">
                <a:pos x="21" y="22"/>
              </a:cxn>
              <a:cxn ang="0">
                <a:pos x="38" y="22"/>
              </a:cxn>
              <a:cxn ang="0">
                <a:pos x="50" y="82"/>
              </a:cxn>
              <a:cxn ang="0">
                <a:pos x="14" y="38"/>
              </a:cxn>
              <a:cxn ang="0">
                <a:pos x="185" y="38"/>
              </a:cxn>
              <a:cxn ang="0">
                <a:pos x="149" y="82"/>
              </a:cxn>
              <a:cxn ang="0">
                <a:pos x="160" y="22"/>
              </a:cxn>
              <a:cxn ang="0">
                <a:pos x="177" y="22"/>
              </a:cxn>
              <a:cxn ang="0">
                <a:pos x="185" y="29"/>
              </a:cxn>
              <a:cxn ang="0">
                <a:pos x="185" y="38"/>
              </a:cxn>
            </a:cxnLst>
            <a:rect l="0" t="0" r="r" b="b"/>
            <a:pathLst>
              <a:path w="198" h="220">
                <a:moveTo>
                  <a:pt x="191" y="7"/>
                </a:moveTo>
                <a:cubicBezTo>
                  <a:pt x="168" y="7"/>
                  <a:pt x="168" y="7"/>
                  <a:pt x="168" y="7"/>
                </a:cubicBezTo>
                <a:cubicBezTo>
                  <a:pt x="164" y="7"/>
                  <a:pt x="161" y="4"/>
                  <a:pt x="161" y="0"/>
                </a:cubicBezTo>
                <a:cubicBezTo>
                  <a:pt x="44" y="0"/>
                  <a:pt x="44" y="0"/>
                  <a:pt x="44" y="0"/>
                </a:cubicBezTo>
                <a:cubicBezTo>
                  <a:pt x="40" y="0"/>
                  <a:pt x="37" y="3"/>
                  <a:pt x="37" y="7"/>
                </a:cubicBezTo>
                <a:cubicBezTo>
                  <a:pt x="8" y="7"/>
                  <a:pt x="8" y="7"/>
                  <a:pt x="8" y="7"/>
                </a:cubicBezTo>
                <a:cubicBezTo>
                  <a:pt x="4" y="7"/>
                  <a:pt x="0" y="10"/>
                  <a:pt x="0" y="14"/>
                </a:cubicBezTo>
                <a:cubicBezTo>
                  <a:pt x="0" y="41"/>
                  <a:pt x="0" y="41"/>
                  <a:pt x="0" y="41"/>
                </a:cubicBezTo>
                <a:cubicBezTo>
                  <a:pt x="0" y="80"/>
                  <a:pt x="63" y="113"/>
                  <a:pt x="88" y="124"/>
                </a:cubicBezTo>
                <a:cubicBezTo>
                  <a:pt x="88" y="169"/>
                  <a:pt x="88" y="169"/>
                  <a:pt x="88" y="169"/>
                </a:cubicBezTo>
                <a:cubicBezTo>
                  <a:pt x="88" y="169"/>
                  <a:pt x="69" y="171"/>
                  <a:pt x="54" y="178"/>
                </a:cubicBezTo>
                <a:cubicBezTo>
                  <a:pt x="51" y="179"/>
                  <a:pt x="50" y="182"/>
                  <a:pt x="50" y="184"/>
                </a:cubicBezTo>
                <a:cubicBezTo>
                  <a:pt x="50" y="189"/>
                  <a:pt x="50" y="189"/>
                  <a:pt x="50" y="189"/>
                </a:cubicBezTo>
                <a:cubicBezTo>
                  <a:pt x="50" y="192"/>
                  <a:pt x="47" y="195"/>
                  <a:pt x="44" y="195"/>
                </a:cubicBezTo>
                <a:cubicBezTo>
                  <a:pt x="40" y="195"/>
                  <a:pt x="37" y="198"/>
                  <a:pt x="37" y="201"/>
                </a:cubicBezTo>
                <a:cubicBezTo>
                  <a:pt x="37" y="214"/>
                  <a:pt x="37" y="214"/>
                  <a:pt x="37" y="214"/>
                </a:cubicBezTo>
                <a:cubicBezTo>
                  <a:pt x="37" y="217"/>
                  <a:pt x="40" y="220"/>
                  <a:pt x="44" y="220"/>
                </a:cubicBezTo>
                <a:cubicBezTo>
                  <a:pt x="155" y="220"/>
                  <a:pt x="155" y="220"/>
                  <a:pt x="155" y="220"/>
                </a:cubicBezTo>
                <a:cubicBezTo>
                  <a:pt x="158" y="220"/>
                  <a:pt x="161" y="217"/>
                  <a:pt x="161" y="214"/>
                </a:cubicBezTo>
                <a:cubicBezTo>
                  <a:pt x="161" y="201"/>
                  <a:pt x="161" y="201"/>
                  <a:pt x="161" y="201"/>
                </a:cubicBezTo>
                <a:cubicBezTo>
                  <a:pt x="161" y="198"/>
                  <a:pt x="158" y="195"/>
                  <a:pt x="155" y="195"/>
                </a:cubicBezTo>
                <a:cubicBezTo>
                  <a:pt x="151" y="195"/>
                  <a:pt x="149" y="192"/>
                  <a:pt x="149" y="189"/>
                </a:cubicBezTo>
                <a:cubicBezTo>
                  <a:pt x="149" y="184"/>
                  <a:pt x="149" y="184"/>
                  <a:pt x="149" y="184"/>
                </a:cubicBezTo>
                <a:cubicBezTo>
                  <a:pt x="149" y="182"/>
                  <a:pt x="147" y="179"/>
                  <a:pt x="145" y="178"/>
                </a:cubicBezTo>
                <a:cubicBezTo>
                  <a:pt x="130" y="171"/>
                  <a:pt x="110" y="169"/>
                  <a:pt x="110" y="169"/>
                </a:cubicBezTo>
                <a:cubicBezTo>
                  <a:pt x="110" y="124"/>
                  <a:pt x="110" y="124"/>
                  <a:pt x="110" y="124"/>
                </a:cubicBezTo>
                <a:cubicBezTo>
                  <a:pt x="135" y="113"/>
                  <a:pt x="198" y="80"/>
                  <a:pt x="198" y="41"/>
                </a:cubicBezTo>
                <a:cubicBezTo>
                  <a:pt x="198" y="14"/>
                  <a:pt x="198" y="14"/>
                  <a:pt x="198" y="14"/>
                </a:cubicBezTo>
                <a:cubicBezTo>
                  <a:pt x="198" y="10"/>
                  <a:pt x="195" y="7"/>
                  <a:pt x="191" y="7"/>
                </a:cubicBezTo>
                <a:close/>
                <a:moveTo>
                  <a:pt x="14" y="38"/>
                </a:moveTo>
                <a:cubicBezTo>
                  <a:pt x="14" y="29"/>
                  <a:pt x="14" y="29"/>
                  <a:pt x="14" y="29"/>
                </a:cubicBezTo>
                <a:cubicBezTo>
                  <a:pt x="14" y="25"/>
                  <a:pt x="17" y="22"/>
                  <a:pt x="21" y="22"/>
                </a:cubicBezTo>
                <a:cubicBezTo>
                  <a:pt x="38" y="22"/>
                  <a:pt x="38" y="22"/>
                  <a:pt x="38" y="22"/>
                </a:cubicBezTo>
                <a:cubicBezTo>
                  <a:pt x="38" y="22"/>
                  <a:pt x="38" y="63"/>
                  <a:pt x="50" y="82"/>
                </a:cubicBezTo>
                <a:cubicBezTo>
                  <a:pt x="50" y="82"/>
                  <a:pt x="14" y="66"/>
                  <a:pt x="14" y="38"/>
                </a:cubicBezTo>
                <a:close/>
                <a:moveTo>
                  <a:pt x="185" y="38"/>
                </a:moveTo>
                <a:cubicBezTo>
                  <a:pt x="185" y="66"/>
                  <a:pt x="149" y="82"/>
                  <a:pt x="149" y="82"/>
                </a:cubicBezTo>
                <a:cubicBezTo>
                  <a:pt x="160" y="63"/>
                  <a:pt x="160" y="22"/>
                  <a:pt x="160" y="22"/>
                </a:cubicBezTo>
                <a:cubicBezTo>
                  <a:pt x="177" y="22"/>
                  <a:pt x="177" y="22"/>
                  <a:pt x="177" y="22"/>
                </a:cubicBezTo>
                <a:cubicBezTo>
                  <a:pt x="181" y="22"/>
                  <a:pt x="185" y="25"/>
                  <a:pt x="185" y="29"/>
                </a:cubicBezTo>
                <a:lnTo>
                  <a:pt x="185" y="38"/>
                </a:lnTo>
                <a:close/>
              </a:path>
            </a:pathLst>
          </a:custGeom>
          <a:solidFill>
            <a:schemeClr val="accent3">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52" name="Freeform 32"/>
          <p:cNvSpPr>
            <a:spLocks noEditPoints="1"/>
          </p:cNvSpPr>
          <p:nvPr/>
        </p:nvSpPr>
        <p:spPr bwMode="auto">
          <a:xfrm>
            <a:off x="2498260" y="1171507"/>
            <a:ext cx="434975" cy="434975"/>
          </a:xfrm>
          <a:custGeom>
            <a:avLst/>
            <a:gdLst/>
            <a:ahLst/>
            <a:cxnLst>
              <a:cxn ang="0">
                <a:pos x="64" y="107"/>
              </a:cxn>
              <a:cxn ang="0">
                <a:pos x="117" y="107"/>
              </a:cxn>
              <a:cxn ang="0">
                <a:pos x="130" y="98"/>
              </a:cxn>
              <a:cxn ang="0">
                <a:pos x="51" y="98"/>
              </a:cxn>
              <a:cxn ang="0">
                <a:pos x="64" y="107"/>
              </a:cxn>
              <a:cxn ang="0">
                <a:pos x="89" y="124"/>
              </a:cxn>
              <a:cxn ang="0">
                <a:pos x="92" y="124"/>
              </a:cxn>
              <a:cxn ang="0">
                <a:pos x="104" y="116"/>
              </a:cxn>
              <a:cxn ang="0">
                <a:pos x="76" y="116"/>
              </a:cxn>
              <a:cxn ang="0">
                <a:pos x="89" y="124"/>
              </a:cxn>
              <a:cxn ang="0">
                <a:pos x="175" y="56"/>
              </a:cxn>
              <a:cxn ang="0">
                <a:pos x="97" y="3"/>
              </a:cxn>
              <a:cxn ang="0">
                <a:pos x="84" y="3"/>
              </a:cxn>
              <a:cxn ang="0">
                <a:pos x="5" y="56"/>
              </a:cxn>
              <a:cxn ang="0">
                <a:pos x="0" y="66"/>
              </a:cxn>
              <a:cxn ang="0">
                <a:pos x="0" y="167"/>
              </a:cxn>
              <a:cxn ang="0">
                <a:pos x="12" y="179"/>
              </a:cxn>
              <a:cxn ang="0">
                <a:pos x="169" y="179"/>
              </a:cxn>
              <a:cxn ang="0">
                <a:pos x="180" y="167"/>
              </a:cxn>
              <a:cxn ang="0">
                <a:pos x="180" y="66"/>
              </a:cxn>
              <a:cxn ang="0">
                <a:pos x="175" y="56"/>
              </a:cxn>
              <a:cxn ang="0">
                <a:pos x="169" y="82"/>
              </a:cxn>
              <a:cxn ang="0">
                <a:pos x="90" y="135"/>
              </a:cxn>
              <a:cxn ang="0">
                <a:pos x="12" y="82"/>
              </a:cxn>
              <a:cxn ang="0">
                <a:pos x="12" y="71"/>
              </a:cxn>
              <a:cxn ang="0">
                <a:pos x="17" y="65"/>
              </a:cxn>
              <a:cxn ang="0">
                <a:pos x="163" y="65"/>
              </a:cxn>
              <a:cxn ang="0">
                <a:pos x="169" y="71"/>
              </a:cxn>
              <a:cxn ang="0">
                <a:pos x="169" y="82"/>
              </a:cxn>
              <a:cxn ang="0">
                <a:pos x="37" y="89"/>
              </a:cxn>
              <a:cxn ang="0">
                <a:pos x="39" y="90"/>
              </a:cxn>
              <a:cxn ang="0">
                <a:pos x="142" y="90"/>
              </a:cxn>
              <a:cxn ang="0">
                <a:pos x="144" y="89"/>
              </a:cxn>
              <a:cxn ang="0">
                <a:pos x="144" y="81"/>
              </a:cxn>
              <a:cxn ang="0">
                <a:pos x="37" y="81"/>
              </a:cxn>
              <a:cxn ang="0">
                <a:pos x="37" y="89"/>
              </a:cxn>
            </a:cxnLst>
            <a:rect l="0" t="0" r="r" b="b"/>
            <a:pathLst>
              <a:path w="180" h="179">
                <a:moveTo>
                  <a:pt x="64" y="107"/>
                </a:moveTo>
                <a:cubicBezTo>
                  <a:pt x="117" y="107"/>
                  <a:pt x="117" y="107"/>
                  <a:pt x="117" y="107"/>
                </a:cubicBezTo>
                <a:cubicBezTo>
                  <a:pt x="130" y="98"/>
                  <a:pt x="130" y="98"/>
                  <a:pt x="130" y="98"/>
                </a:cubicBezTo>
                <a:cubicBezTo>
                  <a:pt x="51" y="98"/>
                  <a:pt x="51" y="98"/>
                  <a:pt x="51" y="98"/>
                </a:cubicBezTo>
                <a:lnTo>
                  <a:pt x="64" y="107"/>
                </a:lnTo>
                <a:close/>
                <a:moveTo>
                  <a:pt x="89" y="124"/>
                </a:moveTo>
                <a:cubicBezTo>
                  <a:pt x="92" y="124"/>
                  <a:pt x="92" y="124"/>
                  <a:pt x="92" y="124"/>
                </a:cubicBezTo>
                <a:cubicBezTo>
                  <a:pt x="104" y="116"/>
                  <a:pt x="104" y="116"/>
                  <a:pt x="104" y="116"/>
                </a:cubicBezTo>
                <a:cubicBezTo>
                  <a:pt x="76" y="116"/>
                  <a:pt x="76" y="116"/>
                  <a:pt x="76" y="116"/>
                </a:cubicBezTo>
                <a:lnTo>
                  <a:pt x="89" y="124"/>
                </a:lnTo>
                <a:close/>
                <a:moveTo>
                  <a:pt x="175" y="56"/>
                </a:moveTo>
                <a:cubicBezTo>
                  <a:pt x="97" y="3"/>
                  <a:pt x="97" y="3"/>
                  <a:pt x="97" y="3"/>
                </a:cubicBezTo>
                <a:cubicBezTo>
                  <a:pt x="93" y="0"/>
                  <a:pt x="88" y="0"/>
                  <a:pt x="84" y="3"/>
                </a:cubicBezTo>
                <a:cubicBezTo>
                  <a:pt x="5" y="56"/>
                  <a:pt x="5" y="56"/>
                  <a:pt x="5" y="56"/>
                </a:cubicBezTo>
                <a:cubicBezTo>
                  <a:pt x="2" y="58"/>
                  <a:pt x="0" y="62"/>
                  <a:pt x="0" y="66"/>
                </a:cubicBezTo>
                <a:cubicBezTo>
                  <a:pt x="0" y="167"/>
                  <a:pt x="0" y="167"/>
                  <a:pt x="0" y="167"/>
                </a:cubicBezTo>
                <a:cubicBezTo>
                  <a:pt x="0" y="174"/>
                  <a:pt x="5" y="179"/>
                  <a:pt x="12" y="179"/>
                </a:cubicBezTo>
                <a:cubicBezTo>
                  <a:pt x="169" y="179"/>
                  <a:pt x="169" y="179"/>
                  <a:pt x="169" y="179"/>
                </a:cubicBezTo>
                <a:cubicBezTo>
                  <a:pt x="175" y="179"/>
                  <a:pt x="180" y="174"/>
                  <a:pt x="180" y="167"/>
                </a:cubicBezTo>
                <a:cubicBezTo>
                  <a:pt x="180" y="66"/>
                  <a:pt x="180" y="66"/>
                  <a:pt x="180" y="66"/>
                </a:cubicBezTo>
                <a:cubicBezTo>
                  <a:pt x="180" y="62"/>
                  <a:pt x="178" y="58"/>
                  <a:pt x="175" y="56"/>
                </a:cubicBezTo>
                <a:close/>
                <a:moveTo>
                  <a:pt x="169" y="82"/>
                </a:moveTo>
                <a:cubicBezTo>
                  <a:pt x="90" y="135"/>
                  <a:pt x="90" y="135"/>
                  <a:pt x="90" y="135"/>
                </a:cubicBezTo>
                <a:cubicBezTo>
                  <a:pt x="12" y="82"/>
                  <a:pt x="12" y="82"/>
                  <a:pt x="12" y="82"/>
                </a:cubicBezTo>
                <a:cubicBezTo>
                  <a:pt x="12" y="71"/>
                  <a:pt x="12" y="71"/>
                  <a:pt x="12" y="71"/>
                </a:cubicBezTo>
                <a:cubicBezTo>
                  <a:pt x="12" y="68"/>
                  <a:pt x="14" y="65"/>
                  <a:pt x="17" y="65"/>
                </a:cubicBezTo>
                <a:cubicBezTo>
                  <a:pt x="163" y="65"/>
                  <a:pt x="163" y="65"/>
                  <a:pt x="163" y="65"/>
                </a:cubicBezTo>
                <a:cubicBezTo>
                  <a:pt x="166" y="65"/>
                  <a:pt x="169" y="68"/>
                  <a:pt x="169" y="71"/>
                </a:cubicBezTo>
                <a:lnTo>
                  <a:pt x="169" y="82"/>
                </a:lnTo>
                <a:close/>
                <a:moveTo>
                  <a:pt x="37" y="89"/>
                </a:moveTo>
                <a:cubicBezTo>
                  <a:pt x="39" y="90"/>
                  <a:pt x="39" y="90"/>
                  <a:pt x="39" y="90"/>
                </a:cubicBezTo>
                <a:cubicBezTo>
                  <a:pt x="142" y="90"/>
                  <a:pt x="142" y="90"/>
                  <a:pt x="142" y="90"/>
                </a:cubicBezTo>
                <a:cubicBezTo>
                  <a:pt x="144" y="89"/>
                  <a:pt x="144" y="89"/>
                  <a:pt x="144" y="89"/>
                </a:cubicBezTo>
                <a:cubicBezTo>
                  <a:pt x="144" y="81"/>
                  <a:pt x="144" y="81"/>
                  <a:pt x="144" y="81"/>
                </a:cubicBezTo>
                <a:cubicBezTo>
                  <a:pt x="37" y="81"/>
                  <a:pt x="37" y="81"/>
                  <a:pt x="37" y="81"/>
                </a:cubicBezTo>
                <a:lnTo>
                  <a:pt x="37" y="89"/>
                </a:lnTo>
                <a:close/>
              </a:path>
            </a:pathLst>
          </a:custGeom>
          <a:solidFill>
            <a:schemeClr val="accent3">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53" name="Freeform 42"/>
          <p:cNvSpPr>
            <a:spLocks noEditPoints="1"/>
          </p:cNvSpPr>
          <p:nvPr/>
        </p:nvSpPr>
        <p:spPr bwMode="auto">
          <a:xfrm>
            <a:off x="3906400" y="1205473"/>
            <a:ext cx="468724" cy="367043"/>
          </a:xfrm>
          <a:custGeom>
            <a:avLst/>
            <a:gdLst/>
            <a:ahLst/>
            <a:cxnLst>
              <a:cxn ang="0">
                <a:pos x="338" y="76"/>
              </a:cxn>
              <a:cxn ang="0">
                <a:pos x="338" y="38"/>
              </a:cxn>
              <a:cxn ang="0">
                <a:pos x="300" y="38"/>
              </a:cxn>
              <a:cxn ang="0">
                <a:pos x="300" y="0"/>
              </a:cxn>
              <a:cxn ang="0">
                <a:pos x="0" y="0"/>
              </a:cxn>
              <a:cxn ang="0">
                <a:pos x="0" y="218"/>
              </a:cxn>
              <a:cxn ang="0">
                <a:pos x="38" y="218"/>
              </a:cxn>
              <a:cxn ang="0">
                <a:pos x="38" y="256"/>
              </a:cxn>
              <a:cxn ang="0">
                <a:pos x="76" y="256"/>
              </a:cxn>
              <a:cxn ang="0">
                <a:pos x="76" y="296"/>
              </a:cxn>
              <a:cxn ang="0">
                <a:pos x="378" y="296"/>
              </a:cxn>
              <a:cxn ang="0">
                <a:pos x="378" y="76"/>
              </a:cxn>
              <a:cxn ang="0">
                <a:pos x="338" y="76"/>
              </a:cxn>
              <a:cxn ang="0">
                <a:pos x="24" y="194"/>
              </a:cxn>
              <a:cxn ang="0">
                <a:pos x="24" y="24"/>
              </a:cxn>
              <a:cxn ang="0">
                <a:pos x="276" y="24"/>
              </a:cxn>
              <a:cxn ang="0">
                <a:pos x="276" y="194"/>
              </a:cxn>
              <a:cxn ang="0">
                <a:pos x="24" y="194"/>
              </a:cxn>
              <a:cxn ang="0">
                <a:pos x="62" y="232"/>
              </a:cxn>
              <a:cxn ang="0">
                <a:pos x="62" y="218"/>
              </a:cxn>
              <a:cxn ang="0">
                <a:pos x="300" y="218"/>
              </a:cxn>
              <a:cxn ang="0">
                <a:pos x="300" y="62"/>
              </a:cxn>
              <a:cxn ang="0">
                <a:pos x="314" y="62"/>
              </a:cxn>
              <a:cxn ang="0">
                <a:pos x="314" y="232"/>
              </a:cxn>
              <a:cxn ang="0">
                <a:pos x="62" y="232"/>
              </a:cxn>
              <a:cxn ang="0">
                <a:pos x="353" y="272"/>
              </a:cxn>
              <a:cxn ang="0">
                <a:pos x="100" y="272"/>
              </a:cxn>
              <a:cxn ang="0">
                <a:pos x="100" y="256"/>
              </a:cxn>
              <a:cxn ang="0">
                <a:pos x="338" y="256"/>
              </a:cxn>
              <a:cxn ang="0">
                <a:pos x="338" y="100"/>
              </a:cxn>
              <a:cxn ang="0">
                <a:pos x="353" y="100"/>
              </a:cxn>
              <a:cxn ang="0">
                <a:pos x="353" y="272"/>
              </a:cxn>
            </a:cxnLst>
            <a:rect l="0" t="0" r="r" b="b"/>
            <a:pathLst>
              <a:path w="378" h="296">
                <a:moveTo>
                  <a:pt x="338" y="76"/>
                </a:moveTo>
                <a:lnTo>
                  <a:pt x="338" y="38"/>
                </a:lnTo>
                <a:lnTo>
                  <a:pt x="300" y="38"/>
                </a:lnTo>
                <a:lnTo>
                  <a:pt x="300" y="0"/>
                </a:lnTo>
                <a:lnTo>
                  <a:pt x="0" y="0"/>
                </a:lnTo>
                <a:lnTo>
                  <a:pt x="0" y="218"/>
                </a:lnTo>
                <a:lnTo>
                  <a:pt x="38" y="218"/>
                </a:lnTo>
                <a:lnTo>
                  <a:pt x="38" y="256"/>
                </a:lnTo>
                <a:lnTo>
                  <a:pt x="76" y="256"/>
                </a:lnTo>
                <a:lnTo>
                  <a:pt x="76" y="296"/>
                </a:lnTo>
                <a:lnTo>
                  <a:pt x="378" y="296"/>
                </a:lnTo>
                <a:lnTo>
                  <a:pt x="378" y="76"/>
                </a:lnTo>
                <a:lnTo>
                  <a:pt x="338" y="76"/>
                </a:lnTo>
                <a:close/>
                <a:moveTo>
                  <a:pt x="24" y="194"/>
                </a:moveTo>
                <a:lnTo>
                  <a:pt x="24" y="24"/>
                </a:lnTo>
                <a:lnTo>
                  <a:pt x="276" y="24"/>
                </a:lnTo>
                <a:lnTo>
                  <a:pt x="276" y="194"/>
                </a:lnTo>
                <a:lnTo>
                  <a:pt x="24" y="194"/>
                </a:lnTo>
                <a:close/>
                <a:moveTo>
                  <a:pt x="62" y="232"/>
                </a:moveTo>
                <a:lnTo>
                  <a:pt x="62" y="218"/>
                </a:lnTo>
                <a:lnTo>
                  <a:pt x="300" y="218"/>
                </a:lnTo>
                <a:lnTo>
                  <a:pt x="300" y="62"/>
                </a:lnTo>
                <a:lnTo>
                  <a:pt x="314" y="62"/>
                </a:lnTo>
                <a:lnTo>
                  <a:pt x="314" y="232"/>
                </a:lnTo>
                <a:lnTo>
                  <a:pt x="62" y="232"/>
                </a:lnTo>
                <a:close/>
                <a:moveTo>
                  <a:pt x="353" y="272"/>
                </a:moveTo>
                <a:lnTo>
                  <a:pt x="100" y="272"/>
                </a:lnTo>
                <a:lnTo>
                  <a:pt x="100" y="256"/>
                </a:lnTo>
                <a:lnTo>
                  <a:pt x="338" y="256"/>
                </a:lnTo>
                <a:lnTo>
                  <a:pt x="338" y="100"/>
                </a:lnTo>
                <a:lnTo>
                  <a:pt x="353" y="100"/>
                </a:lnTo>
                <a:lnTo>
                  <a:pt x="353" y="272"/>
                </a:lnTo>
                <a:close/>
              </a:path>
            </a:pathLst>
          </a:custGeom>
          <a:solidFill>
            <a:schemeClr val="accent3">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54" name="Freeform 36"/>
          <p:cNvSpPr>
            <a:spLocks noEditPoints="1"/>
          </p:cNvSpPr>
          <p:nvPr/>
        </p:nvSpPr>
        <p:spPr bwMode="auto">
          <a:xfrm>
            <a:off x="5282407" y="1191350"/>
            <a:ext cx="566738" cy="395288"/>
          </a:xfrm>
          <a:custGeom>
            <a:avLst/>
            <a:gdLst/>
            <a:ahLst/>
            <a:cxnLst>
              <a:cxn ang="0">
                <a:pos x="190" y="69"/>
              </a:cxn>
              <a:cxn ang="0">
                <a:pos x="95" y="0"/>
              </a:cxn>
              <a:cxn ang="0">
                <a:pos x="0" y="69"/>
              </a:cxn>
              <a:cxn ang="0">
                <a:pos x="31" y="119"/>
              </a:cxn>
              <a:cxn ang="0">
                <a:pos x="0" y="138"/>
              </a:cxn>
              <a:cxn ang="0">
                <a:pos x="66" y="134"/>
              </a:cxn>
              <a:cxn ang="0">
                <a:pos x="95" y="138"/>
              </a:cxn>
              <a:cxn ang="0">
                <a:pos x="190" y="69"/>
              </a:cxn>
              <a:cxn ang="0">
                <a:pos x="53" y="83"/>
              </a:cxn>
              <a:cxn ang="0">
                <a:pos x="41" y="71"/>
              </a:cxn>
              <a:cxn ang="0">
                <a:pos x="53" y="59"/>
              </a:cxn>
              <a:cxn ang="0">
                <a:pos x="65" y="71"/>
              </a:cxn>
              <a:cxn ang="0">
                <a:pos x="53" y="83"/>
              </a:cxn>
              <a:cxn ang="0">
                <a:pos x="95" y="83"/>
              </a:cxn>
              <a:cxn ang="0">
                <a:pos x="83" y="71"/>
              </a:cxn>
              <a:cxn ang="0">
                <a:pos x="95" y="59"/>
              </a:cxn>
              <a:cxn ang="0">
                <a:pos x="107" y="71"/>
              </a:cxn>
              <a:cxn ang="0">
                <a:pos x="95" y="83"/>
              </a:cxn>
              <a:cxn ang="0">
                <a:pos x="137" y="83"/>
              </a:cxn>
              <a:cxn ang="0">
                <a:pos x="125" y="71"/>
              </a:cxn>
              <a:cxn ang="0">
                <a:pos x="137" y="59"/>
              </a:cxn>
              <a:cxn ang="0">
                <a:pos x="149" y="71"/>
              </a:cxn>
              <a:cxn ang="0">
                <a:pos x="137" y="83"/>
              </a:cxn>
              <a:cxn ang="0">
                <a:pos x="210" y="140"/>
              </a:cxn>
              <a:cxn ang="0">
                <a:pos x="234" y="99"/>
              </a:cxn>
              <a:cxn ang="0">
                <a:pos x="196" y="51"/>
              </a:cxn>
              <a:cxn ang="0">
                <a:pos x="199" y="69"/>
              </a:cxn>
              <a:cxn ang="0">
                <a:pos x="116" y="145"/>
              </a:cxn>
              <a:cxn ang="0">
                <a:pos x="158" y="154"/>
              </a:cxn>
              <a:cxn ang="0">
                <a:pos x="182" y="152"/>
              </a:cxn>
              <a:cxn ang="0">
                <a:pos x="234" y="154"/>
              </a:cxn>
              <a:cxn ang="0">
                <a:pos x="210" y="140"/>
              </a:cxn>
            </a:cxnLst>
            <a:rect l="0" t="0" r="r" b="b"/>
            <a:pathLst>
              <a:path w="234" h="163">
                <a:moveTo>
                  <a:pt x="190" y="69"/>
                </a:moveTo>
                <a:cubicBezTo>
                  <a:pt x="190" y="31"/>
                  <a:pt x="147" y="0"/>
                  <a:pt x="95" y="0"/>
                </a:cubicBezTo>
                <a:cubicBezTo>
                  <a:pt x="43" y="0"/>
                  <a:pt x="0" y="31"/>
                  <a:pt x="0" y="69"/>
                </a:cubicBezTo>
                <a:cubicBezTo>
                  <a:pt x="0" y="89"/>
                  <a:pt x="12" y="107"/>
                  <a:pt x="31" y="119"/>
                </a:cubicBezTo>
                <a:cubicBezTo>
                  <a:pt x="25" y="127"/>
                  <a:pt x="16" y="136"/>
                  <a:pt x="0" y="138"/>
                </a:cubicBezTo>
                <a:cubicBezTo>
                  <a:pt x="0" y="138"/>
                  <a:pt x="37" y="149"/>
                  <a:pt x="66" y="134"/>
                </a:cubicBezTo>
                <a:cubicBezTo>
                  <a:pt x="75" y="137"/>
                  <a:pt x="85" y="138"/>
                  <a:pt x="95" y="138"/>
                </a:cubicBezTo>
                <a:cubicBezTo>
                  <a:pt x="147" y="138"/>
                  <a:pt x="190" y="107"/>
                  <a:pt x="190" y="69"/>
                </a:cubicBezTo>
                <a:close/>
                <a:moveTo>
                  <a:pt x="53" y="83"/>
                </a:moveTo>
                <a:cubicBezTo>
                  <a:pt x="47" y="83"/>
                  <a:pt x="41" y="77"/>
                  <a:pt x="41" y="71"/>
                </a:cubicBezTo>
                <a:cubicBezTo>
                  <a:pt x="41" y="64"/>
                  <a:pt x="47" y="59"/>
                  <a:pt x="53" y="59"/>
                </a:cubicBezTo>
                <a:cubicBezTo>
                  <a:pt x="60" y="59"/>
                  <a:pt x="65" y="64"/>
                  <a:pt x="65" y="71"/>
                </a:cubicBezTo>
                <a:cubicBezTo>
                  <a:pt x="65" y="77"/>
                  <a:pt x="60" y="83"/>
                  <a:pt x="53" y="83"/>
                </a:cubicBezTo>
                <a:close/>
                <a:moveTo>
                  <a:pt x="95" y="83"/>
                </a:moveTo>
                <a:cubicBezTo>
                  <a:pt x="89" y="83"/>
                  <a:pt x="83" y="77"/>
                  <a:pt x="83" y="71"/>
                </a:cubicBezTo>
                <a:cubicBezTo>
                  <a:pt x="83" y="64"/>
                  <a:pt x="89" y="59"/>
                  <a:pt x="95" y="59"/>
                </a:cubicBezTo>
                <a:cubicBezTo>
                  <a:pt x="102" y="59"/>
                  <a:pt x="107" y="64"/>
                  <a:pt x="107" y="71"/>
                </a:cubicBezTo>
                <a:cubicBezTo>
                  <a:pt x="107" y="77"/>
                  <a:pt x="102" y="83"/>
                  <a:pt x="95" y="83"/>
                </a:cubicBezTo>
                <a:close/>
                <a:moveTo>
                  <a:pt x="137" y="83"/>
                </a:moveTo>
                <a:cubicBezTo>
                  <a:pt x="131" y="83"/>
                  <a:pt x="125" y="77"/>
                  <a:pt x="125" y="71"/>
                </a:cubicBezTo>
                <a:cubicBezTo>
                  <a:pt x="125" y="64"/>
                  <a:pt x="131" y="59"/>
                  <a:pt x="137" y="59"/>
                </a:cubicBezTo>
                <a:cubicBezTo>
                  <a:pt x="144" y="59"/>
                  <a:pt x="149" y="64"/>
                  <a:pt x="149" y="71"/>
                </a:cubicBezTo>
                <a:cubicBezTo>
                  <a:pt x="149" y="77"/>
                  <a:pt x="144" y="83"/>
                  <a:pt x="137" y="83"/>
                </a:cubicBezTo>
                <a:close/>
                <a:moveTo>
                  <a:pt x="210" y="140"/>
                </a:moveTo>
                <a:cubicBezTo>
                  <a:pt x="225" y="129"/>
                  <a:pt x="234" y="115"/>
                  <a:pt x="234" y="99"/>
                </a:cubicBezTo>
                <a:cubicBezTo>
                  <a:pt x="234" y="79"/>
                  <a:pt x="219" y="61"/>
                  <a:pt x="196" y="51"/>
                </a:cubicBezTo>
                <a:cubicBezTo>
                  <a:pt x="198" y="57"/>
                  <a:pt x="199" y="63"/>
                  <a:pt x="199" y="69"/>
                </a:cubicBezTo>
                <a:cubicBezTo>
                  <a:pt x="199" y="106"/>
                  <a:pt x="163" y="138"/>
                  <a:pt x="116" y="145"/>
                </a:cubicBezTo>
                <a:cubicBezTo>
                  <a:pt x="128" y="151"/>
                  <a:pt x="143" y="154"/>
                  <a:pt x="158" y="154"/>
                </a:cubicBezTo>
                <a:cubicBezTo>
                  <a:pt x="166" y="154"/>
                  <a:pt x="174" y="153"/>
                  <a:pt x="182" y="152"/>
                </a:cubicBezTo>
                <a:cubicBezTo>
                  <a:pt x="204" y="163"/>
                  <a:pt x="234" y="154"/>
                  <a:pt x="234" y="154"/>
                </a:cubicBezTo>
                <a:cubicBezTo>
                  <a:pt x="222" y="153"/>
                  <a:pt x="214" y="146"/>
                  <a:pt x="210" y="140"/>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Tree>
    <p:extLst>
      <p:ext uri="{BB962C8B-B14F-4D97-AF65-F5344CB8AC3E}">
        <p14:creationId xmlns:p14="http://schemas.microsoft.com/office/powerpoint/2010/main" val="5703291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75"/>
                                        </p:tgtEl>
                                        <p:attrNameLst>
                                          <p:attrName>style.visibility</p:attrName>
                                        </p:attrNameLst>
                                      </p:cBhvr>
                                      <p:to>
                                        <p:strVal val="visible"/>
                                      </p:to>
                                    </p:set>
                                    <p:animEffect transition="in" filter="fade">
                                      <p:cBhvr>
                                        <p:cTn id="7" dur="500"/>
                                        <p:tgtEl>
                                          <p:spTgt spid="175"/>
                                        </p:tgtEl>
                                      </p:cBhvr>
                                    </p:animEffect>
                                    <p:anim calcmode="lin" valueType="num">
                                      <p:cBhvr>
                                        <p:cTn id="8" dur="500" fill="hold"/>
                                        <p:tgtEl>
                                          <p:spTgt spid="175"/>
                                        </p:tgtEl>
                                        <p:attrNameLst>
                                          <p:attrName>ppt_x</p:attrName>
                                        </p:attrNameLst>
                                      </p:cBhvr>
                                      <p:tavLst>
                                        <p:tav tm="0">
                                          <p:val>
                                            <p:strVal val="#ppt_x"/>
                                          </p:val>
                                        </p:tav>
                                        <p:tav tm="100000">
                                          <p:val>
                                            <p:strVal val="#ppt_x"/>
                                          </p:val>
                                        </p:tav>
                                      </p:tavLst>
                                    </p:anim>
                                    <p:anim calcmode="lin" valueType="num">
                                      <p:cBhvr>
                                        <p:cTn id="9" dur="500" fill="hold"/>
                                        <p:tgtEl>
                                          <p:spTgt spid="17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2" presetClass="entr" presetSubtype="4" fill="hold" nodeType="afterEffect">
                                  <p:stCondLst>
                                    <p:cond delay="0"/>
                                  </p:stCondLst>
                                  <p:childTnLst>
                                    <p:set>
                                      <p:cBhvr>
                                        <p:cTn id="12" dur="1" fill="hold">
                                          <p:stCondLst>
                                            <p:cond delay="0"/>
                                          </p:stCondLst>
                                        </p:cTn>
                                        <p:tgtEl>
                                          <p:spTgt spid="239"/>
                                        </p:tgtEl>
                                        <p:attrNameLst>
                                          <p:attrName>style.visibility</p:attrName>
                                        </p:attrNameLst>
                                      </p:cBhvr>
                                      <p:to>
                                        <p:strVal val="visible"/>
                                      </p:to>
                                    </p:set>
                                    <p:animEffect transition="in" filter="slide(fromBottom)">
                                      <p:cBhvr>
                                        <p:cTn id="13" dur="500"/>
                                        <p:tgtEl>
                                          <p:spTgt spid="239"/>
                                        </p:tgtEl>
                                      </p:cBhvr>
                                    </p:animEffect>
                                  </p:childTnLst>
                                </p:cTn>
                              </p:par>
                              <p:par>
                                <p:cTn id="14" presetID="17" presetClass="entr" presetSubtype="10" fill="hold" grpId="0" nodeType="withEffect">
                                  <p:stCondLst>
                                    <p:cond delay="0"/>
                                  </p:stCondLst>
                                  <p:childTnLst>
                                    <p:set>
                                      <p:cBhvr>
                                        <p:cTn id="15" dur="1" fill="hold">
                                          <p:stCondLst>
                                            <p:cond delay="0"/>
                                          </p:stCondLst>
                                        </p:cTn>
                                        <p:tgtEl>
                                          <p:spTgt spid="251"/>
                                        </p:tgtEl>
                                        <p:attrNameLst>
                                          <p:attrName>style.visibility</p:attrName>
                                        </p:attrNameLst>
                                      </p:cBhvr>
                                      <p:to>
                                        <p:strVal val="visible"/>
                                      </p:to>
                                    </p:set>
                                    <p:anim calcmode="lin" valueType="num">
                                      <p:cBhvr>
                                        <p:cTn id="16" dur="500" fill="hold"/>
                                        <p:tgtEl>
                                          <p:spTgt spid="251"/>
                                        </p:tgtEl>
                                        <p:attrNameLst>
                                          <p:attrName>ppt_w</p:attrName>
                                        </p:attrNameLst>
                                      </p:cBhvr>
                                      <p:tavLst>
                                        <p:tav tm="0">
                                          <p:val>
                                            <p:fltVal val="0"/>
                                          </p:val>
                                        </p:tav>
                                        <p:tav tm="100000">
                                          <p:val>
                                            <p:strVal val="#ppt_w"/>
                                          </p:val>
                                        </p:tav>
                                      </p:tavLst>
                                    </p:anim>
                                    <p:anim calcmode="lin" valueType="num">
                                      <p:cBhvr>
                                        <p:cTn id="17" dur="500" fill="hold"/>
                                        <p:tgtEl>
                                          <p:spTgt spid="251"/>
                                        </p:tgtEl>
                                        <p:attrNameLst>
                                          <p:attrName>ppt_h</p:attrName>
                                        </p:attrNameLst>
                                      </p:cBhvr>
                                      <p:tavLst>
                                        <p:tav tm="0">
                                          <p:val>
                                            <p:strVal val="#ppt_h"/>
                                          </p:val>
                                        </p:tav>
                                        <p:tav tm="100000">
                                          <p:val>
                                            <p:strVal val="#ppt_h"/>
                                          </p:val>
                                        </p:tav>
                                      </p:tavLst>
                                    </p:anim>
                                  </p:childTnLst>
                                </p:cTn>
                              </p:par>
                            </p:childTnLst>
                          </p:cTn>
                        </p:par>
                        <p:par>
                          <p:cTn id="18" fill="hold">
                            <p:stCondLst>
                              <p:cond delay="1000"/>
                            </p:stCondLst>
                            <p:childTnLst>
                              <p:par>
                                <p:cTn id="19" presetID="47" presetClass="entr" presetSubtype="0" fill="hold" nodeType="afterEffect">
                                  <p:stCondLst>
                                    <p:cond delay="0"/>
                                  </p:stCondLst>
                                  <p:childTnLst>
                                    <p:set>
                                      <p:cBhvr>
                                        <p:cTn id="20" dur="1" fill="hold">
                                          <p:stCondLst>
                                            <p:cond delay="0"/>
                                          </p:stCondLst>
                                        </p:cTn>
                                        <p:tgtEl>
                                          <p:spTgt spid="191"/>
                                        </p:tgtEl>
                                        <p:attrNameLst>
                                          <p:attrName>style.visibility</p:attrName>
                                        </p:attrNameLst>
                                      </p:cBhvr>
                                      <p:to>
                                        <p:strVal val="visible"/>
                                      </p:to>
                                    </p:set>
                                    <p:animEffect transition="in" filter="fade">
                                      <p:cBhvr>
                                        <p:cTn id="21" dur="500"/>
                                        <p:tgtEl>
                                          <p:spTgt spid="191"/>
                                        </p:tgtEl>
                                      </p:cBhvr>
                                    </p:animEffect>
                                    <p:anim calcmode="lin" valueType="num">
                                      <p:cBhvr>
                                        <p:cTn id="22" dur="500" fill="hold"/>
                                        <p:tgtEl>
                                          <p:spTgt spid="191"/>
                                        </p:tgtEl>
                                        <p:attrNameLst>
                                          <p:attrName>ppt_x</p:attrName>
                                        </p:attrNameLst>
                                      </p:cBhvr>
                                      <p:tavLst>
                                        <p:tav tm="0">
                                          <p:val>
                                            <p:strVal val="#ppt_x"/>
                                          </p:val>
                                        </p:tav>
                                        <p:tav tm="100000">
                                          <p:val>
                                            <p:strVal val="#ppt_x"/>
                                          </p:val>
                                        </p:tav>
                                      </p:tavLst>
                                    </p:anim>
                                    <p:anim calcmode="lin" valueType="num">
                                      <p:cBhvr>
                                        <p:cTn id="23" dur="500" fill="hold"/>
                                        <p:tgtEl>
                                          <p:spTgt spid="191"/>
                                        </p:tgtEl>
                                        <p:attrNameLst>
                                          <p:attrName>ppt_y</p:attrName>
                                        </p:attrNameLst>
                                      </p:cBhvr>
                                      <p:tavLst>
                                        <p:tav tm="0">
                                          <p:val>
                                            <p:strVal val="#ppt_y-.1"/>
                                          </p:val>
                                        </p:tav>
                                        <p:tav tm="100000">
                                          <p:val>
                                            <p:strVal val="#ppt_y"/>
                                          </p:val>
                                        </p:tav>
                                      </p:tavLst>
                                    </p:anim>
                                  </p:childTnLst>
                                </p:cTn>
                              </p:par>
                            </p:childTnLst>
                          </p:cTn>
                        </p:par>
                        <p:par>
                          <p:cTn id="24" fill="hold">
                            <p:stCondLst>
                              <p:cond delay="1500"/>
                            </p:stCondLst>
                            <p:childTnLst>
                              <p:par>
                                <p:cTn id="25" presetID="12" presetClass="entr" presetSubtype="4" fill="hold" nodeType="afterEffect">
                                  <p:stCondLst>
                                    <p:cond delay="0"/>
                                  </p:stCondLst>
                                  <p:childTnLst>
                                    <p:set>
                                      <p:cBhvr>
                                        <p:cTn id="26" dur="1" fill="hold">
                                          <p:stCondLst>
                                            <p:cond delay="0"/>
                                          </p:stCondLst>
                                        </p:cTn>
                                        <p:tgtEl>
                                          <p:spTgt spid="242"/>
                                        </p:tgtEl>
                                        <p:attrNameLst>
                                          <p:attrName>style.visibility</p:attrName>
                                        </p:attrNameLst>
                                      </p:cBhvr>
                                      <p:to>
                                        <p:strVal val="visible"/>
                                      </p:to>
                                    </p:set>
                                    <p:animEffect transition="in" filter="slide(fromBottom)">
                                      <p:cBhvr>
                                        <p:cTn id="27" dur="500"/>
                                        <p:tgtEl>
                                          <p:spTgt spid="242"/>
                                        </p:tgtEl>
                                      </p:cBhvr>
                                    </p:animEffect>
                                  </p:childTnLst>
                                </p:cTn>
                              </p:par>
                              <p:par>
                                <p:cTn id="28" presetID="17" presetClass="entr" presetSubtype="10" fill="hold" grpId="0" nodeType="withEffect">
                                  <p:stCondLst>
                                    <p:cond delay="0"/>
                                  </p:stCondLst>
                                  <p:childTnLst>
                                    <p:set>
                                      <p:cBhvr>
                                        <p:cTn id="29" dur="1" fill="hold">
                                          <p:stCondLst>
                                            <p:cond delay="0"/>
                                          </p:stCondLst>
                                        </p:cTn>
                                        <p:tgtEl>
                                          <p:spTgt spid="252"/>
                                        </p:tgtEl>
                                        <p:attrNameLst>
                                          <p:attrName>style.visibility</p:attrName>
                                        </p:attrNameLst>
                                      </p:cBhvr>
                                      <p:to>
                                        <p:strVal val="visible"/>
                                      </p:to>
                                    </p:set>
                                    <p:anim calcmode="lin" valueType="num">
                                      <p:cBhvr>
                                        <p:cTn id="30" dur="500" fill="hold"/>
                                        <p:tgtEl>
                                          <p:spTgt spid="252"/>
                                        </p:tgtEl>
                                        <p:attrNameLst>
                                          <p:attrName>ppt_w</p:attrName>
                                        </p:attrNameLst>
                                      </p:cBhvr>
                                      <p:tavLst>
                                        <p:tav tm="0">
                                          <p:val>
                                            <p:fltVal val="0"/>
                                          </p:val>
                                        </p:tav>
                                        <p:tav tm="100000">
                                          <p:val>
                                            <p:strVal val="#ppt_w"/>
                                          </p:val>
                                        </p:tav>
                                      </p:tavLst>
                                    </p:anim>
                                    <p:anim calcmode="lin" valueType="num">
                                      <p:cBhvr>
                                        <p:cTn id="31" dur="500" fill="hold"/>
                                        <p:tgtEl>
                                          <p:spTgt spid="252"/>
                                        </p:tgtEl>
                                        <p:attrNameLst>
                                          <p:attrName>ppt_h</p:attrName>
                                        </p:attrNameLst>
                                      </p:cBhvr>
                                      <p:tavLst>
                                        <p:tav tm="0">
                                          <p:val>
                                            <p:strVal val="#ppt_h"/>
                                          </p:val>
                                        </p:tav>
                                        <p:tav tm="100000">
                                          <p:val>
                                            <p:strVal val="#ppt_h"/>
                                          </p:val>
                                        </p:tav>
                                      </p:tavLst>
                                    </p:anim>
                                  </p:childTnLst>
                                </p:cTn>
                              </p:par>
                            </p:childTnLst>
                          </p:cTn>
                        </p:par>
                        <p:par>
                          <p:cTn id="32" fill="hold">
                            <p:stCondLst>
                              <p:cond delay="2000"/>
                            </p:stCondLst>
                            <p:childTnLst>
                              <p:par>
                                <p:cTn id="33" presetID="47" presetClass="entr" presetSubtype="0" fill="hold" nodeType="afterEffect">
                                  <p:stCondLst>
                                    <p:cond delay="0"/>
                                  </p:stCondLst>
                                  <p:childTnLst>
                                    <p:set>
                                      <p:cBhvr>
                                        <p:cTn id="34" dur="1" fill="hold">
                                          <p:stCondLst>
                                            <p:cond delay="0"/>
                                          </p:stCondLst>
                                        </p:cTn>
                                        <p:tgtEl>
                                          <p:spTgt spid="207"/>
                                        </p:tgtEl>
                                        <p:attrNameLst>
                                          <p:attrName>style.visibility</p:attrName>
                                        </p:attrNameLst>
                                      </p:cBhvr>
                                      <p:to>
                                        <p:strVal val="visible"/>
                                      </p:to>
                                    </p:set>
                                    <p:animEffect transition="in" filter="fade">
                                      <p:cBhvr>
                                        <p:cTn id="35" dur="500"/>
                                        <p:tgtEl>
                                          <p:spTgt spid="207"/>
                                        </p:tgtEl>
                                      </p:cBhvr>
                                    </p:animEffect>
                                    <p:anim calcmode="lin" valueType="num">
                                      <p:cBhvr>
                                        <p:cTn id="36" dur="500" fill="hold"/>
                                        <p:tgtEl>
                                          <p:spTgt spid="207"/>
                                        </p:tgtEl>
                                        <p:attrNameLst>
                                          <p:attrName>ppt_x</p:attrName>
                                        </p:attrNameLst>
                                      </p:cBhvr>
                                      <p:tavLst>
                                        <p:tav tm="0">
                                          <p:val>
                                            <p:strVal val="#ppt_x"/>
                                          </p:val>
                                        </p:tav>
                                        <p:tav tm="100000">
                                          <p:val>
                                            <p:strVal val="#ppt_x"/>
                                          </p:val>
                                        </p:tav>
                                      </p:tavLst>
                                    </p:anim>
                                    <p:anim calcmode="lin" valueType="num">
                                      <p:cBhvr>
                                        <p:cTn id="37" dur="500" fill="hold"/>
                                        <p:tgtEl>
                                          <p:spTgt spid="207"/>
                                        </p:tgtEl>
                                        <p:attrNameLst>
                                          <p:attrName>ppt_y</p:attrName>
                                        </p:attrNameLst>
                                      </p:cBhvr>
                                      <p:tavLst>
                                        <p:tav tm="0">
                                          <p:val>
                                            <p:strVal val="#ppt_y-.1"/>
                                          </p:val>
                                        </p:tav>
                                        <p:tav tm="100000">
                                          <p:val>
                                            <p:strVal val="#ppt_y"/>
                                          </p:val>
                                        </p:tav>
                                      </p:tavLst>
                                    </p:anim>
                                  </p:childTnLst>
                                </p:cTn>
                              </p:par>
                            </p:childTnLst>
                          </p:cTn>
                        </p:par>
                        <p:par>
                          <p:cTn id="38" fill="hold">
                            <p:stCondLst>
                              <p:cond delay="2500"/>
                            </p:stCondLst>
                            <p:childTnLst>
                              <p:par>
                                <p:cTn id="39" presetID="12" presetClass="entr" presetSubtype="4" fill="hold" nodeType="afterEffect">
                                  <p:stCondLst>
                                    <p:cond delay="0"/>
                                  </p:stCondLst>
                                  <p:childTnLst>
                                    <p:set>
                                      <p:cBhvr>
                                        <p:cTn id="40" dur="1" fill="hold">
                                          <p:stCondLst>
                                            <p:cond delay="0"/>
                                          </p:stCondLst>
                                        </p:cTn>
                                        <p:tgtEl>
                                          <p:spTgt spid="245"/>
                                        </p:tgtEl>
                                        <p:attrNameLst>
                                          <p:attrName>style.visibility</p:attrName>
                                        </p:attrNameLst>
                                      </p:cBhvr>
                                      <p:to>
                                        <p:strVal val="visible"/>
                                      </p:to>
                                    </p:set>
                                    <p:animEffect transition="in" filter="slide(fromBottom)">
                                      <p:cBhvr>
                                        <p:cTn id="41" dur="500"/>
                                        <p:tgtEl>
                                          <p:spTgt spid="245"/>
                                        </p:tgtEl>
                                      </p:cBhvr>
                                    </p:animEffect>
                                  </p:childTnLst>
                                </p:cTn>
                              </p:par>
                              <p:par>
                                <p:cTn id="42" presetID="17" presetClass="entr" presetSubtype="10" fill="hold" grpId="0" nodeType="withEffect">
                                  <p:stCondLst>
                                    <p:cond delay="0"/>
                                  </p:stCondLst>
                                  <p:childTnLst>
                                    <p:set>
                                      <p:cBhvr>
                                        <p:cTn id="43" dur="1" fill="hold">
                                          <p:stCondLst>
                                            <p:cond delay="0"/>
                                          </p:stCondLst>
                                        </p:cTn>
                                        <p:tgtEl>
                                          <p:spTgt spid="253"/>
                                        </p:tgtEl>
                                        <p:attrNameLst>
                                          <p:attrName>style.visibility</p:attrName>
                                        </p:attrNameLst>
                                      </p:cBhvr>
                                      <p:to>
                                        <p:strVal val="visible"/>
                                      </p:to>
                                    </p:set>
                                    <p:anim calcmode="lin" valueType="num">
                                      <p:cBhvr>
                                        <p:cTn id="44" dur="500" fill="hold"/>
                                        <p:tgtEl>
                                          <p:spTgt spid="253"/>
                                        </p:tgtEl>
                                        <p:attrNameLst>
                                          <p:attrName>ppt_w</p:attrName>
                                        </p:attrNameLst>
                                      </p:cBhvr>
                                      <p:tavLst>
                                        <p:tav tm="0">
                                          <p:val>
                                            <p:fltVal val="0"/>
                                          </p:val>
                                        </p:tav>
                                        <p:tav tm="100000">
                                          <p:val>
                                            <p:strVal val="#ppt_w"/>
                                          </p:val>
                                        </p:tav>
                                      </p:tavLst>
                                    </p:anim>
                                    <p:anim calcmode="lin" valueType="num">
                                      <p:cBhvr>
                                        <p:cTn id="45" dur="500" fill="hold"/>
                                        <p:tgtEl>
                                          <p:spTgt spid="253"/>
                                        </p:tgtEl>
                                        <p:attrNameLst>
                                          <p:attrName>ppt_h</p:attrName>
                                        </p:attrNameLst>
                                      </p:cBhvr>
                                      <p:tavLst>
                                        <p:tav tm="0">
                                          <p:val>
                                            <p:strVal val="#ppt_h"/>
                                          </p:val>
                                        </p:tav>
                                        <p:tav tm="100000">
                                          <p:val>
                                            <p:strVal val="#ppt_h"/>
                                          </p:val>
                                        </p:tav>
                                      </p:tavLst>
                                    </p:anim>
                                  </p:childTnLst>
                                </p:cTn>
                              </p:par>
                            </p:childTnLst>
                          </p:cTn>
                        </p:par>
                        <p:par>
                          <p:cTn id="46" fill="hold">
                            <p:stCondLst>
                              <p:cond delay="3000"/>
                            </p:stCondLst>
                            <p:childTnLst>
                              <p:par>
                                <p:cTn id="47" presetID="47" presetClass="entr" presetSubtype="0" fill="hold" nodeType="afterEffect">
                                  <p:stCondLst>
                                    <p:cond delay="0"/>
                                  </p:stCondLst>
                                  <p:childTnLst>
                                    <p:set>
                                      <p:cBhvr>
                                        <p:cTn id="48" dur="1" fill="hold">
                                          <p:stCondLst>
                                            <p:cond delay="0"/>
                                          </p:stCondLst>
                                        </p:cTn>
                                        <p:tgtEl>
                                          <p:spTgt spid="223"/>
                                        </p:tgtEl>
                                        <p:attrNameLst>
                                          <p:attrName>style.visibility</p:attrName>
                                        </p:attrNameLst>
                                      </p:cBhvr>
                                      <p:to>
                                        <p:strVal val="visible"/>
                                      </p:to>
                                    </p:set>
                                    <p:animEffect transition="in" filter="fade">
                                      <p:cBhvr>
                                        <p:cTn id="49" dur="500"/>
                                        <p:tgtEl>
                                          <p:spTgt spid="223"/>
                                        </p:tgtEl>
                                      </p:cBhvr>
                                    </p:animEffect>
                                    <p:anim calcmode="lin" valueType="num">
                                      <p:cBhvr>
                                        <p:cTn id="50" dur="500" fill="hold"/>
                                        <p:tgtEl>
                                          <p:spTgt spid="223"/>
                                        </p:tgtEl>
                                        <p:attrNameLst>
                                          <p:attrName>ppt_x</p:attrName>
                                        </p:attrNameLst>
                                      </p:cBhvr>
                                      <p:tavLst>
                                        <p:tav tm="0">
                                          <p:val>
                                            <p:strVal val="#ppt_x"/>
                                          </p:val>
                                        </p:tav>
                                        <p:tav tm="100000">
                                          <p:val>
                                            <p:strVal val="#ppt_x"/>
                                          </p:val>
                                        </p:tav>
                                      </p:tavLst>
                                    </p:anim>
                                    <p:anim calcmode="lin" valueType="num">
                                      <p:cBhvr>
                                        <p:cTn id="51" dur="500" fill="hold"/>
                                        <p:tgtEl>
                                          <p:spTgt spid="223"/>
                                        </p:tgtEl>
                                        <p:attrNameLst>
                                          <p:attrName>ppt_y</p:attrName>
                                        </p:attrNameLst>
                                      </p:cBhvr>
                                      <p:tavLst>
                                        <p:tav tm="0">
                                          <p:val>
                                            <p:strVal val="#ppt_y-.1"/>
                                          </p:val>
                                        </p:tav>
                                        <p:tav tm="100000">
                                          <p:val>
                                            <p:strVal val="#ppt_y"/>
                                          </p:val>
                                        </p:tav>
                                      </p:tavLst>
                                    </p:anim>
                                  </p:childTnLst>
                                </p:cTn>
                              </p:par>
                            </p:childTnLst>
                          </p:cTn>
                        </p:par>
                        <p:par>
                          <p:cTn id="52" fill="hold">
                            <p:stCondLst>
                              <p:cond delay="3500"/>
                            </p:stCondLst>
                            <p:childTnLst>
                              <p:par>
                                <p:cTn id="53" presetID="12" presetClass="entr" presetSubtype="4" fill="hold" nodeType="afterEffect">
                                  <p:stCondLst>
                                    <p:cond delay="0"/>
                                  </p:stCondLst>
                                  <p:childTnLst>
                                    <p:set>
                                      <p:cBhvr>
                                        <p:cTn id="54" dur="1" fill="hold">
                                          <p:stCondLst>
                                            <p:cond delay="0"/>
                                          </p:stCondLst>
                                        </p:cTn>
                                        <p:tgtEl>
                                          <p:spTgt spid="248"/>
                                        </p:tgtEl>
                                        <p:attrNameLst>
                                          <p:attrName>style.visibility</p:attrName>
                                        </p:attrNameLst>
                                      </p:cBhvr>
                                      <p:to>
                                        <p:strVal val="visible"/>
                                      </p:to>
                                    </p:set>
                                    <p:animEffect transition="in" filter="slide(fromBottom)">
                                      <p:cBhvr>
                                        <p:cTn id="55" dur="500"/>
                                        <p:tgtEl>
                                          <p:spTgt spid="248"/>
                                        </p:tgtEl>
                                      </p:cBhvr>
                                    </p:animEffect>
                                  </p:childTnLst>
                                </p:cTn>
                              </p:par>
                              <p:par>
                                <p:cTn id="56" presetID="17" presetClass="entr" presetSubtype="10" fill="hold" grpId="0" nodeType="withEffect">
                                  <p:stCondLst>
                                    <p:cond delay="0"/>
                                  </p:stCondLst>
                                  <p:childTnLst>
                                    <p:set>
                                      <p:cBhvr>
                                        <p:cTn id="57" dur="1" fill="hold">
                                          <p:stCondLst>
                                            <p:cond delay="0"/>
                                          </p:stCondLst>
                                        </p:cTn>
                                        <p:tgtEl>
                                          <p:spTgt spid="254"/>
                                        </p:tgtEl>
                                        <p:attrNameLst>
                                          <p:attrName>style.visibility</p:attrName>
                                        </p:attrNameLst>
                                      </p:cBhvr>
                                      <p:to>
                                        <p:strVal val="visible"/>
                                      </p:to>
                                    </p:set>
                                    <p:anim calcmode="lin" valueType="num">
                                      <p:cBhvr>
                                        <p:cTn id="58" dur="500" fill="hold"/>
                                        <p:tgtEl>
                                          <p:spTgt spid="254"/>
                                        </p:tgtEl>
                                        <p:attrNameLst>
                                          <p:attrName>ppt_w</p:attrName>
                                        </p:attrNameLst>
                                      </p:cBhvr>
                                      <p:tavLst>
                                        <p:tav tm="0">
                                          <p:val>
                                            <p:fltVal val="0"/>
                                          </p:val>
                                        </p:tav>
                                        <p:tav tm="100000">
                                          <p:val>
                                            <p:strVal val="#ppt_w"/>
                                          </p:val>
                                        </p:tav>
                                      </p:tavLst>
                                    </p:anim>
                                    <p:anim calcmode="lin" valueType="num">
                                      <p:cBhvr>
                                        <p:cTn id="59" dur="500" fill="hold"/>
                                        <p:tgtEl>
                                          <p:spTgt spid="2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0" animBg="1"/>
      <p:bldP spid="252" grpId="0" animBg="1"/>
      <p:bldP spid="253" grpId="0" animBg="1"/>
      <p:bldP spid="25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Area Chart</a:t>
            </a:r>
            <a:endParaRPr lang="en-US" dirty="0"/>
          </a:p>
        </p:txBody>
      </p:sp>
      <p:grpSp>
        <p:nvGrpSpPr>
          <p:cNvPr id="45" name="그룹 44"/>
          <p:cNvGrpSpPr/>
          <p:nvPr/>
        </p:nvGrpSpPr>
        <p:grpSpPr>
          <a:xfrm>
            <a:off x="4120270" y="3091483"/>
            <a:ext cx="1526777" cy="1049394"/>
            <a:chOff x="6401475" y="2953053"/>
            <a:chExt cx="1526777" cy="1049394"/>
          </a:xfrm>
        </p:grpSpPr>
        <p:sp>
          <p:nvSpPr>
            <p:cNvPr id="70" name="TextBox 69"/>
            <p:cNvSpPr txBox="1">
              <a:spLocks/>
            </p:cNvSpPr>
            <p:nvPr/>
          </p:nvSpPr>
          <p:spPr>
            <a:xfrm>
              <a:off x="6401475" y="3141625"/>
              <a:ext cx="1526777" cy="209207"/>
            </a:xfrm>
            <a:prstGeom prst="rect">
              <a:avLst/>
            </a:prstGeom>
            <a:noFill/>
          </p:spPr>
          <p:txBody>
            <a:bodyPr wrap="square" lIns="0" tIns="0" rIns="0" bIns="0" rtlCol="0">
              <a:noAutofit/>
            </a:bodyPr>
            <a:lstStyle/>
            <a:p>
              <a:pPr algn="ctr">
                <a:spcAft>
                  <a:spcPts val="300"/>
                </a:spcAft>
              </a:pPr>
              <a:r>
                <a:rPr lang="nb-NO" sz="1500" b="1" dirty="0">
                  <a:gradFill>
                    <a:gsLst>
                      <a:gs pos="0">
                        <a:schemeClr val="tx2"/>
                      </a:gs>
                      <a:gs pos="100000">
                        <a:schemeClr val="tx2"/>
                      </a:gs>
                    </a:gsLst>
                    <a:lin ang="5400000" scaled="0"/>
                  </a:gradFill>
                  <a:latin typeface="Roboto Condensed Regular"/>
                  <a:ea typeface="Roboto Light" pitchFamily="2" charset="0"/>
                  <a:cs typeface="Roboto Condensed Regular"/>
                </a:rPr>
                <a:t>Contents Title </a:t>
              </a:r>
              <a:r>
                <a:rPr lang="nb-NO" sz="1500" b="1" dirty="0">
                  <a:gradFill>
                    <a:gsLst>
                      <a:gs pos="0">
                        <a:schemeClr val="accent1"/>
                      </a:gs>
                      <a:gs pos="100000">
                        <a:schemeClr val="accent1"/>
                      </a:gs>
                    </a:gsLst>
                    <a:lin ang="5400000" scaled="0"/>
                  </a:gradFill>
                  <a:latin typeface="Roboto Condensed Regular"/>
                  <a:ea typeface="Roboto Light" pitchFamily="2" charset="0"/>
                  <a:cs typeface="Roboto Condensed Regular"/>
                </a:rPr>
                <a:t>B</a:t>
              </a:r>
              <a:endParaRPr lang="en-US" sz="15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71" name="TextBox 70"/>
            <p:cNvSpPr txBox="1">
              <a:spLocks/>
            </p:cNvSpPr>
            <p:nvPr/>
          </p:nvSpPr>
          <p:spPr>
            <a:xfrm>
              <a:off x="6401475" y="3471774"/>
              <a:ext cx="1526777" cy="530673"/>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a:t>
              </a:r>
            </a:p>
          </p:txBody>
        </p:sp>
        <p:cxnSp>
          <p:nvCxnSpPr>
            <p:cNvPr id="72" name="직선 연결선 71"/>
            <p:cNvCxnSpPr>
              <a:cxnSpLocks/>
            </p:cNvCxnSpPr>
            <p:nvPr/>
          </p:nvCxnSpPr>
          <p:spPr>
            <a:xfrm>
              <a:off x="6401475" y="3400334"/>
              <a:ext cx="1526777" cy="0"/>
            </a:xfrm>
            <a:prstGeom prst="line">
              <a:avLst/>
            </a:prstGeom>
            <a:ln w="3175">
              <a:solidFill>
                <a:schemeClr val="accent1"/>
              </a:solidFill>
              <a:prstDash val="dash"/>
              <a:tailEnd type="none" w="sm" len="sm"/>
            </a:ln>
          </p:spPr>
          <p:style>
            <a:lnRef idx="1">
              <a:schemeClr val="accent1"/>
            </a:lnRef>
            <a:fillRef idx="0">
              <a:schemeClr val="accent1"/>
            </a:fillRef>
            <a:effectRef idx="0">
              <a:schemeClr val="accent1"/>
            </a:effectRef>
            <a:fontRef idx="minor">
              <a:schemeClr val="tx1"/>
            </a:fontRef>
          </p:style>
        </p:cxnSp>
        <p:sp>
          <p:nvSpPr>
            <p:cNvPr id="73" name="이등변 삼각형 72"/>
            <p:cNvSpPr/>
            <p:nvPr/>
          </p:nvSpPr>
          <p:spPr>
            <a:xfrm rot="10800000">
              <a:off x="7085564" y="2953053"/>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35" name="그룹 134"/>
          <p:cNvGrpSpPr/>
          <p:nvPr/>
        </p:nvGrpSpPr>
        <p:grpSpPr>
          <a:xfrm>
            <a:off x="4651333" y="1221512"/>
            <a:ext cx="464640" cy="448310"/>
            <a:chOff x="3420711" y="1075690"/>
            <a:chExt cx="464640" cy="448310"/>
          </a:xfrm>
        </p:grpSpPr>
        <p:sp>
          <p:nvSpPr>
            <p:cNvPr id="136" name="이등변 삼각형 135"/>
            <p:cNvSpPr/>
            <p:nvPr/>
          </p:nvSpPr>
          <p:spPr>
            <a:xfrm rot="10800000">
              <a:off x="3581541" y="1293753"/>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cxnSp>
          <p:nvCxnSpPr>
            <p:cNvPr id="137" name="직선 연결선 136"/>
            <p:cNvCxnSpPr/>
            <p:nvPr/>
          </p:nvCxnSpPr>
          <p:spPr>
            <a:xfrm flipV="1">
              <a:off x="3653031" y="1325504"/>
              <a:ext cx="0" cy="198496"/>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138" name="모서리가 둥근 직사각형 413"/>
            <p:cNvSpPr/>
            <p:nvPr/>
          </p:nvSpPr>
          <p:spPr>
            <a:xfrm>
              <a:off x="3420711" y="107569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accent1"/>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accent1"/>
                      </a:gs>
                      <a:gs pos="100000">
                        <a:schemeClr val="accent1"/>
                      </a:gs>
                    </a:gsLst>
                    <a:lin ang="0" scaled="0"/>
                  </a:gradFill>
                  <a:latin typeface="Roboto Condensed Regular"/>
                  <a:ea typeface="Roboto Light" pitchFamily="2" charset="0"/>
                </a:rPr>
                <a:t>100</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grpSp>
      <p:grpSp>
        <p:nvGrpSpPr>
          <p:cNvPr id="141" name="그룹 140"/>
          <p:cNvGrpSpPr/>
          <p:nvPr/>
        </p:nvGrpSpPr>
        <p:grpSpPr>
          <a:xfrm>
            <a:off x="698918" y="1725752"/>
            <a:ext cx="2520000" cy="2520000"/>
            <a:chOff x="4835332" y="978808"/>
            <a:chExt cx="3600000" cy="3600000"/>
          </a:xfrm>
        </p:grpSpPr>
        <p:sp>
          <p:nvSpPr>
            <p:cNvPr id="150" name="원형 149"/>
            <p:cNvSpPr/>
            <p:nvPr/>
          </p:nvSpPr>
          <p:spPr>
            <a:xfrm>
              <a:off x="4835332" y="978808"/>
              <a:ext cx="3600000" cy="3600000"/>
            </a:xfrm>
            <a:prstGeom prst="pie">
              <a:avLst>
                <a:gd name="adj1" fmla="val 10800000"/>
                <a:gd name="adj2" fmla="val 0"/>
              </a:avLst>
            </a:prstGeom>
            <a:solidFill>
              <a:schemeClr val="bg2"/>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51" name="원형 150"/>
            <p:cNvSpPr/>
            <p:nvPr/>
          </p:nvSpPr>
          <p:spPr>
            <a:xfrm>
              <a:off x="5015332" y="1158808"/>
              <a:ext cx="3240000" cy="3240000"/>
            </a:xfrm>
            <a:prstGeom prst="pie">
              <a:avLst>
                <a:gd name="adj1" fmla="val 10800000"/>
                <a:gd name="adj2" fmla="val 0"/>
              </a:avLst>
            </a:prstGeom>
            <a:solidFill>
              <a:schemeClr val="bg2"/>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52" name="원형 151"/>
            <p:cNvSpPr/>
            <p:nvPr/>
          </p:nvSpPr>
          <p:spPr>
            <a:xfrm>
              <a:off x="5195332" y="1338808"/>
              <a:ext cx="2880000" cy="2880000"/>
            </a:xfrm>
            <a:prstGeom prst="pie">
              <a:avLst>
                <a:gd name="adj1" fmla="val 10800000"/>
                <a:gd name="adj2" fmla="val 0"/>
              </a:avLst>
            </a:prstGeom>
            <a:solidFill>
              <a:schemeClr val="bg2"/>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53" name="원형 152"/>
            <p:cNvSpPr/>
            <p:nvPr/>
          </p:nvSpPr>
          <p:spPr>
            <a:xfrm>
              <a:off x="5375332" y="1518808"/>
              <a:ext cx="2520000" cy="252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54" name="원형 153"/>
            <p:cNvSpPr/>
            <p:nvPr/>
          </p:nvSpPr>
          <p:spPr>
            <a:xfrm>
              <a:off x="5555332" y="1698808"/>
              <a:ext cx="2160000" cy="216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55" name="원형 154"/>
            <p:cNvSpPr/>
            <p:nvPr/>
          </p:nvSpPr>
          <p:spPr>
            <a:xfrm>
              <a:off x="5735332" y="1878808"/>
              <a:ext cx="1800000" cy="180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56" name="원형 155"/>
            <p:cNvSpPr/>
            <p:nvPr/>
          </p:nvSpPr>
          <p:spPr>
            <a:xfrm>
              <a:off x="5915332" y="2058808"/>
              <a:ext cx="1440000" cy="144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57" name="원형 156"/>
            <p:cNvSpPr/>
            <p:nvPr/>
          </p:nvSpPr>
          <p:spPr>
            <a:xfrm>
              <a:off x="6095332" y="2238808"/>
              <a:ext cx="1080000" cy="108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58" name="원형 157"/>
            <p:cNvSpPr/>
            <p:nvPr/>
          </p:nvSpPr>
          <p:spPr>
            <a:xfrm>
              <a:off x="6275332" y="2418808"/>
              <a:ext cx="720000" cy="72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59" name="원형 158"/>
            <p:cNvSpPr/>
            <p:nvPr/>
          </p:nvSpPr>
          <p:spPr>
            <a:xfrm>
              <a:off x="6455332" y="2598808"/>
              <a:ext cx="360000" cy="36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grpSp>
      <p:grpSp>
        <p:nvGrpSpPr>
          <p:cNvPr id="44" name="그룹 43"/>
          <p:cNvGrpSpPr/>
          <p:nvPr/>
        </p:nvGrpSpPr>
        <p:grpSpPr>
          <a:xfrm>
            <a:off x="1195535" y="3091483"/>
            <a:ext cx="1526777" cy="1049394"/>
            <a:chOff x="3476740" y="2953053"/>
            <a:chExt cx="1526777" cy="1049394"/>
          </a:xfrm>
        </p:grpSpPr>
        <p:sp>
          <p:nvSpPr>
            <p:cNvPr id="142" name="TextBox 141"/>
            <p:cNvSpPr txBox="1">
              <a:spLocks/>
            </p:cNvSpPr>
            <p:nvPr/>
          </p:nvSpPr>
          <p:spPr>
            <a:xfrm>
              <a:off x="3476740" y="3141625"/>
              <a:ext cx="1526777" cy="209207"/>
            </a:xfrm>
            <a:prstGeom prst="rect">
              <a:avLst/>
            </a:prstGeom>
            <a:noFill/>
          </p:spPr>
          <p:txBody>
            <a:bodyPr wrap="square" lIns="0" tIns="0" rIns="0" bIns="0" rtlCol="0">
              <a:noAutofit/>
            </a:bodyPr>
            <a:lstStyle/>
            <a:p>
              <a:pPr algn="ctr">
                <a:spcAft>
                  <a:spcPts val="300"/>
                </a:spcAft>
              </a:pPr>
              <a:r>
                <a:rPr lang="nb-NO" sz="1500" b="1" dirty="0">
                  <a:gradFill>
                    <a:gsLst>
                      <a:gs pos="0">
                        <a:schemeClr val="tx2"/>
                      </a:gs>
                      <a:gs pos="100000">
                        <a:schemeClr val="tx2"/>
                      </a:gs>
                    </a:gsLst>
                    <a:lin ang="5400000" scaled="0"/>
                  </a:gradFill>
                  <a:latin typeface="Roboto Condensed Regular"/>
                  <a:ea typeface="Roboto Light" pitchFamily="2" charset="0"/>
                  <a:cs typeface="Roboto Condensed Regular"/>
                </a:rPr>
                <a:t>Contents Title </a:t>
              </a:r>
              <a:r>
                <a:rPr lang="nb-NO" sz="1500" b="1" dirty="0">
                  <a:gradFill>
                    <a:gsLst>
                      <a:gs pos="0">
                        <a:schemeClr val="accent1"/>
                      </a:gs>
                      <a:gs pos="100000">
                        <a:schemeClr val="accent1"/>
                      </a:gs>
                    </a:gsLst>
                    <a:lin ang="5400000" scaled="0"/>
                  </a:gradFill>
                  <a:latin typeface="Roboto Condensed Regular"/>
                  <a:ea typeface="Roboto Light" pitchFamily="2" charset="0"/>
                  <a:cs typeface="Roboto Condensed Regular"/>
                </a:rPr>
                <a:t>B</a:t>
              </a:r>
              <a:endParaRPr lang="en-US" sz="15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143" name="TextBox 142"/>
            <p:cNvSpPr txBox="1">
              <a:spLocks/>
            </p:cNvSpPr>
            <p:nvPr/>
          </p:nvSpPr>
          <p:spPr>
            <a:xfrm>
              <a:off x="3476740" y="3471774"/>
              <a:ext cx="1526777" cy="530673"/>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a:t>
              </a:r>
            </a:p>
          </p:txBody>
        </p:sp>
        <p:cxnSp>
          <p:nvCxnSpPr>
            <p:cNvPr id="144" name="직선 연결선 143"/>
            <p:cNvCxnSpPr>
              <a:cxnSpLocks/>
            </p:cNvCxnSpPr>
            <p:nvPr/>
          </p:nvCxnSpPr>
          <p:spPr>
            <a:xfrm>
              <a:off x="3476740" y="3400334"/>
              <a:ext cx="1526777" cy="0"/>
            </a:xfrm>
            <a:prstGeom prst="line">
              <a:avLst/>
            </a:prstGeom>
            <a:ln w="3175">
              <a:solidFill>
                <a:schemeClr val="accent1"/>
              </a:solidFill>
              <a:prstDash val="dash"/>
              <a:tailEnd type="none" w="sm" len="sm"/>
            </a:ln>
          </p:spPr>
          <p:style>
            <a:lnRef idx="1">
              <a:schemeClr val="accent1"/>
            </a:lnRef>
            <a:fillRef idx="0">
              <a:schemeClr val="accent1"/>
            </a:fillRef>
            <a:effectRef idx="0">
              <a:schemeClr val="accent1"/>
            </a:effectRef>
            <a:fontRef idx="minor">
              <a:schemeClr val="tx1"/>
            </a:fontRef>
          </p:style>
        </p:cxnSp>
        <p:sp>
          <p:nvSpPr>
            <p:cNvPr id="145" name="이등변 삼각형 144"/>
            <p:cNvSpPr/>
            <p:nvPr/>
          </p:nvSpPr>
          <p:spPr>
            <a:xfrm rot="10800000">
              <a:off x="4160829" y="2953053"/>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46" name="그룹 145"/>
          <p:cNvGrpSpPr/>
          <p:nvPr/>
        </p:nvGrpSpPr>
        <p:grpSpPr>
          <a:xfrm>
            <a:off x="1726598" y="1221512"/>
            <a:ext cx="464640" cy="803306"/>
            <a:chOff x="3420711" y="1075690"/>
            <a:chExt cx="464640" cy="803306"/>
          </a:xfrm>
        </p:grpSpPr>
        <p:sp>
          <p:nvSpPr>
            <p:cNvPr id="147" name="이등변 삼각형 146"/>
            <p:cNvSpPr/>
            <p:nvPr/>
          </p:nvSpPr>
          <p:spPr>
            <a:xfrm rot="10800000">
              <a:off x="3581541" y="1293753"/>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sz="2514" dirty="0"/>
            </a:p>
          </p:txBody>
        </p:sp>
        <p:cxnSp>
          <p:nvCxnSpPr>
            <p:cNvPr id="148" name="직선 연결선 147"/>
            <p:cNvCxnSpPr/>
            <p:nvPr/>
          </p:nvCxnSpPr>
          <p:spPr>
            <a:xfrm flipV="1">
              <a:off x="3653031" y="1253409"/>
              <a:ext cx="0" cy="625587"/>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149" name="모서리가 둥근 직사각형 413"/>
            <p:cNvSpPr/>
            <p:nvPr/>
          </p:nvSpPr>
          <p:spPr>
            <a:xfrm>
              <a:off x="3420711" y="107569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accent1"/>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accent1"/>
                      </a:gs>
                      <a:gs pos="100000">
                        <a:schemeClr val="accent1"/>
                      </a:gs>
                    </a:gsLst>
                    <a:lin ang="0" scaled="0"/>
                  </a:gradFill>
                  <a:latin typeface="Roboto Condensed Regular"/>
                  <a:ea typeface="Roboto Light" pitchFamily="2" charset="0"/>
                </a:rPr>
                <a:t>70</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grpSp>
      <p:grpSp>
        <p:nvGrpSpPr>
          <p:cNvPr id="107" name="그룹 106"/>
          <p:cNvGrpSpPr/>
          <p:nvPr/>
        </p:nvGrpSpPr>
        <p:grpSpPr>
          <a:xfrm>
            <a:off x="3623653" y="1725752"/>
            <a:ext cx="2520000" cy="2520000"/>
            <a:chOff x="4835332" y="978808"/>
            <a:chExt cx="3600000" cy="3600000"/>
          </a:xfrm>
        </p:grpSpPr>
        <p:sp>
          <p:nvSpPr>
            <p:cNvPr id="105" name="원형 104"/>
            <p:cNvSpPr/>
            <p:nvPr/>
          </p:nvSpPr>
          <p:spPr>
            <a:xfrm>
              <a:off x="4835332" y="978808"/>
              <a:ext cx="3600000" cy="360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04" name="원형 103"/>
            <p:cNvSpPr/>
            <p:nvPr/>
          </p:nvSpPr>
          <p:spPr>
            <a:xfrm>
              <a:off x="5015332" y="1158808"/>
              <a:ext cx="3240000" cy="324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03" name="원형 102"/>
            <p:cNvSpPr/>
            <p:nvPr/>
          </p:nvSpPr>
          <p:spPr>
            <a:xfrm>
              <a:off x="5195332" y="1338808"/>
              <a:ext cx="2880000" cy="288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02" name="원형 101"/>
            <p:cNvSpPr/>
            <p:nvPr/>
          </p:nvSpPr>
          <p:spPr>
            <a:xfrm>
              <a:off x="5375332" y="1518808"/>
              <a:ext cx="2520000" cy="252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101" name="원형 100"/>
            <p:cNvSpPr/>
            <p:nvPr/>
          </p:nvSpPr>
          <p:spPr>
            <a:xfrm>
              <a:off x="5555332" y="1698808"/>
              <a:ext cx="2160000" cy="216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69" name="원형 68"/>
            <p:cNvSpPr/>
            <p:nvPr/>
          </p:nvSpPr>
          <p:spPr>
            <a:xfrm>
              <a:off x="5735332" y="1878808"/>
              <a:ext cx="1800000" cy="180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68" name="원형 67"/>
            <p:cNvSpPr/>
            <p:nvPr/>
          </p:nvSpPr>
          <p:spPr>
            <a:xfrm>
              <a:off x="5915332" y="2058808"/>
              <a:ext cx="1440000" cy="144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67" name="원형 66"/>
            <p:cNvSpPr/>
            <p:nvPr/>
          </p:nvSpPr>
          <p:spPr>
            <a:xfrm>
              <a:off x="6095332" y="2238808"/>
              <a:ext cx="1080000" cy="108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66" name="원형 65"/>
            <p:cNvSpPr/>
            <p:nvPr/>
          </p:nvSpPr>
          <p:spPr>
            <a:xfrm>
              <a:off x="6275332" y="2418808"/>
              <a:ext cx="720000" cy="72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sp>
          <p:nvSpPr>
            <p:cNvPr id="3" name="원형 2"/>
            <p:cNvSpPr/>
            <p:nvPr/>
          </p:nvSpPr>
          <p:spPr>
            <a:xfrm>
              <a:off x="6455332" y="2598808"/>
              <a:ext cx="360000" cy="360000"/>
            </a:xfrm>
            <a:prstGeom prst="pie">
              <a:avLst>
                <a:gd name="adj1" fmla="val 10800000"/>
                <a:gd name="adj2" fmla="val 0"/>
              </a:avLst>
            </a:prstGeom>
            <a:solidFill>
              <a:schemeClr val="accent1">
                <a:alpha val="20000"/>
              </a:schemeClr>
            </a:solidFill>
            <a:ln w="3175" cap="flat" cmpd="sng" algn="ctr">
              <a:solidFill>
                <a:schemeClr val="accent1">
                  <a:alpha val="3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solidFill>
                  <a:schemeClr val="tx1"/>
                </a:solidFill>
              </a:endParaRPr>
            </a:p>
          </p:txBody>
        </p:sp>
      </p:grpSp>
    </p:spTree>
    <p:extLst>
      <p:ext uri="{BB962C8B-B14F-4D97-AF65-F5344CB8AC3E}">
        <p14:creationId xmlns:p14="http://schemas.microsoft.com/office/powerpoint/2010/main" val="86055604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41"/>
                                        </p:tgtEl>
                                        <p:attrNameLst>
                                          <p:attrName>style.visibility</p:attrName>
                                        </p:attrNameLst>
                                      </p:cBhvr>
                                      <p:to>
                                        <p:strVal val="visible"/>
                                      </p:to>
                                    </p:set>
                                    <p:anim calcmode="lin" valueType="num">
                                      <p:cBhvr>
                                        <p:cTn id="7" dur="500" fill="hold"/>
                                        <p:tgtEl>
                                          <p:spTgt spid="141"/>
                                        </p:tgtEl>
                                        <p:attrNameLst>
                                          <p:attrName>ppt_w</p:attrName>
                                        </p:attrNameLst>
                                      </p:cBhvr>
                                      <p:tavLst>
                                        <p:tav tm="0">
                                          <p:val>
                                            <p:fltVal val="0"/>
                                          </p:val>
                                        </p:tav>
                                        <p:tav tm="100000">
                                          <p:val>
                                            <p:strVal val="#ppt_w"/>
                                          </p:val>
                                        </p:tav>
                                      </p:tavLst>
                                    </p:anim>
                                    <p:anim calcmode="lin" valueType="num">
                                      <p:cBhvr>
                                        <p:cTn id="8" dur="500" fill="hold"/>
                                        <p:tgtEl>
                                          <p:spTgt spid="141"/>
                                        </p:tgtEl>
                                        <p:attrNameLst>
                                          <p:attrName>ppt_h</p:attrName>
                                        </p:attrNameLst>
                                      </p:cBhvr>
                                      <p:tavLst>
                                        <p:tav tm="0">
                                          <p:val>
                                            <p:strVal val="#ppt_h"/>
                                          </p:val>
                                        </p:tav>
                                        <p:tav tm="100000">
                                          <p:val>
                                            <p:strVal val="#ppt_h"/>
                                          </p:val>
                                        </p:tav>
                                      </p:tavLst>
                                    </p:anim>
                                  </p:childTnLst>
                                </p:cTn>
                              </p:par>
                              <p:par>
                                <p:cTn id="9" presetID="47"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fade">
                                      <p:cBhvr>
                                        <p:cTn id="11" dur="500"/>
                                        <p:tgtEl>
                                          <p:spTgt spid="44"/>
                                        </p:tgtEl>
                                      </p:cBhvr>
                                    </p:animEffect>
                                    <p:anim calcmode="lin" valueType="num">
                                      <p:cBhvr>
                                        <p:cTn id="12" dur="500" fill="hold"/>
                                        <p:tgtEl>
                                          <p:spTgt spid="44"/>
                                        </p:tgtEl>
                                        <p:attrNameLst>
                                          <p:attrName>ppt_x</p:attrName>
                                        </p:attrNameLst>
                                      </p:cBhvr>
                                      <p:tavLst>
                                        <p:tav tm="0">
                                          <p:val>
                                            <p:strVal val="#ppt_x"/>
                                          </p:val>
                                        </p:tav>
                                        <p:tav tm="100000">
                                          <p:val>
                                            <p:strVal val="#ppt_x"/>
                                          </p:val>
                                        </p:tav>
                                      </p:tavLst>
                                    </p:anim>
                                    <p:anim calcmode="lin" valueType="num">
                                      <p:cBhvr>
                                        <p:cTn id="13" dur="500" fill="hold"/>
                                        <p:tgtEl>
                                          <p:spTgt spid="44"/>
                                        </p:tgtEl>
                                        <p:attrNameLst>
                                          <p:attrName>ppt_y</p:attrName>
                                        </p:attrNameLst>
                                      </p:cBhvr>
                                      <p:tavLst>
                                        <p:tav tm="0">
                                          <p:val>
                                            <p:strVal val="#ppt_y-.1"/>
                                          </p:val>
                                        </p:tav>
                                        <p:tav tm="100000">
                                          <p:val>
                                            <p:strVal val="#ppt_y"/>
                                          </p:val>
                                        </p:tav>
                                      </p:tavLst>
                                    </p:anim>
                                  </p:childTnLst>
                                </p:cTn>
                              </p:par>
                            </p:childTnLst>
                          </p:cTn>
                        </p:par>
                        <p:par>
                          <p:cTn id="14" fill="hold">
                            <p:stCondLst>
                              <p:cond delay="500"/>
                            </p:stCondLst>
                            <p:childTnLst>
                              <p:par>
                                <p:cTn id="15" presetID="47" presetClass="entr" presetSubtype="0" fill="hold" nodeType="afterEffect">
                                  <p:stCondLst>
                                    <p:cond delay="0"/>
                                  </p:stCondLst>
                                  <p:childTnLst>
                                    <p:set>
                                      <p:cBhvr>
                                        <p:cTn id="16" dur="1" fill="hold">
                                          <p:stCondLst>
                                            <p:cond delay="0"/>
                                          </p:stCondLst>
                                        </p:cTn>
                                        <p:tgtEl>
                                          <p:spTgt spid="146"/>
                                        </p:tgtEl>
                                        <p:attrNameLst>
                                          <p:attrName>style.visibility</p:attrName>
                                        </p:attrNameLst>
                                      </p:cBhvr>
                                      <p:to>
                                        <p:strVal val="visible"/>
                                      </p:to>
                                    </p:set>
                                    <p:animEffect transition="in" filter="fade">
                                      <p:cBhvr>
                                        <p:cTn id="17" dur="500"/>
                                        <p:tgtEl>
                                          <p:spTgt spid="146"/>
                                        </p:tgtEl>
                                      </p:cBhvr>
                                    </p:animEffect>
                                    <p:anim calcmode="lin" valueType="num">
                                      <p:cBhvr>
                                        <p:cTn id="18" dur="500" fill="hold"/>
                                        <p:tgtEl>
                                          <p:spTgt spid="146"/>
                                        </p:tgtEl>
                                        <p:attrNameLst>
                                          <p:attrName>ppt_x</p:attrName>
                                        </p:attrNameLst>
                                      </p:cBhvr>
                                      <p:tavLst>
                                        <p:tav tm="0">
                                          <p:val>
                                            <p:strVal val="#ppt_x"/>
                                          </p:val>
                                        </p:tav>
                                        <p:tav tm="100000">
                                          <p:val>
                                            <p:strVal val="#ppt_x"/>
                                          </p:val>
                                        </p:tav>
                                      </p:tavLst>
                                    </p:anim>
                                    <p:anim calcmode="lin" valueType="num">
                                      <p:cBhvr>
                                        <p:cTn id="19" dur="500" fill="hold"/>
                                        <p:tgtEl>
                                          <p:spTgt spid="146"/>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17" presetClass="entr" presetSubtype="10" fill="hold" nodeType="afterEffect">
                                  <p:stCondLst>
                                    <p:cond delay="0"/>
                                  </p:stCondLst>
                                  <p:childTnLst>
                                    <p:set>
                                      <p:cBhvr>
                                        <p:cTn id="22" dur="1" fill="hold">
                                          <p:stCondLst>
                                            <p:cond delay="0"/>
                                          </p:stCondLst>
                                        </p:cTn>
                                        <p:tgtEl>
                                          <p:spTgt spid="107"/>
                                        </p:tgtEl>
                                        <p:attrNameLst>
                                          <p:attrName>style.visibility</p:attrName>
                                        </p:attrNameLst>
                                      </p:cBhvr>
                                      <p:to>
                                        <p:strVal val="visible"/>
                                      </p:to>
                                    </p:set>
                                    <p:anim calcmode="lin" valueType="num">
                                      <p:cBhvr>
                                        <p:cTn id="23" dur="500" fill="hold"/>
                                        <p:tgtEl>
                                          <p:spTgt spid="107"/>
                                        </p:tgtEl>
                                        <p:attrNameLst>
                                          <p:attrName>ppt_w</p:attrName>
                                        </p:attrNameLst>
                                      </p:cBhvr>
                                      <p:tavLst>
                                        <p:tav tm="0">
                                          <p:val>
                                            <p:fltVal val="0"/>
                                          </p:val>
                                        </p:tav>
                                        <p:tav tm="100000">
                                          <p:val>
                                            <p:strVal val="#ppt_w"/>
                                          </p:val>
                                        </p:tav>
                                      </p:tavLst>
                                    </p:anim>
                                    <p:anim calcmode="lin" valueType="num">
                                      <p:cBhvr>
                                        <p:cTn id="24" dur="500" fill="hold"/>
                                        <p:tgtEl>
                                          <p:spTgt spid="107"/>
                                        </p:tgtEl>
                                        <p:attrNameLst>
                                          <p:attrName>ppt_h</p:attrName>
                                        </p:attrNameLst>
                                      </p:cBhvr>
                                      <p:tavLst>
                                        <p:tav tm="0">
                                          <p:val>
                                            <p:strVal val="#ppt_h"/>
                                          </p:val>
                                        </p:tav>
                                        <p:tav tm="100000">
                                          <p:val>
                                            <p:strVal val="#ppt_h"/>
                                          </p:val>
                                        </p:tav>
                                      </p:tavLst>
                                    </p:anim>
                                  </p:childTnLst>
                                </p:cTn>
                              </p:par>
                              <p:par>
                                <p:cTn id="25" presetID="47"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500"/>
                                        <p:tgtEl>
                                          <p:spTgt spid="45"/>
                                        </p:tgtEl>
                                      </p:cBhvr>
                                    </p:animEffect>
                                    <p:anim calcmode="lin" valueType="num">
                                      <p:cBhvr>
                                        <p:cTn id="28" dur="500" fill="hold"/>
                                        <p:tgtEl>
                                          <p:spTgt spid="45"/>
                                        </p:tgtEl>
                                        <p:attrNameLst>
                                          <p:attrName>ppt_x</p:attrName>
                                        </p:attrNameLst>
                                      </p:cBhvr>
                                      <p:tavLst>
                                        <p:tav tm="0">
                                          <p:val>
                                            <p:strVal val="#ppt_x"/>
                                          </p:val>
                                        </p:tav>
                                        <p:tav tm="100000">
                                          <p:val>
                                            <p:strVal val="#ppt_x"/>
                                          </p:val>
                                        </p:tav>
                                      </p:tavLst>
                                    </p:anim>
                                    <p:anim calcmode="lin" valueType="num">
                                      <p:cBhvr>
                                        <p:cTn id="29" dur="500" fill="hold"/>
                                        <p:tgtEl>
                                          <p:spTgt spid="45"/>
                                        </p:tgtEl>
                                        <p:attrNameLst>
                                          <p:attrName>ppt_y</p:attrName>
                                        </p:attrNameLst>
                                      </p:cBhvr>
                                      <p:tavLst>
                                        <p:tav tm="0">
                                          <p:val>
                                            <p:strVal val="#ppt_y-.1"/>
                                          </p:val>
                                        </p:tav>
                                        <p:tav tm="100000">
                                          <p:val>
                                            <p:strVal val="#ppt_y"/>
                                          </p:val>
                                        </p:tav>
                                      </p:tavLst>
                                    </p:anim>
                                  </p:childTnLst>
                                </p:cTn>
                              </p:par>
                            </p:childTnLst>
                          </p:cTn>
                        </p:par>
                        <p:par>
                          <p:cTn id="30" fill="hold">
                            <p:stCondLst>
                              <p:cond delay="1500"/>
                            </p:stCondLst>
                            <p:childTnLst>
                              <p:par>
                                <p:cTn id="31" presetID="47" presetClass="entr" presetSubtype="0" fill="hold" nodeType="afterEffect">
                                  <p:stCondLst>
                                    <p:cond delay="0"/>
                                  </p:stCondLst>
                                  <p:childTnLst>
                                    <p:set>
                                      <p:cBhvr>
                                        <p:cTn id="32" dur="1" fill="hold">
                                          <p:stCondLst>
                                            <p:cond delay="0"/>
                                          </p:stCondLst>
                                        </p:cTn>
                                        <p:tgtEl>
                                          <p:spTgt spid="135"/>
                                        </p:tgtEl>
                                        <p:attrNameLst>
                                          <p:attrName>style.visibility</p:attrName>
                                        </p:attrNameLst>
                                      </p:cBhvr>
                                      <p:to>
                                        <p:strVal val="visible"/>
                                      </p:to>
                                    </p:set>
                                    <p:animEffect transition="in" filter="fade">
                                      <p:cBhvr>
                                        <p:cTn id="33" dur="500"/>
                                        <p:tgtEl>
                                          <p:spTgt spid="135"/>
                                        </p:tgtEl>
                                      </p:cBhvr>
                                    </p:animEffect>
                                    <p:anim calcmode="lin" valueType="num">
                                      <p:cBhvr>
                                        <p:cTn id="34" dur="500" fill="hold"/>
                                        <p:tgtEl>
                                          <p:spTgt spid="135"/>
                                        </p:tgtEl>
                                        <p:attrNameLst>
                                          <p:attrName>ppt_x</p:attrName>
                                        </p:attrNameLst>
                                      </p:cBhvr>
                                      <p:tavLst>
                                        <p:tav tm="0">
                                          <p:val>
                                            <p:strVal val="#ppt_x"/>
                                          </p:val>
                                        </p:tav>
                                        <p:tav tm="100000">
                                          <p:val>
                                            <p:strVal val="#ppt_x"/>
                                          </p:val>
                                        </p:tav>
                                      </p:tavLst>
                                    </p:anim>
                                    <p:anim calcmode="lin" valueType="num">
                                      <p:cBhvr>
                                        <p:cTn id="35" dur="500" fill="hold"/>
                                        <p:tgtEl>
                                          <p:spTgt spid="1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PIE Chart</a:t>
            </a:r>
            <a:endParaRPr lang="en-US" dirty="0"/>
          </a:p>
        </p:txBody>
      </p:sp>
      <p:grpSp>
        <p:nvGrpSpPr>
          <p:cNvPr id="85" name="그룹 84"/>
          <p:cNvGrpSpPr/>
          <p:nvPr/>
        </p:nvGrpSpPr>
        <p:grpSpPr>
          <a:xfrm>
            <a:off x="928380" y="2864813"/>
            <a:ext cx="1224001" cy="1390693"/>
            <a:chOff x="3207848" y="2643019"/>
            <a:chExt cx="1224001" cy="1390693"/>
          </a:xfrm>
        </p:grpSpPr>
        <p:sp>
          <p:nvSpPr>
            <p:cNvPr id="95" name="이등변 삼각형 94"/>
            <p:cNvSpPr/>
            <p:nvPr/>
          </p:nvSpPr>
          <p:spPr>
            <a:xfrm rot="10800000">
              <a:off x="3740551" y="2643019"/>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96" name="그룹 129"/>
            <p:cNvGrpSpPr/>
            <p:nvPr/>
          </p:nvGrpSpPr>
          <p:grpSpPr>
            <a:xfrm>
              <a:off x="3207848" y="2914549"/>
              <a:ext cx="1224001" cy="1119163"/>
              <a:chOff x="2860072" y="2934721"/>
              <a:chExt cx="1224001" cy="1119163"/>
            </a:xfrm>
          </p:grpSpPr>
          <p:sp>
            <p:nvSpPr>
              <p:cNvPr id="97" name="TextBox 96"/>
              <p:cNvSpPr txBox="1">
                <a:spLocks/>
              </p:cNvSpPr>
              <p:nvPr/>
            </p:nvSpPr>
            <p:spPr>
              <a:xfrm>
                <a:off x="2860073" y="2934721"/>
                <a:ext cx="1224000" cy="209207"/>
              </a:xfrm>
              <a:prstGeom prst="rect">
                <a:avLst/>
              </a:prstGeom>
              <a:noFill/>
            </p:spPr>
            <p:txBody>
              <a:bodyPr wrap="square" lIns="0" tIns="0" rIns="0" bIns="0" rtlCol="0">
                <a:noAutofit/>
              </a:bodyPr>
              <a:lstStyle/>
              <a:p>
                <a:pPr lvl="0" algn="ctr">
                  <a:spcAft>
                    <a:spcPts val="300"/>
                  </a:spcAft>
                </a:pPr>
                <a:r>
                  <a:rPr lang="nb-NO" sz="1200" b="1" dirty="0">
                    <a:gradFill>
                      <a:gsLst>
                        <a:gs pos="0">
                          <a:schemeClr val="accent1"/>
                        </a:gs>
                        <a:gs pos="100000">
                          <a:schemeClr val="accent1"/>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98" name="TextBox 97"/>
              <p:cNvSpPr txBox="1">
                <a:spLocks/>
              </p:cNvSpPr>
              <p:nvPr/>
            </p:nvSpPr>
            <p:spPr>
              <a:xfrm>
                <a:off x="2860072" y="3193430"/>
                <a:ext cx="1224001" cy="860454"/>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 malesuada tellus. Ut ultrices ultr aces enim. Curabitur sit.</a:t>
                </a:r>
              </a:p>
            </p:txBody>
          </p:sp>
        </p:grpSp>
      </p:grpSp>
      <p:grpSp>
        <p:nvGrpSpPr>
          <p:cNvPr id="99" name="그룹 98"/>
          <p:cNvGrpSpPr/>
          <p:nvPr/>
        </p:nvGrpSpPr>
        <p:grpSpPr>
          <a:xfrm>
            <a:off x="2828631" y="2864813"/>
            <a:ext cx="1224001" cy="1390693"/>
            <a:chOff x="5108099" y="2643019"/>
            <a:chExt cx="1224001" cy="1390693"/>
          </a:xfrm>
        </p:grpSpPr>
        <p:sp>
          <p:nvSpPr>
            <p:cNvPr id="100" name="이등변 삼각형 99"/>
            <p:cNvSpPr/>
            <p:nvPr/>
          </p:nvSpPr>
          <p:spPr>
            <a:xfrm rot="10800000">
              <a:off x="5640802" y="2643019"/>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01" name="그룹 77"/>
            <p:cNvGrpSpPr/>
            <p:nvPr/>
          </p:nvGrpSpPr>
          <p:grpSpPr>
            <a:xfrm>
              <a:off x="5108099" y="2914549"/>
              <a:ext cx="1224001" cy="1119163"/>
              <a:chOff x="2860072" y="2934721"/>
              <a:chExt cx="1224001" cy="1119163"/>
            </a:xfrm>
          </p:grpSpPr>
          <p:sp>
            <p:nvSpPr>
              <p:cNvPr id="102" name="TextBox 101"/>
              <p:cNvSpPr txBox="1">
                <a:spLocks/>
              </p:cNvSpPr>
              <p:nvPr/>
            </p:nvSpPr>
            <p:spPr>
              <a:xfrm>
                <a:off x="2860073" y="2934721"/>
                <a:ext cx="1224000" cy="209207"/>
              </a:xfrm>
              <a:prstGeom prst="rect">
                <a:avLst/>
              </a:prstGeom>
              <a:noFill/>
            </p:spPr>
            <p:txBody>
              <a:bodyPr wrap="square" lIns="0" tIns="0" rIns="0" bIns="0" rtlCol="0">
                <a:noAutofit/>
              </a:bodyPr>
              <a:lstStyle/>
              <a:p>
                <a:pPr lvl="0" algn="ctr">
                  <a:spcAft>
                    <a:spcPts val="300"/>
                  </a:spcAft>
                </a:pPr>
                <a:r>
                  <a:rPr lang="nb-NO" sz="1200" b="1" dirty="0">
                    <a:gradFill>
                      <a:gsLst>
                        <a:gs pos="0">
                          <a:schemeClr val="accent1"/>
                        </a:gs>
                        <a:gs pos="100000">
                          <a:schemeClr val="accent1"/>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103" name="TextBox 102"/>
              <p:cNvSpPr txBox="1">
                <a:spLocks/>
              </p:cNvSpPr>
              <p:nvPr/>
            </p:nvSpPr>
            <p:spPr>
              <a:xfrm>
                <a:off x="2860072" y="3193430"/>
                <a:ext cx="1224001" cy="860454"/>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 malesuada tellus. Ut ultrices ultr aces enim. Curabitur sit.</a:t>
                </a:r>
              </a:p>
            </p:txBody>
          </p:sp>
        </p:grpSp>
      </p:grpSp>
      <p:grpSp>
        <p:nvGrpSpPr>
          <p:cNvPr id="104" name="그룹 103"/>
          <p:cNvGrpSpPr/>
          <p:nvPr/>
        </p:nvGrpSpPr>
        <p:grpSpPr>
          <a:xfrm>
            <a:off x="4728883" y="2864813"/>
            <a:ext cx="1224001" cy="1390693"/>
            <a:chOff x="7008351" y="2643019"/>
            <a:chExt cx="1224001" cy="1390693"/>
          </a:xfrm>
        </p:grpSpPr>
        <p:sp>
          <p:nvSpPr>
            <p:cNvPr id="105" name="이등변 삼각형 104"/>
            <p:cNvSpPr/>
            <p:nvPr/>
          </p:nvSpPr>
          <p:spPr>
            <a:xfrm rot="10800000">
              <a:off x="7541054" y="2643019"/>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06" name="그룹 90"/>
            <p:cNvGrpSpPr/>
            <p:nvPr/>
          </p:nvGrpSpPr>
          <p:grpSpPr>
            <a:xfrm>
              <a:off x="7008351" y="2914549"/>
              <a:ext cx="1224001" cy="1119163"/>
              <a:chOff x="2860072" y="2934721"/>
              <a:chExt cx="1224001" cy="1119163"/>
            </a:xfrm>
          </p:grpSpPr>
          <p:sp>
            <p:nvSpPr>
              <p:cNvPr id="107" name="TextBox 106"/>
              <p:cNvSpPr txBox="1">
                <a:spLocks/>
              </p:cNvSpPr>
              <p:nvPr/>
            </p:nvSpPr>
            <p:spPr>
              <a:xfrm>
                <a:off x="2860073" y="2934721"/>
                <a:ext cx="1224000" cy="209207"/>
              </a:xfrm>
              <a:prstGeom prst="rect">
                <a:avLst/>
              </a:prstGeom>
              <a:noFill/>
            </p:spPr>
            <p:txBody>
              <a:bodyPr wrap="square" lIns="0" tIns="0" rIns="0" bIns="0" rtlCol="0">
                <a:noAutofit/>
              </a:bodyPr>
              <a:lstStyle/>
              <a:p>
                <a:pPr lvl="0" algn="ctr">
                  <a:spcAft>
                    <a:spcPts val="300"/>
                  </a:spcAft>
                </a:pPr>
                <a:r>
                  <a:rPr lang="nb-NO" sz="1200" b="1" dirty="0">
                    <a:gradFill>
                      <a:gsLst>
                        <a:gs pos="0">
                          <a:schemeClr val="accent1"/>
                        </a:gs>
                        <a:gs pos="100000">
                          <a:schemeClr val="accent1"/>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108" name="TextBox 107"/>
              <p:cNvSpPr txBox="1">
                <a:spLocks/>
              </p:cNvSpPr>
              <p:nvPr/>
            </p:nvSpPr>
            <p:spPr>
              <a:xfrm>
                <a:off x="2860072" y="3193430"/>
                <a:ext cx="1224001" cy="860454"/>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 malesuada tellus. Ut ultrices ultr aces enim. Curabitur sit.</a:t>
                </a:r>
              </a:p>
            </p:txBody>
          </p:sp>
        </p:grpSp>
      </p:grpSp>
      <p:grpSp>
        <p:nvGrpSpPr>
          <p:cNvPr id="110" name="그룹 109"/>
          <p:cNvGrpSpPr/>
          <p:nvPr/>
        </p:nvGrpSpPr>
        <p:grpSpPr>
          <a:xfrm>
            <a:off x="928382" y="1212833"/>
            <a:ext cx="1224000" cy="1558986"/>
            <a:chOff x="3207850" y="991039"/>
            <a:chExt cx="1224000" cy="1558986"/>
          </a:xfrm>
        </p:grpSpPr>
        <p:grpSp>
          <p:nvGrpSpPr>
            <p:cNvPr id="111" name="그룹 30"/>
            <p:cNvGrpSpPr/>
            <p:nvPr/>
          </p:nvGrpSpPr>
          <p:grpSpPr>
            <a:xfrm>
              <a:off x="3207850" y="991039"/>
              <a:ext cx="1224000" cy="1558986"/>
              <a:chOff x="3207850" y="991039"/>
              <a:chExt cx="1224000" cy="1558986"/>
            </a:xfrm>
          </p:grpSpPr>
          <p:sp>
            <p:nvSpPr>
              <p:cNvPr id="113" name="원형 112"/>
              <p:cNvSpPr/>
              <p:nvPr/>
            </p:nvSpPr>
            <p:spPr>
              <a:xfrm>
                <a:off x="3207850" y="1326025"/>
                <a:ext cx="1224000" cy="1224000"/>
              </a:xfrm>
              <a:prstGeom prst="pie">
                <a:avLst>
                  <a:gd name="adj1" fmla="val 0"/>
                  <a:gd name="adj2" fmla="val 16200000"/>
                </a:avLst>
              </a:prstGeom>
              <a:solidFill>
                <a:schemeClr val="accent1"/>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4" name="TextBox 113"/>
              <p:cNvSpPr txBox="1"/>
              <p:nvPr/>
            </p:nvSpPr>
            <p:spPr>
              <a:xfrm>
                <a:off x="3344424" y="1999266"/>
                <a:ext cx="950852" cy="429724"/>
              </a:xfrm>
              <a:prstGeom prst="rect">
                <a:avLst/>
              </a:prstGeom>
              <a:noFill/>
            </p:spPr>
            <p:txBody>
              <a:bodyPr wrap="square" lIns="0" tIns="0" rIns="0" bIns="0" rtlCol="0">
                <a:noAutofit/>
              </a:bodyPr>
              <a:lstStyle/>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Contents</a:t>
                </a:r>
              </a:p>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Text</a:t>
                </a:r>
                <a:endParaRPr lang="en-US" sz="1300" dirty="0">
                  <a:gradFill>
                    <a:gsLst>
                      <a:gs pos="0">
                        <a:schemeClr val="bg2"/>
                      </a:gs>
                      <a:gs pos="100000">
                        <a:schemeClr val="bg2"/>
                      </a:gs>
                    </a:gsLst>
                    <a:lin ang="5400000" scaled="0"/>
                  </a:gradFill>
                  <a:latin typeface="Roboto Condensed Regular"/>
                  <a:cs typeface="Roboto Condensed Regular"/>
                </a:endParaRPr>
              </a:p>
            </p:txBody>
          </p:sp>
          <p:sp>
            <p:nvSpPr>
              <p:cNvPr id="115" name="타원 114"/>
              <p:cNvSpPr/>
              <p:nvPr/>
            </p:nvSpPr>
            <p:spPr>
              <a:xfrm>
                <a:off x="3315850" y="1434025"/>
                <a:ext cx="1008000" cy="1008000"/>
              </a:xfrm>
              <a:prstGeom prst="ellipse">
                <a:avLst/>
              </a:prstGeom>
              <a:pattFill prst="ltUpDiag">
                <a:fgClr>
                  <a:schemeClr val="accent1"/>
                </a:fgClr>
                <a:bgClr>
                  <a:schemeClr val="bg2"/>
                </a:bgClr>
              </a:patt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6" name="TextBox 115"/>
              <p:cNvSpPr txBox="1">
                <a:spLocks/>
              </p:cNvSpPr>
              <p:nvPr/>
            </p:nvSpPr>
            <p:spPr>
              <a:xfrm>
                <a:off x="3207850" y="991039"/>
                <a:ext cx="1224000" cy="335557"/>
              </a:xfrm>
              <a:prstGeom prst="rect">
                <a:avLst/>
              </a:prstGeom>
              <a:noFill/>
            </p:spPr>
            <p:txBody>
              <a:bodyPr wrap="square" lIns="0" tIns="0" rIns="0" bIns="0" rtlCol="0">
                <a:noAutofit/>
              </a:bodyPr>
              <a:lstStyle/>
              <a:p>
                <a:pPr lvl="0" algn="ctr">
                  <a:spcAft>
                    <a:spcPts val="300"/>
                  </a:spcAft>
                </a:pPr>
                <a:r>
                  <a:rPr lang="nb-NO" sz="2000" b="1" dirty="0">
                    <a:gradFill>
                      <a:gsLst>
                        <a:gs pos="0">
                          <a:schemeClr val="tx2"/>
                        </a:gs>
                        <a:gs pos="100000">
                          <a:schemeClr val="tx2"/>
                        </a:gs>
                      </a:gsLst>
                      <a:lin ang="5400000" scaled="0"/>
                    </a:gradFill>
                    <a:latin typeface="Roboto Condensed Regular"/>
                    <a:ea typeface="Roboto Light" pitchFamily="2" charset="0"/>
                    <a:cs typeface="Roboto Condensed Regular"/>
                  </a:rPr>
                  <a:t>75</a:t>
                </a:r>
                <a:r>
                  <a:rPr lang="nb-NO" sz="1500" b="1" dirty="0">
                    <a:gradFill>
                      <a:gsLst>
                        <a:gs pos="0">
                          <a:schemeClr val="tx2"/>
                        </a:gs>
                        <a:gs pos="100000">
                          <a:schemeClr val="tx2"/>
                        </a:gs>
                      </a:gsLst>
                      <a:lin ang="5400000" scaled="0"/>
                    </a:gradFill>
                    <a:latin typeface="Roboto Condensed Regular"/>
                    <a:ea typeface="Roboto Light" pitchFamily="2" charset="0"/>
                    <a:cs typeface="Roboto Condensed Regular"/>
                  </a:rPr>
                  <a:t>%</a:t>
                </a:r>
                <a:endParaRPr lang="en-US" sz="1500" dirty="0">
                  <a:gradFill>
                    <a:gsLst>
                      <a:gs pos="0">
                        <a:schemeClr val="tx2"/>
                      </a:gs>
                      <a:gs pos="100000">
                        <a:schemeClr val="tx2"/>
                      </a:gs>
                    </a:gsLst>
                    <a:lin ang="5400000" scaled="0"/>
                  </a:gradFill>
                  <a:latin typeface="Roboto Condensed Regular"/>
                  <a:cs typeface="Roboto Condensed Regular"/>
                </a:endParaRPr>
              </a:p>
            </p:txBody>
          </p:sp>
        </p:grpSp>
        <p:sp>
          <p:nvSpPr>
            <p:cNvPr id="112" name="Freeform 48"/>
            <p:cNvSpPr>
              <a:spLocks noEditPoints="1"/>
            </p:cNvSpPr>
            <p:nvPr/>
          </p:nvSpPr>
          <p:spPr bwMode="auto">
            <a:xfrm>
              <a:off x="3636493" y="1653365"/>
              <a:ext cx="366713" cy="536575"/>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17" name="그룹 116"/>
          <p:cNvGrpSpPr/>
          <p:nvPr/>
        </p:nvGrpSpPr>
        <p:grpSpPr>
          <a:xfrm>
            <a:off x="2828633" y="1212833"/>
            <a:ext cx="1224000" cy="1558986"/>
            <a:chOff x="5108101" y="991039"/>
            <a:chExt cx="1224000" cy="1558986"/>
          </a:xfrm>
        </p:grpSpPr>
        <p:grpSp>
          <p:nvGrpSpPr>
            <p:cNvPr id="118" name="그룹 31"/>
            <p:cNvGrpSpPr/>
            <p:nvPr/>
          </p:nvGrpSpPr>
          <p:grpSpPr>
            <a:xfrm>
              <a:off x="5108101" y="991039"/>
              <a:ext cx="1224000" cy="1558986"/>
              <a:chOff x="5108101" y="991039"/>
              <a:chExt cx="1224000" cy="1558986"/>
            </a:xfrm>
          </p:grpSpPr>
          <p:sp>
            <p:nvSpPr>
              <p:cNvPr id="120" name="원형 119"/>
              <p:cNvSpPr/>
              <p:nvPr/>
            </p:nvSpPr>
            <p:spPr>
              <a:xfrm>
                <a:off x="5108101" y="1326025"/>
                <a:ext cx="1224000" cy="1224000"/>
              </a:xfrm>
              <a:prstGeom prst="pie">
                <a:avLst>
                  <a:gd name="adj1" fmla="val 8100000"/>
                  <a:gd name="adj2" fmla="val 16200000"/>
                </a:avLst>
              </a:prstGeom>
              <a:solidFill>
                <a:schemeClr val="accent1"/>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1" name="TextBox 120"/>
              <p:cNvSpPr txBox="1"/>
              <p:nvPr/>
            </p:nvSpPr>
            <p:spPr>
              <a:xfrm>
                <a:off x="5244675" y="1999266"/>
                <a:ext cx="950852" cy="429724"/>
              </a:xfrm>
              <a:prstGeom prst="rect">
                <a:avLst/>
              </a:prstGeom>
              <a:noFill/>
            </p:spPr>
            <p:txBody>
              <a:bodyPr wrap="square" lIns="0" tIns="0" rIns="0" bIns="0" rtlCol="0">
                <a:noAutofit/>
              </a:bodyPr>
              <a:lstStyle/>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Contents</a:t>
                </a:r>
              </a:p>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Text</a:t>
                </a:r>
                <a:endParaRPr lang="en-US" sz="1300" dirty="0">
                  <a:gradFill>
                    <a:gsLst>
                      <a:gs pos="0">
                        <a:schemeClr val="bg2"/>
                      </a:gs>
                      <a:gs pos="100000">
                        <a:schemeClr val="bg2"/>
                      </a:gs>
                    </a:gsLst>
                    <a:lin ang="5400000" scaled="0"/>
                  </a:gradFill>
                  <a:latin typeface="Roboto Condensed Regular"/>
                  <a:cs typeface="Roboto Condensed Regular"/>
                </a:endParaRPr>
              </a:p>
            </p:txBody>
          </p:sp>
          <p:sp>
            <p:nvSpPr>
              <p:cNvPr id="122" name="타원 121"/>
              <p:cNvSpPr/>
              <p:nvPr/>
            </p:nvSpPr>
            <p:spPr>
              <a:xfrm>
                <a:off x="5216101" y="1434025"/>
                <a:ext cx="1008000" cy="1008000"/>
              </a:xfrm>
              <a:prstGeom prst="ellipse">
                <a:avLst/>
              </a:prstGeom>
              <a:pattFill prst="ltUpDiag">
                <a:fgClr>
                  <a:schemeClr val="accent1"/>
                </a:fgClr>
                <a:bgClr>
                  <a:schemeClr val="bg2"/>
                </a:bgClr>
              </a:patt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3" name="TextBox 122"/>
              <p:cNvSpPr txBox="1">
                <a:spLocks/>
              </p:cNvSpPr>
              <p:nvPr/>
            </p:nvSpPr>
            <p:spPr>
              <a:xfrm>
                <a:off x="5108101" y="991039"/>
                <a:ext cx="1224000" cy="335557"/>
              </a:xfrm>
              <a:prstGeom prst="rect">
                <a:avLst/>
              </a:prstGeom>
              <a:noFill/>
            </p:spPr>
            <p:txBody>
              <a:bodyPr wrap="square" lIns="0" tIns="0" rIns="0" bIns="0" rtlCol="0">
                <a:noAutofit/>
              </a:bodyPr>
              <a:lstStyle/>
              <a:p>
                <a:pPr lvl="0" algn="ctr">
                  <a:spcAft>
                    <a:spcPts val="300"/>
                  </a:spcAft>
                </a:pPr>
                <a:r>
                  <a:rPr lang="nb-NO" sz="2000" b="1" dirty="0">
                    <a:gradFill>
                      <a:gsLst>
                        <a:gs pos="0">
                          <a:schemeClr val="tx2"/>
                        </a:gs>
                        <a:gs pos="100000">
                          <a:schemeClr val="tx2"/>
                        </a:gs>
                      </a:gsLst>
                      <a:lin ang="5400000" scaled="0"/>
                    </a:gradFill>
                    <a:latin typeface="Roboto Condensed Regular"/>
                    <a:ea typeface="Roboto Light" pitchFamily="2" charset="0"/>
                    <a:cs typeface="Roboto Condensed Regular"/>
                  </a:rPr>
                  <a:t>37</a:t>
                </a:r>
                <a:r>
                  <a:rPr lang="nb-NO" sz="1500" b="1" dirty="0">
                    <a:gradFill>
                      <a:gsLst>
                        <a:gs pos="0">
                          <a:schemeClr val="tx2"/>
                        </a:gs>
                        <a:gs pos="100000">
                          <a:schemeClr val="tx2"/>
                        </a:gs>
                      </a:gsLst>
                      <a:lin ang="5400000" scaled="0"/>
                    </a:gradFill>
                    <a:latin typeface="Roboto Condensed Regular"/>
                    <a:ea typeface="Roboto Light" pitchFamily="2" charset="0"/>
                    <a:cs typeface="Roboto Condensed Regular"/>
                  </a:rPr>
                  <a:t>%</a:t>
                </a:r>
                <a:endParaRPr lang="en-US" sz="1500" dirty="0">
                  <a:gradFill>
                    <a:gsLst>
                      <a:gs pos="0">
                        <a:schemeClr val="tx2"/>
                      </a:gs>
                      <a:gs pos="100000">
                        <a:schemeClr val="tx2"/>
                      </a:gs>
                    </a:gsLst>
                    <a:lin ang="5400000" scaled="0"/>
                  </a:gradFill>
                  <a:latin typeface="Roboto Condensed Regular"/>
                  <a:cs typeface="Roboto Condensed Regular"/>
                </a:endParaRPr>
              </a:p>
            </p:txBody>
          </p:sp>
        </p:grpSp>
        <p:sp>
          <p:nvSpPr>
            <p:cNvPr id="119" name="Freeform 53"/>
            <p:cNvSpPr>
              <a:spLocks noEditPoints="1"/>
            </p:cNvSpPr>
            <p:nvPr/>
          </p:nvSpPr>
          <p:spPr bwMode="auto">
            <a:xfrm>
              <a:off x="5509066" y="1675334"/>
              <a:ext cx="422068" cy="470567"/>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24" name="그룹 123"/>
          <p:cNvGrpSpPr/>
          <p:nvPr/>
        </p:nvGrpSpPr>
        <p:grpSpPr>
          <a:xfrm>
            <a:off x="4728885" y="1212833"/>
            <a:ext cx="1224000" cy="1558986"/>
            <a:chOff x="7008353" y="991039"/>
            <a:chExt cx="1224000" cy="1558986"/>
          </a:xfrm>
        </p:grpSpPr>
        <p:grpSp>
          <p:nvGrpSpPr>
            <p:cNvPr id="125" name="그룹 32"/>
            <p:cNvGrpSpPr/>
            <p:nvPr/>
          </p:nvGrpSpPr>
          <p:grpSpPr>
            <a:xfrm>
              <a:off x="7008353" y="991039"/>
              <a:ext cx="1224000" cy="1558986"/>
              <a:chOff x="7008353" y="991039"/>
              <a:chExt cx="1224000" cy="1558986"/>
            </a:xfrm>
          </p:grpSpPr>
          <p:sp>
            <p:nvSpPr>
              <p:cNvPr id="127" name="원형 126"/>
              <p:cNvSpPr/>
              <p:nvPr/>
            </p:nvSpPr>
            <p:spPr>
              <a:xfrm>
                <a:off x="7008353" y="1326025"/>
                <a:ext cx="1224000" cy="1224000"/>
              </a:xfrm>
              <a:prstGeom prst="pie">
                <a:avLst>
                  <a:gd name="adj1" fmla="val 10800000"/>
                  <a:gd name="adj2" fmla="val 16200000"/>
                </a:avLst>
              </a:prstGeom>
              <a:solidFill>
                <a:schemeClr val="accent1"/>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8" name="TextBox 127"/>
              <p:cNvSpPr txBox="1"/>
              <p:nvPr/>
            </p:nvSpPr>
            <p:spPr>
              <a:xfrm>
                <a:off x="7144927" y="1999266"/>
                <a:ext cx="950852" cy="429724"/>
              </a:xfrm>
              <a:prstGeom prst="rect">
                <a:avLst/>
              </a:prstGeom>
              <a:noFill/>
            </p:spPr>
            <p:txBody>
              <a:bodyPr wrap="square" lIns="0" tIns="0" rIns="0" bIns="0" rtlCol="0">
                <a:noAutofit/>
              </a:bodyPr>
              <a:lstStyle/>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Contents</a:t>
                </a:r>
              </a:p>
              <a:p>
                <a:pPr lvl="0" algn="ctr"/>
                <a:r>
                  <a:rPr lang="nb-NO" sz="1300" b="1" dirty="0">
                    <a:gradFill>
                      <a:gsLst>
                        <a:gs pos="0">
                          <a:schemeClr val="bg2"/>
                        </a:gs>
                        <a:gs pos="100000">
                          <a:schemeClr val="bg2"/>
                        </a:gs>
                      </a:gsLst>
                      <a:lin ang="5400000" scaled="0"/>
                    </a:gradFill>
                    <a:latin typeface="Roboto Condensed Regular"/>
                    <a:ea typeface="Roboto Light" pitchFamily="2" charset="0"/>
                    <a:cs typeface="Roboto Condensed Regular"/>
                  </a:rPr>
                  <a:t>Text</a:t>
                </a:r>
                <a:endParaRPr lang="en-US" sz="1300" dirty="0">
                  <a:gradFill>
                    <a:gsLst>
                      <a:gs pos="0">
                        <a:schemeClr val="bg2"/>
                      </a:gs>
                      <a:gs pos="100000">
                        <a:schemeClr val="bg2"/>
                      </a:gs>
                    </a:gsLst>
                    <a:lin ang="5400000" scaled="0"/>
                  </a:gradFill>
                  <a:latin typeface="Roboto Condensed Regular"/>
                  <a:cs typeface="Roboto Condensed Regular"/>
                </a:endParaRPr>
              </a:p>
            </p:txBody>
          </p:sp>
          <p:sp>
            <p:nvSpPr>
              <p:cNvPr id="133" name="타원 132"/>
              <p:cNvSpPr/>
              <p:nvPr/>
            </p:nvSpPr>
            <p:spPr>
              <a:xfrm>
                <a:off x="7116353" y="1434025"/>
                <a:ext cx="1008000" cy="1008000"/>
              </a:xfrm>
              <a:prstGeom prst="ellipse">
                <a:avLst/>
              </a:prstGeom>
              <a:pattFill prst="ltUpDiag">
                <a:fgClr>
                  <a:schemeClr val="accent1"/>
                </a:fgClr>
                <a:bgClr>
                  <a:schemeClr val="bg2"/>
                </a:bgClr>
              </a:pattFill>
              <a:ln w="1016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4" name="TextBox 133"/>
              <p:cNvSpPr txBox="1">
                <a:spLocks/>
              </p:cNvSpPr>
              <p:nvPr/>
            </p:nvSpPr>
            <p:spPr>
              <a:xfrm>
                <a:off x="7008353" y="991039"/>
                <a:ext cx="1224000" cy="335557"/>
              </a:xfrm>
              <a:prstGeom prst="rect">
                <a:avLst/>
              </a:prstGeom>
              <a:noFill/>
            </p:spPr>
            <p:txBody>
              <a:bodyPr wrap="square" lIns="0" tIns="0" rIns="0" bIns="0" rtlCol="0">
                <a:noAutofit/>
              </a:bodyPr>
              <a:lstStyle/>
              <a:p>
                <a:pPr lvl="0" algn="ctr">
                  <a:spcAft>
                    <a:spcPts val="300"/>
                  </a:spcAft>
                </a:pPr>
                <a:r>
                  <a:rPr lang="nb-NO" sz="2000" b="1" dirty="0">
                    <a:gradFill>
                      <a:gsLst>
                        <a:gs pos="0">
                          <a:schemeClr val="tx2"/>
                        </a:gs>
                        <a:gs pos="100000">
                          <a:schemeClr val="tx2"/>
                        </a:gs>
                      </a:gsLst>
                      <a:lin ang="5400000" scaled="0"/>
                    </a:gradFill>
                    <a:latin typeface="Roboto Condensed Regular"/>
                    <a:ea typeface="Roboto Light" pitchFamily="2" charset="0"/>
                    <a:cs typeface="Roboto Condensed Regular"/>
                  </a:rPr>
                  <a:t>25</a:t>
                </a:r>
                <a:r>
                  <a:rPr lang="nb-NO" sz="1500" b="1" dirty="0">
                    <a:gradFill>
                      <a:gsLst>
                        <a:gs pos="0">
                          <a:schemeClr val="tx2"/>
                        </a:gs>
                        <a:gs pos="100000">
                          <a:schemeClr val="tx2"/>
                        </a:gs>
                      </a:gsLst>
                      <a:lin ang="5400000" scaled="0"/>
                    </a:gradFill>
                    <a:latin typeface="Roboto Condensed Regular"/>
                    <a:ea typeface="Roboto Light" pitchFamily="2" charset="0"/>
                    <a:cs typeface="Roboto Condensed Regular"/>
                  </a:rPr>
                  <a:t>%</a:t>
                </a:r>
                <a:endParaRPr lang="en-US" sz="1500" dirty="0">
                  <a:gradFill>
                    <a:gsLst>
                      <a:gs pos="0">
                        <a:schemeClr val="tx2"/>
                      </a:gs>
                      <a:gs pos="100000">
                        <a:schemeClr val="tx2"/>
                      </a:gs>
                    </a:gsLst>
                    <a:lin ang="5400000" scaled="0"/>
                  </a:gradFill>
                  <a:latin typeface="Roboto Condensed Regular"/>
                  <a:cs typeface="Roboto Condensed Regular"/>
                </a:endParaRPr>
              </a:p>
            </p:txBody>
          </p:sp>
        </p:grpSp>
        <p:sp>
          <p:nvSpPr>
            <p:cNvPr id="126" name="Freeform 52"/>
            <p:cNvSpPr>
              <a:spLocks noEditPoints="1"/>
            </p:cNvSpPr>
            <p:nvPr/>
          </p:nvSpPr>
          <p:spPr bwMode="auto">
            <a:xfrm>
              <a:off x="7399104" y="1688123"/>
              <a:ext cx="438925" cy="488340"/>
            </a:xfrm>
            <a:custGeom>
              <a:avLst/>
              <a:gdLst/>
              <a:ahLst/>
              <a:cxnLst>
                <a:cxn ang="0">
                  <a:pos x="191" y="7"/>
                </a:cxn>
                <a:cxn ang="0">
                  <a:pos x="168" y="7"/>
                </a:cxn>
                <a:cxn ang="0">
                  <a:pos x="161" y="0"/>
                </a:cxn>
                <a:cxn ang="0">
                  <a:pos x="44" y="0"/>
                </a:cxn>
                <a:cxn ang="0">
                  <a:pos x="37" y="7"/>
                </a:cxn>
                <a:cxn ang="0">
                  <a:pos x="8" y="7"/>
                </a:cxn>
                <a:cxn ang="0">
                  <a:pos x="0" y="14"/>
                </a:cxn>
                <a:cxn ang="0">
                  <a:pos x="0" y="41"/>
                </a:cxn>
                <a:cxn ang="0">
                  <a:pos x="88" y="124"/>
                </a:cxn>
                <a:cxn ang="0">
                  <a:pos x="88" y="169"/>
                </a:cxn>
                <a:cxn ang="0">
                  <a:pos x="54" y="178"/>
                </a:cxn>
                <a:cxn ang="0">
                  <a:pos x="50" y="184"/>
                </a:cxn>
                <a:cxn ang="0">
                  <a:pos x="50" y="189"/>
                </a:cxn>
                <a:cxn ang="0">
                  <a:pos x="44" y="195"/>
                </a:cxn>
                <a:cxn ang="0">
                  <a:pos x="37" y="201"/>
                </a:cxn>
                <a:cxn ang="0">
                  <a:pos x="37" y="214"/>
                </a:cxn>
                <a:cxn ang="0">
                  <a:pos x="44" y="220"/>
                </a:cxn>
                <a:cxn ang="0">
                  <a:pos x="155" y="220"/>
                </a:cxn>
                <a:cxn ang="0">
                  <a:pos x="161" y="214"/>
                </a:cxn>
                <a:cxn ang="0">
                  <a:pos x="161" y="201"/>
                </a:cxn>
                <a:cxn ang="0">
                  <a:pos x="155" y="195"/>
                </a:cxn>
                <a:cxn ang="0">
                  <a:pos x="149" y="189"/>
                </a:cxn>
                <a:cxn ang="0">
                  <a:pos x="149" y="184"/>
                </a:cxn>
                <a:cxn ang="0">
                  <a:pos x="145" y="178"/>
                </a:cxn>
                <a:cxn ang="0">
                  <a:pos x="110" y="169"/>
                </a:cxn>
                <a:cxn ang="0">
                  <a:pos x="110" y="124"/>
                </a:cxn>
                <a:cxn ang="0">
                  <a:pos x="198" y="41"/>
                </a:cxn>
                <a:cxn ang="0">
                  <a:pos x="198" y="14"/>
                </a:cxn>
                <a:cxn ang="0">
                  <a:pos x="191" y="7"/>
                </a:cxn>
                <a:cxn ang="0">
                  <a:pos x="14" y="38"/>
                </a:cxn>
                <a:cxn ang="0">
                  <a:pos x="14" y="29"/>
                </a:cxn>
                <a:cxn ang="0">
                  <a:pos x="21" y="22"/>
                </a:cxn>
                <a:cxn ang="0">
                  <a:pos x="38" y="22"/>
                </a:cxn>
                <a:cxn ang="0">
                  <a:pos x="50" y="82"/>
                </a:cxn>
                <a:cxn ang="0">
                  <a:pos x="14" y="38"/>
                </a:cxn>
                <a:cxn ang="0">
                  <a:pos x="185" y="38"/>
                </a:cxn>
                <a:cxn ang="0">
                  <a:pos x="149" y="82"/>
                </a:cxn>
                <a:cxn ang="0">
                  <a:pos x="160" y="22"/>
                </a:cxn>
                <a:cxn ang="0">
                  <a:pos x="177" y="22"/>
                </a:cxn>
                <a:cxn ang="0">
                  <a:pos x="185" y="29"/>
                </a:cxn>
                <a:cxn ang="0">
                  <a:pos x="185" y="38"/>
                </a:cxn>
              </a:cxnLst>
              <a:rect l="0" t="0" r="r" b="b"/>
              <a:pathLst>
                <a:path w="198" h="220">
                  <a:moveTo>
                    <a:pt x="191" y="7"/>
                  </a:moveTo>
                  <a:cubicBezTo>
                    <a:pt x="168" y="7"/>
                    <a:pt x="168" y="7"/>
                    <a:pt x="168" y="7"/>
                  </a:cubicBezTo>
                  <a:cubicBezTo>
                    <a:pt x="164" y="7"/>
                    <a:pt x="161" y="4"/>
                    <a:pt x="161" y="0"/>
                  </a:cubicBezTo>
                  <a:cubicBezTo>
                    <a:pt x="44" y="0"/>
                    <a:pt x="44" y="0"/>
                    <a:pt x="44" y="0"/>
                  </a:cubicBezTo>
                  <a:cubicBezTo>
                    <a:pt x="40" y="0"/>
                    <a:pt x="37" y="3"/>
                    <a:pt x="37" y="7"/>
                  </a:cubicBezTo>
                  <a:cubicBezTo>
                    <a:pt x="8" y="7"/>
                    <a:pt x="8" y="7"/>
                    <a:pt x="8" y="7"/>
                  </a:cubicBezTo>
                  <a:cubicBezTo>
                    <a:pt x="4" y="7"/>
                    <a:pt x="0" y="10"/>
                    <a:pt x="0" y="14"/>
                  </a:cubicBezTo>
                  <a:cubicBezTo>
                    <a:pt x="0" y="41"/>
                    <a:pt x="0" y="41"/>
                    <a:pt x="0" y="41"/>
                  </a:cubicBezTo>
                  <a:cubicBezTo>
                    <a:pt x="0" y="80"/>
                    <a:pt x="63" y="113"/>
                    <a:pt x="88" y="124"/>
                  </a:cubicBezTo>
                  <a:cubicBezTo>
                    <a:pt x="88" y="169"/>
                    <a:pt x="88" y="169"/>
                    <a:pt x="88" y="169"/>
                  </a:cubicBezTo>
                  <a:cubicBezTo>
                    <a:pt x="88" y="169"/>
                    <a:pt x="69" y="171"/>
                    <a:pt x="54" y="178"/>
                  </a:cubicBezTo>
                  <a:cubicBezTo>
                    <a:pt x="51" y="179"/>
                    <a:pt x="50" y="182"/>
                    <a:pt x="50" y="184"/>
                  </a:cubicBezTo>
                  <a:cubicBezTo>
                    <a:pt x="50" y="189"/>
                    <a:pt x="50" y="189"/>
                    <a:pt x="50" y="189"/>
                  </a:cubicBezTo>
                  <a:cubicBezTo>
                    <a:pt x="50" y="192"/>
                    <a:pt x="47" y="195"/>
                    <a:pt x="44" y="195"/>
                  </a:cubicBezTo>
                  <a:cubicBezTo>
                    <a:pt x="40" y="195"/>
                    <a:pt x="37" y="198"/>
                    <a:pt x="37" y="201"/>
                  </a:cubicBezTo>
                  <a:cubicBezTo>
                    <a:pt x="37" y="214"/>
                    <a:pt x="37" y="214"/>
                    <a:pt x="37" y="214"/>
                  </a:cubicBezTo>
                  <a:cubicBezTo>
                    <a:pt x="37" y="217"/>
                    <a:pt x="40" y="220"/>
                    <a:pt x="44" y="220"/>
                  </a:cubicBezTo>
                  <a:cubicBezTo>
                    <a:pt x="155" y="220"/>
                    <a:pt x="155" y="220"/>
                    <a:pt x="155" y="220"/>
                  </a:cubicBezTo>
                  <a:cubicBezTo>
                    <a:pt x="158" y="220"/>
                    <a:pt x="161" y="217"/>
                    <a:pt x="161" y="214"/>
                  </a:cubicBezTo>
                  <a:cubicBezTo>
                    <a:pt x="161" y="201"/>
                    <a:pt x="161" y="201"/>
                    <a:pt x="161" y="201"/>
                  </a:cubicBezTo>
                  <a:cubicBezTo>
                    <a:pt x="161" y="198"/>
                    <a:pt x="158" y="195"/>
                    <a:pt x="155" y="195"/>
                  </a:cubicBezTo>
                  <a:cubicBezTo>
                    <a:pt x="151" y="195"/>
                    <a:pt x="149" y="192"/>
                    <a:pt x="149" y="189"/>
                  </a:cubicBezTo>
                  <a:cubicBezTo>
                    <a:pt x="149" y="184"/>
                    <a:pt x="149" y="184"/>
                    <a:pt x="149" y="184"/>
                  </a:cubicBezTo>
                  <a:cubicBezTo>
                    <a:pt x="149" y="182"/>
                    <a:pt x="147" y="179"/>
                    <a:pt x="145" y="178"/>
                  </a:cubicBezTo>
                  <a:cubicBezTo>
                    <a:pt x="130" y="171"/>
                    <a:pt x="110" y="169"/>
                    <a:pt x="110" y="169"/>
                  </a:cubicBezTo>
                  <a:cubicBezTo>
                    <a:pt x="110" y="124"/>
                    <a:pt x="110" y="124"/>
                    <a:pt x="110" y="124"/>
                  </a:cubicBezTo>
                  <a:cubicBezTo>
                    <a:pt x="135" y="113"/>
                    <a:pt x="198" y="80"/>
                    <a:pt x="198" y="41"/>
                  </a:cubicBezTo>
                  <a:cubicBezTo>
                    <a:pt x="198" y="14"/>
                    <a:pt x="198" y="14"/>
                    <a:pt x="198" y="14"/>
                  </a:cubicBezTo>
                  <a:cubicBezTo>
                    <a:pt x="198" y="10"/>
                    <a:pt x="195" y="7"/>
                    <a:pt x="191" y="7"/>
                  </a:cubicBezTo>
                  <a:close/>
                  <a:moveTo>
                    <a:pt x="14" y="38"/>
                  </a:moveTo>
                  <a:cubicBezTo>
                    <a:pt x="14" y="29"/>
                    <a:pt x="14" y="29"/>
                    <a:pt x="14" y="29"/>
                  </a:cubicBezTo>
                  <a:cubicBezTo>
                    <a:pt x="14" y="25"/>
                    <a:pt x="17" y="22"/>
                    <a:pt x="21" y="22"/>
                  </a:cubicBezTo>
                  <a:cubicBezTo>
                    <a:pt x="38" y="22"/>
                    <a:pt x="38" y="22"/>
                    <a:pt x="38" y="22"/>
                  </a:cubicBezTo>
                  <a:cubicBezTo>
                    <a:pt x="38" y="22"/>
                    <a:pt x="38" y="63"/>
                    <a:pt x="50" y="82"/>
                  </a:cubicBezTo>
                  <a:cubicBezTo>
                    <a:pt x="50" y="82"/>
                    <a:pt x="14" y="66"/>
                    <a:pt x="14" y="38"/>
                  </a:cubicBezTo>
                  <a:close/>
                  <a:moveTo>
                    <a:pt x="185" y="38"/>
                  </a:moveTo>
                  <a:cubicBezTo>
                    <a:pt x="185" y="66"/>
                    <a:pt x="149" y="82"/>
                    <a:pt x="149" y="82"/>
                  </a:cubicBezTo>
                  <a:cubicBezTo>
                    <a:pt x="160" y="63"/>
                    <a:pt x="160" y="22"/>
                    <a:pt x="160" y="22"/>
                  </a:cubicBezTo>
                  <a:cubicBezTo>
                    <a:pt x="177" y="22"/>
                    <a:pt x="177" y="22"/>
                    <a:pt x="177" y="22"/>
                  </a:cubicBezTo>
                  <a:cubicBezTo>
                    <a:pt x="181" y="22"/>
                    <a:pt x="185" y="25"/>
                    <a:pt x="185" y="29"/>
                  </a:cubicBezTo>
                  <a:lnTo>
                    <a:pt x="185" y="38"/>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5891832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10"/>
                                        </p:tgtEl>
                                        <p:attrNameLst>
                                          <p:attrName>style.visibility</p:attrName>
                                        </p:attrNameLst>
                                      </p:cBhvr>
                                      <p:to>
                                        <p:strVal val="visible"/>
                                      </p:to>
                                    </p:set>
                                    <p:anim calcmode="lin" valueType="num">
                                      <p:cBhvr>
                                        <p:cTn id="7" dur="500" fill="hold"/>
                                        <p:tgtEl>
                                          <p:spTgt spid="110"/>
                                        </p:tgtEl>
                                        <p:attrNameLst>
                                          <p:attrName>ppt_w</p:attrName>
                                        </p:attrNameLst>
                                      </p:cBhvr>
                                      <p:tavLst>
                                        <p:tav tm="0">
                                          <p:val>
                                            <p:fltVal val="0"/>
                                          </p:val>
                                        </p:tav>
                                        <p:tav tm="100000">
                                          <p:val>
                                            <p:strVal val="#ppt_w"/>
                                          </p:val>
                                        </p:tav>
                                      </p:tavLst>
                                    </p:anim>
                                    <p:anim calcmode="lin" valueType="num">
                                      <p:cBhvr>
                                        <p:cTn id="8" dur="500" fill="hold"/>
                                        <p:tgtEl>
                                          <p:spTgt spid="110"/>
                                        </p:tgtEl>
                                        <p:attrNameLst>
                                          <p:attrName>ppt_h</p:attrName>
                                        </p:attrNameLst>
                                      </p:cBhvr>
                                      <p:tavLst>
                                        <p:tav tm="0">
                                          <p:val>
                                            <p:strVal val="#ppt_h"/>
                                          </p:val>
                                        </p:tav>
                                        <p:tav tm="100000">
                                          <p:val>
                                            <p:strVal val="#ppt_h"/>
                                          </p:val>
                                        </p:tav>
                                      </p:tavLst>
                                    </p:anim>
                                  </p:childTnLst>
                                </p:cTn>
                              </p:par>
                              <p:par>
                                <p:cTn id="9" presetID="47" presetClass="entr" presetSubtype="0" fill="hold" nodeType="withEffect">
                                  <p:stCondLst>
                                    <p:cond delay="0"/>
                                  </p:stCondLst>
                                  <p:childTnLst>
                                    <p:set>
                                      <p:cBhvr>
                                        <p:cTn id="10" dur="1" fill="hold">
                                          <p:stCondLst>
                                            <p:cond delay="0"/>
                                          </p:stCondLst>
                                        </p:cTn>
                                        <p:tgtEl>
                                          <p:spTgt spid="85"/>
                                        </p:tgtEl>
                                        <p:attrNameLst>
                                          <p:attrName>style.visibility</p:attrName>
                                        </p:attrNameLst>
                                      </p:cBhvr>
                                      <p:to>
                                        <p:strVal val="visible"/>
                                      </p:to>
                                    </p:set>
                                    <p:animEffect transition="in" filter="fade">
                                      <p:cBhvr>
                                        <p:cTn id="11" dur="500"/>
                                        <p:tgtEl>
                                          <p:spTgt spid="85"/>
                                        </p:tgtEl>
                                      </p:cBhvr>
                                    </p:animEffect>
                                    <p:anim calcmode="lin" valueType="num">
                                      <p:cBhvr>
                                        <p:cTn id="12" dur="500" fill="hold"/>
                                        <p:tgtEl>
                                          <p:spTgt spid="85"/>
                                        </p:tgtEl>
                                        <p:attrNameLst>
                                          <p:attrName>ppt_x</p:attrName>
                                        </p:attrNameLst>
                                      </p:cBhvr>
                                      <p:tavLst>
                                        <p:tav tm="0">
                                          <p:val>
                                            <p:strVal val="#ppt_x"/>
                                          </p:val>
                                        </p:tav>
                                        <p:tav tm="100000">
                                          <p:val>
                                            <p:strVal val="#ppt_x"/>
                                          </p:val>
                                        </p:tav>
                                      </p:tavLst>
                                    </p:anim>
                                    <p:anim calcmode="lin" valueType="num">
                                      <p:cBhvr>
                                        <p:cTn id="13" dur="500" fill="hold"/>
                                        <p:tgtEl>
                                          <p:spTgt spid="85"/>
                                        </p:tgtEl>
                                        <p:attrNameLst>
                                          <p:attrName>ppt_y</p:attrName>
                                        </p:attrNameLst>
                                      </p:cBhvr>
                                      <p:tavLst>
                                        <p:tav tm="0">
                                          <p:val>
                                            <p:strVal val="#ppt_y-.1"/>
                                          </p:val>
                                        </p:tav>
                                        <p:tav tm="100000">
                                          <p:val>
                                            <p:strVal val="#ppt_y"/>
                                          </p:val>
                                        </p:tav>
                                      </p:tavLst>
                                    </p:anim>
                                  </p:childTnLst>
                                </p:cTn>
                              </p:par>
                            </p:childTnLst>
                          </p:cTn>
                        </p:par>
                        <p:par>
                          <p:cTn id="14" fill="hold">
                            <p:stCondLst>
                              <p:cond delay="500"/>
                            </p:stCondLst>
                            <p:childTnLst>
                              <p:par>
                                <p:cTn id="15" presetID="17" presetClass="entr" presetSubtype="10" fill="hold" nodeType="afterEffect">
                                  <p:stCondLst>
                                    <p:cond delay="0"/>
                                  </p:stCondLst>
                                  <p:childTnLst>
                                    <p:set>
                                      <p:cBhvr>
                                        <p:cTn id="16" dur="1" fill="hold">
                                          <p:stCondLst>
                                            <p:cond delay="0"/>
                                          </p:stCondLst>
                                        </p:cTn>
                                        <p:tgtEl>
                                          <p:spTgt spid="117"/>
                                        </p:tgtEl>
                                        <p:attrNameLst>
                                          <p:attrName>style.visibility</p:attrName>
                                        </p:attrNameLst>
                                      </p:cBhvr>
                                      <p:to>
                                        <p:strVal val="visible"/>
                                      </p:to>
                                    </p:set>
                                    <p:anim calcmode="lin" valueType="num">
                                      <p:cBhvr>
                                        <p:cTn id="17" dur="500" fill="hold"/>
                                        <p:tgtEl>
                                          <p:spTgt spid="117"/>
                                        </p:tgtEl>
                                        <p:attrNameLst>
                                          <p:attrName>ppt_w</p:attrName>
                                        </p:attrNameLst>
                                      </p:cBhvr>
                                      <p:tavLst>
                                        <p:tav tm="0">
                                          <p:val>
                                            <p:fltVal val="0"/>
                                          </p:val>
                                        </p:tav>
                                        <p:tav tm="100000">
                                          <p:val>
                                            <p:strVal val="#ppt_w"/>
                                          </p:val>
                                        </p:tav>
                                      </p:tavLst>
                                    </p:anim>
                                    <p:anim calcmode="lin" valueType="num">
                                      <p:cBhvr>
                                        <p:cTn id="18" dur="500" fill="hold"/>
                                        <p:tgtEl>
                                          <p:spTgt spid="117"/>
                                        </p:tgtEl>
                                        <p:attrNameLst>
                                          <p:attrName>ppt_h</p:attrName>
                                        </p:attrNameLst>
                                      </p:cBhvr>
                                      <p:tavLst>
                                        <p:tav tm="0">
                                          <p:val>
                                            <p:strVal val="#ppt_h"/>
                                          </p:val>
                                        </p:tav>
                                        <p:tav tm="100000">
                                          <p:val>
                                            <p:strVal val="#ppt_h"/>
                                          </p:val>
                                        </p:tav>
                                      </p:tavLst>
                                    </p:anim>
                                  </p:childTnLst>
                                </p:cTn>
                              </p:par>
                              <p:par>
                                <p:cTn id="19" presetID="47" presetClass="entr" presetSubtype="0" fill="hold" nodeType="withEffect">
                                  <p:stCondLst>
                                    <p:cond delay="0"/>
                                  </p:stCondLst>
                                  <p:childTnLst>
                                    <p:set>
                                      <p:cBhvr>
                                        <p:cTn id="20" dur="1" fill="hold">
                                          <p:stCondLst>
                                            <p:cond delay="0"/>
                                          </p:stCondLst>
                                        </p:cTn>
                                        <p:tgtEl>
                                          <p:spTgt spid="99"/>
                                        </p:tgtEl>
                                        <p:attrNameLst>
                                          <p:attrName>style.visibility</p:attrName>
                                        </p:attrNameLst>
                                      </p:cBhvr>
                                      <p:to>
                                        <p:strVal val="visible"/>
                                      </p:to>
                                    </p:set>
                                    <p:animEffect transition="in" filter="fade">
                                      <p:cBhvr>
                                        <p:cTn id="21" dur="500"/>
                                        <p:tgtEl>
                                          <p:spTgt spid="99"/>
                                        </p:tgtEl>
                                      </p:cBhvr>
                                    </p:animEffect>
                                    <p:anim calcmode="lin" valueType="num">
                                      <p:cBhvr>
                                        <p:cTn id="22" dur="500" fill="hold"/>
                                        <p:tgtEl>
                                          <p:spTgt spid="99"/>
                                        </p:tgtEl>
                                        <p:attrNameLst>
                                          <p:attrName>ppt_x</p:attrName>
                                        </p:attrNameLst>
                                      </p:cBhvr>
                                      <p:tavLst>
                                        <p:tav tm="0">
                                          <p:val>
                                            <p:strVal val="#ppt_x"/>
                                          </p:val>
                                        </p:tav>
                                        <p:tav tm="100000">
                                          <p:val>
                                            <p:strVal val="#ppt_x"/>
                                          </p:val>
                                        </p:tav>
                                      </p:tavLst>
                                    </p:anim>
                                    <p:anim calcmode="lin" valueType="num">
                                      <p:cBhvr>
                                        <p:cTn id="23" dur="500" fill="hold"/>
                                        <p:tgtEl>
                                          <p:spTgt spid="99"/>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17" presetClass="entr" presetSubtype="10" fill="hold" nodeType="afterEffect">
                                  <p:stCondLst>
                                    <p:cond delay="0"/>
                                  </p:stCondLst>
                                  <p:childTnLst>
                                    <p:set>
                                      <p:cBhvr>
                                        <p:cTn id="26" dur="1" fill="hold">
                                          <p:stCondLst>
                                            <p:cond delay="0"/>
                                          </p:stCondLst>
                                        </p:cTn>
                                        <p:tgtEl>
                                          <p:spTgt spid="124"/>
                                        </p:tgtEl>
                                        <p:attrNameLst>
                                          <p:attrName>style.visibility</p:attrName>
                                        </p:attrNameLst>
                                      </p:cBhvr>
                                      <p:to>
                                        <p:strVal val="visible"/>
                                      </p:to>
                                    </p:set>
                                    <p:anim calcmode="lin" valueType="num">
                                      <p:cBhvr>
                                        <p:cTn id="27" dur="500" fill="hold"/>
                                        <p:tgtEl>
                                          <p:spTgt spid="124"/>
                                        </p:tgtEl>
                                        <p:attrNameLst>
                                          <p:attrName>ppt_w</p:attrName>
                                        </p:attrNameLst>
                                      </p:cBhvr>
                                      <p:tavLst>
                                        <p:tav tm="0">
                                          <p:val>
                                            <p:fltVal val="0"/>
                                          </p:val>
                                        </p:tav>
                                        <p:tav tm="100000">
                                          <p:val>
                                            <p:strVal val="#ppt_w"/>
                                          </p:val>
                                        </p:tav>
                                      </p:tavLst>
                                    </p:anim>
                                    <p:anim calcmode="lin" valueType="num">
                                      <p:cBhvr>
                                        <p:cTn id="28" dur="500" fill="hold"/>
                                        <p:tgtEl>
                                          <p:spTgt spid="124"/>
                                        </p:tgtEl>
                                        <p:attrNameLst>
                                          <p:attrName>ppt_h</p:attrName>
                                        </p:attrNameLst>
                                      </p:cBhvr>
                                      <p:tavLst>
                                        <p:tav tm="0">
                                          <p:val>
                                            <p:strVal val="#ppt_h"/>
                                          </p:val>
                                        </p:tav>
                                        <p:tav tm="100000">
                                          <p:val>
                                            <p:strVal val="#ppt_h"/>
                                          </p:val>
                                        </p:tav>
                                      </p:tavLst>
                                    </p:anim>
                                  </p:childTnLst>
                                </p:cTn>
                              </p:par>
                              <p:par>
                                <p:cTn id="29" presetID="47" presetClass="entr" presetSubtype="0" fill="hold" nodeType="withEffect">
                                  <p:stCondLst>
                                    <p:cond delay="0"/>
                                  </p:stCondLst>
                                  <p:childTnLst>
                                    <p:set>
                                      <p:cBhvr>
                                        <p:cTn id="30" dur="1" fill="hold">
                                          <p:stCondLst>
                                            <p:cond delay="0"/>
                                          </p:stCondLst>
                                        </p:cTn>
                                        <p:tgtEl>
                                          <p:spTgt spid="104"/>
                                        </p:tgtEl>
                                        <p:attrNameLst>
                                          <p:attrName>style.visibility</p:attrName>
                                        </p:attrNameLst>
                                      </p:cBhvr>
                                      <p:to>
                                        <p:strVal val="visible"/>
                                      </p:to>
                                    </p:set>
                                    <p:animEffect transition="in" filter="fade">
                                      <p:cBhvr>
                                        <p:cTn id="31" dur="500"/>
                                        <p:tgtEl>
                                          <p:spTgt spid="104"/>
                                        </p:tgtEl>
                                      </p:cBhvr>
                                    </p:animEffect>
                                    <p:anim calcmode="lin" valueType="num">
                                      <p:cBhvr>
                                        <p:cTn id="32" dur="500" fill="hold"/>
                                        <p:tgtEl>
                                          <p:spTgt spid="104"/>
                                        </p:tgtEl>
                                        <p:attrNameLst>
                                          <p:attrName>ppt_x</p:attrName>
                                        </p:attrNameLst>
                                      </p:cBhvr>
                                      <p:tavLst>
                                        <p:tav tm="0">
                                          <p:val>
                                            <p:strVal val="#ppt_x"/>
                                          </p:val>
                                        </p:tav>
                                        <p:tav tm="100000">
                                          <p:val>
                                            <p:strVal val="#ppt_x"/>
                                          </p:val>
                                        </p:tav>
                                      </p:tavLst>
                                    </p:anim>
                                    <p:anim calcmode="lin" valueType="num">
                                      <p:cBhvr>
                                        <p:cTn id="33" dur="500" fill="hold"/>
                                        <p:tgtEl>
                                          <p:spTgt spid="1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ltLang="ko-KR" dirty="0"/>
              <a:t>Infographic Chart</a:t>
            </a:r>
            <a:endParaRPr lang="en-US" dirty="0"/>
          </a:p>
        </p:txBody>
      </p:sp>
      <p:grpSp>
        <p:nvGrpSpPr>
          <p:cNvPr id="155" name="그룹 154"/>
          <p:cNvGrpSpPr/>
          <p:nvPr/>
        </p:nvGrpSpPr>
        <p:grpSpPr>
          <a:xfrm>
            <a:off x="769157" y="3591318"/>
            <a:ext cx="1526778" cy="1049394"/>
            <a:chOff x="3015969" y="3565467"/>
            <a:chExt cx="1526778" cy="1049394"/>
          </a:xfrm>
        </p:grpSpPr>
        <p:sp>
          <p:nvSpPr>
            <p:cNvPr id="156" name="TextBox 155"/>
            <p:cNvSpPr txBox="1">
              <a:spLocks/>
            </p:cNvSpPr>
            <p:nvPr/>
          </p:nvSpPr>
          <p:spPr>
            <a:xfrm>
              <a:off x="3015970" y="3754039"/>
              <a:ext cx="1526777" cy="209207"/>
            </a:xfrm>
            <a:prstGeom prst="rect">
              <a:avLst/>
            </a:prstGeom>
            <a:noFill/>
          </p:spPr>
          <p:txBody>
            <a:bodyPr wrap="square" lIns="0" tIns="0" rIns="0" bIns="0" rtlCol="0">
              <a:noAutofit/>
            </a:bodyPr>
            <a:lstStyle/>
            <a:p>
              <a:pPr lvl="0" algn="ctr">
                <a:spcAft>
                  <a:spcPts val="300"/>
                </a:spcAft>
              </a:pPr>
              <a:r>
                <a:rPr lang="nb-NO" sz="1500" b="1" dirty="0">
                  <a:gradFill>
                    <a:gsLst>
                      <a:gs pos="0">
                        <a:schemeClr val="tx2"/>
                      </a:gs>
                      <a:gs pos="100000">
                        <a:schemeClr val="tx2"/>
                      </a:gs>
                    </a:gsLst>
                    <a:lin ang="5400000" scaled="0"/>
                  </a:gradFill>
                  <a:latin typeface="Roboto Condensed Regular"/>
                  <a:ea typeface="Roboto Light" pitchFamily="2" charset="0"/>
                  <a:cs typeface="Roboto Condensed Regular"/>
                </a:rPr>
                <a:t>Contents Title </a:t>
              </a:r>
              <a:r>
                <a:rPr lang="nb-NO" sz="1500" b="1" dirty="0">
                  <a:gradFill>
                    <a:gsLst>
                      <a:gs pos="0">
                        <a:schemeClr val="accent1"/>
                      </a:gs>
                      <a:gs pos="100000">
                        <a:schemeClr val="accent1"/>
                      </a:gs>
                    </a:gsLst>
                    <a:lin ang="5400000" scaled="0"/>
                  </a:gradFill>
                  <a:latin typeface="Roboto Condensed Regular"/>
                  <a:ea typeface="Roboto Light" pitchFamily="2" charset="0"/>
                  <a:cs typeface="Roboto Condensed Regular"/>
                </a:rPr>
                <a:t>A</a:t>
              </a:r>
              <a:endParaRPr lang="en-US" sz="15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157" name="TextBox 156"/>
            <p:cNvSpPr txBox="1">
              <a:spLocks/>
            </p:cNvSpPr>
            <p:nvPr/>
          </p:nvSpPr>
          <p:spPr>
            <a:xfrm>
              <a:off x="3015969" y="4084188"/>
              <a:ext cx="1526777" cy="530673"/>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a:t>
              </a:r>
            </a:p>
          </p:txBody>
        </p:sp>
        <p:cxnSp>
          <p:nvCxnSpPr>
            <p:cNvPr id="158" name="직선 연결선 157"/>
            <p:cNvCxnSpPr>
              <a:cxnSpLocks/>
            </p:cNvCxnSpPr>
            <p:nvPr/>
          </p:nvCxnSpPr>
          <p:spPr>
            <a:xfrm>
              <a:off x="3015969" y="4012748"/>
              <a:ext cx="1526777" cy="0"/>
            </a:xfrm>
            <a:prstGeom prst="line">
              <a:avLst/>
            </a:prstGeom>
            <a:ln w="3175">
              <a:solidFill>
                <a:schemeClr val="accent1"/>
              </a:solidFill>
              <a:prstDash val="dash"/>
              <a:tailEnd type="none" w="sm" len="sm"/>
            </a:ln>
          </p:spPr>
          <p:style>
            <a:lnRef idx="1">
              <a:schemeClr val="accent1"/>
            </a:lnRef>
            <a:fillRef idx="0">
              <a:schemeClr val="accent1"/>
            </a:fillRef>
            <a:effectRef idx="0">
              <a:schemeClr val="accent1"/>
            </a:effectRef>
            <a:fontRef idx="minor">
              <a:schemeClr val="tx1"/>
            </a:fontRef>
          </p:style>
        </p:cxnSp>
        <p:sp>
          <p:nvSpPr>
            <p:cNvPr id="159" name="이등변 삼각형 158"/>
            <p:cNvSpPr/>
            <p:nvPr/>
          </p:nvSpPr>
          <p:spPr>
            <a:xfrm rot="10800000">
              <a:off x="3700059" y="3565467"/>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0" name="그룹 159"/>
          <p:cNvGrpSpPr/>
          <p:nvPr/>
        </p:nvGrpSpPr>
        <p:grpSpPr>
          <a:xfrm>
            <a:off x="1300225" y="1049194"/>
            <a:ext cx="464640" cy="383976"/>
            <a:chOff x="3420711" y="1075690"/>
            <a:chExt cx="464640" cy="383976"/>
          </a:xfrm>
        </p:grpSpPr>
        <p:sp>
          <p:nvSpPr>
            <p:cNvPr id="161" name="이등변 삼각형 160"/>
            <p:cNvSpPr/>
            <p:nvPr/>
          </p:nvSpPr>
          <p:spPr>
            <a:xfrm rot="10800000">
              <a:off x="3581541" y="1293753"/>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dirty="0">
                <a:solidFill>
                  <a:schemeClr val="tx1"/>
                </a:solidFill>
              </a:endParaRPr>
            </a:p>
          </p:txBody>
        </p:sp>
        <p:cxnSp>
          <p:nvCxnSpPr>
            <p:cNvPr id="162" name="직선 연결선 161"/>
            <p:cNvCxnSpPr/>
            <p:nvPr/>
          </p:nvCxnSpPr>
          <p:spPr>
            <a:xfrm flipV="1">
              <a:off x="3653031" y="1325504"/>
              <a:ext cx="0" cy="134162"/>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163" name="모서리가 둥근 직사각형 413"/>
            <p:cNvSpPr/>
            <p:nvPr/>
          </p:nvSpPr>
          <p:spPr>
            <a:xfrm>
              <a:off x="3420711" y="107569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accent1"/>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accent1"/>
                      </a:gs>
                      <a:gs pos="100000">
                        <a:schemeClr val="accent1"/>
                      </a:gs>
                    </a:gsLst>
                    <a:lin ang="0" scaled="0"/>
                  </a:gradFill>
                  <a:latin typeface="Roboto Condensed Regular"/>
                  <a:ea typeface="Roboto Light" pitchFamily="2" charset="0"/>
                </a:rPr>
                <a:t>24</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grpSp>
      <p:grpSp>
        <p:nvGrpSpPr>
          <p:cNvPr id="164" name="그룹 163"/>
          <p:cNvGrpSpPr/>
          <p:nvPr/>
        </p:nvGrpSpPr>
        <p:grpSpPr>
          <a:xfrm>
            <a:off x="2663781" y="3591318"/>
            <a:ext cx="1526778" cy="1049394"/>
            <a:chOff x="4910593" y="3565467"/>
            <a:chExt cx="1526778" cy="1049394"/>
          </a:xfrm>
        </p:grpSpPr>
        <p:sp>
          <p:nvSpPr>
            <p:cNvPr id="165" name="TextBox 164"/>
            <p:cNvSpPr txBox="1">
              <a:spLocks/>
            </p:cNvSpPr>
            <p:nvPr/>
          </p:nvSpPr>
          <p:spPr>
            <a:xfrm>
              <a:off x="4910594" y="3754039"/>
              <a:ext cx="1526777" cy="209207"/>
            </a:xfrm>
            <a:prstGeom prst="rect">
              <a:avLst/>
            </a:prstGeom>
            <a:noFill/>
          </p:spPr>
          <p:txBody>
            <a:bodyPr wrap="square" lIns="0" tIns="0" rIns="0" bIns="0" rtlCol="0">
              <a:noAutofit/>
            </a:bodyPr>
            <a:lstStyle/>
            <a:p>
              <a:pPr lvl="0" algn="ctr">
                <a:spcAft>
                  <a:spcPts val="300"/>
                </a:spcAft>
              </a:pPr>
              <a:r>
                <a:rPr lang="nb-NO" sz="1500" b="1" dirty="0">
                  <a:gradFill>
                    <a:gsLst>
                      <a:gs pos="0">
                        <a:schemeClr val="tx2"/>
                      </a:gs>
                      <a:gs pos="100000">
                        <a:schemeClr val="tx2"/>
                      </a:gs>
                    </a:gsLst>
                    <a:lin ang="5400000" scaled="0"/>
                  </a:gradFill>
                  <a:latin typeface="Roboto Condensed Regular"/>
                  <a:ea typeface="Roboto Light" pitchFamily="2" charset="0"/>
                  <a:cs typeface="Roboto Condensed Regular"/>
                </a:rPr>
                <a:t>Contents Title </a:t>
              </a:r>
              <a:r>
                <a:rPr lang="nb-NO" sz="1500" b="1" dirty="0">
                  <a:gradFill>
                    <a:gsLst>
                      <a:gs pos="0">
                        <a:schemeClr val="accent1"/>
                      </a:gs>
                      <a:gs pos="100000">
                        <a:schemeClr val="accent1"/>
                      </a:gs>
                    </a:gsLst>
                    <a:lin ang="5400000" scaled="0"/>
                  </a:gradFill>
                  <a:latin typeface="Roboto Condensed Regular"/>
                  <a:ea typeface="Roboto Light" pitchFamily="2" charset="0"/>
                  <a:cs typeface="Roboto Condensed Regular"/>
                </a:rPr>
                <a:t>B</a:t>
              </a:r>
              <a:endParaRPr lang="en-US" sz="15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166" name="TextBox 165"/>
            <p:cNvSpPr txBox="1">
              <a:spLocks/>
            </p:cNvSpPr>
            <p:nvPr/>
          </p:nvSpPr>
          <p:spPr>
            <a:xfrm>
              <a:off x="4910593" y="4084188"/>
              <a:ext cx="1526777" cy="530673"/>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a:t>
              </a:r>
            </a:p>
          </p:txBody>
        </p:sp>
        <p:cxnSp>
          <p:nvCxnSpPr>
            <p:cNvPr id="167" name="직선 연결선 166"/>
            <p:cNvCxnSpPr>
              <a:cxnSpLocks/>
            </p:cNvCxnSpPr>
            <p:nvPr/>
          </p:nvCxnSpPr>
          <p:spPr>
            <a:xfrm>
              <a:off x="4910593" y="4012748"/>
              <a:ext cx="1526777" cy="0"/>
            </a:xfrm>
            <a:prstGeom prst="line">
              <a:avLst/>
            </a:prstGeom>
            <a:ln w="3175">
              <a:solidFill>
                <a:schemeClr val="accent1"/>
              </a:solidFill>
              <a:prstDash val="dash"/>
              <a:tailEnd type="none" w="sm" len="sm"/>
            </a:ln>
          </p:spPr>
          <p:style>
            <a:lnRef idx="1">
              <a:schemeClr val="accent1"/>
            </a:lnRef>
            <a:fillRef idx="0">
              <a:schemeClr val="accent1"/>
            </a:fillRef>
            <a:effectRef idx="0">
              <a:schemeClr val="accent1"/>
            </a:effectRef>
            <a:fontRef idx="minor">
              <a:schemeClr val="tx1"/>
            </a:fontRef>
          </p:style>
        </p:cxnSp>
        <p:sp>
          <p:nvSpPr>
            <p:cNvPr id="168" name="이등변 삼각형 167"/>
            <p:cNvSpPr/>
            <p:nvPr/>
          </p:nvSpPr>
          <p:spPr>
            <a:xfrm rot="10800000">
              <a:off x="5594683" y="3565467"/>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9" name="그룹 168"/>
          <p:cNvGrpSpPr/>
          <p:nvPr/>
        </p:nvGrpSpPr>
        <p:grpSpPr>
          <a:xfrm>
            <a:off x="3194849" y="1049194"/>
            <a:ext cx="464640" cy="383976"/>
            <a:chOff x="3420711" y="1075690"/>
            <a:chExt cx="464640" cy="383976"/>
          </a:xfrm>
        </p:grpSpPr>
        <p:sp>
          <p:nvSpPr>
            <p:cNvPr id="170" name="이등변 삼각형 169"/>
            <p:cNvSpPr/>
            <p:nvPr/>
          </p:nvSpPr>
          <p:spPr>
            <a:xfrm rot="10800000">
              <a:off x="3581541" y="1293753"/>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dirty="0">
                <a:solidFill>
                  <a:schemeClr val="tx1"/>
                </a:solidFill>
              </a:endParaRPr>
            </a:p>
          </p:txBody>
        </p:sp>
        <p:cxnSp>
          <p:nvCxnSpPr>
            <p:cNvPr id="171" name="직선 연결선 170"/>
            <p:cNvCxnSpPr/>
            <p:nvPr/>
          </p:nvCxnSpPr>
          <p:spPr>
            <a:xfrm flipV="1">
              <a:off x="3653031" y="1325504"/>
              <a:ext cx="0" cy="134162"/>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172" name="모서리가 둥근 직사각형 413"/>
            <p:cNvSpPr/>
            <p:nvPr/>
          </p:nvSpPr>
          <p:spPr>
            <a:xfrm>
              <a:off x="3420711" y="107569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accent1"/>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accent1"/>
                      </a:gs>
                      <a:gs pos="100000">
                        <a:schemeClr val="accent1"/>
                      </a:gs>
                    </a:gsLst>
                    <a:lin ang="0" scaled="0"/>
                  </a:gradFill>
                  <a:latin typeface="Roboto Condensed Regular"/>
                  <a:ea typeface="Roboto Light" pitchFamily="2" charset="0"/>
                </a:rPr>
                <a:t>52</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grpSp>
      <p:grpSp>
        <p:nvGrpSpPr>
          <p:cNvPr id="173" name="그룹 172"/>
          <p:cNvGrpSpPr/>
          <p:nvPr/>
        </p:nvGrpSpPr>
        <p:grpSpPr>
          <a:xfrm>
            <a:off x="4558404" y="3591318"/>
            <a:ext cx="1526778" cy="1049394"/>
            <a:chOff x="6805216" y="3565467"/>
            <a:chExt cx="1526778" cy="1049394"/>
          </a:xfrm>
        </p:grpSpPr>
        <p:sp>
          <p:nvSpPr>
            <p:cNvPr id="174" name="TextBox 173"/>
            <p:cNvSpPr txBox="1">
              <a:spLocks/>
            </p:cNvSpPr>
            <p:nvPr/>
          </p:nvSpPr>
          <p:spPr>
            <a:xfrm>
              <a:off x="6805216" y="4084188"/>
              <a:ext cx="1526777" cy="530673"/>
            </a:xfrm>
            <a:prstGeom prst="rect">
              <a:avLst/>
            </a:prstGeom>
            <a:noFill/>
          </p:spPr>
          <p:txBody>
            <a:bodyPr wrap="square" lIns="0" tIns="0" rIns="0" bIns="0" rtlCol="0">
              <a:noAutofit/>
            </a:bodyPr>
            <a:lstStyle/>
            <a:p>
              <a:pP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Morbi in ipsum sit ame t pede facilisis laoreet. Donec lacus nunc, vive rra nec, blandit vel.</a:t>
              </a:r>
            </a:p>
          </p:txBody>
        </p:sp>
        <p:grpSp>
          <p:nvGrpSpPr>
            <p:cNvPr id="175" name="그룹 35"/>
            <p:cNvGrpSpPr/>
            <p:nvPr/>
          </p:nvGrpSpPr>
          <p:grpSpPr>
            <a:xfrm>
              <a:off x="6805216" y="3565467"/>
              <a:ext cx="1526778" cy="447281"/>
              <a:chOff x="6805216" y="3565467"/>
              <a:chExt cx="1526778" cy="447281"/>
            </a:xfrm>
          </p:grpSpPr>
          <p:sp>
            <p:nvSpPr>
              <p:cNvPr id="176" name="TextBox 175"/>
              <p:cNvSpPr txBox="1">
                <a:spLocks/>
              </p:cNvSpPr>
              <p:nvPr/>
            </p:nvSpPr>
            <p:spPr>
              <a:xfrm>
                <a:off x="6805217" y="3754039"/>
                <a:ext cx="1526777" cy="209207"/>
              </a:xfrm>
              <a:prstGeom prst="rect">
                <a:avLst/>
              </a:prstGeom>
              <a:noFill/>
            </p:spPr>
            <p:txBody>
              <a:bodyPr wrap="square" lIns="0" tIns="0" rIns="0" bIns="0" rtlCol="0">
                <a:noAutofit/>
              </a:bodyPr>
              <a:lstStyle/>
              <a:p>
                <a:pPr lvl="0" algn="ctr">
                  <a:spcAft>
                    <a:spcPts val="300"/>
                  </a:spcAft>
                </a:pPr>
                <a:r>
                  <a:rPr lang="nb-NO" sz="1500" b="1" dirty="0">
                    <a:gradFill>
                      <a:gsLst>
                        <a:gs pos="0">
                          <a:schemeClr val="tx2"/>
                        </a:gs>
                        <a:gs pos="100000">
                          <a:schemeClr val="tx2"/>
                        </a:gs>
                      </a:gsLst>
                      <a:lin ang="5400000" scaled="0"/>
                    </a:gradFill>
                    <a:latin typeface="Roboto Condensed Regular"/>
                    <a:ea typeface="Roboto Light" pitchFamily="2" charset="0"/>
                    <a:cs typeface="Roboto Condensed Regular"/>
                  </a:rPr>
                  <a:t>Contents Title </a:t>
                </a:r>
                <a:r>
                  <a:rPr lang="nb-NO" sz="1500" b="1" dirty="0">
                    <a:gradFill>
                      <a:gsLst>
                        <a:gs pos="0">
                          <a:schemeClr val="accent1"/>
                        </a:gs>
                        <a:gs pos="100000">
                          <a:schemeClr val="accent1"/>
                        </a:gs>
                      </a:gsLst>
                      <a:lin ang="5400000" scaled="0"/>
                    </a:gradFill>
                    <a:latin typeface="Roboto Condensed Regular"/>
                    <a:ea typeface="Roboto Light" pitchFamily="2" charset="0"/>
                    <a:cs typeface="Roboto Condensed Regular"/>
                  </a:rPr>
                  <a:t>C</a:t>
                </a:r>
                <a:endParaRPr lang="en-US" sz="15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cxnSp>
            <p:nvCxnSpPr>
              <p:cNvPr id="177" name="직선 연결선 176"/>
              <p:cNvCxnSpPr>
                <a:cxnSpLocks/>
              </p:cNvCxnSpPr>
              <p:nvPr/>
            </p:nvCxnSpPr>
            <p:spPr>
              <a:xfrm>
                <a:off x="6805216" y="4012748"/>
                <a:ext cx="1526777" cy="0"/>
              </a:xfrm>
              <a:prstGeom prst="line">
                <a:avLst/>
              </a:prstGeom>
              <a:ln w="3175">
                <a:solidFill>
                  <a:schemeClr val="accent1"/>
                </a:solidFill>
                <a:prstDash val="dash"/>
                <a:tailEnd type="none" w="sm" len="sm"/>
              </a:ln>
            </p:spPr>
            <p:style>
              <a:lnRef idx="1">
                <a:schemeClr val="accent1"/>
              </a:lnRef>
              <a:fillRef idx="0">
                <a:schemeClr val="accent1"/>
              </a:fillRef>
              <a:effectRef idx="0">
                <a:schemeClr val="accent1"/>
              </a:effectRef>
              <a:fontRef idx="minor">
                <a:schemeClr val="tx1"/>
              </a:fontRef>
            </p:style>
          </p:cxnSp>
          <p:sp>
            <p:nvSpPr>
              <p:cNvPr id="178" name="이등변 삼각형 177"/>
              <p:cNvSpPr/>
              <p:nvPr/>
            </p:nvSpPr>
            <p:spPr>
              <a:xfrm rot="10800000">
                <a:off x="7489306" y="3565467"/>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179" name="그룹 178"/>
          <p:cNvGrpSpPr/>
          <p:nvPr/>
        </p:nvGrpSpPr>
        <p:grpSpPr>
          <a:xfrm>
            <a:off x="5089472" y="1049194"/>
            <a:ext cx="464640" cy="383976"/>
            <a:chOff x="3420711" y="1075690"/>
            <a:chExt cx="464640" cy="383976"/>
          </a:xfrm>
        </p:grpSpPr>
        <p:sp>
          <p:nvSpPr>
            <p:cNvPr id="180" name="이등변 삼각형 179"/>
            <p:cNvSpPr/>
            <p:nvPr/>
          </p:nvSpPr>
          <p:spPr>
            <a:xfrm rot="10800000">
              <a:off x="3581541" y="1293753"/>
              <a:ext cx="142980" cy="49150"/>
            </a:xfrm>
            <a:prstGeom prst="triangle">
              <a:avLst/>
            </a:prstGeom>
            <a:solidFill>
              <a:schemeClr val="accent1"/>
            </a:solidFill>
            <a:ln w="3175">
              <a:noFill/>
            </a:ln>
          </p:spPr>
          <p:txBody>
            <a:bodyPr vert="horz" wrap="square" lIns="91440" tIns="45720" rIns="91440" bIns="45720" numCol="1" anchor="t" anchorCtr="0" compatLnSpc="1">
              <a:prstTxWarp prst="textNoShape">
                <a:avLst/>
              </a:prstTxWarp>
            </a:bodyPr>
            <a:lstStyle/>
            <a:p>
              <a:endParaRPr lang="ko-KR" altLang="en-US" dirty="0">
                <a:solidFill>
                  <a:schemeClr val="tx1"/>
                </a:solidFill>
              </a:endParaRPr>
            </a:p>
          </p:txBody>
        </p:sp>
        <p:cxnSp>
          <p:nvCxnSpPr>
            <p:cNvPr id="181" name="직선 연결선 180"/>
            <p:cNvCxnSpPr/>
            <p:nvPr/>
          </p:nvCxnSpPr>
          <p:spPr>
            <a:xfrm flipV="1">
              <a:off x="3653031" y="1325504"/>
              <a:ext cx="0" cy="134162"/>
            </a:xfrm>
            <a:prstGeom prst="line">
              <a:avLst/>
            </a:prstGeom>
            <a:ln w="12700" cap="rnd">
              <a:solidFill>
                <a:schemeClr val="accent1"/>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182" name="모서리가 둥근 직사각형 413"/>
            <p:cNvSpPr/>
            <p:nvPr/>
          </p:nvSpPr>
          <p:spPr>
            <a:xfrm>
              <a:off x="3420711" y="1075690"/>
              <a:ext cx="464640" cy="243263"/>
            </a:xfrm>
            <a:custGeom>
              <a:avLst/>
              <a:gdLst/>
              <a:ahLst/>
              <a:cxnLst/>
              <a:rect l="l" t="t" r="r" b="b"/>
              <a:pathLst>
                <a:path w="464640" h="243263">
                  <a:moveTo>
                    <a:pt x="36345" y="0"/>
                  </a:moveTo>
                  <a:lnTo>
                    <a:pt x="428295" y="0"/>
                  </a:lnTo>
                  <a:cubicBezTo>
                    <a:pt x="448368" y="0"/>
                    <a:pt x="464640" y="16272"/>
                    <a:pt x="464640" y="36345"/>
                  </a:cubicBezTo>
                  <a:lnTo>
                    <a:pt x="464640" y="181718"/>
                  </a:lnTo>
                  <a:cubicBezTo>
                    <a:pt x="464640" y="201791"/>
                    <a:pt x="448368" y="218063"/>
                    <a:pt x="428295" y="218063"/>
                  </a:cubicBezTo>
                  <a:lnTo>
                    <a:pt x="303810" y="218063"/>
                  </a:lnTo>
                  <a:lnTo>
                    <a:pt x="232320" y="243263"/>
                  </a:lnTo>
                  <a:lnTo>
                    <a:pt x="160830" y="218063"/>
                  </a:lnTo>
                  <a:lnTo>
                    <a:pt x="36345" y="218063"/>
                  </a:lnTo>
                  <a:cubicBezTo>
                    <a:pt x="16272" y="218063"/>
                    <a:pt x="0" y="201791"/>
                    <a:pt x="0" y="181718"/>
                  </a:cubicBezTo>
                  <a:lnTo>
                    <a:pt x="0" y="36345"/>
                  </a:lnTo>
                  <a:cubicBezTo>
                    <a:pt x="0" y="16272"/>
                    <a:pt x="16272" y="0"/>
                    <a:pt x="36345" y="0"/>
                  </a:cubicBezTo>
                  <a:close/>
                </a:path>
              </a:pathLst>
            </a:custGeom>
            <a:solidFill>
              <a:schemeClr val="accent6"/>
            </a:solidFill>
            <a:ln w="6350">
              <a:solidFill>
                <a:schemeClr val="accent1"/>
              </a:solidFill>
            </a:ln>
          </p:spPr>
          <p:txBody>
            <a:bodyPr vert="horz" wrap="square" lIns="0" tIns="0" rIns="0" bIns="0" numCol="1" anchor="ctr" anchorCtr="0" compatLnSpc="1">
              <a:prstTxWarp prst="textNoShape">
                <a:avLst/>
              </a:prstTxWarp>
            </a:bodyPr>
            <a:lstStyle/>
            <a:p>
              <a:pPr algn="ctr">
                <a:lnSpc>
                  <a:spcPts val="1200"/>
                </a:lnSpc>
              </a:pPr>
              <a:r>
                <a:rPr lang="nb-NO" altLang="ko-KR" sz="1200" b="1" dirty="0">
                  <a:gradFill>
                    <a:gsLst>
                      <a:gs pos="0">
                        <a:schemeClr val="accent1"/>
                      </a:gs>
                      <a:gs pos="100000">
                        <a:schemeClr val="accent1"/>
                      </a:gs>
                    </a:gsLst>
                    <a:lin ang="0" scaled="0"/>
                  </a:gradFill>
                  <a:latin typeface="Roboto Condensed Regular"/>
                  <a:ea typeface="Roboto Light" pitchFamily="2" charset="0"/>
                </a:rPr>
                <a:t>16</a:t>
              </a:r>
              <a:r>
                <a:rPr lang="nb-NO" altLang="ko-KR" sz="1200" dirty="0">
                  <a:gradFill>
                    <a:gsLst>
                      <a:gs pos="0">
                        <a:schemeClr val="accent1"/>
                      </a:gs>
                      <a:gs pos="100000">
                        <a:schemeClr val="accent1"/>
                      </a:gs>
                    </a:gsLst>
                    <a:lin ang="0" scaled="0"/>
                  </a:gradFill>
                  <a:latin typeface="Roboto Condensed Regular"/>
                  <a:ea typeface="Roboto Light" pitchFamily="2" charset="0"/>
                </a:rPr>
                <a:t>%</a:t>
              </a:r>
              <a:endParaRPr lang="ko-KR" altLang="en-US" sz="1200" dirty="0">
                <a:gradFill>
                  <a:gsLst>
                    <a:gs pos="0">
                      <a:schemeClr val="accent1"/>
                    </a:gs>
                    <a:gs pos="100000">
                      <a:schemeClr val="accent1"/>
                    </a:gs>
                  </a:gsLst>
                  <a:lin ang="0" scaled="0"/>
                </a:gradFill>
                <a:latin typeface="Roboto Condensed Regular"/>
                <a:ea typeface="Roboto Light" pitchFamily="2" charset="0"/>
              </a:endParaRPr>
            </a:p>
          </p:txBody>
        </p:sp>
      </p:grpSp>
      <p:grpSp>
        <p:nvGrpSpPr>
          <p:cNvPr id="183" name="그룹 182"/>
          <p:cNvGrpSpPr/>
          <p:nvPr/>
        </p:nvGrpSpPr>
        <p:grpSpPr>
          <a:xfrm>
            <a:off x="769758" y="1561294"/>
            <a:ext cx="1523457" cy="1956934"/>
            <a:chOff x="3016570" y="1535443"/>
            <a:chExt cx="1523457" cy="1956934"/>
          </a:xfrm>
        </p:grpSpPr>
        <p:sp>
          <p:nvSpPr>
            <p:cNvPr id="184" name="Freeform 48"/>
            <p:cNvSpPr>
              <a:spLocks noEditPoints="1"/>
            </p:cNvSpPr>
            <p:nvPr/>
          </p:nvSpPr>
          <p:spPr bwMode="auto">
            <a:xfrm>
              <a:off x="3016570" y="1535443"/>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85" name="Freeform 48"/>
            <p:cNvSpPr>
              <a:spLocks noEditPoints="1"/>
            </p:cNvSpPr>
            <p:nvPr/>
          </p:nvSpPr>
          <p:spPr bwMode="auto">
            <a:xfrm>
              <a:off x="3339488" y="1535443"/>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86" name="Freeform 48"/>
            <p:cNvSpPr>
              <a:spLocks noEditPoints="1"/>
            </p:cNvSpPr>
            <p:nvPr/>
          </p:nvSpPr>
          <p:spPr bwMode="auto">
            <a:xfrm>
              <a:off x="3662406" y="1535443"/>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87" name="Freeform 48"/>
            <p:cNvSpPr>
              <a:spLocks noEditPoints="1"/>
            </p:cNvSpPr>
            <p:nvPr/>
          </p:nvSpPr>
          <p:spPr bwMode="auto">
            <a:xfrm>
              <a:off x="3985324" y="1535443"/>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88" name="Freeform 48"/>
            <p:cNvSpPr>
              <a:spLocks noEditPoints="1"/>
            </p:cNvSpPr>
            <p:nvPr/>
          </p:nvSpPr>
          <p:spPr bwMode="auto">
            <a:xfrm>
              <a:off x="4308241" y="1535443"/>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89" name="Freeform 48"/>
            <p:cNvSpPr>
              <a:spLocks noEditPoints="1"/>
            </p:cNvSpPr>
            <p:nvPr/>
          </p:nvSpPr>
          <p:spPr bwMode="auto">
            <a:xfrm>
              <a:off x="3016570" y="1939889"/>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90" name="Freeform 48"/>
            <p:cNvSpPr>
              <a:spLocks noEditPoints="1"/>
            </p:cNvSpPr>
            <p:nvPr/>
          </p:nvSpPr>
          <p:spPr bwMode="auto">
            <a:xfrm>
              <a:off x="3339488" y="1939889"/>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91" name="Freeform 48"/>
            <p:cNvSpPr>
              <a:spLocks noEditPoints="1"/>
            </p:cNvSpPr>
            <p:nvPr/>
          </p:nvSpPr>
          <p:spPr bwMode="auto">
            <a:xfrm>
              <a:off x="3662406" y="1939889"/>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92" name="Freeform 48"/>
            <p:cNvSpPr>
              <a:spLocks noEditPoints="1"/>
            </p:cNvSpPr>
            <p:nvPr/>
          </p:nvSpPr>
          <p:spPr bwMode="auto">
            <a:xfrm>
              <a:off x="3985324" y="1939889"/>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93" name="Freeform 48"/>
            <p:cNvSpPr>
              <a:spLocks noEditPoints="1"/>
            </p:cNvSpPr>
            <p:nvPr/>
          </p:nvSpPr>
          <p:spPr bwMode="auto">
            <a:xfrm>
              <a:off x="4308241" y="1939889"/>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94" name="Freeform 48"/>
            <p:cNvSpPr>
              <a:spLocks noEditPoints="1"/>
            </p:cNvSpPr>
            <p:nvPr/>
          </p:nvSpPr>
          <p:spPr bwMode="auto">
            <a:xfrm>
              <a:off x="3016570" y="2344335"/>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95" name="Freeform 48"/>
            <p:cNvSpPr>
              <a:spLocks noEditPoints="1"/>
            </p:cNvSpPr>
            <p:nvPr/>
          </p:nvSpPr>
          <p:spPr bwMode="auto">
            <a:xfrm>
              <a:off x="3339488" y="2344335"/>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96" name="Freeform 48"/>
            <p:cNvSpPr>
              <a:spLocks noEditPoints="1"/>
            </p:cNvSpPr>
            <p:nvPr/>
          </p:nvSpPr>
          <p:spPr bwMode="auto">
            <a:xfrm>
              <a:off x="3662406" y="2344335"/>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97" name="Freeform 48"/>
            <p:cNvSpPr>
              <a:spLocks noEditPoints="1"/>
            </p:cNvSpPr>
            <p:nvPr/>
          </p:nvSpPr>
          <p:spPr bwMode="auto">
            <a:xfrm>
              <a:off x="3985324" y="2344335"/>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98" name="Freeform 48"/>
            <p:cNvSpPr>
              <a:spLocks noEditPoints="1"/>
            </p:cNvSpPr>
            <p:nvPr/>
          </p:nvSpPr>
          <p:spPr bwMode="auto">
            <a:xfrm>
              <a:off x="4308241" y="2344335"/>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199" name="Freeform 48"/>
            <p:cNvSpPr>
              <a:spLocks noEditPoints="1"/>
            </p:cNvSpPr>
            <p:nvPr/>
          </p:nvSpPr>
          <p:spPr bwMode="auto">
            <a:xfrm>
              <a:off x="3016570" y="2748781"/>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00" name="Freeform 48"/>
            <p:cNvSpPr>
              <a:spLocks noEditPoints="1"/>
            </p:cNvSpPr>
            <p:nvPr/>
          </p:nvSpPr>
          <p:spPr bwMode="auto">
            <a:xfrm>
              <a:off x="3339488" y="2748781"/>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01" name="Freeform 48"/>
            <p:cNvSpPr>
              <a:spLocks noEditPoints="1"/>
            </p:cNvSpPr>
            <p:nvPr/>
          </p:nvSpPr>
          <p:spPr bwMode="auto">
            <a:xfrm>
              <a:off x="3662406" y="2748781"/>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02" name="Freeform 48"/>
            <p:cNvSpPr>
              <a:spLocks noEditPoints="1"/>
            </p:cNvSpPr>
            <p:nvPr/>
          </p:nvSpPr>
          <p:spPr bwMode="auto">
            <a:xfrm>
              <a:off x="3985324" y="2748781"/>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03" name="Freeform 48"/>
            <p:cNvSpPr>
              <a:spLocks noEditPoints="1"/>
            </p:cNvSpPr>
            <p:nvPr/>
          </p:nvSpPr>
          <p:spPr bwMode="auto">
            <a:xfrm>
              <a:off x="4308241" y="2748781"/>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04" name="Freeform 48"/>
            <p:cNvSpPr>
              <a:spLocks noEditPoints="1"/>
            </p:cNvSpPr>
            <p:nvPr/>
          </p:nvSpPr>
          <p:spPr bwMode="auto">
            <a:xfrm>
              <a:off x="3016570" y="3153227"/>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05" name="Freeform 48"/>
            <p:cNvSpPr>
              <a:spLocks noEditPoints="1"/>
            </p:cNvSpPr>
            <p:nvPr/>
          </p:nvSpPr>
          <p:spPr bwMode="auto">
            <a:xfrm>
              <a:off x="3339488" y="3153227"/>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06" name="Freeform 48"/>
            <p:cNvSpPr>
              <a:spLocks noEditPoints="1"/>
            </p:cNvSpPr>
            <p:nvPr/>
          </p:nvSpPr>
          <p:spPr bwMode="auto">
            <a:xfrm>
              <a:off x="3662406" y="3153227"/>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07" name="Freeform 48"/>
            <p:cNvSpPr>
              <a:spLocks noEditPoints="1"/>
            </p:cNvSpPr>
            <p:nvPr/>
          </p:nvSpPr>
          <p:spPr bwMode="auto">
            <a:xfrm>
              <a:off x="3985324" y="3153227"/>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08" name="Freeform 48"/>
            <p:cNvSpPr>
              <a:spLocks noEditPoints="1"/>
            </p:cNvSpPr>
            <p:nvPr/>
          </p:nvSpPr>
          <p:spPr bwMode="auto">
            <a:xfrm>
              <a:off x="4308241" y="3153227"/>
              <a:ext cx="231786" cy="339150"/>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209" name="그룹 208"/>
          <p:cNvGrpSpPr/>
          <p:nvPr/>
        </p:nvGrpSpPr>
        <p:grpSpPr>
          <a:xfrm>
            <a:off x="2600274" y="1560818"/>
            <a:ext cx="1656018" cy="1942792"/>
            <a:chOff x="4847086" y="1534967"/>
            <a:chExt cx="1656018" cy="1942792"/>
          </a:xfrm>
        </p:grpSpPr>
        <p:grpSp>
          <p:nvGrpSpPr>
            <p:cNvPr id="210" name="그룹 130"/>
            <p:cNvGrpSpPr/>
            <p:nvPr/>
          </p:nvGrpSpPr>
          <p:grpSpPr>
            <a:xfrm>
              <a:off x="4847086" y="1534967"/>
              <a:ext cx="1656018" cy="331402"/>
              <a:chOff x="4847086" y="1534967"/>
              <a:chExt cx="1656018" cy="331402"/>
            </a:xfrm>
          </p:grpSpPr>
          <p:sp>
            <p:nvSpPr>
              <p:cNvPr id="244" name="Freeform 39"/>
              <p:cNvSpPr>
                <a:spLocks noEditPoints="1"/>
              </p:cNvSpPr>
              <p:nvPr/>
            </p:nvSpPr>
            <p:spPr bwMode="auto">
              <a:xfrm>
                <a:off x="4847086" y="1534967"/>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45" name="Freeform 39"/>
              <p:cNvSpPr>
                <a:spLocks noEditPoints="1"/>
              </p:cNvSpPr>
              <p:nvPr/>
            </p:nvSpPr>
            <p:spPr bwMode="auto">
              <a:xfrm>
                <a:off x="5177996" y="1534967"/>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46" name="Freeform 39"/>
              <p:cNvSpPr>
                <a:spLocks noEditPoints="1"/>
              </p:cNvSpPr>
              <p:nvPr/>
            </p:nvSpPr>
            <p:spPr bwMode="auto">
              <a:xfrm>
                <a:off x="5508907" y="1534967"/>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47" name="Freeform 39"/>
              <p:cNvSpPr>
                <a:spLocks noEditPoints="1"/>
              </p:cNvSpPr>
              <p:nvPr/>
            </p:nvSpPr>
            <p:spPr bwMode="auto">
              <a:xfrm>
                <a:off x="5839818" y="1534967"/>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48" name="Freeform 39"/>
              <p:cNvSpPr>
                <a:spLocks noEditPoints="1"/>
              </p:cNvSpPr>
              <p:nvPr/>
            </p:nvSpPr>
            <p:spPr bwMode="auto">
              <a:xfrm>
                <a:off x="6170728" y="1534967"/>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211" name="그룹 131"/>
            <p:cNvGrpSpPr/>
            <p:nvPr/>
          </p:nvGrpSpPr>
          <p:grpSpPr>
            <a:xfrm>
              <a:off x="4847086" y="1937815"/>
              <a:ext cx="1656018" cy="331402"/>
              <a:chOff x="4847086" y="1937814"/>
              <a:chExt cx="1656018" cy="331402"/>
            </a:xfrm>
          </p:grpSpPr>
          <p:sp>
            <p:nvSpPr>
              <p:cNvPr id="239" name="Freeform 39"/>
              <p:cNvSpPr>
                <a:spLocks noEditPoints="1"/>
              </p:cNvSpPr>
              <p:nvPr/>
            </p:nvSpPr>
            <p:spPr bwMode="auto">
              <a:xfrm>
                <a:off x="4847086" y="1937814"/>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40" name="Freeform 39"/>
              <p:cNvSpPr>
                <a:spLocks noEditPoints="1"/>
              </p:cNvSpPr>
              <p:nvPr/>
            </p:nvSpPr>
            <p:spPr bwMode="auto">
              <a:xfrm>
                <a:off x="5177996" y="1937814"/>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41" name="Freeform 39"/>
              <p:cNvSpPr>
                <a:spLocks noEditPoints="1"/>
              </p:cNvSpPr>
              <p:nvPr/>
            </p:nvSpPr>
            <p:spPr bwMode="auto">
              <a:xfrm>
                <a:off x="5508907" y="1937814"/>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42" name="Freeform 39"/>
              <p:cNvSpPr>
                <a:spLocks noEditPoints="1"/>
              </p:cNvSpPr>
              <p:nvPr/>
            </p:nvSpPr>
            <p:spPr bwMode="auto">
              <a:xfrm>
                <a:off x="5839818" y="1937814"/>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43" name="Freeform 39"/>
              <p:cNvSpPr>
                <a:spLocks noEditPoints="1"/>
              </p:cNvSpPr>
              <p:nvPr/>
            </p:nvSpPr>
            <p:spPr bwMode="auto">
              <a:xfrm>
                <a:off x="6170728" y="1937814"/>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212" name="그룹 132"/>
            <p:cNvGrpSpPr/>
            <p:nvPr/>
          </p:nvGrpSpPr>
          <p:grpSpPr>
            <a:xfrm>
              <a:off x="4847086" y="2340663"/>
              <a:ext cx="1656018" cy="331402"/>
              <a:chOff x="4847086" y="2302296"/>
              <a:chExt cx="1656018" cy="331402"/>
            </a:xfrm>
          </p:grpSpPr>
          <p:sp>
            <p:nvSpPr>
              <p:cNvPr id="234" name="Freeform 39"/>
              <p:cNvSpPr>
                <a:spLocks noEditPoints="1"/>
              </p:cNvSpPr>
              <p:nvPr/>
            </p:nvSpPr>
            <p:spPr bwMode="auto">
              <a:xfrm>
                <a:off x="4847086" y="2302296"/>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35" name="Freeform 39"/>
              <p:cNvSpPr>
                <a:spLocks noEditPoints="1"/>
              </p:cNvSpPr>
              <p:nvPr/>
            </p:nvSpPr>
            <p:spPr bwMode="auto">
              <a:xfrm>
                <a:off x="5177996" y="2302296"/>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36" name="Freeform 39"/>
              <p:cNvSpPr>
                <a:spLocks noEditPoints="1"/>
              </p:cNvSpPr>
              <p:nvPr/>
            </p:nvSpPr>
            <p:spPr bwMode="auto">
              <a:xfrm>
                <a:off x="5508907" y="2302296"/>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37" name="Freeform 39"/>
              <p:cNvSpPr>
                <a:spLocks noEditPoints="1"/>
              </p:cNvSpPr>
              <p:nvPr/>
            </p:nvSpPr>
            <p:spPr bwMode="auto">
              <a:xfrm>
                <a:off x="5839818" y="2302296"/>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38" name="Freeform 39"/>
              <p:cNvSpPr>
                <a:spLocks noEditPoints="1"/>
              </p:cNvSpPr>
              <p:nvPr/>
            </p:nvSpPr>
            <p:spPr bwMode="auto">
              <a:xfrm>
                <a:off x="6170728" y="2302296"/>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213" name="그룹 133"/>
            <p:cNvGrpSpPr/>
            <p:nvPr/>
          </p:nvGrpSpPr>
          <p:grpSpPr>
            <a:xfrm>
              <a:off x="4847086" y="2743511"/>
              <a:ext cx="1656018" cy="331402"/>
              <a:chOff x="4847086" y="2705143"/>
              <a:chExt cx="1656018" cy="331402"/>
            </a:xfrm>
          </p:grpSpPr>
          <p:sp>
            <p:nvSpPr>
              <p:cNvPr id="229" name="Freeform 39"/>
              <p:cNvSpPr>
                <a:spLocks noEditPoints="1"/>
              </p:cNvSpPr>
              <p:nvPr/>
            </p:nvSpPr>
            <p:spPr bwMode="auto">
              <a:xfrm>
                <a:off x="4847086" y="2705143"/>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30" name="Freeform 39"/>
              <p:cNvSpPr>
                <a:spLocks noEditPoints="1"/>
              </p:cNvSpPr>
              <p:nvPr/>
            </p:nvSpPr>
            <p:spPr bwMode="auto">
              <a:xfrm>
                <a:off x="5177996" y="2705143"/>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31" name="Freeform 39"/>
              <p:cNvSpPr>
                <a:spLocks noEditPoints="1"/>
              </p:cNvSpPr>
              <p:nvPr/>
            </p:nvSpPr>
            <p:spPr bwMode="auto">
              <a:xfrm>
                <a:off x="5508907" y="2705143"/>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32" name="Freeform 39"/>
              <p:cNvSpPr>
                <a:spLocks noEditPoints="1"/>
              </p:cNvSpPr>
              <p:nvPr/>
            </p:nvSpPr>
            <p:spPr bwMode="auto">
              <a:xfrm>
                <a:off x="5839818" y="2705143"/>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33" name="Freeform 39"/>
              <p:cNvSpPr>
                <a:spLocks noEditPoints="1"/>
              </p:cNvSpPr>
              <p:nvPr/>
            </p:nvSpPr>
            <p:spPr bwMode="auto">
              <a:xfrm>
                <a:off x="6170728" y="2705143"/>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214" name="그룹 135"/>
            <p:cNvGrpSpPr/>
            <p:nvPr/>
          </p:nvGrpSpPr>
          <p:grpSpPr>
            <a:xfrm>
              <a:off x="4847086" y="3146357"/>
              <a:ext cx="1656018" cy="331402"/>
              <a:chOff x="4847086" y="3146357"/>
              <a:chExt cx="1656018" cy="331402"/>
            </a:xfrm>
          </p:grpSpPr>
          <p:sp>
            <p:nvSpPr>
              <p:cNvPr id="215" name="Freeform 39"/>
              <p:cNvSpPr>
                <a:spLocks noEditPoints="1"/>
              </p:cNvSpPr>
              <p:nvPr/>
            </p:nvSpPr>
            <p:spPr bwMode="auto">
              <a:xfrm>
                <a:off x="4847086" y="3146357"/>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16" name="Freeform 39"/>
              <p:cNvSpPr>
                <a:spLocks noEditPoints="1"/>
              </p:cNvSpPr>
              <p:nvPr/>
            </p:nvSpPr>
            <p:spPr bwMode="auto">
              <a:xfrm>
                <a:off x="5177996" y="3146357"/>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17" name="Freeform 39"/>
              <p:cNvSpPr>
                <a:spLocks noEditPoints="1"/>
              </p:cNvSpPr>
              <p:nvPr/>
            </p:nvSpPr>
            <p:spPr bwMode="auto">
              <a:xfrm>
                <a:off x="5508907" y="3146357"/>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18" name="Freeform 39"/>
              <p:cNvSpPr>
                <a:spLocks noEditPoints="1"/>
              </p:cNvSpPr>
              <p:nvPr/>
            </p:nvSpPr>
            <p:spPr bwMode="auto">
              <a:xfrm>
                <a:off x="5839818" y="3146357"/>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28" name="Freeform 39"/>
              <p:cNvSpPr>
                <a:spLocks noEditPoints="1"/>
              </p:cNvSpPr>
              <p:nvPr/>
            </p:nvSpPr>
            <p:spPr bwMode="auto">
              <a:xfrm>
                <a:off x="6170728" y="3146357"/>
                <a:ext cx="332376" cy="331402"/>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grpSp>
        <p:nvGrpSpPr>
          <p:cNvPr id="258" name="그룹 257"/>
          <p:cNvGrpSpPr/>
          <p:nvPr/>
        </p:nvGrpSpPr>
        <p:grpSpPr>
          <a:xfrm>
            <a:off x="4586010" y="1570877"/>
            <a:ext cx="1473510" cy="1892542"/>
            <a:chOff x="6832822" y="1545026"/>
            <a:chExt cx="1473510" cy="1892542"/>
          </a:xfrm>
        </p:grpSpPr>
        <p:grpSp>
          <p:nvGrpSpPr>
            <p:cNvPr id="259" name="그룹 105"/>
            <p:cNvGrpSpPr/>
            <p:nvPr/>
          </p:nvGrpSpPr>
          <p:grpSpPr>
            <a:xfrm>
              <a:off x="6832822" y="1545026"/>
              <a:ext cx="1473510" cy="281156"/>
              <a:chOff x="6832822" y="1545026"/>
              <a:chExt cx="1473510" cy="281156"/>
            </a:xfrm>
          </p:grpSpPr>
          <p:sp>
            <p:nvSpPr>
              <p:cNvPr id="284" name="Freeform 53"/>
              <p:cNvSpPr>
                <a:spLocks noEditPoints="1"/>
              </p:cNvSpPr>
              <p:nvPr/>
            </p:nvSpPr>
            <p:spPr bwMode="auto">
              <a:xfrm>
                <a:off x="6832822"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85" name="Freeform 53"/>
              <p:cNvSpPr>
                <a:spLocks noEditPoints="1"/>
              </p:cNvSpPr>
              <p:nvPr/>
            </p:nvSpPr>
            <p:spPr bwMode="auto">
              <a:xfrm>
                <a:off x="7138155"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86" name="Freeform 53"/>
              <p:cNvSpPr>
                <a:spLocks noEditPoints="1"/>
              </p:cNvSpPr>
              <p:nvPr/>
            </p:nvSpPr>
            <p:spPr bwMode="auto">
              <a:xfrm>
                <a:off x="7443488"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87" name="Freeform 53"/>
              <p:cNvSpPr>
                <a:spLocks noEditPoints="1"/>
              </p:cNvSpPr>
              <p:nvPr/>
            </p:nvSpPr>
            <p:spPr bwMode="auto">
              <a:xfrm>
                <a:off x="7748821"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88" name="Freeform 53"/>
              <p:cNvSpPr>
                <a:spLocks noEditPoints="1"/>
              </p:cNvSpPr>
              <p:nvPr/>
            </p:nvSpPr>
            <p:spPr bwMode="auto">
              <a:xfrm>
                <a:off x="8054153"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260" name="그룹 106"/>
            <p:cNvGrpSpPr/>
            <p:nvPr/>
          </p:nvGrpSpPr>
          <p:grpSpPr>
            <a:xfrm>
              <a:off x="6832822" y="1947873"/>
              <a:ext cx="1473510" cy="281156"/>
              <a:chOff x="6832822" y="1545026"/>
              <a:chExt cx="1473510" cy="281156"/>
            </a:xfrm>
          </p:grpSpPr>
          <p:sp>
            <p:nvSpPr>
              <p:cNvPr id="279" name="Freeform 53"/>
              <p:cNvSpPr>
                <a:spLocks noEditPoints="1"/>
              </p:cNvSpPr>
              <p:nvPr/>
            </p:nvSpPr>
            <p:spPr bwMode="auto">
              <a:xfrm>
                <a:off x="6832822"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80" name="Freeform 53"/>
              <p:cNvSpPr>
                <a:spLocks noEditPoints="1"/>
              </p:cNvSpPr>
              <p:nvPr/>
            </p:nvSpPr>
            <p:spPr bwMode="auto">
              <a:xfrm>
                <a:off x="7138155"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81" name="Freeform 53"/>
              <p:cNvSpPr>
                <a:spLocks noEditPoints="1"/>
              </p:cNvSpPr>
              <p:nvPr/>
            </p:nvSpPr>
            <p:spPr bwMode="auto">
              <a:xfrm>
                <a:off x="7443488"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82" name="Freeform 53"/>
              <p:cNvSpPr>
                <a:spLocks noEditPoints="1"/>
              </p:cNvSpPr>
              <p:nvPr/>
            </p:nvSpPr>
            <p:spPr bwMode="auto">
              <a:xfrm>
                <a:off x="7748821"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83" name="Freeform 53"/>
              <p:cNvSpPr>
                <a:spLocks noEditPoints="1"/>
              </p:cNvSpPr>
              <p:nvPr/>
            </p:nvSpPr>
            <p:spPr bwMode="auto">
              <a:xfrm>
                <a:off x="8054153"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261" name="그룹 112"/>
            <p:cNvGrpSpPr/>
            <p:nvPr/>
          </p:nvGrpSpPr>
          <p:grpSpPr>
            <a:xfrm>
              <a:off x="6832822" y="2350720"/>
              <a:ext cx="1473510" cy="281156"/>
              <a:chOff x="6832822" y="1545026"/>
              <a:chExt cx="1473510" cy="281156"/>
            </a:xfrm>
          </p:grpSpPr>
          <p:sp>
            <p:nvSpPr>
              <p:cNvPr id="274" name="Freeform 53"/>
              <p:cNvSpPr>
                <a:spLocks noEditPoints="1"/>
              </p:cNvSpPr>
              <p:nvPr/>
            </p:nvSpPr>
            <p:spPr bwMode="auto">
              <a:xfrm>
                <a:off x="6832822"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75" name="Freeform 53"/>
              <p:cNvSpPr>
                <a:spLocks noEditPoints="1"/>
              </p:cNvSpPr>
              <p:nvPr/>
            </p:nvSpPr>
            <p:spPr bwMode="auto">
              <a:xfrm>
                <a:off x="7138155"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76" name="Freeform 53"/>
              <p:cNvSpPr>
                <a:spLocks noEditPoints="1"/>
              </p:cNvSpPr>
              <p:nvPr/>
            </p:nvSpPr>
            <p:spPr bwMode="auto">
              <a:xfrm>
                <a:off x="7443488"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77" name="Freeform 53"/>
              <p:cNvSpPr>
                <a:spLocks noEditPoints="1"/>
              </p:cNvSpPr>
              <p:nvPr/>
            </p:nvSpPr>
            <p:spPr bwMode="auto">
              <a:xfrm>
                <a:off x="7748821"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78" name="Freeform 53"/>
              <p:cNvSpPr>
                <a:spLocks noEditPoints="1"/>
              </p:cNvSpPr>
              <p:nvPr/>
            </p:nvSpPr>
            <p:spPr bwMode="auto">
              <a:xfrm>
                <a:off x="8054153"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262" name="그룹 118"/>
            <p:cNvGrpSpPr/>
            <p:nvPr/>
          </p:nvGrpSpPr>
          <p:grpSpPr>
            <a:xfrm>
              <a:off x="6832822" y="2753567"/>
              <a:ext cx="1473510" cy="281156"/>
              <a:chOff x="6832822" y="1545026"/>
              <a:chExt cx="1473510" cy="281156"/>
            </a:xfrm>
          </p:grpSpPr>
          <p:sp>
            <p:nvSpPr>
              <p:cNvPr id="269" name="Freeform 53"/>
              <p:cNvSpPr>
                <a:spLocks noEditPoints="1"/>
              </p:cNvSpPr>
              <p:nvPr/>
            </p:nvSpPr>
            <p:spPr bwMode="auto">
              <a:xfrm>
                <a:off x="6832822"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70" name="Freeform 53"/>
              <p:cNvSpPr>
                <a:spLocks noEditPoints="1"/>
              </p:cNvSpPr>
              <p:nvPr/>
            </p:nvSpPr>
            <p:spPr bwMode="auto">
              <a:xfrm>
                <a:off x="7138155"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71" name="Freeform 53"/>
              <p:cNvSpPr>
                <a:spLocks noEditPoints="1"/>
              </p:cNvSpPr>
              <p:nvPr/>
            </p:nvSpPr>
            <p:spPr bwMode="auto">
              <a:xfrm>
                <a:off x="7443488"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72" name="Freeform 53"/>
              <p:cNvSpPr>
                <a:spLocks noEditPoints="1"/>
              </p:cNvSpPr>
              <p:nvPr/>
            </p:nvSpPr>
            <p:spPr bwMode="auto">
              <a:xfrm>
                <a:off x="7748821"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73" name="Freeform 53"/>
              <p:cNvSpPr>
                <a:spLocks noEditPoints="1"/>
              </p:cNvSpPr>
              <p:nvPr/>
            </p:nvSpPr>
            <p:spPr bwMode="auto">
              <a:xfrm>
                <a:off x="8054153"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263" name="그룹 124"/>
            <p:cNvGrpSpPr/>
            <p:nvPr/>
          </p:nvGrpSpPr>
          <p:grpSpPr>
            <a:xfrm>
              <a:off x="6832822" y="3156412"/>
              <a:ext cx="1473510" cy="281156"/>
              <a:chOff x="6832822" y="1545026"/>
              <a:chExt cx="1473510" cy="281156"/>
            </a:xfrm>
          </p:grpSpPr>
          <p:sp>
            <p:nvSpPr>
              <p:cNvPr id="264" name="Freeform 53"/>
              <p:cNvSpPr>
                <a:spLocks noEditPoints="1"/>
              </p:cNvSpPr>
              <p:nvPr/>
            </p:nvSpPr>
            <p:spPr bwMode="auto">
              <a:xfrm>
                <a:off x="6832822"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65" name="Freeform 53"/>
              <p:cNvSpPr>
                <a:spLocks noEditPoints="1"/>
              </p:cNvSpPr>
              <p:nvPr/>
            </p:nvSpPr>
            <p:spPr bwMode="auto">
              <a:xfrm>
                <a:off x="7138155"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66" name="Freeform 53"/>
              <p:cNvSpPr>
                <a:spLocks noEditPoints="1"/>
              </p:cNvSpPr>
              <p:nvPr/>
            </p:nvSpPr>
            <p:spPr bwMode="auto">
              <a:xfrm>
                <a:off x="7443488"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67" name="Freeform 53"/>
              <p:cNvSpPr>
                <a:spLocks noEditPoints="1"/>
              </p:cNvSpPr>
              <p:nvPr/>
            </p:nvSpPr>
            <p:spPr bwMode="auto">
              <a:xfrm>
                <a:off x="7748821"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268" name="Freeform 53"/>
              <p:cNvSpPr>
                <a:spLocks noEditPoints="1"/>
              </p:cNvSpPr>
              <p:nvPr/>
            </p:nvSpPr>
            <p:spPr bwMode="auto">
              <a:xfrm>
                <a:off x="8054153" y="1545026"/>
                <a:ext cx="252179" cy="281156"/>
              </a:xfrm>
              <a:custGeom>
                <a:avLst/>
                <a:gdLst/>
                <a:ahLst/>
                <a:cxnLst>
                  <a:cxn ang="0">
                    <a:pos x="171" y="47"/>
                  </a:cxn>
                  <a:cxn ang="0">
                    <a:pos x="177" y="36"/>
                  </a:cxn>
                  <a:cxn ang="0">
                    <a:pos x="179" y="38"/>
                  </a:cxn>
                  <a:cxn ang="0">
                    <a:pos x="184" y="38"/>
                  </a:cxn>
                  <a:cxn ang="0">
                    <a:pos x="188" y="35"/>
                  </a:cxn>
                  <a:cxn ang="0">
                    <a:pos x="193" y="28"/>
                  </a:cxn>
                  <a:cxn ang="0">
                    <a:pos x="190" y="19"/>
                  </a:cxn>
                  <a:cxn ang="0">
                    <a:pos x="161" y="2"/>
                  </a:cxn>
                  <a:cxn ang="0">
                    <a:pos x="152" y="4"/>
                  </a:cxn>
                  <a:cxn ang="0">
                    <a:pos x="148" y="11"/>
                  </a:cxn>
                  <a:cxn ang="0">
                    <a:pos x="147" y="16"/>
                  </a:cxn>
                  <a:cxn ang="0">
                    <a:pos x="150" y="20"/>
                  </a:cxn>
                  <a:cxn ang="0">
                    <a:pos x="152" y="22"/>
                  </a:cxn>
                  <a:cxn ang="0">
                    <a:pos x="146" y="32"/>
                  </a:cxn>
                  <a:cxn ang="0">
                    <a:pos x="106" y="24"/>
                  </a:cxn>
                  <a:cxn ang="0">
                    <a:pos x="65" y="32"/>
                  </a:cxn>
                  <a:cxn ang="0">
                    <a:pos x="59" y="22"/>
                  </a:cxn>
                  <a:cxn ang="0">
                    <a:pos x="62" y="20"/>
                  </a:cxn>
                  <a:cxn ang="0">
                    <a:pos x="65" y="16"/>
                  </a:cxn>
                  <a:cxn ang="0">
                    <a:pos x="64" y="11"/>
                  </a:cxn>
                  <a:cxn ang="0">
                    <a:pos x="60" y="4"/>
                  </a:cxn>
                  <a:cxn ang="0">
                    <a:pos x="51" y="2"/>
                  </a:cxn>
                  <a:cxn ang="0">
                    <a:pos x="21" y="19"/>
                  </a:cxn>
                  <a:cxn ang="0">
                    <a:pos x="19" y="28"/>
                  </a:cxn>
                  <a:cxn ang="0">
                    <a:pos x="23" y="35"/>
                  </a:cxn>
                  <a:cxn ang="0">
                    <a:pos x="27" y="38"/>
                  </a:cxn>
                  <a:cxn ang="0">
                    <a:pos x="32" y="38"/>
                  </a:cxn>
                  <a:cxn ang="0">
                    <a:pos x="34" y="36"/>
                  </a:cxn>
                  <a:cxn ang="0">
                    <a:pos x="40" y="47"/>
                  </a:cxn>
                  <a:cxn ang="0">
                    <a:pos x="0" y="129"/>
                  </a:cxn>
                  <a:cxn ang="0">
                    <a:pos x="106" y="235"/>
                  </a:cxn>
                  <a:cxn ang="0">
                    <a:pos x="211" y="129"/>
                  </a:cxn>
                  <a:cxn ang="0">
                    <a:pos x="171" y="47"/>
                  </a:cxn>
                  <a:cxn ang="0">
                    <a:pos x="106" y="214"/>
                  </a:cxn>
                  <a:cxn ang="0">
                    <a:pos x="21" y="129"/>
                  </a:cxn>
                  <a:cxn ang="0">
                    <a:pos x="106" y="44"/>
                  </a:cxn>
                  <a:cxn ang="0">
                    <a:pos x="191" y="129"/>
                  </a:cxn>
                  <a:cxn ang="0">
                    <a:pos x="106" y="214"/>
                  </a:cxn>
                  <a:cxn ang="0">
                    <a:pos x="115" y="130"/>
                  </a:cxn>
                  <a:cxn ang="0">
                    <a:pos x="115" y="129"/>
                  </a:cxn>
                  <a:cxn ang="0">
                    <a:pos x="115" y="82"/>
                  </a:cxn>
                  <a:cxn ang="0">
                    <a:pos x="106" y="73"/>
                  </a:cxn>
                  <a:cxn ang="0">
                    <a:pos x="97" y="82"/>
                  </a:cxn>
                  <a:cxn ang="0">
                    <a:pos x="97" y="129"/>
                  </a:cxn>
                  <a:cxn ang="0">
                    <a:pos x="106" y="138"/>
                  </a:cxn>
                  <a:cxn ang="0">
                    <a:pos x="107" y="138"/>
                  </a:cxn>
                  <a:cxn ang="0">
                    <a:pos x="149" y="180"/>
                  </a:cxn>
                  <a:cxn ang="0">
                    <a:pos x="153" y="182"/>
                  </a:cxn>
                  <a:cxn ang="0">
                    <a:pos x="157" y="180"/>
                  </a:cxn>
                  <a:cxn ang="0">
                    <a:pos x="157" y="173"/>
                  </a:cxn>
                  <a:cxn ang="0">
                    <a:pos x="115" y="130"/>
                  </a:cxn>
                </a:cxnLst>
                <a:rect l="0" t="0" r="r" b="b"/>
                <a:pathLst>
                  <a:path w="211" h="235">
                    <a:moveTo>
                      <a:pt x="171" y="47"/>
                    </a:moveTo>
                    <a:cubicBezTo>
                      <a:pt x="177" y="36"/>
                      <a:pt x="177" y="36"/>
                      <a:pt x="177" y="36"/>
                    </a:cubicBezTo>
                    <a:cubicBezTo>
                      <a:pt x="179" y="38"/>
                      <a:pt x="179" y="38"/>
                      <a:pt x="179" y="38"/>
                    </a:cubicBezTo>
                    <a:cubicBezTo>
                      <a:pt x="181" y="38"/>
                      <a:pt x="183" y="39"/>
                      <a:pt x="184" y="38"/>
                    </a:cubicBezTo>
                    <a:cubicBezTo>
                      <a:pt x="186" y="38"/>
                      <a:pt x="188" y="37"/>
                      <a:pt x="188" y="35"/>
                    </a:cubicBezTo>
                    <a:cubicBezTo>
                      <a:pt x="193" y="28"/>
                      <a:pt x="193" y="28"/>
                      <a:pt x="193" y="28"/>
                    </a:cubicBezTo>
                    <a:cubicBezTo>
                      <a:pt x="195" y="25"/>
                      <a:pt x="194" y="21"/>
                      <a:pt x="190" y="19"/>
                    </a:cubicBezTo>
                    <a:cubicBezTo>
                      <a:pt x="161" y="2"/>
                      <a:pt x="161" y="2"/>
                      <a:pt x="161" y="2"/>
                    </a:cubicBezTo>
                    <a:cubicBezTo>
                      <a:pt x="158" y="0"/>
                      <a:pt x="154" y="1"/>
                      <a:pt x="152" y="4"/>
                    </a:cubicBezTo>
                    <a:cubicBezTo>
                      <a:pt x="148" y="11"/>
                      <a:pt x="148" y="11"/>
                      <a:pt x="148" y="11"/>
                    </a:cubicBezTo>
                    <a:cubicBezTo>
                      <a:pt x="147" y="13"/>
                      <a:pt x="147" y="15"/>
                      <a:pt x="147" y="16"/>
                    </a:cubicBezTo>
                    <a:cubicBezTo>
                      <a:pt x="147" y="18"/>
                      <a:pt x="149" y="19"/>
                      <a:pt x="150" y="20"/>
                    </a:cubicBezTo>
                    <a:cubicBezTo>
                      <a:pt x="152" y="22"/>
                      <a:pt x="152" y="22"/>
                      <a:pt x="152" y="22"/>
                    </a:cubicBezTo>
                    <a:cubicBezTo>
                      <a:pt x="146" y="32"/>
                      <a:pt x="146" y="32"/>
                      <a:pt x="146" y="32"/>
                    </a:cubicBezTo>
                    <a:cubicBezTo>
                      <a:pt x="134" y="27"/>
                      <a:pt x="120" y="24"/>
                      <a:pt x="106" y="24"/>
                    </a:cubicBezTo>
                    <a:cubicBezTo>
                      <a:pt x="91" y="24"/>
                      <a:pt x="78" y="27"/>
                      <a:pt x="65" y="32"/>
                    </a:cubicBezTo>
                    <a:cubicBezTo>
                      <a:pt x="59" y="22"/>
                      <a:pt x="59" y="22"/>
                      <a:pt x="59" y="22"/>
                    </a:cubicBezTo>
                    <a:cubicBezTo>
                      <a:pt x="62" y="20"/>
                      <a:pt x="62" y="20"/>
                      <a:pt x="62" y="20"/>
                    </a:cubicBezTo>
                    <a:cubicBezTo>
                      <a:pt x="63" y="19"/>
                      <a:pt x="64" y="18"/>
                      <a:pt x="65" y="16"/>
                    </a:cubicBezTo>
                    <a:cubicBezTo>
                      <a:pt x="65" y="15"/>
                      <a:pt x="65" y="13"/>
                      <a:pt x="64" y="11"/>
                    </a:cubicBezTo>
                    <a:cubicBezTo>
                      <a:pt x="60" y="4"/>
                      <a:pt x="60" y="4"/>
                      <a:pt x="60" y="4"/>
                    </a:cubicBezTo>
                    <a:cubicBezTo>
                      <a:pt x="58" y="1"/>
                      <a:pt x="54" y="0"/>
                      <a:pt x="51" y="2"/>
                    </a:cubicBezTo>
                    <a:cubicBezTo>
                      <a:pt x="21" y="19"/>
                      <a:pt x="21" y="19"/>
                      <a:pt x="21" y="19"/>
                    </a:cubicBezTo>
                    <a:cubicBezTo>
                      <a:pt x="18" y="21"/>
                      <a:pt x="17" y="25"/>
                      <a:pt x="19" y="28"/>
                    </a:cubicBezTo>
                    <a:cubicBezTo>
                      <a:pt x="23" y="35"/>
                      <a:pt x="23" y="35"/>
                      <a:pt x="23" y="35"/>
                    </a:cubicBezTo>
                    <a:cubicBezTo>
                      <a:pt x="24" y="37"/>
                      <a:pt x="25" y="38"/>
                      <a:pt x="27" y="38"/>
                    </a:cubicBezTo>
                    <a:cubicBezTo>
                      <a:pt x="29" y="39"/>
                      <a:pt x="31" y="38"/>
                      <a:pt x="32" y="38"/>
                    </a:cubicBezTo>
                    <a:cubicBezTo>
                      <a:pt x="34" y="36"/>
                      <a:pt x="34" y="36"/>
                      <a:pt x="34" y="36"/>
                    </a:cubicBezTo>
                    <a:cubicBezTo>
                      <a:pt x="40" y="47"/>
                      <a:pt x="40" y="47"/>
                      <a:pt x="40" y="47"/>
                    </a:cubicBezTo>
                    <a:cubicBezTo>
                      <a:pt x="16" y="66"/>
                      <a:pt x="0" y="96"/>
                      <a:pt x="0" y="129"/>
                    </a:cubicBezTo>
                    <a:cubicBezTo>
                      <a:pt x="0" y="187"/>
                      <a:pt x="48" y="235"/>
                      <a:pt x="106" y="235"/>
                    </a:cubicBezTo>
                    <a:cubicBezTo>
                      <a:pt x="164" y="235"/>
                      <a:pt x="211" y="187"/>
                      <a:pt x="211" y="129"/>
                    </a:cubicBezTo>
                    <a:cubicBezTo>
                      <a:pt x="211" y="96"/>
                      <a:pt x="196" y="66"/>
                      <a:pt x="171" y="47"/>
                    </a:cubicBezTo>
                    <a:close/>
                    <a:moveTo>
                      <a:pt x="106" y="214"/>
                    </a:moveTo>
                    <a:cubicBezTo>
                      <a:pt x="59" y="214"/>
                      <a:pt x="21" y="176"/>
                      <a:pt x="21" y="129"/>
                    </a:cubicBezTo>
                    <a:cubicBezTo>
                      <a:pt x="21" y="82"/>
                      <a:pt x="59" y="44"/>
                      <a:pt x="106" y="44"/>
                    </a:cubicBezTo>
                    <a:cubicBezTo>
                      <a:pt x="153" y="44"/>
                      <a:pt x="191" y="82"/>
                      <a:pt x="191" y="129"/>
                    </a:cubicBezTo>
                    <a:cubicBezTo>
                      <a:pt x="191" y="176"/>
                      <a:pt x="153" y="214"/>
                      <a:pt x="106" y="214"/>
                    </a:cubicBezTo>
                    <a:close/>
                    <a:moveTo>
                      <a:pt x="115" y="130"/>
                    </a:moveTo>
                    <a:cubicBezTo>
                      <a:pt x="115" y="130"/>
                      <a:pt x="115" y="130"/>
                      <a:pt x="115" y="129"/>
                    </a:cubicBezTo>
                    <a:cubicBezTo>
                      <a:pt x="115" y="82"/>
                      <a:pt x="115" y="82"/>
                      <a:pt x="115" y="82"/>
                    </a:cubicBezTo>
                    <a:cubicBezTo>
                      <a:pt x="115" y="77"/>
                      <a:pt x="111" y="73"/>
                      <a:pt x="106" y="73"/>
                    </a:cubicBezTo>
                    <a:cubicBezTo>
                      <a:pt x="101" y="73"/>
                      <a:pt x="97" y="77"/>
                      <a:pt x="97" y="82"/>
                    </a:cubicBezTo>
                    <a:cubicBezTo>
                      <a:pt x="97" y="129"/>
                      <a:pt x="97" y="129"/>
                      <a:pt x="97" y="129"/>
                    </a:cubicBezTo>
                    <a:cubicBezTo>
                      <a:pt x="97" y="134"/>
                      <a:pt x="101" y="138"/>
                      <a:pt x="106" y="138"/>
                    </a:cubicBezTo>
                    <a:cubicBezTo>
                      <a:pt x="106" y="138"/>
                      <a:pt x="107" y="138"/>
                      <a:pt x="107" y="138"/>
                    </a:cubicBezTo>
                    <a:cubicBezTo>
                      <a:pt x="149" y="180"/>
                      <a:pt x="149" y="180"/>
                      <a:pt x="149" y="180"/>
                    </a:cubicBezTo>
                    <a:cubicBezTo>
                      <a:pt x="150" y="181"/>
                      <a:pt x="152" y="182"/>
                      <a:pt x="153" y="182"/>
                    </a:cubicBezTo>
                    <a:cubicBezTo>
                      <a:pt x="155" y="182"/>
                      <a:pt x="156" y="181"/>
                      <a:pt x="157" y="180"/>
                    </a:cubicBezTo>
                    <a:cubicBezTo>
                      <a:pt x="159" y="178"/>
                      <a:pt x="159" y="175"/>
                      <a:pt x="157" y="173"/>
                    </a:cubicBezTo>
                    <a:lnTo>
                      <a:pt x="115" y="130"/>
                    </a:lnTo>
                    <a:close/>
                  </a:path>
                </a:pathLst>
              </a:custGeom>
              <a:solidFill>
                <a:schemeClr val="tx2">
                  <a:alpha val="2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spTree>
    <p:extLst>
      <p:ext uri="{BB962C8B-B14F-4D97-AF65-F5344CB8AC3E}">
        <p14:creationId xmlns:p14="http://schemas.microsoft.com/office/powerpoint/2010/main" val="282849079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500"/>
                                        <p:tgtEl>
                                          <p:spTgt spid="183"/>
                                        </p:tgtEl>
                                      </p:cBhvr>
                                    </p:animEffect>
                                    <p:anim calcmode="lin" valueType="num">
                                      <p:cBhvr>
                                        <p:cTn id="8" dur="500" fill="hold"/>
                                        <p:tgtEl>
                                          <p:spTgt spid="183"/>
                                        </p:tgtEl>
                                        <p:attrNameLst>
                                          <p:attrName>ppt_x</p:attrName>
                                        </p:attrNameLst>
                                      </p:cBhvr>
                                      <p:tavLst>
                                        <p:tav tm="0">
                                          <p:val>
                                            <p:strVal val="#ppt_x"/>
                                          </p:val>
                                        </p:tav>
                                        <p:tav tm="100000">
                                          <p:val>
                                            <p:strVal val="#ppt_x"/>
                                          </p:val>
                                        </p:tav>
                                      </p:tavLst>
                                    </p:anim>
                                    <p:anim calcmode="lin" valueType="num">
                                      <p:cBhvr>
                                        <p:cTn id="9" dur="500" fill="hold"/>
                                        <p:tgtEl>
                                          <p:spTgt spid="183"/>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160"/>
                                        </p:tgtEl>
                                        <p:attrNameLst>
                                          <p:attrName>style.visibility</p:attrName>
                                        </p:attrNameLst>
                                      </p:cBhvr>
                                      <p:to>
                                        <p:strVal val="visible"/>
                                      </p:to>
                                    </p:set>
                                    <p:animEffect transition="in" filter="fade">
                                      <p:cBhvr>
                                        <p:cTn id="12" dur="500"/>
                                        <p:tgtEl>
                                          <p:spTgt spid="160"/>
                                        </p:tgtEl>
                                      </p:cBhvr>
                                    </p:animEffect>
                                    <p:anim calcmode="lin" valueType="num">
                                      <p:cBhvr>
                                        <p:cTn id="13" dur="500" fill="hold"/>
                                        <p:tgtEl>
                                          <p:spTgt spid="160"/>
                                        </p:tgtEl>
                                        <p:attrNameLst>
                                          <p:attrName>ppt_x</p:attrName>
                                        </p:attrNameLst>
                                      </p:cBhvr>
                                      <p:tavLst>
                                        <p:tav tm="0">
                                          <p:val>
                                            <p:strVal val="#ppt_x"/>
                                          </p:val>
                                        </p:tav>
                                        <p:tav tm="100000">
                                          <p:val>
                                            <p:strVal val="#ppt_x"/>
                                          </p:val>
                                        </p:tav>
                                      </p:tavLst>
                                    </p:anim>
                                    <p:anim calcmode="lin" valueType="num">
                                      <p:cBhvr>
                                        <p:cTn id="14" dur="500" fill="hold"/>
                                        <p:tgtEl>
                                          <p:spTgt spid="160"/>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7" presetClass="entr" presetSubtype="0" fill="hold" nodeType="afterEffect">
                                  <p:stCondLst>
                                    <p:cond delay="0"/>
                                  </p:stCondLst>
                                  <p:childTnLst>
                                    <p:set>
                                      <p:cBhvr>
                                        <p:cTn id="17" dur="1" fill="hold">
                                          <p:stCondLst>
                                            <p:cond delay="0"/>
                                          </p:stCondLst>
                                        </p:cTn>
                                        <p:tgtEl>
                                          <p:spTgt spid="155"/>
                                        </p:tgtEl>
                                        <p:attrNameLst>
                                          <p:attrName>style.visibility</p:attrName>
                                        </p:attrNameLst>
                                      </p:cBhvr>
                                      <p:to>
                                        <p:strVal val="visible"/>
                                      </p:to>
                                    </p:set>
                                    <p:animEffect transition="in" filter="fade">
                                      <p:cBhvr>
                                        <p:cTn id="18" dur="500"/>
                                        <p:tgtEl>
                                          <p:spTgt spid="155"/>
                                        </p:tgtEl>
                                      </p:cBhvr>
                                    </p:animEffect>
                                    <p:anim calcmode="lin" valueType="num">
                                      <p:cBhvr>
                                        <p:cTn id="19" dur="500" fill="hold"/>
                                        <p:tgtEl>
                                          <p:spTgt spid="155"/>
                                        </p:tgtEl>
                                        <p:attrNameLst>
                                          <p:attrName>ppt_x</p:attrName>
                                        </p:attrNameLst>
                                      </p:cBhvr>
                                      <p:tavLst>
                                        <p:tav tm="0">
                                          <p:val>
                                            <p:strVal val="#ppt_x"/>
                                          </p:val>
                                        </p:tav>
                                        <p:tav tm="100000">
                                          <p:val>
                                            <p:strVal val="#ppt_x"/>
                                          </p:val>
                                        </p:tav>
                                      </p:tavLst>
                                    </p:anim>
                                    <p:anim calcmode="lin" valueType="num">
                                      <p:cBhvr>
                                        <p:cTn id="20" dur="500" fill="hold"/>
                                        <p:tgtEl>
                                          <p:spTgt spid="155"/>
                                        </p:tgtEl>
                                        <p:attrNameLst>
                                          <p:attrName>ppt_y</p:attrName>
                                        </p:attrNameLst>
                                      </p:cBhvr>
                                      <p:tavLst>
                                        <p:tav tm="0">
                                          <p:val>
                                            <p:strVal val="#ppt_y-.1"/>
                                          </p:val>
                                        </p:tav>
                                        <p:tav tm="100000">
                                          <p:val>
                                            <p:strVal val="#ppt_y"/>
                                          </p:val>
                                        </p:tav>
                                      </p:tavLst>
                                    </p:anim>
                                  </p:childTnLst>
                                </p:cTn>
                              </p:par>
                            </p:childTnLst>
                          </p:cTn>
                        </p:par>
                        <p:par>
                          <p:cTn id="21" fill="hold">
                            <p:stCondLst>
                              <p:cond delay="1000"/>
                            </p:stCondLst>
                            <p:childTnLst>
                              <p:par>
                                <p:cTn id="22" presetID="42" presetClass="entr" presetSubtype="0" fill="hold" nodeType="afterEffect">
                                  <p:stCondLst>
                                    <p:cond delay="0"/>
                                  </p:stCondLst>
                                  <p:childTnLst>
                                    <p:set>
                                      <p:cBhvr>
                                        <p:cTn id="23" dur="1" fill="hold">
                                          <p:stCondLst>
                                            <p:cond delay="0"/>
                                          </p:stCondLst>
                                        </p:cTn>
                                        <p:tgtEl>
                                          <p:spTgt spid="209"/>
                                        </p:tgtEl>
                                        <p:attrNameLst>
                                          <p:attrName>style.visibility</p:attrName>
                                        </p:attrNameLst>
                                      </p:cBhvr>
                                      <p:to>
                                        <p:strVal val="visible"/>
                                      </p:to>
                                    </p:set>
                                    <p:animEffect transition="in" filter="fade">
                                      <p:cBhvr>
                                        <p:cTn id="24" dur="500"/>
                                        <p:tgtEl>
                                          <p:spTgt spid="209"/>
                                        </p:tgtEl>
                                      </p:cBhvr>
                                    </p:animEffect>
                                    <p:anim calcmode="lin" valueType="num">
                                      <p:cBhvr>
                                        <p:cTn id="25" dur="500" fill="hold"/>
                                        <p:tgtEl>
                                          <p:spTgt spid="209"/>
                                        </p:tgtEl>
                                        <p:attrNameLst>
                                          <p:attrName>ppt_x</p:attrName>
                                        </p:attrNameLst>
                                      </p:cBhvr>
                                      <p:tavLst>
                                        <p:tav tm="0">
                                          <p:val>
                                            <p:strVal val="#ppt_x"/>
                                          </p:val>
                                        </p:tav>
                                        <p:tav tm="100000">
                                          <p:val>
                                            <p:strVal val="#ppt_x"/>
                                          </p:val>
                                        </p:tav>
                                      </p:tavLst>
                                    </p:anim>
                                    <p:anim calcmode="lin" valueType="num">
                                      <p:cBhvr>
                                        <p:cTn id="26" dur="500" fill="hold"/>
                                        <p:tgtEl>
                                          <p:spTgt spid="209"/>
                                        </p:tgtEl>
                                        <p:attrNameLst>
                                          <p:attrName>ppt_y</p:attrName>
                                        </p:attrNameLst>
                                      </p:cBhvr>
                                      <p:tavLst>
                                        <p:tav tm="0">
                                          <p:val>
                                            <p:strVal val="#ppt_y+.1"/>
                                          </p:val>
                                        </p:tav>
                                        <p:tav tm="100000">
                                          <p:val>
                                            <p:strVal val="#ppt_y"/>
                                          </p:val>
                                        </p:tav>
                                      </p:tavLst>
                                    </p:anim>
                                  </p:childTnLst>
                                </p:cTn>
                              </p:par>
                              <p:par>
                                <p:cTn id="27" presetID="47" presetClass="entr" presetSubtype="0" fill="hold" nodeType="withEffect">
                                  <p:stCondLst>
                                    <p:cond delay="0"/>
                                  </p:stCondLst>
                                  <p:childTnLst>
                                    <p:set>
                                      <p:cBhvr>
                                        <p:cTn id="28" dur="1" fill="hold">
                                          <p:stCondLst>
                                            <p:cond delay="0"/>
                                          </p:stCondLst>
                                        </p:cTn>
                                        <p:tgtEl>
                                          <p:spTgt spid="169"/>
                                        </p:tgtEl>
                                        <p:attrNameLst>
                                          <p:attrName>style.visibility</p:attrName>
                                        </p:attrNameLst>
                                      </p:cBhvr>
                                      <p:to>
                                        <p:strVal val="visible"/>
                                      </p:to>
                                    </p:set>
                                    <p:animEffect transition="in" filter="fade">
                                      <p:cBhvr>
                                        <p:cTn id="29" dur="500"/>
                                        <p:tgtEl>
                                          <p:spTgt spid="169"/>
                                        </p:tgtEl>
                                      </p:cBhvr>
                                    </p:animEffect>
                                    <p:anim calcmode="lin" valueType="num">
                                      <p:cBhvr>
                                        <p:cTn id="30" dur="500" fill="hold"/>
                                        <p:tgtEl>
                                          <p:spTgt spid="169"/>
                                        </p:tgtEl>
                                        <p:attrNameLst>
                                          <p:attrName>ppt_x</p:attrName>
                                        </p:attrNameLst>
                                      </p:cBhvr>
                                      <p:tavLst>
                                        <p:tav tm="0">
                                          <p:val>
                                            <p:strVal val="#ppt_x"/>
                                          </p:val>
                                        </p:tav>
                                        <p:tav tm="100000">
                                          <p:val>
                                            <p:strVal val="#ppt_x"/>
                                          </p:val>
                                        </p:tav>
                                      </p:tavLst>
                                    </p:anim>
                                    <p:anim calcmode="lin" valueType="num">
                                      <p:cBhvr>
                                        <p:cTn id="31" dur="500" fill="hold"/>
                                        <p:tgtEl>
                                          <p:spTgt spid="169"/>
                                        </p:tgtEl>
                                        <p:attrNameLst>
                                          <p:attrName>ppt_y</p:attrName>
                                        </p:attrNameLst>
                                      </p:cBhvr>
                                      <p:tavLst>
                                        <p:tav tm="0">
                                          <p:val>
                                            <p:strVal val="#ppt_y-.1"/>
                                          </p:val>
                                        </p:tav>
                                        <p:tav tm="100000">
                                          <p:val>
                                            <p:strVal val="#ppt_y"/>
                                          </p:val>
                                        </p:tav>
                                      </p:tavLst>
                                    </p:anim>
                                  </p:childTnLst>
                                </p:cTn>
                              </p:par>
                            </p:childTnLst>
                          </p:cTn>
                        </p:par>
                        <p:par>
                          <p:cTn id="32" fill="hold">
                            <p:stCondLst>
                              <p:cond delay="1500"/>
                            </p:stCondLst>
                            <p:childTnLst>
                              <p:par>
                                <p:cTn id="33" presetID="47" presetClass="entr" presetSubtype="0" fill="hold" nodeType="afterEffect">
                                  <p:stCondLst>
                                    <p:cond delay="0"/>
                                  </p:stCondLst>
                                  <p:childTnLst>
                                    <p:set>
                                      <p:cBhvr>
                                        <p:cTn id="34" dur="1" fill="hold">
                                          <p:stCondLst>
                                            <p:cond delay="0"/>
                                          </p:stCondLst>
                                        </p:cTn>
                                        <p:tgtEl>
                                          <p:spTgt spid="164"/>
                                        </p:tgtEl>
                                        <p:attrNameLst>
                                          <p:attrName>style.visibility</p:attrName>
                                        </p:attrNameLst>
                                      </p:cBhvr>
                                      <p:to>
                                        <p:strVal val="visible"/>
                                      </p:to>
                                    </p:set>
                                    <p:animEffect transition="in" filter="fade">
                                      <p:cBhvr>
                                        <p:cTn id="35" dur="500"/>
                                        <p:tgtEl>
                                          <p:spTgt spid="164"/>
                                        </p:tgtEl>
                                      </p:cBhvr>
                                    </p:animEffect>
                                    <p:anim calcmode="lin" valueType="num">
                                      <p:cBhvr>
                                        <p:cTn id="36" dur="500" fill="hold"/>
                                        <p:tgtEl>
                                          <p:spTgt spid="164"/>
                                        </p:tgtEl>
                                        <p:attrNameLst>
                                          <p:attrName>ppt_x</p:attrName>
                                        </p:attrNameLst>
                                      </p:cBhvr>
                                      <p:tavLst>
                                        <p:tav tm="0">
                                          <p:val>
                                            <p:strVal val="#ppt_x"/>
                                          </p:val>
                                        </p:tav>
                                        <p:tav tm="100000">
                                          <p:val>
                                            <p:strVal val="#ppt_x"/>
                                          </p:val>
                                        </p:tav>
                                      </p:tavLst>
                                    </p:anim>
                                    <p:anim calcmode="lin" valueType="num">
                                      <p:cBhvr>
                                        <p:cTn id="37" dur="500" fill="hold"/>
                                        <p:tgtEl>
                                          <p:spTgt spid="164"/>
                                        </p:tgtEl>
                                        <p:attrNameLst>
                                          <p:attrName>ppt_y</p:attrName>
                                        </p:attrNameLst>
                                      </p:cBhvr>
                                      <p:tavLst>
                                        <p:tav tm="0">
                                          <p:val>
                                            <p:strVal val="#ppt_y-.1"/>
                                          </p:val>
                                        </p:tav>
                                        <p:tav tm="100000">
                                          <p:val>
                                            <p:strVal val="#ppt_y"/>
                                          </p:val>
                                        </p:tav>
                                      </p:tavLst>
                                    </p:anim>
                                  </p:childTnLst>
                                </p:cTn>
                              </p:par>
                            </p:childTnLst>
                          </p:cTn>
                        </p:par>
                        <p:par>
                          <p:cTn id="38" fill="hold">
                            <p:stCondLst>
                              <p:cond delay="2000"/>
                            </p:stCondLst>
                            <p:childTnLst>
                              <p:par>
                                <p:cTn id="39" presetID="42" presetClass="entr" presetSubtype="0" fill="hold" nodeType="afterEffect">
                                  <p:stCondLst>
                                    <p:cond delay="0"/>
                                  </p:stCondLst>
                                  <p:childTnLst>
                                    <p:set>
                                      <p:cBhvr>
                                        <p:cTn id="40" dur="1" fill="hold">
                                          <p:stCondLst>
                                            <p:cond delay="0"/>
                                          </p:stCondLst>
                                        </p:cTn>
                                        <p:tgtEl>
                                          <p:spTgt spid="258"/>
                                        </p:tgtEl>
                                        <p:attrNameLst>
                                          <p:attrName>style.visibility</p:attrName>
                                        </p:attrNameLst>
                                      </p:cBhvr>
                                      <p:to>
                                        <p:strVal val="visible"/>
                                      </p:to>
                                    </p:set>
                                    <p:animEffect transition="in" filter="fade">
                                      <p:cBhvr>
                                        <p:cTn id="41" dur="500"/>
                                        <p:tgtEl>
                                          <p:spTgt spid="258"/>
                                        </p:tgtEl>
                                      </p:cBhvr>
                                    </p:animEffect>
                                    <p:anim calcmode="lin" valueType="num">
                                      <p:cBhvr>
                                        <p:cTn id="42" dur="500" fill="hold"/>
                                        <p:tgtEl>
                                          <p:spTgt spid="258"/>
                                        </p:tgtEl>
                                        <p:attrNameLst>
                                          <p:attrName>ppt_x</p:attrName>
                                        </p:attrNameLst>
                                      </p:cBhvr>
                                      <p:tavLst>
                                        <p:tav tm="0">
                                          <p:val>
                                            <p:strVal val="#ppt_x"/>
                                          </p:val>
                                        </p:tav>
                                        <p:tav tm="100000">
                                          <p:val>
                                            <p:strVal val="#ppt_x"/>
                                          </p:val>
                                        </p:tav>
                                      </p:tavLst>
                                    </p:anim>
                                    <p:anim calcmode="lin" valueType="num">
                                      <p:cBhvr>
                                        <p:cTn id="43" dur="500" fill="hold"/>
                                        <p:tgtEl>
                                          <p:spTgt spid="258"/>
                                        </p:tgtEl>
                                        <p:attrNameLst>
                                          <p:attrName>ppt_y</p:attrName>
                                        </p:attrNameLst>
                                      </p:cBhvr>
                                      <p:tavLst>
                                        <p:tav tm="0">
                                          <p:val>
                                            <p:strVal val="#ppt_y+.1"/>
                                          </p:val>
                                        </p:tav>
                                        <p:tav tm="100000">
                                          <p:val>
                                            <p:strVal val="#ppt_y"/>
                                          </p:val>
                                        </p:tav>
                                      </p:tavLst>
                                    </p:anim>
                                  </p:childTnLst>
                                </p:cTn>
                              </p:par>
                              <p:par>
                                <p:cTn id="44" presetID="47" presetClass="entr" presetSubtype="0" fill="hold" nodeType="withEffect">
                                  <p:stCondLst>
                                    <p:cond delay="0"/>
                                  </p:stCondLst>
                                  <p:childTnLst>
                                    <p:set>
                                      <p:cBhvr>
                                        <p:cTn id="45" dur="1" fill="hold">
                                          <p:stCondLst>
                                            <p:cond delay="0"/>
                                          </p:stCondLst>
                                        </p:cTn>
                                        <p:tgtEl>
                                          <p:spTgt spid="179"/>
                                        </p:tgtEl>
                                        <p:attrNameLst>
                                          <p:attrName>style.visibility</p:attrName>
                                        </p:attrNameLst>
                                      </p:cBhvr>
                                      <p:to>
                                        <p:strVal val="visible"/>
                                      </p:to>
                                    </p:set>
                                    <p:animEffect transition="in" filter="fade">
                                      <p:cBhvr>
                                        <p:cTn id="46" dur="500"/>
                                        <p:tgtEl>
                                          <p:spTgt spid="179"/>
                                        </p:tgtEl>
                                      </p:cBhvr>
                                    </p:animEffect>
                                    <p:anim calcmode="lin" valueType="num">
                                      <p:cBhvr>
                                        <p:cTn id="47" dur="500" fill="hold"/>
                                        <p:tgtEl>
                                          <p:spTgt spid="179"/>
                                        </p:tgtEl>
                                        <p:attrNameLst>
                                          <p:attrName>ppt_x</p:attrName>
                                        </p:attrNameLst>
                                      </p:cBhvr>
                                      <p:tavLst>
                                        <p:tav tm="0">
                                          <p:val>
                                            <p:strVal val="#ppt_x"/>
                                          </p:val>
                                        </p:tav>
                                        <p:tav tm="100000">
                                          <p:val>
                                            <p:strVal val="#ppt_x"/>
                                          </p:val>
                                        </p:tav>
                                      </p:tavLst>
                                    </p:anim>
                                    <p:anim calcmode="lin" valueType="num">
                                      <p:cBhvr>
                                        <p:cTn id="48" dur="500" fill="hold"/>
                                        <p:tgtEl>
                                          <p:spTgt spid="179"/>
                                        </p:tgtEl>
                                        <p:attrNameLst>
                                          <p:attrName>ppt_y</p:attrName>
                                        </p:attrNameLst>
                                      </p:cBhvr>
                                      <p:tavLst>
                                        <p:tav tm="0">
                                          <p:val>
                                            <p:strVal val="#ppt_y-.1"/>
                                          </p:val>
                                        </p:tav>
                                        <p:tav tm="100000">
                                          <p:val>
                                            <p:strVal val="#ppt_y"/>
                                          </p:val>
                                        </p:tav>
                                      </p:tavLst>
                                    </p:anim>
                                  </p:childTnLst>
                                </p:cTn>
                              </p:par>
                            </p:childTnLst>
                          </p:cTn>
                        </p:par>
                        <p:par>
                          <p:cTn id="49" fill="hold">
                            <p:stCondLst>
                              <p:cond delay="2500"/>
                            </p:stCondLst>
                            <p:childTnLst>
                              <p:par>
                                <p:cTn id="50" presetID="47" presetClass="entr" presetSubtype="0" fill="hold" nodeType="afterEffect">
                                  <p:stCondLst>
                                    <p:cond delay="0"/>
                                  </p:stCondLst>
                                  <p:childTnLst>
                                    <p:set>
                                      <p:cBhvr>
                                        <p:cTn id="51" dur="1" fill="hold">
                                          <p:stCondLst>
                                            <p:cond delay="0"/>
                                          </p:stCondLst>
                                        </p:cTn>
                                        <p:tgtEl>
                                          <p:spTgt spid="173"/>
                                        </p:tgtEl>
                                        <p:attrNameLst>
                                          <p:attrName>style.visibility</p:attrName>
                                        </p:attrNameLst>
                                      </p:cBhvr>
                                      <p:to>
                                        <p:strVal val="visible"/>
                                      </p:to>
                                    </p:set>
                                    <p:animEffect transition="in" filter="fade">
                                      <p:cBhvr>
                                        <p:cTn id="52" dur="500"/>
                                        <p:tgtEl>
                                          <p:spTgt spid="173"/>
                                        </p:tgtEl>
                                      </p:cBhvr>
                                    </p:animEffect>
                                    <p:anim calcmode="lin" valueType="num">
                                      <p:cBhvr>
                                        <p:cTn id="53" dur="500" fill="hold"/>
                                        <p:tgtEl>
                                          <p:spTgt spid="173"/>
                                        </p:tgtEl>
                                        <p:attrNameLst>
                                          <p:attrName>ppt_x</p:attrName>
                                        </p:attrNameLst>
                                      </p:cBhvr>
                                      <p:tavLst>
                                        <p:tav tm="0">
                                          <p:val>
                                            <p:strVal val="#ppt_x"/>
                                          </p:val>
                                        </p:tav>
                                        <p:tav tm="100000">
                                          <p:val>
                                            <p:strVal val="#ppt_x"/>
                                          </p:val>
                                        </p:tav>
                                      </p:tavLst>
                                    </p:anim>
                                    <p:anim calcmode="lin" valueType="num">
                                      <p:cBhvr>
                                        <p:cTn id="54" dur="500" fill="hold"/>
                                        <p:tgtEl>
                                          <p:spTgt spid="1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그룹 30"/>
          <p:cNvGrpSpPr/>
          <p:nvPr/>
        </p:nvGrpSpPr>
        <p:grpSpPr>
          <a:xfrm>
            <a:off x="945832" y="3069924"/>
            <a:ext cx="1224001" cy="1289111"/>
            <a:chOff x="3207848" y="2858902"/>
            <a:chExt cx="1224001" cy="1289111"/>
          </a:xfrm>
        </p:grpSpPr>
        <p:sp>
          <p:nvSpPr>
            <p:cNvPr id="6" name="이등변 삼각형 5"/>
            <p:cNvSpPr/>
            <p:nvPr/>
          </p:nvSpPr>
          <p:spPr>
            <a:xfrm rot="10800000">
              <a:off x="3740551" y="2858902"/>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7" name="그룹 6"/>
            <p:cNvGrpSpPr/>
            <p:nvPr/>
          </p:nvGrpSpPr>
          <p:grpSpPr>
            <a:xfrm>
              <a:off x="3207848" y="3028850"/>
              <a:ext cx="1224001" cy="1119163"/>
              <a:chOff x="2860072" y="2934721"/>
              <a:chExt cx="1224001" cy="1119163"/>
            </a:xfrm>
          </p:grpSpPr>
          <p:sp>
            <p:nvSpPr>
              <p:cNvPr id="8" name="TextBox 7"/>
              <p:cNvSpPr txBox="1">
                <a:spLocks/>
              </p:cNvSpPr>
              <p:nvPr/>
            </p:nvSpPr>
            <p:spPr>
              <a:xfrm>
                <a:off x="2860073" y="2934721"/>
                <a:ext cx="1224000" cy="209207"/>
              </a:xfrm>
              <a:prstGeom prst="rect">
                <a:avLst/>
              </a:prstGeom>
              <a:noFill/>
            </p:spPr>
            <p:txBody>
              <a:bodyPr wrap="square" lIns="0" tIns="0" rIns="0" bIns="0" rtlCol="0">
                <a:noAutofit/>
              </a:bodyPr>
              <a:lstStyle/>
              <a:p>
                <a:pPr algn="ctr">
                  <a:spcAft>
                    <a:spcPts val="300"/>
                  </a:spcAft>
                </a:pPr>
                <a:r>
                  <a:rPr lang="nb-NO" sz="1200" b="1" dirty="0">
                    <a:gradFill>
                      <a:gsLst>
                        <a:gs pos="0">
                          <a:schemeClr val="accent1"/>
                        </a:gs>
                        <a:gs pos="100000">
                          <a:schemeClr val="accent1"/>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9" name="TextBox 8"/>
              <p:cNvSpPr txBox="1">
                <a:spLocks/>
              </p:cNvSpPr>
              <p:nvPr/>
            </p:nvSpPr>
            <p:spPr>
              <a:xfrm>
                <a:off x="2860072" y="3193430"/>
                <a:ext cx="1224001" cy="860454"/>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 malesuada tellus. Ut ultrices ultr aces enim. Curabitur sit.</a:t>
                </a:r>
              </a:p>
            </p:txBody>
          </p:sp>
        </p:grpSp>
      </p:grpSp>
      <p:grpSp>
        <p:nvGrpSpPr>
          <p:cNvPr id="32" name="그룹 31"/>
          <p:cNvGrpSpPr/>
          <p:nvPr/>
        </p:nvGrpSpPr>
        <p:grpSpPr>
          <a:xfrm>
            <a:off x="2815293" y="3069924"/>
            <a:ext cx="1224001" cy="1289111"/>
            <a:chOff x="5077309" y="2858902"/>
            <a:chExt cx="1224001" cy="1289111"/>
          </a:xfrm>
        </p:grpSpPr>
        <p:sp>
          <p:nvSpPr>
            <p:cNvPr id="19" name="이등변 삼각형 18"/>
            <p:cNvSpPr/>
            <p:nvPr/>
          </p:nvSpPr>
          <p:spPr>
            <a:xfrm rot="10800000">
              <a:off x="5610012" y="2858902"/>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20" name="그룹 19"/>
            <p:cNvGrpSpPr/>
            <p:nvPr/>
          </p:nvGrpSpPr>
          <p:grpSpPr>
            <a:xfrm>
              <a:off x="5077309" y="3028850"/>
              <a:ext cx="1224001" cy="1119163"/>
              <a:chOff x="2860072" y="2934721"/>
              <a:chExt cx="1224001" cy="1119163"/>
            </a:xfrm>
          </p:grpSpPr>
          <p:sp>
            <p:nvSpPr>
              <p:cNvPr id="21" name="TextBox 20"/>
              <p:cNvSpPr txBox="1">
                <a:spLocks/>
              </p:cNvSpPr>
              <p:nvPr/>
            </p:nvSpPr>
            <p:spPr>
              <a:xfrm>
                <a:off x="2860073" y="2934721"/>
                <a:ext cx="1224000" cy="209207"/>
              </a:xfrm>
              <a:prstGeom prst="rect">
                <a:avLst/>
              </a:prstGeom>
              <a:noFill/>
            </p:spPr>
            <p:txBody>
              <a:bodyPr wrap="square" lIns="0" tIns="0" rIns="0" bIns="0" rtlCol="0">
                <a:noAutofit/>
              </a:bodyPr>
              <a:lstStyle/>
              <a:p>
                <a:pPr algn="ctr">
                  <a:spcAft>
                    <a:spcPts val="300"/>
                  </a:spcAft>
                </a:pPr>
                <a:r>
                  <a:rPr lang="nb-NO" sz="1200" b="1" dirty="0">
                    <a:gradFill>
                      <a:gsLst>
                        <a:gs pos="0">
                          <a:schemeClr val="accent1"/>
                        </a:gs>
                        <a:gs pos="100000">
                          <a:schemeClr val="accent1"/>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22" name="TextBox 21"/>
              <p:cNvSpPr txBox="1">
                <a:spLocks/>
              </p:cNvSpPr>
              <p:nvPr/>
            </p:nvSpPr>
            <p:spPr>
              <a:xfrm>
                <a:off x="2860072" y="3193430"/>
                <a:ext cx="1224001" cy="860454"/>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 malesuada tellus. Ut ultrices ultr aces enim. Curabitur sit.</a:t>
                </a:r>
              </a:p>
            </p:txBody>
          </p:sp>
        </p:grpSp>
      </p:grpSp>
      <p:grpSp>
        <p:nvGrpSpPr>
          <p:cNvPr id="33" name="그룹 32"/>
          <p:cNvGrpSpPr/>
          <p:nvPr/>
        </p:nvGrpSpPr>
        <p:grpSpPr>
          <a:xfrm>
            <a:off x="4684754" y="3069924"/>
            <a:ext cx="1224001" cy="1289111"/>
            <a:chOff x="6946770" y="2858902"/>
            <a:chExt cx="1224001" cy="1289111"/>
          </a:xfrm>
        </p:grpSpPr>
        <p:sp>
          <p:nvSpPr>
            <p:cNvPr id="27" name="이등변 삼각형 26"/>
            <p:cNvSpPr/>
            <p:nvPr/>
          </p:nvSpPr>
          <p:spPr>
            <a:xfrm rot="10800000">
              <a:off x="7479473" y="2858902"/>
              <a:ext cx="158597" cy="87502"/>
            </a:xfrm>
            <a:prstGeom prst="triangle">
              <a:avLst/>
            </a:prstGeom>
            <a:solidFill>
              <a:schemeClr val="accent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nvGrpSpPr>
            <p:cNvPr id="28" name="그룹 27"/>
            <p:cNvGrpSpPr/>
            <p:nvPr/>
          </p:nvGrpSpPr>
          <p:grpSpPr>
            <a:xfrm>
              <a:off x="6946770" y="3028850"/>
              <a:ext cx="1224001" cy="1119163"/>
              <a:chOff x="2860072" y="2934721"/>
              <a:chExt cx="1224001" cy="1119163"/>
            </a:xfrm>
          </p:grpSpPr>
          <p:sp>
            <p:nvSpPr>
              <p:cNvPr id="29" name="TextBox 28"/>
              <p:cNvSpPr txBox="1">
                <a:spLocks/>
              </p:cNvSpPr>
              <p:nvPr/>
            </p:nvSpPr>
            <p:spPr>
              <a:xfrm>
                <a:off x="2860073" y="2934721"/>
                <a:ext cx="1224000" cy="209207"/>
              </a:xfrm>
              <a:prstGeom prst="rect">
                <a:avLst/>
              </a:prstGeom>
              <a:noFill/>
            </p:spPr>
            <p:txBody>
              <a:bodyPr wrap="square" lIns="0" tIns="0" rIns="0" bIns="0" rtlCol="0">
                <a:noAutofit/>
              </a:bodyPr>
              <a:lstStyle/>
              <a:p>
                <a:pPr algn="ctr">
                  <a:spcAft>
                    <a:spcPts val="300"/>
                  </a:spcAft>
                </a:pPr>
                <a:r>
                  <a:rPr lang="nb-NO" sz="1200" b="1" dirty="0">
                    <a:gradFill>
                      <a:gsLst>
                        <a:gs pos="0">
                          <a:schemeClr val="accent1"/>
                        </a:gs>
                        <a:gs pos="100000">
                          <a:schemeClr val="accent1"/>
                        </a:gs>
                      </a:gsLst>
                      <a:lin ang="5400000" scaled="0"/>
                    </a:gradFill>
                    <a:latin typeface="Roboto Condensed Regular"/>
                    <a:ea typeface="Roboto Light" pitchFamily="2" charset="0"/>
                    <a:cs typeface="Roboto Condensed Regular"/>
                  </a:rPr>
                  <a:t>Contents Title</a:t>
                </a:r>
                <a:endParaRPr lang="en-US" sz="1200" b="1" dirty="0">
                  <a:gradFill>
                    <a:gsLst>
                      <a:gs pos="0">
                        <a:schemeClr val="accent1"/>
                      </a:gs>
                      <a:gs pos="100000">
                        <a:schemeClr val="accent1"/>
                      </a:gs>
                    </a:gsLst>
                    <a:lin ang="5400000" scaled="0"/>
                  </a:gradFill>
                  <a:latin typeface="Roboto Condensed Regular"/>
                  <a:ea typeface="Roboto Light" pitchFamily="2" charset="0"/>
                  <a:cs typeface="Roboto Condensed Regular"/>
                </a:endParaRPr>
              </a:p>
            </p:txBody>
          </p:sp>
          <p:sp>
            <p:nvSpPr>
              <p:cNvPr id="30" name="TextBox 29"/>
              <p:cNvSpPr txBox="1">
                <a:spLocks/>
              </p:cNvSpPr>
              <p:nvPr/>
            </p:nvSpPr>
            <p:spPr>
              <a:xfrm>
                <a:off x="2860072" y="3193430"/>
                <a:ext cx="1224001" cy="860454"/>
              </a:xfrm>
              <a:prstGeom prst="rect">
                <a:avLst/>
              </a:prstGeom>
              <a:noFill/>
            </p:spPr>
            <p:txBody>
              <a:bodyPr wrap="square" lIns="0" tIns="0" rIns="0" bIns="0" rtlCol="0">
                <a:noAutofit/>
              </a:bodyPr>
              <a:lstStyle/>
              <a:p>
                <a:pPr algn="ctr">
                  <a:buClr>
                    <a:schemeClr val="bg2"/>
                  </a:buClr>
                </a:pPr>
                <a:r>
                  <a:rPr lang="pt-BR" altLang="ko-KR" sz="700" dirty="0">
                    <a:gradFill>
                      <a:gsLst>
                        <a:gs pos="0">
                          <a:schemeClr val="tx1">
                            <a:alpha val="50000"/>
                          </a:schemeClr>
                        </a:gs>
                        <a:gs pos="100000">
                          <a:schemeClr val="tx1">
                            <a:alpha val="50000"/>
                          </a:schemeClr>
                        </a:gs>
                      </a:gsLst>
                      <a:lin ang="5400000" scaled="0"/>
                    </a:gradFill>
                    <a:ea typeface="Roboto Light" pitchFamily="2" charset="0"/>
                    <a:cs typeface="Roboto Condensed Regular"/>
                  </a:rPr>
                  <a:t> Morbi in ipsum sit ame t pede facilisis laoreet. Donec lacus nunc, vive rra nec, blandit vel, egestas et, augue. Vestibul um tincidunt malesuada tellus. Ut ultrices ultr aces enim. Curabitur sit.</a:t>
                </a:r>
              </a:p>
            </p:txBody>
          </p:sp>
        </p:grpSp>
      </p:grpSp>
      <p:sp>
        <p:nvSpPr>
          <p:cNvPr id="11" name="Title 10"/>
          <p:cNvSpPr>
            <a:spLocks noGrp="1"/>
          </p:cNvSpPr>
          <p:nvPr>
            <p:ph type="title"/>
          </p:nvPr>
        </p:nvSpPr>
        <p:spPr/>
        <p:txBody>
          <a:bodyPr/>
          <a:lstStyle/>
          <a:p>
            <a:r>
              <a:rPr lang="en-US" altLang="ko-KR" dirty="0"/>
              <a:t>Bar Chart</a:t>
            </a:r>
            <a:endParaRPr lang="en-US" dirty="0"/>
          </a:p>
        </p:txBody>
      </p:sp>
      <p:grpSp>
        <p:nvGrpSpPr>
          <p:cNvPr id="34" name="그룹 33"/>
          <p:cNvGrpSpPr/>
          <p:nvPr/>
        </p:nvGrpSpPr>
        <p:grpSpPr>
          <a:xfrm>
            <a:off x="884248" y="1236992"/>
            <a:ext cx="1347162" cy="1699937"/>
            <a:chOff x="3146269" y="1025970"/>
            <a:chExt cx="1347162" cy="1699937"/>
          </a:xfrm>
        </p:grpSpPr>
        <p:sp>
          <p:nvSpPr>
            <p:cNvPr id="3" name="타원 2"/>
            <p:cNvSpPr>
              <a:spLocks/>
            </p:cNvSpPr>
            <p:nvPr/>
          </p:nvSpPr>
          <p:spPr>
            <a:xfrm>
              <a:off x="3146269" y="1378745"/>
              <a:ext cx="1347162" cy="134716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 name="원형 3"/>
            <p:cNvSpPr/>
            <p:nvPr/>
          </p:nvSpPr>
          <p:spPr>
            <a:xfrm>
              <a:off x="3207850" y="1440326"/>
              <a:ext cx="1224000" cy="1224000"/>
            </a:xfrm>
            <a:prstGeom prst="pie">
              <a:avLst>
                <a:gd name="adj1" fmla="val 16200000"/>
                <a:gd name="adj2" fmla="val 0"/>
              </a:avLst>
            </a:prstGeom>
            <a:solidFill>
              <a:schemeClr val="accent1"/>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5" name="TextBox 4"/>
            <p:cNvSpPr txBox="1">
              <a:spLocks/>
            </p:cNvSpPr>
            <p:nvPr/>
          </p:nvSpPr>
          <p:spPr>
            <a:xfrm>
              <a:off x="3544284" y="1025970"/>
              <a:ext cx="551127" cy="335557"/>
            </a:xfrm>
            <a:prstGeom prst="rect">
              <a:avLst/>
            </a:prstGeom>
            <a:noFill/>
          </p:spPr>
          <p:txBody>
            <a:bodyPr wrap="square" lIns="0" tIns="0" rIns="0" bIns="0" rtlCol="0">
              <a:noAutofit/>
            </a:bodyPr>
            <a:lstStyle/>
            <a:p>
              <a:pPr algn="ctr">
                <a:spcAft>
                  <a:spcPts val="300"/>
                </a:spcAft>
              </a:pPr>
              <a:r>
                <a:rPr lang="nb-NO" sz="2000" b="1" dirty="0">
                  <a:gradFill>
                    <a:gsLst>
                      <a:gs pos="0">
                        <a:schemeClr val="accent1"/>
                      </a:gs>
                      <a:gs pos="100000">
                        <a:schemeClr val="accent1"/>
                      </a:gs>
                    </a:gsLst>
                    <a:lin ang="5400000" scaled="0"/>
                  </a:gradFill>
                  <a:latin typeface="Roboto Condensed Regular"/>
                  <a:ea typeface="Roboto Light" pitchFamily="2" charset="0"/>
                  <a:cs typeface="Roboto Condensed Regular"/>
                </a:rPr>
                <a:t>25</a:t>
              </a:r>
              <a:r>
                <a:rPr lang="nb-NO" sz="1500" b="1" dirty="0">
                  <a:gradFill>
                    <a:gsLst>
                      <a:gs pos="0">
                        <a:schemeClr val="accent1"/>
                      </a:gs>
                      <a:gs pos="100000">
                        <a:schemeClr val="accent1"/>
                      </a:gs>
                    </a:gsLst>
                    <a:lin ang="5400000" scaled="0"/>
                  </a:gradFill>
                  <a:latin typeface="Roboto Condensed Regular"/>
                  <a:ea typeface="Roboto Light" pitchFamily="2" charset="0"/>
                  <a:cs typeface="Roboto Condensed Regular"/>
                </a:rPr>
                <a:t>%</a:t>
              </a:r>
              <a:endParaRPr lang="en-US" sz="1500" dirty="0">
                <a:gradFill>
                  <a:gsLst>
                    <a:gs pos="0">
                      <a:schemeClr val="accent1"/>
                    </a:gs>
                    <a:gs pos="100000">
                      <a:schemeClr val="accent1"/>
                    </a:gs>
                  </a:gsLst>
                  <a:lin ang="5400000" scaled="0"/>
                </a:gradFill>
                <a:latin typeface="Roboto Condensed Regular"/>
                <a:cs typeface="Roboto Condensed Regular"/>
              </a:endParaRPr>
            </a:p>
          </p:txBody>
        </p:sp>
      </p:grpSp>
      <p:grpSp>
        <p:nvGrpSpPr>
          <p:cNvPr id="35" name="그룹 34"/>
          <p:cNvGrpSpPr/>
          <p:nvPr/>
        </p:nvGrpSpPr>
        <p:grpSpPr>
          <a:xfrm>
            <a:off x="2753709" y="1236992"/>
            <a:ext cx="1347162" cy="1699937"/>
            <a:chOff x="5015730" y="1025970"/>
            <a:chExt cx="1347162" cy="1699937"/>
          </a:xfrm>
        </p:grpSpPr>
        <p:sp>
          <p:nvSpPr>
            <p:cNvPr id="16" name="타원 15"/>
            <p:cNvSpPr>
              <a:spLocks/>
            </p:cNvSpPr>
            <p:nvPr/>
          </p:nvSpPr>
          <p:spPr>
            <a:xfrm>
              <a:off x="5015730" y="1378745"/>
              <a:ext cx="1347162" cy="134716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 name="원형 16"/>
            <p:cNvSpPr/>
            <p:nvPr/>
          </p:nvSpPr>
          <p:spPr>
            <a:xfrm>
              <a:off x="5077311" y="1440326"/>
              <a:ext cx="1224000" cy="1224000"/>
            </a:xfrm>
            <a:prstGeom prst="pie">
              <a:avLst>
                <a:gd name="adj1" fmla="val 16186783"/>
                <a:gd name="adj2" fmla="val 8331391"/>
              </a:avLst>
            </a:prstGeom>
            <a:solidFill>
              <a:schemeClr val="accent1"/>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8" name="TextBox 17"/>
            <p:cNvSpPr txBox="1">
              <a:spLocks/>
            </p:cNvSpPr>
            <p:nvPr/>
          </p:nvSpPr>
          <p:spPr>
            <a:xfrm>
              <a:off x="5413745" y="1025970"/>
              <a:ext cx="551127" cy="335557"/>
            </a:xfrm>
            <a:prstGeom prst="rect">
              <a:avLst/>
            </a:prstGeom>
            <a:noFill/>
          </p:spPr>
          <p:txBody>
            <a:bodyPr wrap="square" lIns="0" tIns="0" rIns="0" bIns="0" rtlCol="0">
              <a:noAutofit/>
            </a:bodyPr>
            <a:lstStyle/>
            <a:p>
              <a:pPr algn="ctr">
                <a:spcAft>
                  <a:spcPts val="300"/>
                </a:spcAft>
              </a:pPr>
              <a:r>
                <a:rPr lang="nb-NO" sz="2000" b="1" dirty="0">
                  <a:gradFill>
                    <a:gsLst>
                      <a:gs pos="0">
                        <a:schemeClr val="accent1"/>
                      </a:gs>
                      <a:gs pos="100000">
                        <a:schemeClr val="accent1"/>
                      </a:gs>
                    </a:gsLst>
                    <a:lin ang="5400000" scaled="0"/>
                  </a:gradFill>
                  <a:latin typeface="Roboto Condensed Regular"/>
                  <a:ea typeface="Roboto Light" pitchFamily="2" charset="0"/>
                  <a:cs typeface="Roboto Condensed Regular"/>
                </a:rPr>
                <a:t>63</a:t>
              </a:r>
              <a:r>
                <a:rPr lang="nb-NO" sz="1500" b="1" dirty="0">
                  <a:gradFill>
                    <a:gsLst>
                      <a:gs pos="0">
                        <a:schemeClr val="accent1"/>
                      </a:gs>
                      <a:gs pos="100000">
                        <a:schemeClr val="accent1"/>
                      </a:gs>
                    </a:gsLst>
                    <a:lin ang="5400000" scaled="0"/>
                  </a:gradFill>
                  <a:latin typeface="Roboto Condensed Regular"/>
                  <a:ea typeface="Roboto Light" pitchFamily="2" charset="0"/>
                  <a:cs typeface="Roboto Condensed Regular"/>
                </a:rPr>
                <a:t>%</a:t>
              </a:r>
              <a:endParaRPr lang="en-US" sz="1500" dirty="0">
                <a:gradFill>
                  <a:gsLst>
                    <a:gs pos="0">
                      <a:schemeClr val="accent1"/>
                    </a:gs>
                    <a:gs pos="100000">
                      <a:schemeClr val="accent1"/>
                    </a:gs>
                  </a:gsLst>
                  <a:lin ang="5400000" scaled="0"/>
                </a:gradFill>
                <a:latin typeface="Roboto Condensed Regular"/>
                <a:cs typeface="Roboto Condensed Regular"/>
              </a:endParaRPr>
            </a:p>
          </p:txBody>
        </p:sp>
      </p:grpSp>
      <p:grpSp>
        <p:nvGrpSpPr>
          <p:cNvPr id="36" name="그룹 35"/>
          <p:cNvGrpSpPr/>
          <p:nvPr/>
        </p:nvGrpSpPr>
        <p:grpSpPr>
          <a:xfrm>
            <a:off x="4623170" y="1236992"/>
            <a:ext cx="1347162" cy="1699937"/>
            <a:chOff x="6885191" y="1025970"/>
            <a:chExt cx="1347162" cy="1699937"/>
          </a:xfrm>
        </p:grpSpPr>
        <p:sp>
          <p:nvSpPr>
            <p:cNvPr id="24" name="타원 23"/>
            <p:cNvSpPr>
              <a:spLocks/>
            </p:cNvSpPr>
            <p:nvPr/>
          </p:nvSpPr>
          <p:spPr>
            <a:xfrm>
              <a:off x="6885191" y="1378745"/>
              <a:ext cx="1347162" cy="134716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5" name="원형 24"/>
            <p:cNvSpPr/>
            <p:nvPr/>
          </p:nvSpPr>
          <p:spPr>
            <a:xfrm>
              <a:off x="6946772" y="1440326"/>
              <a:ext cx="1224000" cy="1224000"/>
            </a:xfrm>
            <a:prstGeom prst="pie">
              <a:avLst>
                <a:gd name="adj1" fmla="val 16200000"/>
                <a:gd name="adj2" fmla="val 10800000"/>
              </a:avLst>
            </a:prstGeom>
            <a:solidFill>
              <a:schemeClr val="accent1"/>
            </a:solidFill>
            <a:ln w="317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26" name="TextBox 25"/>
            <p:cNvSpPr txBox="1">
              <a:spLocks/>
            </p:cNvSpPr>
            <p:nvPr/>
          </p:nvSpPr>
          <p:spPr>
            <a:xfrm>
              <a:off x="7283206" y="1025970"/>
              <a:ext cx="551127" cy="335557"/>
            </a:xfrm>
            <a:prstGeom prst="rect">
              <a:avLst/>
            </a:prstGeom>
            <a:noFill/>
          </p:spPr>
          <p:txBody>
            <a:bodyPr wrap="square" lIns="0" tIns="0" rIns="0" bIns="0" rtlCol="0">
              <a:noAutofit/>
            </a:bodyPr>
            <a:lstStyle/>
            <a:p>
              <a:pPr algn="ctr">
                <a:spcAft>
                  <a:spcPts val="300"/>
                </a:spcAft>
              </a:pPr>
              <a:r>
                <a:rPr lang="nb-NO" sz="2000" b="1" dirty="0">
                  <a:gradFill>
                    <a:gsLst>
                      <a:gs pos="0">
                        <a:schemeClr val="accent1"/>
                      </a:gs>
                      <a:gs pos="100000">
                        <a:schemeClr val="accent1"/>
                      </a:gs>
                    </a:gsLst>
                    <a:lin ang="5400000" scaled="0"/>
                  </a:gradFill>
                  <a:latin typeface="Roboto Condensed Regular"/>
                  <a:ea typeface="Roboto Light" pitchFamily="2" charset="0"/>
                  <a:cs typeface="Roboto Condensed Regular"/>
                </a:rPr>
                <a:t>75</a:t>
              </a:r>
              <a:r>
                <a:rPr lang="nb-NO" sz="1500" b="1" dirty="0">
                  <a:gradFill>
                    <a:gsLst>
                      <a:gs pos="0">
                        <a:schemeClr val="accent1"/>
                      </a:gs>
                      <a:gs pos="100000">
                        <a:schemeClr val="accent1"/>
                      </a:gs>
                    </a:gsLst>
                    <a:lin ang="5400000" scaled="0"/>
                  </a:gradFill>
                  <a:latin typeface="Roboto Condensed Regular"/>
                  <a:ea typeface="Roboto Light" pitchFamily="2" charset="0"/>
                  <a:cs typeface="Roboto Condensed Regular"/>
                </a:rPr>
                <a:t>%</a:t>
              </a:r>
              <a:endParaRPr lang="en-US" sz="1500" dirty="0">
                <a:gradFill>
                  <a:gsLst>
                    <a:gs pos="0">
                      <a:schemeClr val="accent1"/>
                    </a:gs>
                    <a:gs pos="100000">
                      <a:schemeClr val="accent1"/>
                    </a:gs>
                  </a:gsLst>
                  <a:lin ang="5400000" scaled="0"/>
                </a:gradFill>
                <a:latin typeface="Roboto Condensed Regular"/>
                <a:cs typeface="Roboto Condensed Regular"/>
              </a:endParaRPr>
            </a:p>
          </p:txBody>
        </p:sp>
      </p:grpSp>
    </p:spTree>
    <p:extLst>
      <p:ext uri="{BB962C8B-B14F-4D97-AF65-F5344CB8AC3E}">
        <p14:creationId xmlns:p14="http://schemas.microsoft.com/office/powerpoint/2010/main" val="28733714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ppt_w</p:attrName>
                                        </p:attrNameLst>
                                      </p:cBhvr>
                                      <p:tavLst>
                                        <p:tav tm="0">
                                          <p:val>
                                            <p:fltVal val="0"/>
                                          </p:val>
                                        </p:tav>
                                        <p:tav tm="100000">
                                          <p:val>
                                            <p:strVal val="#ppt_w"/>
                                          </p:val>
                                        </p:tav>
                                      </p:tavLst>
                                    </p:anim>
                                    <p:anim calcmode="lin" valueType="num">
                                      <p:cBhvr>
                                        <p:cTn id="8" dur="500" fill="hold"/>
                                        <p:tgtEl>
                                          <p:spTgt spid="34"/>
                                        </p:tgtEl>
                                        <p:attrNameLst>
                                          <p:attrName>ppt_h</p:attrName>
                                        </p:attrNameLst>
                                      </p:cBhvr>
                                      <p:tavLst>
                                        <p:tav tm="0">
                                          <p:val>
                                            <p:strVal val="#ppt_h"/>
                                          </p:val>
                                        </p:tav>
                                        <p:tav tm="100000">
                                          <p:val>
                                            <p:strVal val="#ppt_h"/>
                                          </p:val>
                                        </p:tav>
                                      </p:tavLst>
                                    </p:anim>
                                  </p:childTnLst>
                                </p:cTn>
                              </p:par>
                              <p:par>
                                <p:cTn id="9" presetID="47"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anim calcmode="lin" valueType="num">
                                      <p:cBhvr>
                                        <p:cTn id="12" dur="500" fill="hold"/>
                                        <p:tgtEl>
                                          <p:spTgt spid="31"/>
                                        </p:tgtEl>
                                        <p:attrNameLst>
                                          <p:attrName>ppt_x</p:attrName>
                                        </p:attrNameLst>
                                      </p:cBhvr>
                                      <p:tavLst>
                                        <p:tav tm="0">
                                          <p:val>
                                            <p:strVal val="#ppt_x"/>
                                          </p:val>
                                        </p:tav>
                                        <p:tav tm="100000">
                                          <p:val>
                                            <p:strVal val="#ppt_x"/>
                                          </p:val>
                                        </p:tav>
                                      </p:tavLst>
                                    </p:anim>
                                    <p:anim calcmode="lin" valueType="num">
                                      <p:cBhvr>
                                        <p:cTn id="13" dur="500" fill="hold"/>
                                        <p:tgtEl>
                                          <p:spTgt spid="31"/>
                                        </p:tgtEl>
                                        <p:attrNameLst>
                                          <p:attrName>ppt_y</p:attrName>
                                        </p:attrNameLst>
                                      </p:cBhvr>
                                      <p:tavLst>
                                        <p:tav tm="0">
                                          <p:val>
                                            <p:strVal val="#ppt_y-.1"/>
                                          </p:val>
                                        </p:tav>
                                        <p:tav tm="100000">
                                          <p:val>
                                            <p:strVal val="#ppt_y"/>
                                          </p:val>
                                        </p:tav>
                                      </p:tavLst>
                                    </p:anim>
                                  </p:childTnLst>
                                </p:cTn>
                              </p:par>
                            </p:childTnLst>
                          </p:cTn>
                        </p:par>
                        <p:par>
                          <p:cTn id="14" fill="hold">
                            <p:stCondLst>
                              <p:cond delay="500"/>
                            </p:stCondLst>
                            <p:childTnLst>
                              <p:par>
                                <p:cTn id="15" presetID="17" presetClass="entr" presetSubtype="10" fill="hold" nodeType="afterEffect">
                                  <p:stCondLst>
                                    <p:cond delay="0"/>
                                  </p:stCondLst>
                                  <p:childTnLst>
                                    <p:set>
                                      <p:cBhvr>
                                        <p:cTn id="16" dur="1" fill="hold">
                                          <p:stCondLst>
                                            <p:cond delay="0"/>
                                          </p:stCondLst>
                                        </p:cTn>
                                        <p:tgtEl>
                                          <p:spTgt spid="35"/>
                                        </p:tgtEl>
                                        <p:attrNameLst>
                                          <p:attrName>style.visibility</p:attrName>
                                        </p:attrNameLst>
                                      </p:cBhvr>
                                      <p:to>
                                        <p:strVal val="visible"/>
                                      </p:to>
                                    </p:set>
                                    <p:anim calcmode="lin" valueType="num">
                                      <p:cBhvr>
                                        <p:cTn id="17" dur="500" fill="hold"/>
                                        <p:tgtEl>
                                          <p:spTgt spid="35"/>
                                        </p:tgtEl>
                                        <p:attrNameLst>
                                          <p:attrName>ppt_w</p:attrName>
                                        </p:attrNameLst>
                                      </p:cBhvr>
                                      <p:tavLst>
                                        <p:tav tm="0">
                                          <p:val>
                                            <p:fltVal val="0"/>
                                          </p:val>
                                        </p:tav>
                                        <p:tav tm="100000">
                                          <p:val>
                                            <p:strVal val="#ppt_w"/>
                                          </p:val>
                                        </p:tav>
                                      </p:tavLst>
                                    </p:anim>
                                    <p:anim calcmode="lin" valueType="num">
                                      <p:cBhvr>
                                        <p:cTn id="18" dur="500" fill="hold"/>
                                        <p:tgtEl>
                                          <p:spTgt spid="35"/>
                                        </p:tgtEl>
                                        <p:attrNameLst>
                                          <p:attrName>ppt_h</p:attrName>
                                        </p:attrNameLst>
                                      </p:cBhvr>
                                      <p:tavLst>
                                        <p:tav tm="0">
                                          <p:val>
                                            <p:strVal val="#ppt_h"/>
                                          </p:val>
                                        </p:tav>
                                        <p:tav tm="100000">
                                          <p:val>
                                            <p:strVal val="#ppt_h"/>
                                          </p:val>
                                        </p:tav>
                                      </p:tavLst>
                                    </p:anim>
                                  </p:childTnLst>
                                </p:cTn>
                              </p:par>
                              <p:par>
                                <p:cTn id="19" presetID="47"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500"/>
                                        <p:tgtEl>
                                          <p:spTgt spid="32"/>
                                        </p:tgtEl>
                                      </p:cBhvr>
                                    </p:animEffect>
                                    <p:anim calcmode="lin" valueType="num">
                                      <p:cBhvr>
                                        <p:cTn id="22" dur="500" fill="hold"/>
                                        <p:tgtEl>
                                          <p:spTgt spid="32"/>
                                        </p:tgtEl>
                                        <p:attrNameLst>
                                          <p:attrName>ppt_x</p:attrName>
                                        </p:attrNameLst>
                                      </p:cBhvr>
                                      <p:tavLst>
                                        <p:tav tm="0">
                                          <p:val>
                                            <p:strVal val="#ppt_x"/>
                                          </p:val>
                                        </p:tav>
                                        <p:tav tm="100000">
                                          <p:val>
                                            <p:strVal val="#ppt_x"/>
                                          </p:val>
                                        </p:tav>
                                      </p:tavLst>
                                    </p:anim>
                                    <p:anim calcmode="lin" valueType="num">
                                      <p:cBhvr>
                                        <p:cTn id="23" dur="500" fill="hold"/>
                                        <p:tgtEl>
                                          <p:spTgt spid="32"/>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17" presetClass="entr" presetSubtype="10" fill="hold" nodeType="afterEffect">
                                  <p:stCondLst>
                                    <p:cond delay="0"/>
                                  </p:stCondLst>
                                  <p:childTnLst>
                                    <p:set>
                                      <p:cBhvr>
                                        <p:cTn id="26" dur="1" fill="hold">
                                          <p:stCondLst>
                                            <p:cond delay="0"/>
                                          </p:stCondLst>
                                        </p:cTn>
                                        <p:tgtEl>
                                          <p:spTgt spid="36"/>
                                        </p:tgtEl>
                                        <p:attrNameLst>
                                          <p:attrName>style.visibility</p:attrName>
                                        </p:attrNameLst>
                                      </p:cBhvr>
                                      <p:to>
                                        <p:strVal val="visible"/>
                                      </p:to>
                                    </p:set>
                                    <p:anim calcmode="lin" valueType="num">
                                      <p:cBhvr>
                                        <p:cTn id="27" dur="500" fill="hold"/>
                                        <p:tgtEl>
                                          <p:spTgt spid="36"/>
                                        </p:tgtEl>
                                        <p:attrNameLst>
                                          <p:attrName>ppt_w</p:attrName>
                                        </p:attrNameLst>
                                      </p:cBhvr>
                                      <p:tavLst>
                                        <p:tav tm="0">
                                          <p:val>
                                            <p:fltVal val="0"/>
                                          </p:val>
                                        </p:tav>
                                        <p:tav tm="100000">
                                          <p:val>
                                            <p:strVal val="#ppt_w"/>
                                          </p:val>
                                        </p:tav>
                                      </p:tavLst>
                                    </p:anim>
                                    <p:anim calcmode="lin" valueType="num">
                                      <p:cBhvr>
                                        <p:cTn id="28" dur="500" fill="hold"/>
                                        <p:tgtEl>
                                          <p:spTgt spid="36"/>
                                        </p:tgtEl>
                                        <p:attrNameLst>
                                          <p:attrName>ppt_h</p:attrName>
                                        </p:attrNameLst>
                                      </p:cBhvr>
                                      <p:tavLst>
                                        <p:tav tm="0">
                                          <p:val>
                                            <p:strVal val="#ppt_h"/>
                                          </p:val>
                                        </p:tav>
                                        <p:tav tm="100000">
                                          <p:val>
                                            <p:strVal val="#ppt_h"/>
                                          </p:val>
                                        </p:tav>
                                      </p:tavLst>
                                    </p:anim>
                                  </p:childTnLst>
                                </p:cTn>
                              </p:par>
                              <p:par>
                                <p:cTn id="29" presetID="47"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anim calcmode="lin" valueType="num">
                                      <p:cBhvr>
                                        <p:cTn id="32" dur="500" fill="hold"/>
                                        <p:tgtEl>
                                          <p:spTgt spid="33"/>
                                        </p:tgtEl>
                                        <p:attrNameLst>
                                          <p:attrName>ppt_x</p:attrName>
                                        </p:attrNameLst>
                                      </p:cBhvr>
                                      <p:tavLst>
                                        <p:tav tm="0">
                                          <p:val>
                                            <p:strVal val="#ppt_x"/>
                                          </p:val>
                                        </p:tav>
                                        <p:tav tm="100000">
                                          <p:val>
                                            <p:strVal val="#ppt_x"/>
                                          </p:val>
                                        </p:tav>
                                      </p:tavLst>
                                    </p:anim>
                                    <p:anim calcmode="lin" valueType="num">
                                      <p:cBhvr>
                                        <p:cTn id="33"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Our Team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Type 1</a:t>
            </a:r>
            <a:endParaRPr lang="ko-KR" altLang="en-US" dirty="0"/>
          </a:p>
        </p:txBody>
      </p:sp>
      <p:sp>
        <p:nvSpPr>
          <p:cNvPr id="48" name="그림 개체 틀 47"/>
          <p:cNvSpPr>
            <a:spLocks noGrp="1"/>
          </p:cNvSpPr>
          <p:nvPr>
            <p:ph type="pic" sz="quarter" idx="10"/>
          </p:nvPr>
        </p:nvSpPr>
        <p:spPr/>
      </p:sp>
      <p:sp>
        <p:nvSpPr>
          <p:cNvPr id="49" name="그림 개체 틀 48"/>
          <p:cNvSpPr>
            <a:spLocks noGrp="1"/>
          </p:cNvSpPr>
          <p:nvPr>
            <p:ph type="pic" sz="quarter" idx="11"/>
          </p:nvPr>
        </p:nvSpPr>
        <p:spPr/>
      </p:sp>
      <p:sp>
        <p:nvSpPr>
          <p:cNvPr id="50" name="그림 개체 틀 49"/>
          <p:cNvSpPr>
            <a:spLocks noGrp="1"/>
          </p:cNvSpPr>
          <p:nvPr>
            <p:ph type="pic" sz="quarter" idx="12"/>
          </p:nvPr>
        </p:nvSpPr>
        <p:spPr/>
      </p:sp>
      <p:sp>
        <p:nvSpPr>
          <p:cNvPr id="51" name="그림 개체 틀 50"/>
          <p:cNvSpPr>
            <a:spLocks noGrp="1"/>
          </p:cNvSpPr>
          <p:nvPr>
            <p:ph type="pic" sz="quarter" idx="13"/>
          </p:nvPr>
        </p:nvSpPr>
        <p:spPr/>
      </p:sp>
      <p:sp>
        <p:nvSpPr>
          <p:cNvPr id="7" name="텍스트 개체 틀 6"/>
          <p:cNvSpPr>
            <a:spLocks noGrp="1"/>
          </p:cNvSpPr>
          <p:nvPr>
            <p:ph type="body" sz="quarter" idx="15"/>
          </p:nvPr>
        </p:nvSpPr>
        <p:spPr/>
        <p:txBody>
          <a:bodyPr/>
          <a:lstStyle/>
          <a:p>
            <a:pPr lvl="0" defTabSz="914400">
              <a:defRPr/>
            </a:pPr>
            <a:r>
              <a:rPr lang="en-US" altLang="ko-KR" dirty="0"/>
              <a:t>(Creative Director)</a:t>
            </a:r>
            <a:endParaRPr lang="ko-KR" altLang="en-US" dirty="0"/>
          </a:p>
        </p:txBody>
      </p:sp>
      <p:sp>
        <p:nvSpPr>
          <p:cNvPr id="8" name="텍스트 개체 틀 7"/>
          <p:cNvSpPr>
            <a:spLocks noGrp="1"/>
          </p:cNvSpPr>
          <p:nvPr>
            <p:ph type="body" sz="quarter" idx="14"/>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9" name="텍스트 개체 틀 8"/>
          <p:cNvSpPr>
            <a:spLocks noGrp="1"/>
          </p:cNvSpPr>
          <p:nvPr>
            <p:ph type="body" sz="quarter" idx="16"/>
          </p:nvPr>
        </p:nvSpPr>
        <p:spPr/>
        <p:txBody>
          <a:bodyPr/>
          <a:lstStyle/>
          <a:p>
            <a:pPr lvl="0" defTabSz="914400">
              <a:buClr>
                <a:schemeClr val="bg2"/>
              </a:buClr>
              <a:defRPr/>
            </a:pPr>
            <a:r>
              <a:rPr lang="pt-BR" altLang="ko-KR" dirty="0"/>
              <a:t>In vel mi sit amen aug ue congue elementum. Morbi in ipsum sit ame t </a:t>
            </a:r>
          </a:p>
          <a:p>
            <a:pPr lvl="0" defTabSz="914400">
              <a:buClr>
                <a:schemeClr val="bg2"/>
              </a:buClr>
              <a:defRPr/>
            </a:pPr>
            <a:r>
              <a:rPr lang="pt-BR" altLang="ko-KR" dirty="0"/>
              <a:t>pede facilisis laoreet. Donec lacus nunc, vive rra nec, blandit vel, egestas et, </a:t>
            </a:r>
          </a:p>
          <a:p>
            <a:pPr lvl="0" defTabSz="914400">
              <a:buClr>
                <a:schemeClr val="bg2"/>
              </a:buClr>
              <a:defRPr/>
            </a:pPr>
            <a:r>
              <a:rPr lang="pt-BR" altLang="ko-KR" dirty="0"/>
              <a:t>augue. Vestibul um tincidunt malesuada tellus. Ut ultrices ultr aces enim. </a:t>
            </a:r>
          </a:p>
        </p:txBody>
      </p:sp>
      <p:sp>
        <p:nvSpPr>
          <p:cNvPr id="10" name="텍스트 개체 틀 9"/>
          <p:cNvSpPr>
            <a:spLocks noGrp="1"/>
          </p:cNvSpPr>
          <p:nvPr>
            <p:ph type="body" sz="quarter" idx="24"/>
          </p:nvPr>
        </p:nvSpPr>
        <p:spPr/>
        <p:txBody>
          <a:bodyPr/>
          <a:lstStyle/>
          <a:p>
            <a:pPr lvl="0" defTabSz="914400">
              <a:defRPr/>
            </a:pPr>
            <a:r>
              <a:rPr lang="en-US" altLang="ko-KR" dirty="0"/>
              <a:t>(Developer)</a:t>
            </a:r>
            <a:endParaRPr lang="ko-KR" altLang="en-US" dirty="0"/>
          </a:p>
        </p:txBody>
      </p:sp>
      <p:sp>
        <p:nvSpPr>
          <p:cNvPr id="11" name="텍스트 개체 틀 10"/>
          <p:cNvSpPr>
            <a:spLocks noGrp="1"/>
          </p:cNvSpPr>
          <p:nvPr>
            <p:ph type="body" sz="quarter" idx="25"/>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12" name="텍스트 개체 틀 11"/>
          <p:cNvSpPr>
            <a:spLocks noGrp="1"/>
          </p:cNvSpPr>
          <p:nvPr>
            <p:ph type="body" sz="quarter" idx="26"/>
          </p:nvPr>
        </p:nvSpPr>
        <p:spPr/>
        <p:txBody>
          <a:bodyPr/>
          <a:lstStyle/>
          <a:p>
            <a:pPr lvl="0" defTabSz="914400">
              <a:buClr>
                <a:schemeClr val="bg2"/>
              </a:buClr>
              <a:defRPr/>
            </a:pPr>
            <a:r>
              <a:rPr lang="pt-BR" altLang="ko-KR" dirty="0"/>
              <a:t>In vel mi sit amen aug ue congue elementum. Morbi in ipsum sit ame t </a:t>
            </a:r>
          </a:p>
          <a:p>
            <a:pPr lvl="0" defTabSz="914400">
              <a:buClr>
                <a:schemeClr val="bg2"/>
              </a:buClr>
              <a:defRPr/>
            </a:pPr>
            <a:r>
              <a:rPr lang="pt-BR" altLang="ko-KR" dirty="0"/>
              <a:t>pede facilisis laoreet. Donec lacus nunc, vive rra nec, blandit vel, egestas et, </a:t>
            </a:r>
          </a:p>
          <a:p>
            <a:pPr lvl="0" defTabSz="914400">
              <a:buClr>
                <a:schemeClr val="bg2"/>
              </a:buClr>
              <a:defRPr/>
            </a:pPr>
            <a:r>
              <a:rPr lang="pt-BR" altLang="ko-KR" dirty="0"/>
              <a:t>augue. Vestibul um tincidunt malesuada tellus. Ut ultrices ultr aces enim. </a:t>
            </a:r>
          </a:p>
        </p:txBody>
      </p:sp>
      <p:sp>
        <p:nvSpPr>
          <p:cNvPr id="13" name="텍스트 개체 틀 12"/>
          <p:cNvSpPr>
            <a:spLocks noGrp="1"/>
          </p:cNvSpPr>
          <p:nvPr>
            <p:ph type="body" sz="quarter" idx="27"/>
          </p:nvPr>
        </p:nvSpPr>
        <p:spPr/>
        <p:txBody>
          <a:bodyPr/>
          <a:lstStyle/>
          <a:p>
            <a:pPr lvl="0" defTabSz="914400">
              <a:defRPr/>
            </a:pPr>
            <a:r>
              <a:rPr lang="en-US" altLang="ko-KR" dirty="0"/>
              <a:t>(SEO Expert)</a:t>
            </a:r>
            <a:endParaRPr lang="ko-KR" altLang="en-US" dirty="0"/>
          </a:p>
        </p:txBody>
      </p:sp>
      <p:sp>
        <p:nvSpPr>
          <p:cNvPr id="14" name="텍스트 개체 틀 13"/>
          <p:cNvSpPr>
            <a:spLocks noGrp="1"/>
          </p:cNvSpPr>
          <p:nvPr>
            <p:ph type="body" sz="quarter" idx="28"/>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15" name="텍스트 개체 틀 14"/>
          <p:cNvSpPr>
            <a:spLocks noGrp="1"/>
          </p:cNvSpPr>
          <p:nvPr>
            <p:ph type="body" sz="quarter" idx="29"/>
          </p:nvPr>
        </p:nvSpPr>
        <p:spPr/>
        <p:txBody>
          <a:bodyPr/>
          <a:lstStyle/>
          <a:p>
            <a:pPr lvl="0" defTabSz="914400">
              <a:buClr>
                <a:schemeClr val="bg2"/>
              </a:buClr>
              <a:defRPr/>
            </a:pPr>
            <a:r>
              <a:rPr lang="pt-BR" altLang="ko-KR" dirty="0"/>
              <a:t>In vel mi sit amen aug ue congue elementum. Morbi in ipsum sit ame t </a:t>
            </a:r>
          </a:p>
          <a:p>
            <a:pPr lvl="0" defTabSz="914400">
              <a:buClr>
                <a:schemeClr val="bg2"/>
              </a:buClr>
              <a:defRPr/>
            </a:pPr>
            <a:r>
              <a:rPr lang="pt-BR" altLang="ko-KR" dirty="0"/>
              <a:t>pede facilisis laoreet. Donec lacus nunc, vive rra nec, blandit vel, egestas et, </a:t>
            </a:r>
          </a:p>
          <a:p>
            <a:pPr lvl="0" defTabSz="914400">
              <a:buClr>
                <a:schemeClr val="bg2"/>
              </a:buClr>
              <a:defRPr/>
            </a:pPr>
            <a:r>
              <a:rPr lang="pt-BR" altLang="ko-KR" dirty="0"/>
              <a:t>augue. Vestibul um tincidunt malesuada tellus. Ut ultrices ultr aces enim. </a:t>
            </a:r>
          </a:p>
        </p:txBody>
      </p:sp>
      <p:sp>
        <p:nvSpPr>
          <p:cNvPr id="16" name="텍스트 개체 틀 15"/>
          <p:cNvSpPr>
            <a:spLocks noGrp="1"/>
          </p:cNvSpPr>
          <p:nvPr>
            <p:ph type="body" sz="quarter" idx="42"/>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7" name="텍스트 개체 틀 16"/>
          <p:cNvSpPr>
            <a:spLocks noGrp="1"/>
          </p:cNvSpPr>
          <p:nvPr>
            <p:ph type="body" sz="quarter" idx="43"/>
          </p:nvPr>
        </p:nvSpPr>
        <p:spPr/>
        <p:txBody>
          <a:bodyPr/>
          <a:lstStyle/>
          <a:p>
            <a:pPr lvl="0" defTabSz="914400">
              <a:defRPr/>
            </a:pPr>
            <a:r>
              <a:rPr lang="en-US" altLang="ko-KR" dirty="0"/>
              <a:t>(Senior Designer)</a:t>
            </a:r>
            <a:endParaRPr lang="ko-KR" altLang="en-US" dirty="0"/>
          </a:p>
        </p:txBody>
      </p:sp>
      <p:sp>
        <p:nvSpPr>
          <p:cNvPr id="18" name="텍스트 개체 틀 17"/>
          <p:cNvSpPr>
            <a:spLocks noGrp="1"/>
          </p:cNvSpPr>
          <p:nvPr>
            <p:ph type="body" sz="quarter" idx="44"/>
          </p:nvPr>
        </p:nvSpPr>
        <p:spPr/>
        <p:txBody>
          <a:bodyPr/>
          <a:lstStyle/>
          <a:p>
            <a:pPr lvl="0" defTabSz="914400">
              <a:buClr>
                <a:schemeClr val="bg2"/>
              </a:buClr>
              <a:defRPr/>
            </a:pPr>
            <a:r>
              <a:rPr lang="pt-BR" altLang="ko-KR" dirty="0"/>
              <a:t>In vel mi sit amen aug ue congue elementum. Morbi in ipsum sit ame t </a:t>
            </a:r>
          </a:p>
          <a:p>
            <a:pPr lvl="0" defTabSz="914400">
              <a:buClr>
                <a:schemeClr val="bg2"/>
              </a:buClr>
              <a:defRPr/>
            </a:pPr>
            <a:r>
              <a:rPr lang="pt-BR" altLang="ko-KR" dirty="0"/>
              <a:t>pede facilisis laoreet. Donec lacus nunc, vive rra nec, blandit vel, egestas et, </a:t>
            </a:r>
          </a:p>
          <a:p>
            <a:pPr lvl="0" defTabSz="914400">
              <a:buClr>
                <a:schemeClr val="bg2"/>
              </a:buClr>
              <a:defRPr/>
            </a:pPr>
            <a:r>
              <a:rPr lang="pt-BR" altLang="ko-KR" dirty="0"/>
              <a:t>augue. Vestibul um tincidunt malesuada tellus. Ut ultrices ultr aces enim. </a:t>
            </a:r>
          </a:p>
        </p:txBody>
      </p:sp>
      <p:sp>
        <p:nvSpPr>
          <p:cNvPr id="19" name="텍스트 개체 틀 18"/>
          <p:cNvSpPr>
            <a:spLocks noGrp="1"/>
          </p:cNvSpPr>
          <p:nvPr>
            <p:ph type="body" sz="quarter" idx="69"/>
          </p:nvPr>
        </p:nvSpPr>
        <p:spPr/>
        <p:txBody>
          <a:bodyPr/>
          <a:lstStyle/>
          <a:p>
            <a:r>
              <a:rPr lang="en-US" altLang="ko-KR" dirty="0"/>
              <a:t>F</a:t>
            </a:r>
            <a:endParaRPr lang="ko-KR" altLang="en-US" dirty="0"/>
          </a:p>
        </p:txBody>
      </p:sp>
      <p:sp>
        <p:nvSpPr>
          <p:cNvPr id="20" name="텍스트 개체 틀 19"/>
          <p:cNvSpPr>
            <a:spLocks noGrp="1"/>
          </p:cNvSpPr>
          <p:nvPr>
            <p:ph type="body" sz="quarter" idx="70"/>
          </p:nvPr>
        </p:nvSpPr>
        <p:spPr/>
        <p:txBody>
          <a:bodyPr/>
          <a:lstStyle/>
          <a:p>
            <a:r>
              <a:rPr lang="en-US" altLang="ko-KR" dirty="0"/>
              <a:t>T</a:t>
            </a:r>
            <a:endParaRPr lang="ko-KR" altLang="en-US" dirty="0"/>
          </a:p>
        </p:txBody>
      </p:sp>
      <p:sp>
        <p:nvSpPr>
          <p:cNvPr id="21" name="텍스트 개체 틀 20"/>
          <p:cNvSpPr>
            <a:spLocks noGrp="1"/>
          </p:cNvSpPr>
          <p:nvPr>
            <p:ph type="body" sz="quarter" idx="71"/>
          </p:nvPr>
        </p:nvSpPr>
        <p:spPr/>
        <p:txBody>
          <a:bodyPr/>
          <a:lstStyle/>
          <a:p>
            <a:r>
              <a:rPr lang="en-US" altLang="ko-KR" dirty="0"/>
              <a:t>I</a:t>
            </a:r>
            <a:endParaRPr lang="ko-KR" altLang="en-US" dirty="0"/>
          </a:p>
        </p:txBody>
      </p:sp>
      <p:sp>
        <p:nvSpPr>
          <p:cNvPr id="22" name="텍스트 개체 틀 21"/>
          <p:cNvSpPr>
            <a:spLocks noGrp="1"/>
          </p:cNvSpPr>
          <p:nvPr>
            <p:ph type="body" sz="quarter" idx="72"/>
          </p:nvPr>
        </p:nvSpPr>
        <p:spPr/>
        <p:txBody>
          <a:bodyPr/>
          <a:lstStyle/>
          <a:p>
            <a:r>
              <a:rPr lang="en-US" altLang="ko-KR" dirty="0"/>
              <a:t>E</a:t>
            </a:r>
            <a:endParaRPr lang="ko-KR" altLang="en-US" dirty="0"/>
          </a:p>
        </p:txBody>
      </p:sp>
      <p:sp>
        <p:nvSpPr>
          <p:cNvPr id="23" name="텍스트 개체 틀 22"/>
          <p:cNvSpPr>
            <a:spLocks noGrp="1"/>
          </p:cNvSpPr>
          <p:nvPr>
            <p:ph type="body" sz="quarter" idx="73"/>
          </p:nvPr>
        </p:nvSpPr>
        <p:spPr/>
        <p:txBody>
          <a:bodyPr/>
          <a:lstStyle/>
          <a:p>
            <a:r>
              <a:rPr lang="en-US" altLang="ko-KR" dirty="0"/>
              <a:t>F</a:t>
            </a:r>
            <a:endParaRPr lang="ko-KR" altLang="en-US" dirty="0"/>
          </a:p>
        </p:txBody>
      </p:sp>
      <p:sp>
        <p:nvSpPr>
          <p:cNvPr id="24" name="텍스트 개체 틀 23"/>
          <p:cNvSpPr>
            <a:spLocks noGrp="1"/>
          </p:cNvSpPr>
          <p:nvPr>
            <p:ph type="body" sz="quarter" idx="74"/>
          </p:nvPr>
        </p:nvSpPr>
        <p:spPr/>
        <p:txBody>
          <a:bodyPr/>
          <a:lstStyle/>
          <a:p>
            <a:r>
              <a:rPr lang="en-US" altLang="ko-KR" dirty="0"/>
              <a:t>T</a:t>
            </a:r>
            <a:endParaRPr lang="ko-KR" altLang="en-US" dirty="0"/>
          </a:p>
        </p:txBody>
      </p:sp>
      <p:sp>
        <p:nvSpPr>
          <p:cNvPr id="25" name="텍스트 개체 틀 24"/>
          <p:cNvSpPr>
            <a:spLocks noGrp="1"/>
          </p:cNvSpPr>
          <p:nvPr>
            <p:ph type="body" sz="quarter" idx="75"/>
          </p:nvPr>
        </p:nvSpPr>
        <p:spPr/>
        <p:txBody>
          <a:bodyPr/>
          <a:lstStyle/>
          <a:p>
            <a:r>
              <a:rPr lang="en-US" altLang="ko-KR" dirty="0"/>
              <a:t>I</a:t>
            </a:r>
            <a:endParaRPr lang="ko-KR" altLang="en-US" dirty="0"/>
          </a:p>
        </p:txBody>
      </p:sp>
      <p:sp>
        <p:nvSpPr>
          <p:cNvPr id="26" name="텍스트 개체 틀 25"/>
          <p:cNvSpPr>
            <a:spLocks noGrp="1"/>
          </p:cNvSpPr>
          <p:nvPr>
            <p:ph type="body" sz="quarter" idx="76"/>
          </p:nvPr>
        </p:nvSpPr>
        <p:spPr/>
        <p:txBody>
          <a:bodyPr/>
          <a:lstStyle/>
          <a:p>
            <a:r>
              <a:rPr lang="en-US" altLang="ko-KR" dirty="0"/>
              <a:t>E</a:t>
            </a:r>
            <a:endParaRPr lang="ko-KR" altLang="en-US" dirty="0"/>
          </a:p>
        </p:txBody>
      </p:sp>
      <p:sp>
        <p:nvSpPr>
          <p:cNvPr id="27" name="텍스트 개체 틀 26"/>
          <p:cNvSpPr>
            <a:spLocks noGrp="1"/>
          </p:cNvSpPr>
          <p:nvPr>
            <p:ph type="body" sz="quarter" idx="77"/>
          </p:nvPr>
        </p:nvSpPr>
        <p:spPr/>
        <p:txBody>
          <a:bodyPr/>
          <a:lstStyle/>
          <a:p>
            <a:r>
              <a:rPr lang="en-US" altLang="ko-KR" dirty="0"/>
              <a:t>F</a:t>
            </a:r>
            <a:endParaRPr lang="ko-KR" altLang="en-US" dirty="0"/>
          </a:p>
        </p:txBody>
      </p:sp>
      <p:sp>
        <p:nvSpPr>
          <p:cNvPr id="28" name="텍스트 개체 틀 27"/>
          <p:cNvSpPr>
            <a:spLocks noGrp="1"/>
          </p:cNvSpPr>
          <p:nvPr>
            <p:ph type="body" sz="quarter" idx="78"/>
          </p:nvPr>
        </p:nvSpPr>
        <p:spPr/>
        <p:txBody>
          <a:bodyPr/>
          <a:lstStyle/>
          <a:p>
            <a:r>
              <a:rPr lang="en-US" altLang="ko-KR" dirty="0"/>
              <a:t>T</a:t>
            </a:r>
            <a:endParaRPr lang="ko-KR" altLang="en-US" dirty="0"/>
          </a:p>
        </p:txBody>
      </p:sp>
      <p:sp>
        <p:nvSpPr>
          <p:cNvPr id="29" name="텍스트 개체 틀 28"/>
          <p:cNvSpPr>
            <a:spLocks noGrp="1"/>
          </p:cNvSpPr>
          <p:nvPr>
            <p:ph type="body" sz="quarter" idx="79"/>
          </p:nvPr>
        </p:nvSpPr>
        <p:spPr/>
        <p:txBody>
          <a:bodyPr/>
          <a:lstStyle/>
          <a:p>
            <a:r>
              <a:rPr lang="en-US" altLang="ko-KR" dirty="0"/>
              <a:t>I</a:t>
            </a:r>
            <a:endParaRPr lang="ko-KR" altLang="en-US" dirty="0"/>
          </a:p>
        </p:txBody>
      </p:sp>
      <p:sp>
        <p:nvSpPr>
          <p:cNvPr id="30" name="텍스트 개체 틀 29"/>
          <p:cNvSpPr>
            <a:spLocks noGrp="1"/>
          </p:cNvSpPr>
          <p:nvPr>
            <p:ph type="body" sz="quarter" idx="80"/>
          </p:nvPr>
        </p:nvSpPr>
        <p:spPr/>
        <p:txBody>
          <a:bodyPr/>
          <a:lstStyle/>
          <a:p>
            <a:r>
              <a:rPr lang="en-US" altLang="ko-KR" dirty="0"/>
              <a:t>E</a:t>
            </a:r>
            <a:endParaRPr lang="ko-KR" altLang="en-US" dirty="0"/>
          </a:p>
        </p:txBody>
      </p:sp>
      <p:sp>
        <p:nvSpPr>
          <p:cNvPr id="31" name="텍스트 개체 틀 30"/>
          <p:cNvSpPr>
            <a:spLocks noGrp="1"/>
          </p:cNvSpPr>
          <p:nvPr>
            <p:ph type="body" sz="quarter" idx="81"/>
          </p:nvPr>
        </p:nvSpPr>
        <p:spPr/>
        <p:txBody>
          <a:bodyPr/>
          <a:lstStyle/>
          <a:p>
            <a:r>
              <a:rPr lang="en-US" altLang="ko-KR" dirty="0"/>
              <a:t>F</a:t>
            </a:r>
            <a:endParaRPr lang="ko-KR" altLang="en-US" dirty="0"/>
          </a:p>
        </p:txBody>
      </p:sp>
      <p:sp>
        <p:nvSpPr>
          <p:cNvPr id="32" name="텍스트 개체 틀 31"/>
          <p:cNvSpPr>
            <a:spLocks noGrp="1"/>
          </p:cNvSpPr>
          <p:nvPr>
            <p:ph type="body" sz="quarter" idx="82"/>
          </p:nvPr>
        </p:nvSpPr>
        <p:spPr/>
        <p:txBody>
          <a:bodyPr/>
          <a:lstStyle/>
          <a:p>
            <a:r>
              <a:rPr lang="en-US" altLang="ko-KR" dirty="0"/>
              <a:t>T</a:t>
            </a:r>
            <a:endParaRPr lang="ko-KR" altLang="en-US" dirty="0"/>
          </a:p>
        </p:txBody>
      </p:sp>
      <p:sp>
        <p:nvSpPr>
          <p:cNvPr id="33" name="텍스트 개체 틀 32"/>
          <p:cNvSpPr>
            <a:spLocks noGrp="1"/>
          </p:cNvSpPr>
          <p:nvPr>
            <p:ph type="body" sz="quarter" idx="83"/>
          </p:nvPr>
        </p:nvSpPr>
        <p:spPr/>
        <p:txBody>
          <a:bodyPr/>
          <a:lstStyle/>
          <a:p>
            <a:r>
              <a:rPr lang="en-US" altLang="ko-KR" dirty="0"/>
              <a:t>I</a:t>
            </a:r>
            <a:endParaRPr lang="ko-KR" altLang="en-US" dirty="0"/>
          </a:p>
        </p:txBody>
      </p:sp>
      <p:sp>
        <p:nvSpPr>
          <p:cNvPr id="34" name="텍스트 개체 틀 33"/>
          <p:cNvSpPr>
            <a:spLocks noGrp="1"/>
          </p:cNvSpPr>
          <p:nvPr>
            <p:ph type="body" sz="quarter" idx="84"/>
          </p:nvPr>
        </p:nvSpPr>
        <p:spPr/>
        <p:txBody>
          <a:bodyPr/>
          <a:lstStyle/>
          <a:p>
            <a:r>
              <a:rPr lang="en-US" altLang="ko-KR" dirty="0"/>
              <a:t>E</a:t>
            </a:r>
            <a:endParaRPr lang="ko-KR" altLang="en-US" dirty="0"/>
          </a:p>
        </p:txBody>
      </p:sp>
    </p:spTree>
    <p:extLst>
      <p:ext uri="{BB962C8B-B14F-4D97-AF65-F5344CB8AC3E}">
        <p14:creationId xmlns:p14="http://schemas.microsoft.com/office/powerpoint/2010/main" val="4228486159"/>
      </p:ext>
    </p:extLst>
  </p:cSld>
  <p:clrMapOvr>
    <a:masterClrMapping/>
  </p:clrMapOvr>
  <p:transition spd="med">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그림 개체 틀 71"/>
          <p:cNvSpPr>
            <a:spLocks noGrp="1"/>
          </p:cNvSpPr>
          <p:nvPr>
            <p:ph type="pic" sz="quarter" idx="10"/>
          </p:nvPr>
        </p:nvSpPr>
        <p:spPr/>
      </p:sp>
      <p:sp>
        <p:nvSpPr>
          <p:cNvPr id="35" name="제목 34"/>
          <p:cNvSpPr>
            <a:spLocks noGrp="1"/>
          </p:cNvSpPr>
          <p:nvPr>
            <p:ph type="title"/>
          </p:nvPr>
        </p:nvSpPr>
        <p:spPr/>
        <p:txBody>
          <a:bodyPr/>
          <a:lstStyle/>
          <a:p>
            <a:r>
              <a:rPr lang="en-US" altLang="ko-KR" dirty="0"/>
              <a:t>Our Team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Type 2</a:t>
            </a:r>
            <a:endParaRPr lang="ko-KR" altLang="en-US" dirty="0"/>
          </a:p>
        </p:txBody>
      </p:sp>
      <p:sp>
        <p:nvSpPr>
          <p:cNvPr id="73" name="그림 개체 틀 72"/>
          <p:cNvSpPr>
            <a:spLocks noGrp="1"/>
          </p:cNvSpPr>
          <p:nvPr>
            <p:ph type="pic" sz="quarter" idx="85"/>
          </p:nvPr>
        </p:nvSpPr>
        <p:spPr/>
      </p:sp>
      <p:sp>
        <p:nvSpPr>
          <p:cNvPr id="74" name="그림 개체 틀 73"/>
          <p:cNvSpPr>
            <a:spLocks noGrp="1"/>
          </p:cNvSpPr>
          <p:nvPr>
            <p:ph type="pic" sz="quarter" idx="86"/>
          </p:nvPr>
        </p:nvSpPr>
        <p:spPr/>
      </p:sp>
      <p:sp>
        <p:nvSpPr>
          <p:cNvPr id="75" name="그림 개체 틀 74"/>
          <p:cNvSpPr>
            <a:spLocks noGrp="1"/>
          </p:cNvSpPr>
          <p:nvPr>
            <p:ph type="pic" sz="quarter" idx="87"/>
          </p:nvPr>
        </p:nvSpPr>
        <p:spPr/>
      </p:sp>
      <p:sp>
        <p:nvSpPr>
          <p:cNvPr id="38" name="텍스트 개체 틀 37"/>
          <p:cNvSpPr>
            <a:spLocks noGrp="1"/>
          </p:cNvSpPr>
          <p:nvPr>
            <p:ph type="body" sz="quarter" idx="15"/>
          </p:nvPr>
        </p:nvSpPr>
        <p:spPr>
          <a:prstGeom prst="rect">
            <a:avLst/>
          </a:prstGeom>
        </p:spPr>
        <p:txBody>
          <a:bodyPr/>
          <a:lstStyle/>
          <a:p>
            <a:pPr lvl="0"/>
            <a:r>
              <a:rPr lang="en-US" altLang="ko-KR" dirty="0"/>
              <a:t>(Creative Director)</a:t>
            </a:r>
          </a:p>
        </p:txBody>
      </p:sp>
      <p:sp>
        <p:nvSpPr>
          <p:cNvPr id="37" name="텍스트 개체 틀 36"/>
          <p:cNvSpPr>
            <a:spLocks noGrp="1"/>
          </p:cNvSpPr>
          <p:nvPr>
            <p:ph type="body" sz="quarter" idx="14"/>
          </p:nvPr>
        </p:nvSpPr>
        <p:spPr>
          <a:prstGeom prst="rect">
            <a:avLst/>
          </a:prstGeom>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39" name="텍스트 개체 틀 38"/>
          <p:cNvSpPr>
            <a:spLocks noGrp="1"/>
          </p:cNvSpPr>
          <p:nvPr>
            <p:ph type="body" sz="quarter" idx="16"/>
          </p:nvPr>
        </p:nvSpPr>
        <p:spPr>
          <a:prstGeom prst="rect">
            <a:avLst/>
          </a:prstGeom>
        </p:spPr>
        <p:txBody>
          <a:bodyPr/>
          <a:lstStyle/>
          <a:p>
            <a:pPr lvl="0" defTabSz="914400">
              <a:buClr>
                <a:schemeClr val="bg2"/>
              </a:buClr>
              <a:defRPr/>
            </a:pPr>
            <a:r>
              <a:rPr lang="pt-BR" altLang="ko-KR" dirty="0"/>
              <a:t>In vel mi sit amen aug ue congue elementum. Morbi in ipsum sit ame t </a:t>
            </a:r>
          </a:p>
          <a:p>
            <a:pPr lvl="0" defTabSz="914400">
              <a:buClr>
                <a:schemeClr val="bg2"/>
              </a:buClr>
              <a:defRPr/>
            </a:pPr>
            <a:r>
              <a:rPr lang="pt-BR" altLang="ko-KR" dirty="0"/>
              <a:t>pede facilisis laoreet. Donec lacus nunc, vive rra nec, blandit vel, egestas et, </a:t>
            </a:r>
          </a:p>
          <a:p>
            <a:pPr lvl="0" defTabSz="914400">
              <a:buClr>
                <a:schemeClr val="bg2"/>
              </a:buClr>
              <a:defRPr/>
            </a:pPr>
            <a:r>
              <a:rPr lang="pt-BR" altLang="ko-KR" dirty="0"/>
              <a:t>augue. Vestibul um tincidunt malesuada tellus. Ut ultrices ultr aces enim. </a:t>
            </a:r>
          </a:p>
          <a:p>
            <a:endParaRPr lang="ko-KR" altLang="en-US" dirty="0"/>
          </a:p>
        </p:txBody>
      </p:sp>
      <p:sp>
        <p:nvSpPr>
          <p:cNvPr id="40" name="텍스트 개체 틀 39"/>
          <p:cNvSpPr>
            <a:spLocks noGrp="1"/>
          </p:cNvSpPr>
          <p:nvPr>
            <p:ph type="body" sz="quarter" idx="24"/>
          </p:nvPr>
        </p:nvSpPr>
        <p:spPr>
          <a:prstGeom prst="rect">
            <a:avLst/>
          </a:prstGeom>
        </p:spPr>
        <p:txBody>
          <a:bodyPr/>
          <a:lstStyle/>
          <a:p>
            <a:pPr lvl="0" defTabSz="914400">
              <a:defRPr/>
            </a:pPr>
            <a:r>
              <a:rPr lang="en-US" altLang="ko-KR" dirty="0"/>
              <a:t>(Developer)</a:t>
            </a:r>
            <a:endParaRPr lang="ko-KR" altLang="en-US" dirty="0"/>
          </a:p>
        </p:txBody>
      </p:sp>
      <p:sp>
        <p:nvSpPr>
          <p:cNvPr id="41" name="텍스트 개체 틀 40"/>
          <p:cNvSpPr>
            <a:spLocks noGrp="1"/>
          </p:cNvSpPr>
          <p:nvPr>
            <p:ph type="body" sz="quarter" idx="25"/>
          </p:nvPr>
        </p:nvSpPr>
        <p:spPr>
          <a:prstGeom prst="rect">
            <a:avLst/>
          </a:prstGeom>
        </p:spPr>
        <p:txBody>
          <a:bodyPr/>
          <a:lstStyle/>
          <a:p>
            <a:pPr lvl="0"/>
            <a:r>
              <a:rPr lang="en-US" altLang="ko-KR" dirty="0" err="1"/>
              <a:t>Lorem</a:t>
            </a:r>
            <a:r>
              <a:rPr lang="en-US" altLang="ko-KR" dirty="0"/>
              <a:t> </a:t>
            </a:r>
            <a:r>
              <a:rPr lang="en-US" altLang="ko-KR" dirty="0" err="1"/>
              <a:t>Ipsum</a:t>
            </a:r>
            <a:endParaRPr lang="ko-KR" altLang="en-US" dirty="0"/>
          </a:p>
        </p:txBody>
      </p:sp>
      <p:sp>
        <p:nvSpPr>
          <p:cNvPr id="42" name="텍스트 개체 틀 41"/>
          <p:cNvSpPr>
            <a:spLocks noGrp="1"/>
          </p:cNvSpPr>
          <p:nvPr>
            <p:ph type="body" sz="quarter" idx="26"/>
          </p:nvPr>
        </p:nvSpPr>
        <p:spPr>
          <a:prstGeom prst="rect">
            <a:avLst/>
          </a:prstGeom>
        </p:spPr>
        <p:txBody>
          <a:bodyPr/>
          <a:lstStyle/>
          <a:p>
            <a:pPr lvl="0" defTabSz="914400">
              <a:buClr>
                <a:schemeClr val="bg2"/>
              </a:buClr>
              <a:defRPr/>
            </a:pPr>
            <a:r>
              <a:rPr lang="pt-BR" altLang="ko-KR" dirty="0"/>
              <a:t>In vel mi sit amen aug ue congue elementum. Morbi in ipsum sit ame t </a:t>
            </a:r>
          </a:p>
          <a:p>
            <a:pPr lvl="0" defTabSz="914400">
              <a:buClr>
                <a:schemeClr val="bg2"/>
              </a:buClr>
              <a:defRPr/>
            </a:pPr>
            <a:r>
              <a:rPr lang="pt-BR" altLang="ko-KR" dirty="0"/>
              <a:t>pede facilisis laoreet. Donec lacus nunc, vive rra nec, blandit vel, egestas et, </a:t>
            </a:r>
          </a:p>
          <a:p>
            <a:pPr lvl="0" defTabSz="914400">
              <a:buClr>
                <a:schemeClr val="bg2"/>
              </a:buClr>
              <a:defRPr/>
            </a:pPr>
            <a:r>
              <a:rPr lang="pt-BR" altLang="ko-KR" dirty="0"/>
              <a:t>augue. Vestibul um tincidunt malesuada tellus. Ut ultrices ultr aces enim. </a:t>
            </a:r>
          </a:p>
          <a:p>
            <a:endParaRPr lang="ko-KR" altLang="en-US" dirty="0"/>
          </a:p>
        </p:txBody>
      </p:sp>
      <p:sp>
        <p:nvSpPr>
          <p:cNvPr id="43" name="텍스트 개체 틀 42"/>
          <p:cNvSpPr>
            <a:spLocks noGrp="1"/>
          </p:cNvSpPr>
          <p:nvPr>
            <p:ph type="body" sz="quarter" idx="27"/>
          </p:nvPr>
        </p:nvSpPr>
        <p:spPr>
          <a:prstGeom prst="rect">
            <a:avLst/>
          </a:prstGeom>
        </p:spPr>
        <p:txBody>
          <a:bodyPr/>
          <a:lstStyle/>
          <a:p>
            <a:pPr lvl="0" defTabSz="914400">
              <a:defRPr/>
            </a:pPr>
            <a:r>
              <a:rPr lang="en-US" altLang="ko-KR" dirty="0"/>
              <a:t>(SEO Expert)</a:t>
            </a:r>
            <a:endParaRPr lang="ko-KR" altLang="en-US" dirty="0"/>
          </a:p>
        </p:txBody>
      </p:sp>
      <p:sp>
        <p:nvSpPr>
          <p:cNvPr id="44" name="텍스트 개체 틀 43"/>
          <p:cNvSpPr>
            <a:spLocks noGrp="1"/>
          </p:cNvSpPr>
          <p:nvPr>
            <p:ph type="body" sz="quarter" idx="28"/>
          </p:nvPr>
        </p:nvSpPr>
        <p:spPr>
          <a:prstGeom prst="rect">
            <a:avLst/>
          </a:prstGeom>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45" name="텍스트 개체 틀 44"/>
          <p:cNvSpPr>
            <a:spLocks noGrp="1"/>
          </p:cNvSpPr>
          <p:nvPr>
            <p:ph type="body" sz="quarter" idx="29"/>
          </p:nvPr>
        </p:nvSpPr>
        <p:spPr>
          <a:prstGeom prst="rect">
            <a:avLst/>
          </a:prstGeom>
        </p:spPr>
        <p:txBody>
          <a:bodyPr/>
          <a:lstStyle/>
          <a:p>
            <a:pPr lvl="0" defTabSz="914400">
              <a:buClr>
                <a:schemeClr val="bg2"/>
              </a:buClr>
              <a:defRPr/>
            </a:pPr>
            <a:r>
              <a:rPr lang="pt-BR" altLang="ko-KR" dirty="0"/>
              <a:t>In vel mi sit amen aug ue congue elementum. Morbi in ipsum sit ame t </a:t>
            </a:r>
          </a:p>
          <a:p>
            <a:pPr lvl="0" defTabSz="914400">
              <a:buClr>
                <a:schemeClr val="bg2"/>
              </a:buClr>
              <a:defRPr/>
            </a:pPr>
            <a:r>
              <a:rPr lang="pt-BR" altLang="ko-KR" dirty="0"/>
              <a:t>pede facilisis laoreet. Donec lacus nunc, vive rra nec, blandit vel, egestas et, </a:t>
            </a:r>
          </a:p>
          <a:p>
            <a:pPr lvl="0" defTabSz="914400">
              <a:buClr>
                <a:schemeClr val="bg2"/>
              </a:buClr>
              <a:defRPr/>
            </a:pPr>
            <a:r>
              <a:rPr lang="pt-BR" altLang="ko-KR" dirty="0"/>
              <a:t>augue. Vestibul um tincidunt malesuada tellus. Ut ultrices ultr aces enim. </a:t>
            </a:r>
          </a:p>
          <a:p>
            <a:endParaRPr lang="ko-KR" altLang="en-US" dirty="0"/>
          </a:p>
        </p:txBody>
      </p:sp>
      <p:sp>
        <p:nvSpPr>
          <p:cNvPr id="46" name="텍스트 개체 틀 45"/>
          <p:cNvSpPr>
            <a:spLocks noGrp="1"/>
          </p:cNvSpPr>
          <p:nvPr>
            <p:ph type="body" sz="quarter" idx="42"/>
          </p:nvPr>
        </p:nvSpPr>
        <p:spPr>
          <a:prstGeom prst="rect">
            <a:avLst/>
          </a:prstGeom>
        </p:spPr>
        <p:txBody>
          <a:bodyPr/>
          <a:lstStyle/>
          <a:p>
            <a:pPr lvl="0"/>
            <a:r>
              <a:rPr lang="en-US" altLang="ko-KR" dirty="0" err="1"/>
              <a:t>Lorem</a:t>
            </a:r>
            <a:r>
              <a:rPr lang="en-US" altLang="ko-KR" dirty="0"/>
              <a:t> </a:t>
            </a:r>
            <a:r>
              <a:rPr lang="en-US" altLang="ko-KR" dirty="0" err="1"/>
              <a:t>Ipsum</a:t>
            </a:r>
            <a:endParaRPr lang="ko-KR" altLang="en-US" dirty="0"/>
          </a:p>
        </p:txBody>
      </p:sp>
      <p:sp>
        <p:nvSpPr>
          <p:cNvPr id="47" name="텍스트 개체 틀 46"/>
          <p:cNvSpPr>
            <a:spLocks noGrp="1"/>
          </p:cNvSpPr>
          <p:nvPr>
            <p:ph type="body" sz="quarter" idx="43"/>
          </p:nvPr>
        </p:nvSpPr>
        <p:spPr>
          <a:prstGeom prst="rect">
            <a:avLst/>
          </a:prstGeom>
        </p:spPr>
        <p:txBody>
          <a:bodyPr/>
          <a:lstStyle/>
          <a:p>
            <a:pPr lvl="0"/>
            <a:r>
              <a:rPr lang="en-US" altLang="ko-KR" dirty="0"/>
              <a:t>(Senior Designer)</a:t>
            </a:r>
            <a:endParaRPr lang="ko-KR" altLang="en-US" dirty="0"/>
          </a:p>
        </p:txBody>
      </p:sp>
      <p:sp>
        <p:nvSpPr>
          <p:cNvPr id="48" name="텍스트 개체 틀 47"/>
          <p:cNvSpPr>
            <a:spLocks noGrp="1"/>
          </p:cNvSpPr>
          <p:nvPr>
            <p:ph type="body" sz="quarter" idx="44"/>
          </p:nvPr>
        </p:nvSpPr>
        <p:spPr>
          <a:prstGeom prst="rect">
            <a:avLst/>
          </a:prstGeom>
        </p:spPr>
        <p:txBody>
          <a:bodyPr/>
          <a:lstStyle/>
          <a:p>
            <a:pPr lvl="0" defTabSz="914400">
              <a:buClr>
                <a:schemeClr val="bg2"/>
              </a:buClr>
              <a:defRPr/>
            </a:pPr>
            <a:r>
              <a:rPr lang="pt-BR" altLang="ko-KR" dirty="0"/>
              <a:t>In vel mi sit amen aug ue congue elementum. Morbi in ipsum sit ame t </a:t>
            </a:r>
          </a:p>
          <a:p>
            <a:pPr lvl="0" defTabSz="914400">
              <a:buClr>
                <a:schemeClr val="bg2"/>
              </a:buClr>
              <a:defRPr/>
            </a:pPr>
            <a:r>
              <a:rPr lang="pt-BR" altLang="ko-KR" dirty="0"/>
              <a:t>pede facilisis laoreet. Donec lacus nunc, vive rra nec, blandit vel, egestas et, </a:t>
            </a:r>
          </a:p>
          <a:p>
            <a:pPr lvl="0" defTabSz="914400">
              <a:buClr>
                <a:schemeClr val="bg2"/>
              </a:buClr>
              <a:defRPr/>
            </a:pPr>
            <a:r>
              <a:rPr lang="pt-BR" altLang="ko-KR" dirty="0"/>
              <a:t>augue. Vestibul um tincidunt malesuada tellus. Ut ultrices ultr aces enim. </a:t>
            </a:r>
          </a:p>
          <a:p>
            <a:endParaRPr lang="ko-KR" altLang="en-US" dirty="0"/>
          </a:p>
        </p:txBody>
      </p:sp>
      <p:sp>
        <p:nvSpPr>
          <p:cNvPr id="49" name="텍스트 개체 틀 48"/>
          <p:cNvSpPr>
            <a:spLocks noGrp="1"/>
          </p:cNvSpPr>
          <p:nvPr>
            <p:ph type="body" sz="quarter" idx="69"/>
          </p:nvPr>
        </p:nvSpPr>
        <p:spPr>
          <a:prstGeom prst="rect">
            <a:avLst/>
          </a:prstGeom>
        </p:spPr>
        <p:txBody>
          <a:bodyPr/>
          <a:lstStyle/>
          <a:p>
            <a:r>
              <a:rPr lang="en-US" altLang="ko-KR" dirty="0"/>
              <a:t>F</a:t>
            </a:r>
            <a:endParaRPr lang="ko-KR" altLang="en-US" dirty="0"/>
          </a:p>
        </p:txBody>
      </p:sp>
      <p:sp>
        <p:nvSpPr>
          <p:cNvPr id="50" name="텍스트 개체 틀 49"/>
          <p:cNvSpPr>
            <a:spLocks noGrp="1"/>
          </p:cNvSpPr>
          <p:nvPr>
            <p:ph type="body" sz="quarter" idx="70"/>
          </p:nvPr>
        </p:nvSpPr>
        <p:spPr>
          <a:prstGeom prst="rect">
            <a:avLst/>
          </a:prstGeom>
        </p:spPr>
        <p:txBody>
          <a:bodyPr/>
          <a:lstStyle/>
          <a:p>
            <a:r>
              <a:rPr lang="en-US" altLang="ko-KR" dirty="0"/>
              <a:t>T</a:t>
            </a:r>
            <a:endParaRPr lang="ko-KR" altLang="en-US" dirty="0"/>
          </a:p>
        </p:txBody>
      </p:sp>
      <p:sp>
        <p:nvSpPr>
          <p:cNvPr id="51" name="텍스트 개체 틀 50"/>
          <p:cNvSpPr>
            <a:spLocks noGrp="1"/>
          </p:cNvSpPr>
          <p:nvPr>
            <p:ph type="body" sz="quarter" idx="71"/>
          </p:nvPr>
        </p:nvSpPr>
        <p:spPr>
          <a:prstGeom prst="rect">
            <a:avLst/>
          </a:prstGeom>
        </p:spPr>
        <p:txBody>
          <a:bodyPr/>
          <a:lstStyle/>
          <a:p>
            <a:r>
              <a:rPr lang="en-US" altLang="ko-KR" dirty="0"/>
              <a:t>I</a:t>
            </a:r>
            <a:endParaRPr lang="ko-KR" altLang="en-US" dirty="0"/>
          </a:p>
        </p:txBody>
      </p:sp>
      <p:sp>
        <p:nvSpPr>
          <p:cNvPr id="52" name="텍스트 개체 틀 51"/>
          <p:cNvSpPr>
            <a:spLocks noGrp="1"/>
          </p:cNvSpPr>
          <p:nvPr>
            <p:ph type="body" sz="quarter" idx="72"/>
          </p:nvPr>
        </p:nvSpPr>
        <p:spPr>
          <a:prstGeom prst="rect">
            <a:avLst/>
          </a:prstGeom>
        </p:spPr>
        <p:txBody>
          <a:bodyPr/>
          <a:lstStyle/>
          <a:p>
            <a:r>
              <a:rPr lang="en-US" altLang="ko-KR" dirty="0"/>
              <a:t>E</a:t>
            </a:r>
            <a:endParaRPr lang="ko-KR" altLang="en-US" dirty="0"/>
          </a:p>
        </p:txBody>
      </p:sp>
      <p:sp>
        <p:nvSpPr>
          <p:cNvPr id="53" name="텍스트 개체 틀 52"/>
          <p:cNvSpPr>
            <a:spLocks noGrp="1"/>
          </p:cNvSpPr>
          <p:nvPr>
            <p:ph type="body" sz="quarter" idx="73"/>
          </p:nvPr>
        </p:nvSpPr>
        <p:spPr>
          <a:prstGeom prst="rect">
            <a:avLst/>
          </a:prstGeom>
        </p:spPr>
        <p:txBody>
          <a:bodyPr/>
          <a:lstStyle/>
          <a:p>
            <a:r>
              <a:rPr lang="en-US" altLang="ko-KR" dirty="0"/>
              <a:t>F</a:t>
            </a:r>
            <a:endParaRPr lang="ko-KR" altLang="en-US" dirty="0"/>
          </a:p>
        </p:txBody>
      </p:sp>
      <p:sp>
        <p:nvSpPr>
          <p:cNvPr id="54" name="텍스트 개체 틀 53"/>
          <p:cNvSpPr>
            <a:spLocks noGrp="1"/>
          </p:cNvSpPr>
          <p:nvPr>
            <p:ph type="body" sz="quarter" idx="74"/>
          </p:nvPr>
        </p:nvSpPr>
        <p:spPr>
          <a:prstGeom prst="rect">
            <a:avLst/>
          </a:prstGeom>
        </p:spPr>
        <p:txBody>
          <a:bodyPr/>
          <a:lstStyle/>
          <a:p>
            <a:r>
              <a:rPr lang="en-US" altLang="ko-KR" dirty="0"/>
              <a:t>T</a:t>
            </a:r>
            <a:endParaRPr lang="ko-KR" altLang="en-US" dirty="0"/>
          </a:p>
        </p:txBody>
      </p:sp>
      <p:sp>
        <p:nvSpPr>
          <p:cNvPr id="55" name="텍스트 개체 틀 54"/>
          <p:cNvSpPr>
            <a:spLocks noGrp="1"/>
          </p:cNvSpPr>
          <p:nvPr>
            <p:ph type="body" sz="quarter" idx="75"/>
          </p:nvPr>
        </p:nvSpPr>
        <p:spPr>
          <a:prstGeom prst="rect">
            <a:avLst/>
          </a:prstGeom>
        </p:spPr>
        <p:txBody>
          <a:bodyPr/>
          <a:lstStyle/>
          <a:p>
            <a:r>
              <a:rPr lang="en-US" altLang="ko-KR" dirty="0"/>
              <a:t>I</a:t>
            </a:r>
            <a:endParaRPr lang="ko-KR" altLang="en-US" dirty="0"/>
          </a:p>
        </p:txBody>
      </p:sp>
      <p:sp>
        <p:nvSpPr>
          <p:cNvPr id="56" name="텍스트 개체 틀 55"/>
          <p:cNvSpPr>
            <a:spLocks noGrp="1"/>
          </p:cNvSpPr>
          <p:nvPr>
            <p:ph type="body" sz="quarter" idx="76"/>
          </p:nvPr>
        </p:nvSpPr>
        <p:spPr>
          <a:prstGeom prst="rect">
            <a:avLst/>
          </a:prstGeom>
        </p:spPr>
        <p:txBody>
          <a:bodyPr/>
          <a:lstStyle/>
          <a:p>
            <a:r>
              <a:rPr lang="en-US" altLang="ko-KR" dirty="0"/>
              <a:t>E</a:t>
            </a:r>
            <a:endParaRPr lang="ko-KR" altLang="en-US" dirty="0"/>
          </a:p>
        </p:txBody>
      </p:sp>
      <p:sp>
        <p:nvSpPr>
          <p:cNvPr id="57" name="텍스트 개체 틀 56"/>
          <p:cNvSpPr>
            <a:spLocks noGrp="1"/>
          </p:cNvSpPr>
          <p:nvPr>
            <p:ph type="body" sz="quarter" idx="77"/>
          </p:nvPr>
        </p:nvSpPr>
        <p:spPr>
          <a:prstGeom prst="rect">
            <a:avLst/>
          </a:prstGeom>
        </p:spPr>
        <p:txBody>
          <a:bodyPr/>
          <a:lstStyle/>
          <a:p>
            <a:r>
              <a:rPr lang="en-US" altLang="ko-KR" dirty="0"/>
              <a:t>F</a:t>
            </a:r>
            <a:endParaRPr lang="ko-KR" altLang="en-US" dirty="0"/>
          </a:p>
        </p:txBody>
      </p:sp>
      <p:sp>
        <p:nvSpPr>
          <p:cNvPr id="58" name="텍스트 개체 틀 57"/>
          <p:cNvSpPr>
            <a:spLocks noGrp="1"/>
          </p:cNvSpPr>
          <p:nvPr>
            <p:ph type="body" sz="quarter" idx="78"/>
          </p:nvPr>
        </p:nvSpPr>
        <p:spPr>
          <a:prstGeom prst="rect">
            <a:avLst/>
          </a:prstGeom>
        </p:spPr>
        <p:txBody>
          <a:bodyPr/>
          <a:lstStyle/>
          <a:p>
            <a:r>
              <a:rPr lang="en-US" altLang="ko-KR" dirty="0"/>
              <a:t>T</a:t>
            </a:r>
            <a:endParaRPr lang="ko-KR" altLang="en-US" dirty="0"/>
          </a:p>
        </p:txBody>
      </p:sp>
      <p:sp>
        <p:nvSpPr>
          <p:cNvPr id="59" name="텍스트 개체 틀 58"/>
          <p:cNvSpPr>
            <a:spLocks noGrp="1"/>
          </p:cNvSpPr>
          <p:nvPr>
            <p:ph type="body" sz="quarter" idx="79"/>
          </p:nvPr>
        </p:nvSpPr>
        <p:spPr>
          <a:prstGeom prst="rect">
            <a:avLst/>
          </a:prstGeom>
        </p:spPr>
        <p:txBody>
          <a:bodyPr/>
          <a:lstStyle/>
          <a:p>
            <a:r>
              <a:rPr lang="en-US" altLang="ko-KR" dirty="0"/>
              <a:t>I</a:t>
            </a:r>
            <a:endParaRPr lang="ko-KR" altLang="en-US" dirty="0"/>
          </a:p>
        </p:txBody>
      </p:sp>
      <p:sp>
        <p:nvSpPr>
          <p:cNvPr id="60" name="텍스트 개체 틀 59"/>
          <p:cNvSpPr>
            <a:spLocks noGrp="1"/>
          </p:cNvSpPr>
          <p:nvPr>
            <p:ph type="body" sz="quarter" idx="80"/>
          </p:nvPr>
        </p:nvSpPr>
        <p:spPr>
          <a:prstGeom prst="rect">
            <a:avLst/>
          </a:prstGeom>
        </p:spPr>
        <p:txBody>
          <a:bodyPr/>
          <a:lstStyle/>
          <a:p>
            <a:r>
              <a:rPr lang="en-US" altLang="ko-KR" dirty="0"/>
              <a:t>E</a:t>
            </a:r>
            <a:endParaRPr lang="ko-KR" altLang="en-US" dirty="0"/>
          </a:p>
        </p:txBody>
      </p:sp>
      <p:sp>
        <p:nvSpPr>
          <p:cNvPr id="61" name="텍스트 개체 틀 60"/>
          <p:cNvSpPr>
            <a:spLocks noGrp="1"/>
          </p:cNvSpPr>
          <p:nvPr>
            <p:ph type="body" sz="quarter" idx="81"/>
          </p:nvPr>
        </p:nvSpPr>
        <p:spPr>
          <a:prstGeom prst="rect">
            <a:avLst/>
          </a:prstGeom>
        </p:spPr>
        <p:txBody>
          <a:bodyPr/>
          <a:lstStyle/>
          <a:p>
            <a:r>
              <a:rPr lang="en-US" altLang="ko-KR" dirty="0"/>
              <a:t>F</a:t>
            </a:r>
            <a:endParaRPr lang="ko-KR" altLang="en-US" dirty="0"/>
          </a:p>
        </p:txBody>
      </p:sp>
      <p:sp>
        <p:nvSpPr>
          <p:cNvPr id="62" name="텍스트 개체 틀 61"/>
          <p:cNvSpPr>
            <a:spLocks noGrp="1"/>
          </p:cNvSpPr>
          <p:nvPr>
            <p:ph type="body" sz="quarter" idx="82"/>
          </p:nvPr>
        </p:nvSpPr>
        <p:spPr>
          <a:prstGeom prst="rect">
            <a:avLst/>
          </a:prstGeom>
        </p:spPr>
        <p:txBody>
          <a:bodyPr/>
          <a:lstStyle/>
          <a:p>
            <a:r>
              <a:rPr lang="en-US" altLang="ko-KR" dirty="0"/>
              <a:t>T</a:t>
            </a:r>
            <a:endParaRPr lang="ko-KR" altLang="en-US" dirty="0"/>
          </a:p>
        </p:txBody>
      </p:sp>
      <p:sp>
        <p:nvSpPr>
          <p:cNvPr id="63" name="텍스트 개체 틀 62"/>
          <p:cNvSpPr>
            <a:spLocks noGrp="1"/>
          </p:cNvSpPr>
          <p:nvPr>
            <p:ph type="body" sz="quarter" idx="83"/>
          </p:nvPr>
        </p:nvSpPr>
        <p:spPr>
          <a:prstGeom prst="rect">
            <a:avLst/>
          </a:prstGeom>
        </p:spPr>
        <p:txBody>
          <a:bodyPr/>
          <a:lstStyle/>
          <a:p>
            <a:r>
              <a:rPr lang="en-US" altLang="ko-KR" dirty="0"/>
              <a:t>I</a:t>
            </a:r>
            <a:endParaRPr lang="ko-KR" altLang="en-US" dirty="0"/>
          </a:p>
        </p:txBody>
      </p:sp>
      <p:sp>
        <p:nvSpPr>
          <p:cNvPr id="64" name="텍스트 개체 틀 63"/>
          <p:cNvSpPr>
            <a:spLocks noGrp="1"/>
          </p:cNvSpPr>
          <p:nvPr>
            <p:ph type="body" sz="quarter" idx="84"/>
          </p:nvPr>
        </p:nvSpPr>
        <p:spPr>
          <a:prstGeom prst="rect">
            <a:avLst/>
          </a:prstGeom>
        </p:spPr>
        <p:txBody>
          <a:bodyPr/>
          <a:lstStyle/>
          <a:p>
            <a:r>
              <a:rPr lang="en-US" altLang="ko-KR" dirty="0"/>
              <a:t>E</a:t>
            </a:r>
            <a:endParaRPr lang="ko-KR" altLang="en-US" dirty="0"/>
          </a:p>
        </p:txBody>
      </p:sp>
    </p:spTree>
    <p:extLst>
      <p:ext uri="{BB962C8B-B14F-4D97-AF65-F5344CB8AC3E}">
        <p14:creationId xmlns:p14="http://schemas.microsoft.com/office/powerpoint/2010/main" val="3925871711"/>
      </p:ext>
    </p:extLst>
  </p:cSld>
  <p:clrMapOvr>
    <a:masterClrMapping/>
  </p:clrMapOvr>
  <p:transition spd="med">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제목 34"/>
          <p:cNvSpPr>
            <a:spLocks noGrp="1"/>
          </p:cNvSpPr>
          <p:nvPr>
            <p:ph type="title"/>
          </p:nvPr>
        </p:nvSpPr>
        <p:spPr/>
        <p:txBody>
          <a:bodyPr/>
          <a:lstStyle/>
          <a:p>
            <a:r>
              <a:rPr lang="en-US" altLang="ko-KR" dirty="0"/>
              <a:t>Our Team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Type 3</a:t>
            </a:r>
            <a:endParaRPr lang="ko-KR" altLang="en-US" dirty="0"/>
          </a:p>
        </p:txBody>
      </p:sp>
      <p:sp>
        <p:nvSpPr>
          <p:cNvPr id="72" name="그림 개체 틀 71"/>
          <p:cNvSpPr>
            <a:spLocks noGrp="1"/>
          </p:cNvSpPr>
          <p:nvPr>
            <p:ph type="pic" sz="quarter" idx="10"/>
          </p:nvPr>
        </p:nvSpPr>
        <p:spPr/>
      </p:sp>
      <p:sp>
        <p:nvSpPr>
          <p:cNvPr id="38" name="텍스트 개체 틀 37"/>
          <p:cNvSpPr>
            <a:spLocks noGrp="1"/>
          </p:cNvSpPr>
          <p:nvPr>
            <p:ph type="body" sz="quarter" idx="15"/>
          </p:nvPr>
        </p:nvSpPr>
        <p:spPr/>
        <p:txBody>
          <a:bodyPr/>
          <a:lstStyle/>
          <a:p>
            <a:pPr lvl="0" defTabSz="914400">
              <a:defRPr/>
            </a:pPr>
            <a:r>
              <a:rPr lang="en-US" altLang="ko-KR" dirty="0"/>
              <a:t>(Creative </a:t>
            </a:r>
            <a:r>
              <a:rPr lang="en-US" altLang="ko-KR" dirty="0" err="1"/>
              <a:t>DIrector</a:t>
            </a:r>
            <a:r>
              <a:rPr lang="en-US" altLang="ko-KR" dirty="0"/>
              <a:t>)</a:t>
            </a:r>
            <a:endParaRPr lang="ko-KR" altLang="en-US" dirty="0"/>
          </a:p>
        </p:txBody>
      </p:sp>
      <p:sp>
        <p:nvSpPr>
          <p:cNvPr id="37" name="텍스트 개체 틀 36"/>
          <p:cNvSpPr>
            <a:spLocks noGrp="1"/>
          </p:cNvSpPr>
          <p:nvPr>
            <p:ph type="body" sz="quarter" idx="14"/>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39" name="텍스트 개체 틀 38"/>
          <p:cNvSpPr>
            <a:spLocks noGrp="1"/>
          </p:cNvSpPr>
          <p:nvPr>
            <p:ph type="body" sz="quarter" idx="16"/>
          </p:nvPr>
        </p:nvSpPr>
        <p:spPr/>
        <p:txBody>
          <a:bodyPr/>
          <a:lstStyle/>
          <a:p>
            <a:pPr lvl="0" defTabSz="914400">
              <a:buClr>
                <a:schemeClr val="bg2"/>
              </a:buClr>
              <a:defRPr/>
            </a:pPr>
            <a:r>
              <a:rPr lang="pt-BR" altLang="ko-KR" dirty="0"/>
              <a:t>In vel mi sit amen aug ue congue elemen tum. Morbi in ipsum sit ame tpede facilisis laoreet. Donec lacus nunc, vive rra nec, blandit vel, egestas et, augue. Vestibul um tincidunt malesuada tellus.</a:t>
            </a:r>
            <a:endParaRPr lang="ko-KR" altLang="en-US" dirty="0"/>
          </a:p>
        </p:txBody>
      </p:sp>
      <p:sp>
        <p:nvSpPr>
          <p:cNvPr id="40" name="텍스트 개체 틀 39"/>
          <p:cNvSpPr>
            <a:spLocks noGrp="1"/>
          </p:cNvSpPr>
          <p:nvPr>
            <p:ph type="body" sz="quarter" idx="69"/>
          </p:nvPr>
        </p:nvSpPr>
        <p:spPr/>
        <p:txBody>
          <a:bodyPr/>
          <a:lstStyle/>
          <a:p>
            <a:r>
              <a:rPr lang="en-US" altLang="ko-KR" dirty="0"/>
              <a:t>F</a:t>
            </a:r>
            <a:endParaRPr lang="ko-KR" altLang="en-US" dirty="0"/>
          </a:p>
        </p:txBody>
      </p:sp>
      <p:sp>
        <p:nvSpPr>
          <p:cNvPr id="41" name="텍스트 개체 틀 40"/>
          <p:cNvSpPr>
            <a:spLocks noGrp="1"/>
          </p:cNvSpPr>
          <p:nvPr>
            <p:ph type="body" sz="quarter" idx="70"/>
          </p:nvPr>
        </p:nvSpPr>
        <p:spPr/>
        <p:txBody>
          <a:bodyPr/>
          <a:lstStyle/>
          <a:p>
            <a:r>
              <a:rPr lang="en-US" altLang="ko-KR" dirty="0"/>
              <a:t>T</a:t>
            </a:r>
            <a:endParaRPr lang="ko-KR" altLang="en-US" dirty="0"/>
          </a:p>
        </p:txBody>
      </p:sp>
      <p:sp>
        <p:nvSpPr>
          <p:cNvPr id="42" name="텍스트 개체 틀 41"/>
          <p:cNvSpPr>
            <a:spLocks noGrp="1"/>
          </p:cNvSpPr>
          <p:nvPr>
            <p:ph type="body" sz="quarter" idx="71"/>
          </p:nvPr>
        </p:nvSpPr>
        <p:spPr/>
        <p:txBody>
          <a:bodyPr/>
          <a:lstStyle/>
          <a:p>
            <a:r>
              <a:rPr lang="en-US" altLang="ko-KR" dirty="0"/>
              <a:t>I</a:t>
            </a:r>
            <a:endParaRPr lang="ko-KR" altLang="en-US" dirty="0"/>
          </a:p>
        </p:txBody>
      </p:sp>
      <p:sp>
        <p:nvSpPr>
          <p:cNvPr id="43" name="텍스트 개체 틀 42"/>
          <p:cNvSpPr>
            <a:spLocks noGrp="1"/>
          </p:cNvSpPr>
          <p:nvPr>
            <p:ph type="body" sz="quarter" idx="72"/>
          </p:nvPr>
        </p:nvSpPr>
        <p:spPr/>
        <p:txBody>
          <a:bodyPr/>
          <a:lstStyle/>
          <a:p>
            <a:r>
              <a:rPr lang="en-US" altLang="ko-KR" dirty="0"/>
              <a:t>E</a:t>
            </a:r>
            <a:endParaRPr lang="ko-KR" altLang="en-US" dirty="0"/>
          </a:p>
        </p:txBody>
      </p:sp>
      <p:sp>
        <p:nvSpPr>
          <p:cNvPr id="73" name="그림 개체 틀 72"/>
          <p:cNvSpPr>
            <a:spLocks noGrp="1"/>
          </p:cNvSpPr>
          <p:nvPr>
            <p:ph type="pic" sz="quarter" idx="73"/>
          </p:nvPr>
        </p:nvSpPr>
        <p:spPr/>
      </p:sp>
      <p:sp>
        <p:nvSpPr>
          <p:cNvPr id="45" name="텍스트 개체 틀 44"/>
          <p:cNvSpPr>
            <a:spLocks noGrp="1"/>
          </p:cNvSpPr>
          <p:nvPr>
            <p:ph type="body" sz="quarter" idx="74"/>
          </p:nvPr>
        </p:nvSpPr>
        <p:spPr/>
        <p:txBody>
          <a:bodyPr/>
          <a:lstStyle/>
          <a:p>
            <a:pPr lvl="0"/>
            <a:r>
              <a:rPr lang="en-US" altLang="ko-KR" dirty="0"/>
              <a:t>(Senior Designer)</a:t>
            </a:r>
            <a:endParaRPr lang="ko-KR" altLang="en-US" dirty="0"/>
          </a:p>
        </p:txBody>
      </p:sp>
      <p:sp>
        <p:nvSpPr>
          <p:cNvPr id="46" name="텍스트 개체 틀 45"/>
          <p:cNvSpPr>
            <a:spLocks noGrp="1"/>
          </p:cNvSpPr>
          <p:nvPr>
            <p:ph type="body" sz="quarter" idx="75"/>
          </p:nvPr>
        </p:nvSpPr>
        <p:spPr/>
        <p:txBody>
          <a:bodyPr/>
          <a:lstStyle/>
          <a:p>
            <a:r>
              <a:rPr lang="en-US" altLang="ko-KR" dirty="0" err="1"/>
              <a:t>Lorem</a:t>
            </a:r>
            <a:r>
              <a:rPr lang="en-US" altLang="ko-KR" dirty="0"/>
              <a:t> </a:t>
            </a:r>
            <a:r>
              <a:rPr lang="en-US" altLang="ko-KR" dirty="0" err="1"/>
              <a:t>Ipsum</a:t>
            </a:r>
            <a:endParaRPr lang="en-US" altLang="ko-KR" dirty="0"/>
          </a:p>
        </p:txBody>
      </p:sp>
      <p:sp>
        <p:nvSpPr>
          <p:cNvPr id="47" name="텍스트 개체 틀 46"/>
          <p:cNvSpPr>
            <a:spLocks noGrp="1"/>
          </p:cNvSpPr>
          <p:nvPr>
            <p:ph type="body" sz="quarter" idx="76"/>
          </p:nvPr>
        </p:nvSpPr>
        <p:spPr/>
        <p:txBody>
          <a:bodyPr/>
          <a:lstStyle/>
          <a:p>
            <a:pPr lvl="0" defTabSz="914400">
              <a:buClr>
                <a:schemeClr val="bg2"/>
              </a:buClr>
              <a:defRPr/>
            </a:pPr>
            <a:r>
              <a:rPr lang="pt-BR" altLang="ko-KR" dirty="0"/>
              <a:t>In vel mi sit amen aug ue congue elemen tum. Morbi in ipsum sit ame tpede facilisis laoreet. Donec lacus nunc, vive rra nec, blandit vel, egestas et, augue. Vestibul um tincidunt malesuada tellus.</a:t>
            </a:r>
            <a:endParaRPr lang="ko-KR" altLang="en-US" dirty="0"/>
          </a:p>
        </p:txBody>
      </p:sp>
      <p:sp>
        <p:nvSpPr>
          <p:cNvPr id="48" name="텍스트 개체 틀 47"/>
          <p:cNvSpPr>
            <a:spLocks noGrp="1"/>
          </p:cNvSpPr>
          <p:nvPr>
            <p:ph type="body" sz="quarter" idx="77"/>
          </p:nvPr>
        </p:nvSpPr>
        <p:spPr/>
        <p:txBody>
          <a:bodyPr/>
          <a:lstStyle/>
          <a:p>
            <a:r>
              <a:rPr lang="en-US" altLang="ko-KR" dirty="0"/>
              <a:t>F</a:t>
            </a:r>
            <a:endParaRPr lang="ko-KR" altLang="en-US" dirty="0"/>
          </a:p>
        </p:txBody>
      </p:sp>
      <p:sp>
        <p:nvSpPr>
          <p:cNvPr id="49" name="텍스트 개체 틀 48"/>
          <p:cNvSpPr>
            <a:spLocks noGrp="1"/>
          </p:cNvSpPr>
          <p:nvPr>
            <p:ph type="body" sz="quarter" idx="78"/>
          </p:nvPr>
        </p:nvSpPr>
        <p:spPr/>
        <p:txBody>
          <a:bodyPr/>
          <a:lstStyle/>
          <a:p>
            <a:r>
              <a:rPr lang="en-US" altLang="ko-KR" dirty="0"/>
              <a:t>T</a:t>
            </a:r>
            <a:endParaRPr lang="ko-KR" altLang="en-US" dirty="0"/>
          </a:p>
        </p:txBody>
      </p:sp>
      <p:sp>
        <p:nvSpPr>
          <p:cNvPr id="50" name="텍스트 개체 틀 49"/>
          <p:cNvSpPr>
            <a:spLocks noGrp="1"/>
          </p:cNvSpPr>
          <p:nvPr>
            <p:ph type="body" sz="quarter" idx="79"/>
          </p:nvPr>
        </p:nvSpPr>
        <p:spPr/>
        <p:txBody>
          <a:bodyPr/>
          <a:lstStyle/>
          <a:p>
            <a:r>
              <a:rPr lang="en-US" altLang="ko-KR" dirty="0"/>
              <a:t>I</a:t>
            </a:r>
            <a:endParaRPr lang="ko-KR" altLang="en-US" dirty="0"/>
          </a:p>
        </p:txBody>
      </p:sp>
      <p:sp>
        <p:nvSpPr>
          <p:cNvPr id="51" name="텍스트 개체 틀 50"/>
          <p:cNvSpPr>
            <a:spLocks noGrp="1"/>
          </p:cNvSpPr>
          <p:nvPr>
            <p:ph type="body" sz="quarter" idx="80"/>
          </p:nvPr>
        </p:nvSpPr>
        <p:spPr/>
        <p:txBody>
          <a:bodyPr/>
          <a:lstStyle/>
          <a:p>
            <a:r>
              <a:rPr lang="en-US" altLang="ko-KR" dirty="0"/>
              <a:t>E</a:t>
            </a:r>
            <a:endParaRPr lang="ko-KR" altLang="en-US" dirty="0"/>
          </a:p>
        </p:txBody>
      </p:sp>
      <p:sp>
        <p:nvSpPr>
          <p:cNvPr id="74" name="그림 개체 틀 73"/>
          <p:cNvSpPr>
            <a:spLocks noGrp="1"/>
          </p:cNvSpPr>
          <p:nvPr>
            <p:ph type="pic" sz="quarter" idx="81"/>
          </p:nvPr>
        </p:nvSpPr>
        <p:spPr/>
      </p:sp>
      <p:sp>
        <p:nvSpPr>
          <p:cNvPr id="53" name="텍스트 개체 틀 52"/>
          <p:cNvSpPr>
            <a:spLocks noGrp="1"/>
          </p:cNvSpPr>
          <p:nvPr>
            <p:ph type="body" sz="quarter" idx="82"/>
          </p:nvPr>
        </p:nvSpPr>
        <p:spPr/>
        <p:txBody>
          <a:bodyPr/>
          <a:lstStyle/>
          <a:p>
            <a:pPr lvl="0" defTabSz="914400">
              <a:defRPr/>
            </a:pPr>
            <a:r>
              <a:rPr lang="en-US" altLang="ko-KR" dirty="0"/>
              <a:t>(Developer)</a:t>
            </a:r>
            <a:endParaRPr lang="ko-KR" altLang="en-US" dirty="0"/>
          </a:p>
        </p:txBody>
      </p:sp>
      <p:sp>
        <p:nvSpPr>
          <p:cNvPr id="54" name="텍스트 개체 틀 53"/>
          <p:cNvSpPr>
            <a:spLocks noGrp="1"/>
          </p:cNvSpPr>
          <p:nvPr>
            <p:ph type="body" sz="quarter" idx="83"/>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55" name="텍스트 개체 틀 54"/>
          <p:cNvSpPr>
            <a:spLocks noGrp="1"/>
          </p:cNvSpPr>
          <p:nvPr>
            <p:ph type="body" sz="quarter" idx="84"/>
          </p:nvPr>
        </p:nvSpPr>
        <p:spPr/>
        <p:txBody>
          <a:bodyPr/>
          <a:lstStyle/>
          <a:p>
            <a:pPr lvl="0" defTabSz="914400">
              <a:buClr>
                <a:schemeClr val="bg2"/>
              </a:buClr>
              <a:defRPr/>
            </a:pPr>
            <a:r>
              <a:rPr lang="pt-BR" altLang="ko-KR" dirty="0"/>
              <a:t>In vel mi sit amen aug ue congue elemen tum. Morbi in ipsum sit ame tpede facilisis laoreet. Donec lacus nunc, vive rra nec, blandit vel, egestas et, augue. Vestibul um tincidunt malesuada tellus.</a:t>
            </a:r>
            <a:endParaRPr lang="ko-KR" altLang="en-US" dirty="0"/>
          </a:p>
        </p:txBody>
      </p:sp>
      <p:sp>
        <p:nvSpPr>
          <p:cNvPr id="56" name="텍스트 개체 틀 55"/>
          <p:cNvSpPr>
            <a:spLocks noGrp="1"/>
          </p:cNvSpPr>
          <p:nvPr>
            <p:ph type="body" sz="quarter" idx="85"/>
          </p:nvPr>
        </p:nvSpPr>
        <p:spPr/>
        <p:txBody>
          <a:bodyPr/>
          <a:lstStyle/>
          <a:p>
            <a:r>
              <a:rPr lang="en-US" altLang="ko-KR" dirty="0"/>
              <a:t>F</a:t>
            </a:r>
            <a:endParaRPr lang="ko-KR" altLang="en-US" dirty="0"/>
          </a:p>
        </p:txBody>
      </p:sp>
      <p:sp>
        <p:nvSpPr>
          <p:cNvPr id="57" name="텍스트 개체 틀 56"/>
          <p:cNvSpPr>
            <a:spLocks noGrp="1"/>
          </p:cNvSpPr>
          <p:nvPr>
            <p:ph type="body" sz="quarter" idx="86"/>
          </p:nvPr>
        </p:nvSpPr>
        <p:spPr/>
        <p:txBody>
          <a:bodyPr/>
          <a:lstStyle/>
          <a:p>
            <a:r>
              <a:rPr lang="en-US" altLang="ko-KR" dirty="0"/>
              <a:t>T</a:t>
            </a:r>
            <a:endParaRPr lang="ko-KR" altLang="en-US" dirty="0"/>
          </a:p>
        </p:txBody>
      </p:sp>
      <p:sp>
        <p:nvSpPr>
          <p:cNvPr id="58" name="텍스트 개체 틀 57"/>
          <p:cNvSpPr>
            <a:spLocks noGrp="1"/>
          </p:cNvSpPr>
          <p:nvPr>
            <p:ph type="body" sz="quarter" idx="87"/>
          </p:nvPr>
        </p:nvSpPr>
        <p:spPr/>
        <p:txBody>
          <a:bodyPr/>
          <a:lstStyle/>
          <a:p>
            <a:r>
              <a:rPr lang="en-US" altLang="ko-KR" dirty="0"/>
              <a:t>I</a:t>
            </a:r>
            <a:endParaRPr lang="ko-KR" altLang="en-US" dirty="0"/>
          </a:p>
        </p:txBody>
      </p:sp>
      <p:sp>
        <p:nvSpPr>
          <p:cNvPr id="59" name="텍스트 개체 틀 58"/>
          <p:cNvSpPr>
            <a:spLocks noGrp="1"/>
          </p:cNvSpPr>
          <p:nvPr>
            <p:ph type="body" sz="quarter" idx="88"/>
          </p:nvPr>
        </p:nvSpPr>
        <p:spPr/>
        <p:txBody>
          <a:bodyPr/>
          <a:lstStyle/>
          <a:p>
            <a:r>
              <a:rPr lang="en-US" altLang="ko-KR" dirty="0"/>
              <a:t>E</a:t>
            </a:r>
            <a:endParaRPr lang="ko-KR" altLang="en-US" dirty="0"/>
          </a:p>
        </p:txBody>
      </p:sp>
      <p:sp>
        <p:nvSpPr>
          <p:cNvPr id="75" name="그림 개체 틀 74"/>
          <p:cNvSpPr>
            <a:spLocks noGrp="1"/>
          </p:cNvSpPr>
          <p:nvPr>
            <p:ph type="pic" sz="quarter" idx="89"/>
          </p:nvPr>
        </p:nvSpPr>
        <p:spPr/>
      </p:sp>
      <p:sp>
        <p:nvSpPr>
          <p:cNvPr id="61" name="텍스트 개체 틀 60"/>
          <p:cNvSpPr>
            <a:spLocks noGrp="1"/>
          </p:cNvSpPr>
          <p:nvPr>
            <p:ph type="body" sz="quarter" idx="90"/>
          </p:nvPr>
        </p:nvSpPr>
        <p:spPr/>
        <p:txBody>
          <a:bodyPr/>
          <a:lstStyle/>
          <a:p>
            <a:pPr lvl="0" defTabSz="914400">
              <a:defRPr/>
            </a:pPr>
            <a:r>
              <a:rPr lang="en-US" altLang="ko-KR" dirty="0"/>
              <a:t>(SEO Expert)</a:t>
            </a:r>
            <a:endParaRPr lang="ko-KR" altLang="en-US" dirty="0"/>
          </a:p>
        </p:txBody>
      </p:sp>
      <p:sp>
        <p:nvSpPr>
          <p:cNvPr id="62" name="텍스트 개체 틀 61"/>
          <p:cNvSpPr>
            <a:spLocks noGrp="1"/>
          </p:cNvSpPr>
          <p:nvPr>
            <p:ph type="body" sz="quarter" idx="91"/>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63" name="텍스트 개체 틀 62"/>
          <p:cNvSpPr>
            <a:spLocks noGrp="1"/>
          </p:cNvSpPr>
          <p:nvPr>
            <p:ph type="body" sz="quarter" idx="92"/>
          </p:nvPr>
        </p:nvSpPr>
        <p:spPr/>
        <p:txBody>
          <a:bodyPr/>
          <a:lstStyle/>
          <a:p>
            <a:pPr lvl="0" defTabSz="914400">
              <a:buClr>
                <a:schemeClr val="bg2"/>
              </a:buClr>
              <a:defRPr/>
            </a:pPr>
            <a:r>
              <a:rPr lang="pt-BR" altLang="ko-KR" dirty="0"/>
              <a:t>In vel mi sit amen aug ue congue elemen tum. Morbi in ipsum sit ame tpede facilisis laoreet. Donec lacus nunc, vive rra nec, blandit vel, egestas et, augue. Vestibul um tincidunt malesuada tellus.</a:t>
            </a:r>
            <a:endParaRPr lang="ko-KR" altLang="en-US" dirty="0"/>
          </a:p>
        </p:txBody>
      </p:sp>
      <p:sp>
        <p:nvSpPr>
          <p:cNvPr id="64" name="텍스트 개체 틀 63"/>
          <p:cNvSpPr>
            <a:spLocks noGrp="1"/>
          </p:cNvSpPr>
          <p:nvPr>
            <p:ph type="body" sz="quarter" idx="93"/>
          </p:nvPr>
        </p:nvSpPr>
        <p:spPr/>
        <p:txBody>
          <a:bodyPr/>
          <a:lstStyle/>
          <a:p>
            <a:r>
              <a:rPr lang="en-US" altLang="ko-KR" dirty="0"/>
              <a:t>F</a:t>
            </a:r>
            <a:endParaRPr lang="ko-KR" altLang="en-US" dirty="0"/>
          </a:p>
        </p:txBody>
      </p:sp>
      <p:sp>
        <p:nvSpPr>
          <p:cNvPr id="65" name="텍스트 개체 틀 64"/>
          <p:cNvSpPr>
            <a:spLocks noGrp="1"/>
          </p:cNvSpPr>
          <p:nvPr>
            <p:ph type="body" sz="quarter" idx="94"/>
          </p:nvPr>
        </p:nvSpPr>
        <p:spPr/>
        <p:txBody>
          <a:bodyPr/>
          <a:lstStyle/>
          <a:p>
            <a:r>
              <a:rPr lang="en-US" altLang="ko-KR" dirty="0"/>
              <a:t>T</a:t>
            </a:r>
            <a:endParaRPr lang="ko-KR" altLang="en-US" dirty="0"/>
          </a:p>
        </p:txBody>
      </p:sp>
      <p:sp>
        <p:nvSpPr>
          <p:cNvPr id="66" name="텍스트 개체 틀 65"/>
          <p:cNvSpPr>
            <a:spLocks noGrp="1"/>
          </p:cNvSpPr>
          <p:nvPr>
            <p:ph type="body" sz="quarter" idx="95"/>
          </p:nvPr>
        </p:nvSpPr>
        <p:spPr/>
        <p:txBody>
          <a:bodyPr/>
          <a:lstStyle/>
          <a:p>
            <a:r>
              <a:rPr lang="en-US" altLang="ko-KR" dirty="0"/>
              <a:t>I</a:t>
            </a:r>
            <a:endParaRPr lang="ko-KR" altLang="en-US" dirty="0"/>
          </a:p>
        </p:txBody>
      </p:sp>
      <p:sp>
        <p:nvSpPr>
          <p:cNvPr id="67" name="텍스트 개체 틀 66"/>
          <p:cNvSpPr>
            <a:spLocks noGrp="1"/>
          </p:cNvSpPr>
          <p:nvPr>
            <p:ph type="body" sz="quarter" idx="96"/>
          </p:nvPr>
        </p:nvSpPr>
        <p:spPr/>
        <p:txBody>
          <a:bodyPr/>
          <a:lstStyle/>
          <a:p>
            <a:r>
              <a:rPr lang="en-US" altLang="ko-KR" dirty="0"/>
              <a:t>E</a:t>
            </a:r>
            <a:endParaRPr lang="ko-KR" altLang="en-US" dirty="0"/>
          </a:p>
        </p:txBody>
      </p:sp>
    </p:spTree>
    <p:extLst>
      <p:ext uri="{BB962C8B-B14F-4D97-AF65-F5344CB8AC3E}">
        <p14:creationId xmlns:p14="http://schemas.microsoft.com/office/powerpoint/2010/main" val="2669490720"/>
      </p:ext>
    </p:extLst>
  </p:cSld>
  <p:clrMapOvr>
    <a:masterClrMapping/>
  </p:clrMapOvr>
  <p:transition spd="med">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제목 67"/>
          <p:cNvSpPr>
            <a:spLocks noGrp="1"/>
          </p:cNvSpPr>
          <p:nvPr>
            <p:ph type="title"/>
          </p:nvPr>
        </p:nvSpPr>
        <p:spPr/>
        <p:txBody>
          <a:bodyPr/>
          <a:lstStyle/>
          <a:p>
            <a:r>
              <a:rPr lang="en-US" altLang="ko-KR" dirty="0"/>
              <a:t>Our Team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Type 4</a:t>
            </a:r>
            <a:endParaRPr lang="ko-KR" altLang="en-US" dirty="0"/>
          </a:p>
        </p:txBody>
      </p:sp>
      <p:sp>
        <p:nvSpPr>
          <p:cNvPr id="69" name="그림 개체 틀 68"/>
          <p:cNvSpPr>
            <a:spLocks noGrp="1"/>
          </p:cNvSpPr>
          <p:nvPr>
            <p:ph type="pic" sz="quarter" idx="10"/>
          </p:nvPr>
        </p:nvSpPr>
        <p:spPr/>
      </p:sp>
      <p:sp>
        <p:nvSpPr>
          <p:cNvPr id="70" name="그림 개체 틀 69"/>
          <p:cNvSpPr>
            <a:spLocks noGrp="1"/>
          </p:cNvSpPr>
          <p:nvPr>
            <p:ph type="pic" sz="quarter" idx="11"/>
          </p:nvPr>
        </p:nvSpPr>
        <p:spPr/>
      </p:sp>
      <p:sp>
        <p:nvSpPr>
          <p:cNvPr id="71" name="그림 개체 틀 70"/>
          <p:cNvSpPr>
            <a:spLocks noGrp="1"/>
          </p:cNvSpPr>
          <p:nvPr>
            <p:ph type="pic" sz="quarter" idx="12"/>
          </p:nvPr>
        </p:nvSpPr>
        <p:spPr/>
      </p:sp>
      <p:sp>
        <p:nvSpPr>
          <p:cNvPr id="72" name="그림 개체 틀 71"/>
          <p:cNvSpPr>
            <a:spLocks noGrp="1"/>
          </p:cNvSpPr>
          <p:nvPr>
            <p:ph type="pic" sz="quarter" idx="13"/>
          </p:nvPr>
        </p:nvSpPr>
        <p:spPr/>
      </p:sp>
      <p:sp>
        <p:nvSpPr>
          <p:cNvPr id="74" name="텍스트 개체 틀 73"/>
          <p:cNvSpPr>
            <a:spLocks noGrp="1"/>
          </p:cNvSpPr>
          <p:nvPr>
            <p:ph type="body" sz="quarter" idx="15"/>
          </p:nvPr>
        </p:nvSpPr>
        <p:spPr/>
        <p:txBody>
          <a:bodyPr/>
          <a:lstStyle/>
          <a:p>
            <a:pPr lvl="0" defTabSz="914400">
              <a:defRPr/>
            </a:pPr>
            <a:r>
              <a:rPr lang="en-US" altLang="ko-KR" dirty="0"/>
              <a:t>(Creative Director)</a:t>
            </a:r>
            <a:endParaRPr lang="ko-KR" altLang="en-US" dirty="0"/>
          </a:p>
        </p:txBody>
      </p:sp>
      <p:sp>
        <p:nvSpPr>
          <p:cNvPr id="73" name="텍스트 개체 틀 72"/>
          <p:cNvSpPr>
            <a:spLocks noGrp="1"/>
          </p:cNvSpPr>
          <p:nvPr>
            <p:ph type="body" sz="quarter" idx="14"/>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75" name="텍스트 개체 틀 74"/>
          <p:cNvSpPr>
            <a:spLocks noGrp="1"/>
          </p:cNvSpPr>
          <p:nvPr>
            <p:ph type="body" sz="quarter" idx="16"/>
          </p:nvPr>
        </p:nvSpPr>
        <p:spPr/>
        <p:txBody>
          <a:bodyPr/>
          <a:lstStyle/>
          <a:p>
            <a:pPr lvl="0"/>
            <a:r>
              <a:rPr lang="pt-BR" altLang="ko-KR" dirty="0"/>
              <a:t>In vel mi sit amen aug ue congue ele mentum. Morbi in ipsum sit ame tpede facilisis laoreet. Donec lacus nunc, vive rra nec, blandit vel, egestas et, augue. Vestibul um tincidunt malesuada tellus.</a:t>
            </a:r>
            <a:endParaRPr lang="ko-KR" altLang="en-US" dirty="0"/>
          </a:p>
          <a:p>
            <a:endParaRPr lang="ko-KR" altLang="en-US" dirty="0"/>
          </a:p>
        </p:txBody>
      </p:sp>
      <p:sp>
        <p:nvSpPr>
          <p:cNvPr id="76" name="텍스트 개체 틀 75"/>
          <p:cNvSpPr>
            <a:spLocks noGrp="1"/>
          </p:cNvSpPr>
          <p:nvPr>
            <p:ph type="body" sz="quarter" idx="24"/>
          </p:nvPr>
        </p:nvSpPr>
        <p:spPr/>
        <p:txBody>
          <a:bodyPr/>
          <a:lstStyle/>
          <a:p>
            <a:pPr lvl="0" defTabSz="914400">
              <a:defRPr/>
            </a:pPr>
            <a:r>
              <a:rPr lang="en-US" altLang="ko-KR" dirty="0"/>
              <a:t>(Developer)</a:t>
            </a:r>
            <a:endParaRPr lang="ko-KR" altLang="en-US" dirty="0"/>
          </a:p>
        </p:txBody>
      </p:sp>
      <p:sp>
        <p:nvSpPr>
          <p:cNvPr id="77" name="텍스트 개체 틀 76"/>
          <p:cNvSpPr>
            <a:spLocks noGrp="1"/>
          </p:cNvSpPr>
          <p:nvPr>
            <p:ph type="body" sz="quarter" idx="25"/>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78" name="텍스트 개체 틀 77"/>
          <p:cNvSpPr>
            <a:spLocks noGrp="1"/>
          </p:cNvSpPr>
          <p:nvPr>
            <p:ph type="body" sz="quarter" idx="26"/>
          </p:nvPr>
        </p:nvSpPr>
        <p:spPr/>
        <p:txBody>
          <a:bodyPr/>
          <a:lstStyle/>
          <a:p>
            <a:pPr lvl="0"/>
            <a:r>
              <a:rPr lang="pt-BR" altLang="ko-KR" dirty="0"/>
              <a:t>In vel mi sit amen aug ue congue ele mentum. Morbi in ipsum sit ame tpede facilisis laoreet. Donec lacus nunc, vive rra nec, blandit vel, egestas et, augue. Vestibul um tincidunt malesuada tellus.</a:t>
            </a:r>
            <a:endParaRPr lang="ko-KR" altLang="en-US" dirty="0"/>
          </a:p>
        </p:txBody>
      </p:sp>
      <p:sp>
        <p:nvSpPr>
          <p:cNvPr id="79" name="텍스트 개체 틀 78"/>
          <p:cNvSpPr>
            <a:spLocks noGrp="1"/>
          </p:cNvSpPr>
          <p:nvPr>
            <p:ph type="body" sz="quarter" idx="27"/>
          </p:nvPr>
        </p:nvSpPr>
        <p:spPr/>
        <p:txBody>
          <a:bodyPr/>
          <a:lstStyle/>
          <a:p>
            <a:pPr lvl="0" defTabSz="914400">
              <a:defRPr/>
            </a:pPr>
            <a:r>
              <a:rPr lang="en-US" altLang="ko-KR" dirty="0"/>
              <a:t>(Developer)</a:t>
            </a:r>
            <a:endParaRPr lang="ko-KR" altLang="en-US" dirty="0"/>
          </a:p>
        </p:txBody>
      </p:sp>
      <p:sp>
        <p:nvSpPr>
          <p:cNvPr id="80" name="텍스트 개체 틀 79"/>
          <p:cNvSpPr>
            <a:spLocks noGrp="1"/>
          </p:cNvSpPr>
          <p:nvPr>
            <p:ph type="body" sz="quarter" idx="28"/>
          </p:nvPr>
        </p:nvSpPr>
        <p:spPr/>
        <p:txBody>
          <a:bodyPr/>
          <a:lstStyle/>
          <a:p>
            <a:r>
              <a:rPr lang="en-US" altLang="ko-KR" dirty="0" err="1"/>
              <a:t>Lorem</a:t>
            </a:r>
            <a:r>
              <a:rPr lang="en-US" altLang="ko-KR" dirty="0"/>
              <a:t> </a:t>
            </a:r>
            <a:r>
              <a:rPr lang="en-US" altLang="ko-KR" dirty="0" err="1"/>
              <a:t>Ipsum</a:t>
            </a:r>
            <a:endParaRPr lang="ko-KR" altLang="en-US" dirty="0"/>
          </a:p>
        </p:txBody>
      </p:sp>
      <p:sp>
        <p:nvSpPr>
          <p:cNvPr id="81" name="텍스트 개체 틀 80"/>
          <p:cNvSpPr>
            <a:spLocks noGrp="1"/>
          </p:cNvSpPr>
          <p:nvPr>
            <p:ph type="body" sz="quarter" idx="29"/>
          </p:nvPr>
        </p:nvSpPr>
        <p:spPr/>
        <p:txBody>
          <a:bodyPr/>
          <a:lstStyle/>
          <a:p>
            <a:pPr lvl="0"/>
            <a:r>
              <a:rPr lang="pt-BR" altLang="ko-KR" dirty="0"/>
              <a:t>In vel mi sit amen aug ue congue ele mentum. Morbi in ipsum sit ame tpede facilisis laoreet. Donec lacus nunc, vive rra nec, blandit vel, egestas et, augue. Vestibul um tincidunt malesuada tellus.</a:t>
            </a:r>
            <a:endParaRPr lang="ko-KR" altLang="en-US" dirty="0"/>
          </a:p>
        </p:txBody>
      </p:sp>
      <p:sp>
        <p:nvSpPr>
          <p:cNvPr id="82" name="텍스트 개체 틀 81"/>
          <p:cNvSpPr>
            <a:spLocks noGrp="1"/>
          </p:cNvSpPr>
          <p:nvPr>
            <p:ph type="body" sz="quarter" idx="42"/>
          </p:nvPr>
        </p:nvSpPr>
        <p:spPr/>
        <p:txBody>
          <a:bodyPr/>
          <a:lstStyle/>
          <a:p>
            <a:r>
              <a:rPr lang="en-US" altLang="ko-KR" dirty="0" err="1"/>
              <a:t>Lorem</a:t>
            </a:r>
            <a:r>
              <a:rPr lang="en-US" altLang="ko-KR" dirty="0"/>
              <a:t> </a:t>
            </a:r>
            <a:r>
              <a:rPr lang="en-US" altLang="ko-KR" dirty="0" err="1"/>
              <a:t>Ipsum</a:t>
            </a:r>
            <a:endParaRPr lang="ko-KR" altLang="en-US" dirty="0"/>
          </a:p>
        </p:txBody>
      </p:sp>
      <p:sp>
        <p:nvSpPr>
          <p:cNvPr id="83" name="텍스트 개체 틀 82"/>
          <p:cNvSpPr>
            <a:spLocks noGrp="1"/>
          </p:cNvSpPr>
          <p:nvPr>
            <p:ph type="body" sz="quarter" idx="43"/>
          </p:nvPr>
        </p:nvSpPr>
        <p:spPr/>
        <p:txBody>
          <a:bodyPr/>
          <a:lstStyle/>
          <a:p>
            <a:pPr lvl="0" defTabSz="914400">
              <a:defRPr/>
            </a:pPr>
            <a:r>
              <a:rPr lang="en-US" altLang="ko-KR" dirty="0"/>
              <a:t>(Creative Director)</a:t>
            </a:r>
            <a:endParaRPr lang="ko-KR" altLang="en-US" dirty="0"/>
          </a:p>
        </p:txBody>
      </p:sp>
      <p:sp>
        <p:nvSpPr>
          <p:cNvPr id="84" name="텍스트 개체 틀 83"/>
          <p:cNvSpPr>
            <a:spLocks noGrp="1"/>
          </p:cNvSpPr>
          <p:nvPr>
            <p:ph type="body" sz="quarter" idx="44"/>
          </p:nvPr>
        </p:nvSpPr>
        <p:spPr/>
        <p:txBody>
          <a:bodyPr/>
          <a:lstStyle/>
          <a:p>
            <a:pPr lvl="0"/>
            <a:r>
              <a:rPr lang="pt-BR" altLang="ko-KR" dirty="0"/>
              <a:t>In vel mi sit amen aug ue congue ele mentum. Morbi in ipsum sit ame tpede facilisis laoreet. Donec lacus nunc, vive rra nec, blandit vel, egestas et, augue. Vestibul um tincidunt malesuada tellus.</a:t>
            </a:r>
            <a:endParaRPr lang="ko-KR" altLang="en-US" dirty="0"/>
          </a:p>
        </p:txBody>
      </p:sp>
      <p:sp>
        <p:nvSpPr>
          <p:cNvPr id="85" name="텍스트 개체 틀 84"/>
          <p:cNvSpPr>
            <a:spLocks noGrp="1"/>
          </p:cNvSpPr>
          <p:nvPr>
            <p:ph type="body" sz="quarter" idx="69"/>
          </p:nvPr>
        </p:nvSpPr>
        <p:spPr/>
        <p:txBody>
          <a:bodyPr/>
          <a:lstStyle/>
          <a:p>
            <a:r>
              <a:rPr lang="en-US" altLang="ko-KR" dirty="0"/>
              <a:t>F</a:t>
            </a:r>
            <a:endParaRPr lang="ko-KR" altLang="en-US" dirty="0"/>
          </a:p>
        </p:txBody>
      </p:sp>
      <p:sp>
        <p:nvSpPr>
          <p:cNvPr id="86" name="텍스트 개체 틀 85"/>
          <p:cNvSpPr>
            <a:spLocks noGrp="1"/>
          </p:cNvSpPr>
          <p:nvPr>
            <p:ph type="body" sz="quarter" idx="70"/>
          </p:nvPr>
        </p:nvSpPr>
        <p:spPr/>
        <p:txBody>
          <a:bodyPr/>
          <a:lstStyle/>
          <a:p>
            <a:r>
              <a:rPr lang="en-US" altLang="ko-KR" dirty="0"/>
              <a:t>T</a:t>
            </a:r>
            <a:endParaRPr lang="ko-KR" altLang="en-US" dirty="0"/>
          </a:p>
        </p:txBody>
      </p:sp>
      <p:sp>
        <p:nvSpPr>
          <p:cNvPr id="87" name="텍스트 개체 틀 86"/>
          <p:cNvSpPr>
            <a:spLocks noGrp="1"/>
          </p:cNvSpPr>
          <p:nvPr>
            <p:ph type="body" sz="quarter" idx="71"/>
          </p:nvPr>
        </p:nvSpPr>
        <p:spPr/>
        <p:txBody>
          <a:bodyPr/>
          <a:lstStyle/>
          <a:p>
            <a:r>
              <a:rPr lang="en-US" altLang="ko-KR" dirty="0"/>
              <a:t>I</a:t>
            </a:r>
            <a:endParaRPr lang="ko-KR" altLang="en-US" dirty="0"/>
          </a:p>
        </p:txBody>
      </p:sp>
      <p:sp>
        <p:nvSpPr>
          <p:cNvPr id="88" name="텍스트 개체 틀 87"/>
          <p:cNvSpPr>
            <a:spLocks noGrp="1"/>
          </p:cNvSpPr>
          <p:nvPr>
            <p:ph type="body" sz="quarter" idx="72"/>
          </p:nvPr>
        </p:nvSpPr>
        <p:spPr/>
        <p:txBody>
          <a:bodyPr/>
          <a:lstStyle/>
          <a:p>
            <a:r>
              <a:rPr lang="en-US" altLang="ko-KR" dirty="0"/>
              <a:t>B</a:t>
            </a:r>
            <a:endParaRPr lang="ko-KR" altLang="en-US" dirty="0"/>
          </a:p>
        </p:txBody>
      </p:sp>
      <p:sp>
        <p:nvSpPr>
          <p:cNvPr id="89" name="텍스트 개체 틀 88"/>
          <p:cNvSpPr>
            <a:spLocks noGrp="1"/>
          </p:cNvSpPr>
          <p:nvPr>
            <p:ph type="body" sz="quarter" idx="73"/>
          </p:nvPr>
        </p:nvSpPr>
        <p:spPr/>
        <p:txBody>
          <a:bodyPr/>
          <a:lstStyle/>
          <a:p>
            <a:r>
              <a:rPr lang="en-US" altLang="ko-KR" dirty="0"/>
              <a:t>F</a:t>
            </a:r>
            <a:endParaRPr lang="ko-KR" altLang="en-US" dirty="0"/>
          </a:p>
        </p:txBody>
      </p:sp>
      <p:sp>
        <p:nvSpPr>
          <p:cNvPr id="90" name="텍스트 개체 틀 89"/>
          <p:cNvSpPr>
            <a:spLocks noGrp="1"/>
          </p:cNvSpPr>
          <p:nvPr>
            <p:ph type="body" sz="quarter" idx="74"/>
          </p:nvPr>
        </p:nvSpPr>
        <p:spPr/>
        <p:txBody>
          <a:bodyPr/>
          <a:lstStyle/>
          <a:p>
            <a:r>
              <a:rPr lang="en-US" altLang="ko-KR" dirty="0"/>
              <a:t>T</a:t>
            </a:r>
            <a:endParaRPr lang="ko-KR" altLang="en-US" dirty="0"/>
          </a:p>
        </p:txBody>
      </p:sp>
      <p:sp>
        <p:nvSpPr>
          <p:cNvPr id="91" name="텍스트 개체 틀 90"/>
          <p:cNvSpPr>
            <a:spLocks noGrp="1"/>
          </p:cNvSpPr>
          <p:nvPr>
            <p:ph type="body" sz="quarter" idx="75"/>
          </p:nvPr>
        </p:nvSpPr>
        <p:spPr/>
        <p:txBody>
          <a:bodyPr/>
          <a:lstStyle/>
          <a:p>
            <a:r>
              <a:rPr lang="en-US" altLang="ko-KR" dirty="0"/>
              <a:t>I</a:t>
            </a:r>
            <a:endParaRPr lang="ko-KR" altLang="en-US" dirty="0"/>
          </a:p>
        </p:txBody>
      </p:sp>
      <p:sp>
        <p:nvSpPr>
          <p:cNvPr id="92" name="텍스트 개체 틀 91"/>
          <p:cNvSpPr>
            <a:spLocks noGrp="1"/>
          </p:cNvSpPr>
          <p:nvPr>
            <p:ph type="body" sz="quarter" idx="76"/>
          </p:nvPr>
        </p:nvSpPr>
        <p:spPr/>
        <p:txBody>
          <a:bodyPr/>
          <a:lstStyle/>
          <a:p>
            <a:r>
              <a:rPr lang="en-US" altLang="ko-KR" dirty="0"/>
              <a:t>E</a:t>
            </a:r>
            <a:endParaRPr lang="ko-KR" altLang="en-US" dirty="0"/>
          </a:p>
        </p:txBody>
      </p:sp>
      <p:sp>
        <p:nvSpPr>
          <p:cNvPr id="93" name="텍스트 개체 틀 92"/>
          <p:cNvSpPr>
            <a:spLocks noGrp="1"/>
          </p:cNvSpPr>
          <p:nvPr>
            <p:ph type="body" sz="quarter" idx="77"/>
          </p:nvPr>
        </p:nvSpPr>
        <p:spPr/>
        <p:txBody>
          <a:bodyPr/>
          <a:lstStyle/>
          <a:p>
            <a:r>
              <a:rPr lang="en-US" altLang="ko-KR" dirty="0"/>
              <a:t>F</a:t>
            </a:r>
            <a:endParaRPr lang="ko-KR" altLang="en-US" dirty="0"/>
          </a:p>
        </p:txBody>
      </p:sp>
      <p:sp>
        <p:nvSpPr>
          <p:cNvPr id="94" name="텍스트 개체 틀 93"/>
          <p:cNvSpPr>
            <a:spLocks noGrp="1"/>
          </p:cNvSpPr>
          <p:nvPr>
            <p:ph type="body" sz="quarter" idx="78"/>
          </p:nvPr>
        </p:nvSpPr>
        <p:spPr/>
        <p:txBody>
          <a:bodyPr/>
          <a:lstStyle/>
          <a:p>
            <a:r>
              <a:rPr lang="en-US" altLang="ko-KR" dirty="0"/>
              <a:t>T</a:t>
            </a:r>
            <a:endParaRPr lang="ko-KR" altLang="en-US" dirty="0"/>
          </a:p>
        </p:txBody>
      </p:sp>
      <p:sp>
        <p:nvSpPr>
          <p:cNvPr id="95" name="텍스트 개체 틀 94"/>
          <p:cNvSpPr>
            <a:spLocks noGrp="1"/>
          </p:cNvSpPr>
          <p:nvPr>
            <p:ph type="body" sz="quarter" idx="79"/>
          </p:nvPr>
        </p:nvSpPr>
        <p:spPr/>
        <p:txBody>
          <a:bodyPr/>
          <a:lstStyle/>
          <a:p>
            <a:r>
              <a:rPr lang="en-US" altLang="ko-KR" dirty="0"/>
              <a:t>I</a:t>
            </a:r>
            <a:endParaRPr lang="ko-KR" altLang="en-US" dirty="0"/>
          </a:p>
        </p:txBody>
      </p:sp>
      <p:sp>
        <p:nvSpPr>
          <p:cNvPr id="96" name="텍스트 개체 틀 95"/>
          <p:cNvSpPr>
            <a:spLocks noGrp="1"/>
          </p:cNvSpPr>
          <p:nvPr>
            <p:ph type="body" sz="quarter" idx="80"/>
          </p:nvPr>
        </p:nvSpPr>
        <p:spPr/>
        <p:txBody>
          <a:bodyPr/>
          <a:lstStyle/>
          <a:p>
            <a:r>
              <a:rPr lang="en-US" altLang="ko-KR" dirty="0"/>
              <a:t>B</a:t>
            </a:r>
            <a:endParaRPr lang="ko-KR" altLang="en-US" dirty="0"/>
          </a:p>
        </p:txBody>
      </p:sp>
      <p:sp>
        <p:nvSpPr>
          <p:cNvPr id="97" name="텍스트 개체 틀 96"/>
          <p:cNvSpPr>
            <a:spLocks noGrp="1"/>
          </p:cNvSpPr>
          <p:nvPr>
            <p:ph type="body" sz="quarter" idx="81"/>
          </p:nvPr>
        </p:nvSpPr>
        <p:spPr/>
        <p:txBody>
          <a:bodyPr/>
          <a:lstStyle/>
          <a:p>
            <a:r>
              <a:rPr lang="en-US" altLang="ko-KR" dirty="0"/>
              <a:t>F</a:t>
            </a:r>
            <a:endParaRPr lang="ko-KR" altLang="en-US" dirty="0"/>
          </a:p>
        </p:txBody>
      </p:sp>
      <p:sp>
        <p:nvSpPr>
          <p:cNvPr id="98" name="텍스트 개체 틀 97"/>
          <p:cNvSpPr>
            <a:spLocks noGrp="1"/>
          </p:cNvSpPr>
          <p:nvPr>
            <p:ph type="body" sz="quarter" idx="82"/>
          </p:nvPr>
        </p:nvSpPr>
        <p:spPr/>
        <p:txBody>
          <a:bodyPr/>
          <a:lstStyle/>
          <a:p>
            <a:r>
              <a:rPr lang="en-US" altLang="ko-KR" dirty="0"/>
              <a:t>T</a:t>
            </a:r>
            <a:endParaRPr lang="ko-KR" altLang="en-US" dirty="0"/>
          </a:p>
        </p:txBody>
      </p:sp>
      <p:sp>
        <p:nvSpPr>
          <p:cNvPr id="99" name="텍스트 개체 틀 98"/>
          <p:cNvSpPr>
            <a:spLocks noGrp="1"/>
          </p:cNvSpPr>
          <p:nvPr>
            <p:ph type="body" sz="quarter" idx="83"/>
          </p:nvPr>
        </p:nvSpPr>
        <p:spPr/>
        <p:txBody>
          <a:bodyPr/>
          <a:lstStyle/>
          <a:p>
            <a:r>
              <a:rPr lang="en-US" altLang="ko-KR" dirty="0"/>
              <a:t>I</a:t>
            </a:r>
            <a:endParaRPr lang="ko-KR" altLang="en-US" dirty="0"/>
          </a:p>
        </p:txBody>
      </p:sp>
      <p:sp>
        <p:nvSpPr>
          <p:cNvPr id="100" name="텍스트 개체 틀 99"/>
          <p:cNvSpPr>
            <a:spLocks noGrp="1"/>
          </p:cNvSpPr>
          <p:nvPr>
            <p:ph type="body" sz="quarter" idx="84"/>
          </p:nvPr>
        </p:nvSpPr>
        <p:spPr/>
        <p:txBody>
          <a:bodyPr/>
          <a:lstStyle/>
          <a:p>
            <a:r>
              <a:rPr lang="en-US" altLang="ko-KR" dirty="0"/>
              <a:t>E</a:t>
            </a:r>
            <a:endParaRPr lang="ko-KR" altLang="en-US" dirty="0"/>
          </a:p>
        </p:txBody>
      </p:sp>
    </p:spTree>
    <p:extLst>
      <p:ext uri="{BB962C8B-B14F-4D97-AF65-F5344CB8AC3E}">
        <p14:creationId xmlns:p14="http://schemas.microsoft.com/office/powerpoint/2010/main" val="688983688"/>
      </p:ext>
    </p:extLst>
  </p:cSld>
  <p:clrMapOvr>
    <a:masterClrMapping/>
  </p:clrMapOvr>
  <p:transition spd="med">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제목 67"/>
          <p:cNvSpPr>
            <a:spLocks noGrp="1"/>
          </p:cNvSpPr>
          <p:nvPr>
            <p:ph type="title"/>
          </p:nvPr>
        </p:nvSpPr>
        <p:spPr/>
        <p:txBody>
          <a:bodyPr/>
          <a:lstStyle/>
          <a:p>
            <a:r>
              <a:rPr lang="en-US" altLang="ko-KR" dirty="0"/>
              <a:t>Our Team</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Type 5</a:t>
            </a:r>
            <a:endParaRPr lang="ko-KR" altLang="en-US" dirty="0"/>
          </a:p>
        </p:txBody>
      </p:sp>
      <p:sp>
        <p:nvSpPr>
          <p:cNvPr id="69" name="그림 개체 틀 68"/>
          <p:cNvSpPr>
            <a:spLocks noGrp="1"/>
          </p:cNvSpPr>
          <p:nvPr>
            <p:ph type="pic" sz="quarter" idx="10"/>
          </p:nvPr>
        </p:nvSpPr>
        <p:spPr/>
      </p:sp>
      <p:sp>
        <p:nvSpPr>
          <p:cNvPr id="98" name="그림 개체 틀 97"/>
          <p:cNvSpPr>
            <a:spLocks noGrp="1"/>
          </p:cNvSpPr>
          <p:nvPr>
            <p:ph type="pic" sz="quarter" idx="85"/>
          </p:nvPr>
        </p:nvSpPr>
        <p:spPr/>
      </p:sp>
      <p:sp>
        <p:nvSpPr>
          <p:cNvPr id="99" name="그림 개체 틀 98"/>
          <p:cNvSpPr>
            <a:spLocks noGrp="1"/>
          </p:cNvSpPr>
          <p:nvPr>
            <p:ph type="pic" sz="quarter" idx="86"/>
          </p:nvPr>
        </p:nvSpPr>
        <p:spPr/>
      </p:sp>
      <p:sp>
        <p:nvSpPr>
          <p:cNvPr id="100" name="그림 개체 틀 99"/>
          <p:cNvSpPr>
            <a:spLocks noGrp="1"/>
          </p:cNvSpPr>
          <p:nvPr>
            <p:ph type="pic" sz="quarter" idx="87"/>
          </p:nvPr>
        </p:nvSpPr>
        <p:spPr/>
      </p:sp>
      <p:sp>
        <p:nvSpPr>
          <p:cNvPr id="71" name="텍스트 개체 틀 70"/>
          <p:cNvSpPr>
            <a:spLocks noGrp="1"/>
          </p:cNvSpPr>
          <p:nvPr>
            <p:ph type="body" sz="quarter" idx="15"/>
          </p:nvPr>
        </p:nvSpPr>
        <p:spPr/>
        <p:txBody>
          <a:bodyPr/>
          <a:lstStyle/>
          <a:p>
            <a:pPr lvl="0" defTabSz="914400">
              <a:defRPr/>
            </a:pPr>
            <a:r>
              <a:rPr lang="en-US" altLang="ko-KR" dirty="0"/>
              <a:t>(Creative Director)</a:t>
            </a:r>
            <a:endParaRPr lang="ko-KR" altLang="en-US" dirty="0"/>
          </a:p>
        </p:txBody>
      </p:sp>
      <p:sp>
        <p:nvSpPr>
          <p:cNvPr id="70" name="텍스트 개체 틀 69"/>
          <p:cNvSpPr>
            <a:spLocks noGrp="1"/>
          </p:cNvSpPr>
          <p:nvPr>
            <p:ph type="body" sz="quarter" idx="14"/>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72" name="텍스트 개체 틀 71"/>
          <p:cNvSpPr>
            <a:spLocks noGrp="1"/>
          </p:cNvSpPr>
          <p:nvPr>
            <p:ph type="body" sz="quarter" idx="16"/>
          </p:nvPr>
        </p:nvSpPr>
        <p:spPr/>
        <p:txBody>
          <a:bodyPr/>
          <a:lstStyle/>
          <a:p>
            <a:pPr lvl="0"/>
            <a:r>
              <a:rPr lang="pt-BR" altLang="ko-KR" dirty="0"/>
              <a:t>In vel mi sit amen aug ue congue ele mentum. Morbi in ipsum sit ame tpede facilisis laoreet. Donec lacus nunc, vive rra nec, blandit vel, egestas et, augue. Vestibul um tincidunt malesuada tellus.</a:t>
            </a:r>
            <a:endParaRPr lang="ko-KR" altLang="en-US" dirty="0"/>
          </a:p>
          <a:p>
            <a:endParaRPr lang="ko-KR" altLang="en-US" dirty="0"/>
          </a:p>
        </p:txBody>
      </p:sp>
      <p:sp>
        <p:nvSpPr>
          <p:cNvPr id="73" name="텍스트 개체 틀 72"/>
          <p:cNvSpPr>
            <a:spLocks noGrp="1"/>
          </p:cNvSpPr>
          <p:nvPr>
            <p:ph type="body" sz="quarter" idx="24"/>
          </p:nvPr>
        </p:nvSpPr>
        <p:spPr/>
        <p:txBody>
          <a:bodyPr/>
          <a:lstStyle/>
          <a:p>
            <a:pPr lvl="0" defTabSz="914400">
              <a:defRPr/>
            </a:pPr>
            <a:r>
              <a:rPr lang="en-US" altLang="ko-KR" dirty="0"/>
              <a:t>(Developer)</a:t>
            </a:r>
            <a:endParaRPr lang="ko-KR" altLang="en-US" dirty="0"/>
          </a:p>
        </p:txBody>
      </p:sp>
      <p:sp>
        <p:nvSpPr>
          <p:cNvPr id="74" name="텍스트 개체 틀 73"/>
          <p:cNvSpPr>
            <a:spLocks noGrp="1"/>
          </p:cNvSpPr>
          <p:nvPr>
            <p:ph type="body" sz="quarter" idx="25"/>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75" name="텍스트 개체 틀 74"/>
          <p:cNvSpPr>
            <a:spLocks noGrp="1"/>
          </p:cNvSpPr>
          <p:nvPr>
            <p:ph type="body" sz="quarter" idx="26"/>
          </p:nvPr>
        </p:nvSpPr>
        <p:spPr/>
        <p:txBody>
          <a:bodyPr/>
          <a:lstStyle/>
          <a:p>
            <a:pPr lvl="0"/>
            <a:r>
              <a:rPr lang="pt-BR" altLang="ko-KR" dirty="0"/>
              <a:t>In vel mi sit amen aug ue congue ele mentum. Morbi in ipsum sit ame tpede facilisis laoreet. Donec lacus nunc, vive rra nec, blandit vel, egestas et, augue. Vestibul um tincidunt malesuada tellus.</a:t>
            </a:r>
            <a:endParaRPr lang="ko-KR" altLang="en-US" dirty="0"/>
          </a:p>
          <a:p>
            <a:endParaRPr lang="ko-KR" altLang="en-US" dirty="0"/>
          </a:p>
          <a:p>
            <a:endParaRPr lang="ko-KR" altLang="en-US" dirty="0"/>
          </a:p>
        </p:txBody>
      </p:sp>
      <p:sp>
        <p:nvSpPr>
          <p:cNvPr id="76" name="텍스트 개체 틀 75"/>
          <p:cNvSpPr>
            <a:spLocks noGrp="1"/>
          </p:cNvSpPr>
          <p:nvPr>
            <p:ph type="body" sz="quarter" idx="27"/>
          </p:nvPr>
        </p:nvSpPr>
        <p:spPr/>
        <p:txBody>
          <a:bodyPr/>
          <a:lstStyle/>
          <a:p>
            <a:pPr lvl="0" defTabSz="914400">
              <a:defRPr/>
            </a:pPr>
            <a:r>
              <a:rPr lang="en-US" altLang="ko-KR" dirty="0"/>
              <a:t>(SEO Expert)</a:t>
            </a:r>
            <a:endParaRPr lang="ko-KR" altLang="en-US" dirty="0"/>
          </a:p>
        </p:txBody>
      </p:sp>
      <p:sp>
        <p:nvSpPr>
          <p:cNvPr id="77" name="텍스트 개체 틀 76"/>
          <p:cNvSpPr>
            <a:spLocks noGrp="1"/>
          </p:cNvSpPr>
          <p:nvPr>
            <p:ph type="body" sz="quarter" idx="28"/>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78" name="텍스트 개체 틀 77"/>
          <p:cNvSpPr>
            <a:spLocks noGrp="1"/>
          </p:cNvSpPr>
          <p:nvPr>
            <p:ph type="body" sz="quarter" idx="29"/>
          </p:nvPr>
        </p:nvSpPr>
        <p:spPr/>
        <p:txBody>
          <a:bodyPr/>
          <a:lstStyle/>
          <a:p>
            <a:pPr lvl="0"/>
            <a:r>
              <a:rPr lang="pt-BR" altLang="ko-KR" dirty="0"/>
              <a:t>In vel mi sit amen aug ue congue ele mentum. Morbi in ipsum sit ame tpede facilisis laoreet. Donec lacus nunc, vive rra nec, blandit vel, egestas et, augue. Vestibul um tincidunt malesuada tellus.</a:t>
            </a:r>
            <a:endParaRPr lang="ko-KR" altLang="en-US" dirty="0"/>
          </a:p>
          <a:p>
            <a:endParaRPr lang="ko-KR" altLang="en-US" dirty="0"/>
          </a:p>
          <a:p>
            <a:endParaRPr lang="ko-KR" altLang="en-US" dirty="0"/>
          </a:p>
        </p:txBody>
      </p:sp>
      <p:sp>
        <p:nvSpPr>
          <p:cNvPr id="79" name="텍스트 개체 틀 78"/>
          <p:cNvSpPr>
            <a:spLocks noGrp="1"/>
          </p:cNvSpPr>
          <p:nvPr>
            <p:ph type="body" sz="quarter" idx="42"/>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80" name="텍스트 개체 틀 79"/>
          <p:cNvSpPr>
            <a:spLocks noGrp="1"/>
          </p:cNvSpPr>
          <p:nvPr>
            <p:ph type="body" sz="quarter" idx="43"/>
          </p:nvPr>
        </p:nvSpPr>
        <p:spPr/>
        <p:txBody>
          <a:bodyPr/>
          <a:lstStyle/>
          <a:p>
            <a:pPr lvl="0" defTabSz="914400">
              <a:defRPr/>
            </a:pPr>
            <a:r>
              <a:rPr lang="en-US" altLang="ko-KR" dirty="0"/>
              <a:t>(Senior Designer)</a:t>
            </a:r>
            <a:endParaRPr lang="ko-KR" altLang="en-US" dirty="0"/>
          </a:p>
        </p:txBody>
      </p:sp>
      <p:sp>
        <p:nvSpPr>
          <p:cNvPr id="81" name="텍스트 개체 틀 80"/>
          <p:cNvSpPr>
            <a:spLocks noGrp="1"/>
          </p:cNvSpPr>
          <p:nvPr>
            <p:ph type="body" sz="quarter" idx="44"/>
          </p:nvPr>
        </p:nvSpPr>
        <p:spPr/>
        <p:txBody>
          <a:bodyPr/>
          <a:lstStyle/>
          <a:p>
            <a:pPr lvl="0"/>
            <a:r>
              <a:rPr lang="pt-BR" altLang="ko-KR" dirty="0"/>
              <a:t>In vel mi sit amen aug ue congue ele mentum. Morbi in ipsum sit ame tpede facilisis laoreet. Donec lacus nunc, vive rra nec, blandit vel, egestas et, augue. Vestibul um tincidunt malesuada tellus.</a:t>
            </a:r>
            <a:endParaRPr lang="ko-KR" altLang="en-US" dirty="0"/>
          </a:p>
          <a:p>
            <a:endParaRPr lang="ko-KR" altLang="en-US" dirty="0"/>
          </a:p>
        </p:txBody>
      </p:sp>
      <p:sp>
        <p:nvSpPr>
          <p:cNvPr id="82" name="텍스트 개체 틀 81"/>
          <p:cNvSpPr>
            <a:spLocks noGrp="1"/>
          </p:cNvSpPr>
          <p:nvPr>
            <p:ph type="body" sz="quarter" idx="69"/>
          </p:nvPr>
        </p:nvSpPr>
        <p:spPr/>
        <p:txBody>
          <a:bodyPr/>
          <a:lstStyle/>
          <a:p>
            <a:r>
              <a:rPr lang="en-US" altLang="ko-KR" dirty="0"/>
              <a:t>F</a:t>
            </a:r>
            <a:endParaRPr lang="ko-KR" altLang="en-US" dirty="0"/>
          </a:p>
        </p:txBody>
      </p:sp>
      <p:sp>
        <p:nvSpPr>
          <p:cNvPr id="83" name="텍스트 개체 틀 82"/>
          <p:cNvSpPr>
            <a:spLocks noGrp="1"/>
          </p:cNvSpPr>
          <p:nvPr>
            <p:ph type="body" sz="quarter" idx="70"/>
          </p:nvPr>
        </p:nvSpPr>
        <p:spPr/>
        <p:txBody>
          <a:bodyPr/>
          <a:lstStyle/>
          <a:p>
            <a:r>
              <a:rPr lang="en-US" altLang="ko-KR" dirty="0"/>
              <a:t>T</a:t>
            </a:r>
            <a:endParaRPr lang="ko-KR" altLang="en-US" dirty="0"/>
          </a:p>
        </p:txBody>
      </p:sp>
      <p:sp>
        <p:nvSpPr>
          <p:cNvPr id="84" name="텍스트 개체 틀 83"/>
          <p:cNvSpPr>
            <a:spLocks noGrp="1"/>
          </p:cNvSpPr>
          <p:nvPr>
            <p:ph type="body" sz="quarter" idx="71"/>
          </p:nvPr>
        </p:nvSpPr>
        <p:spPr/>
        <p:txBody>
          <a:bodyPr/>
          <a:lstStyle/>
          <a:p>
            <a:r>
              <a:rPr lang="en-US" altLang="ko-KR" dirty="0"/>
              <a:t>I</a:t>
            </a:r>
            <a:endParaRPr lang="ko-KR" altLang="en-US" dirty="0"/>
          </a:p>
        </p:txBody>
      </p:sp>
      <p:sp>
        <p:nvSpPr>
          <p:cNvPr id="85" name="텍스트 개체 틀 84"/>
          <p:cNvSpPr>
            <a:spLocks noGrp="1"/>
          </p:cNvSpPr>
          <p:nvPr>
            <p:ph type="body" sz="quarter" idx="72"/>
          </p:nvPr>
        </p:nvSpPr>
        <p:spPr/>
        <p:txBody>
          <a:bodyPr/>
          <a:lstStyle/>
          <a:p>
            <a:r>
              <a:rPr lang="en-US" altLang="ko-KR" dirty="0"/>
              <a:t>E</a:t>
            </a:r>
            <a:endParaRPr lang="ko-KR" altLang="en-US" dirty="0"/>
          </a:p>
        </p:txBody>
      </p:sp>
      <p:sp>
        <p:nvSpPr>
          <p:cNvPr id="86" name="텍스트 개체 틀 85"/>
          <p:cNvSpPr>
            <a:spLocks noGrp="1"/>
          </p:cNvSpPr>
          <p:nvPr>
            <p:ph type="body" sz="quarter" idx="73"/>
          </p:nvPr>
        </p:nvSpPr>
        <p:spPr/>
        <p:txBody>
          <a:bodyPr/>
          <a:lstStyle/>
          <a:p>
            <a:r>
              <a:rPr lang="en-US" altLang="ko-KR" dirty="0"/>
              <a:t>F</a:t>
            </a:r>
            <a:endParaRPr lang="ko-KR" altLang="en-US" dirty="0"/>
          </a:p>
        </p:txBody>
      </p:sp>
      <p:sp>
        <p:nvSpPr>
          <p:cNvPr id="87" name="텍스트 개체 틀 86"/>
          <p:cNvSpPr>
            <a:spLocks noGrp="1"/>
          </p:cNvSpPr>
          <p:nvPr>
            <p:ph type="body" sz="quarter" idx="74"/>
          </p:nvPr>
        </p:nvSpPr>
        <p:spPr/>
        <p:txBody>
          <a:bodyPr/>
          <a:lstStyle/>
          <a:p>
            <a:r>
              <a:rPr lang="en-US" altLang="ko-KR" dirty="0"/>
              <a:t>T</a:t>
            </a:r>
            <a:endParaRPr lang="ko-KR" altLang="en-US" dirty="0"/>
          </a:p>
        </p:txBody>
      </p:sp>
      <p:sp>
        <p:nvSpPr>
          <p:cNvPr id="88" name="텍스트 개체 틀 87"/>
          <p:cNvSpPr>
            <a:spLocks noGrp="1"/>
          </p:cNvSpPr>
          <p:nvPr>
            <p:ph type="body" sz="quarter" idx="75"/>
          </p:nvPr>
        </p:nvSpPr>
        <p:spPr/>
        <p:txBody>
          <a:bodyPr/>
          <a:lstStyle/>
          <a:p>
            <a:r>
              <a:rPr lang="en-US" altLang="ko-KR" dirty="0"/>
              <a:t>I</a:t>
            </a:r>
            <a:endParaRPr lang="ko-KR" altLang="en-US" dirty="0"/>
          </a:p>
        </p:txBody>
      </p:sp>
      <p:sp>
        <p:nvSpPr>
          <p:cNvPr id="89" name="텍스트 개체 틀 88"/>
          <p:cNvSpPr>
            <a:spLocks noGrp="1"/>
          </p:cNvSpPr>
          <p:nvPr>
            <p:ph type="body" sz="quarter" idx="76"/>
          </p:nvPr>
        </p:nvSpPr>
        <p:spPr/>
        <p:txBody>
          <a:bodyPr/>
          <a:lstStyle/>
          <a:p>
            <a:r>
              <a:rPr lang="en-US" altLang="ko-KR" dirty="0"/>
              <a:t>E</a:t>
            </a:r>
            <a:endParaRPr lang="ko-KR" altLang="en-US" dirty="0"/>
          </a:p>
        </p:txBody>
      </p:sp>
      <p:sp>
        <p:nvSpPr>
          <p:cNvPr id="90" name="텍스트 개체 틀 89"/>
          <p:cNvSpPr>
            <a:spLocks noGrp="1"/>
          </p:cNvSpPr>
          <p:nvPr>
            <p:ph type="body" sz="quarter" idx="77"/>
          </p:nvPr>
        </p:nvSpPr>
        <p:spPr/>
        <p:txBody>
          <a:bodyPr/>
          <a:lstStyle/>
          <a:p>
            <a:r>
              <a:rPr lang="en-US" altLang="ko-KR" dirty="0"/>
              <a:t>F</a:t>
            </a:r>
            <a:endParaRPr lang="ko-KR" altLang="en-US" dirty="0"/>
          </a:p>
        </p:txBody>
      </p:sp>
      <p:sp>
        <p:nvSpPr>
          <p:cNvPr id="91" name="텍스트 개체 틀 90"/>
          <p:cNvSpPr>
            <a:spLocks noGrp="1"/>
          </p:cNvSpPr>
          <p:nvPr>
            <p:ph type="body" sz="quarter" idx="78"/>
          </p:nvPr>
        </p:nvSpPr>
        <p:spPr/>
        <p:txBody>
          <a:bodyPr/>
          <a:lstStyle/>
          <a:p>
            <a:r>
              <a:rPr lang="en-US" altLang="ko-KR" dirty="0"/>
              <a:t>T</a:t>
            </a:r>
            <a:endParaRPr lang="ko-KR" altLang="en-US" dirty="0"/>
          </a:p>
        </p:txBody>
      </p:sp>
      <p:sp>
        <p:nvSpPr>
          <p:cNvPr id="92" name="텍스트 개체 틀 91"/>
          <p:cNvSpPr>
            <a:spLocks noGrp="1"/>
          </p:cNvSpPr>
          <p:nvPr>
            <p:ph type="body" sz="quarter" idx="79"/>
          </p:nvPr>
        </p:nvSpPr>
        <p:spPr/>
        <p:txBody>
          <a:bodyPr/>
          <a:lstStyle/>
          <a:p>
            <a:r>
              <a:rPr lang="en-US" altLang="ko-KR" dirty="0"/>
              <a:t>I</a:t>
            </a:r>
            <a:endParaRPr lang="ko-KR" altLang="en-US" dirty="0"/>
          </a:p>
        </p:txBody>
      </p:sp>
      <p:sp>
        <p:nvSpPr>
          <p:cNvPr id="93" name="텍스트 개체 틀 92"/>
          <p:cNvSpPr>
            <a:spLocks noGrp="1"/>
          </p:cNvSpPr>
          <p:nvPr>
            <p:ph type="body" sz="quarter" idx="80"/>
          </p:nvPr>
        </p:nvSpPr>
        <p:spPr/>
        <p:txBody>
          <a:bodyPr/>
          <a:lstStyle/>
          <a:p>
            <a:r>
              <a:rPr lang="en-US" altLang="ko-KR" dirty="0"/>
              <a:t>E</a:t>
            </a:r>
            <a:endParaRPr lang="ko-KR" altLang="en-US" dirty="0"/>
          </a:p>
        </p:txBody>
      </p:sp>
      <p:sp>
        <p:nvSpPr>
          <p:cNvPr id="94" name="텍스트 개체 틀 93"/>
          <p:cNvSpPr>
            <a:spLocks noGrp="1"/>
          </p:cNvSpPr>
          <p:nvPr>
            <p:ph type="body" sz="quarter" idx="81"/>
          </p:nvPr>
        </p:nvSpPr>
        <p:spPr/>
        <p:txBody>
          <a:bodyPr/>
          <a:lstStyle/>
          <a:p>
            <a:r>
              <a:rPr lang="en-US" altLang="ko-KR" dirty="0"/>
              <a:t>F</a:t>
            </a:r>
            <a:endParaRPr lang="ko-KR" altLang="en-US" dirty="0"/>
          </a:p>
        </p:txBody>
      </p:sp>
      <p:sp>
        <p:nvSpPr>
          <p:cNvPr id="95" name="텍스트 개체 틀 94"/>
          <p:cNvSpPr>
            <a:spLocks noGrp="1"/>
          </p:cNvSpPr>
          <p:nvPr>
            <p:ph type="body" sz="quarter" idx="82"/>
          </p:nvPr>
        </p:nvSpPr>
        <p:spPr/>
        <p:txBody>
          <a:bodyPr/>
          <a:lstStyle/>
          <a:p>
            <a:r>
              <a:rPr lang="en-US" altLang="ko-KR" dirty="0"/>
              <a:t>T</a:t>
            </a:r>
            <a:endParaRPr lang="ko-KR" altLang="en-US" dirty="0"/>
          </a:p>
        </p:txBody>
      </p:sp>
      <p:sp>
        <p:nvSpPr>
          <p:cNvPr id="96" name="텍스트 개체 틀 95"/>
          <p:cNvSpPr>
            <a:spLocks noGrp="1"/>
          </p:cNvSpPr>
          <p:nvPr>
            <p:ph type="body" sz="quarter" idx="83"/>
          </p:nvPr>
        </p:nvSpPr>
        <p:spPr/>
        <p:txBody>
          <a:bodyPr/>
          <a:lstStyle/>
          <a:p>
            <a:r>
              <a:rPr lang="en-US" altLang="ko-KR" dirty="0"/>
              <a:t>I</a:t>
            </a:r>
            <a:endParaRPr lang="ko-KR" altLang="en-US" dirty="0"/>
          </a:p>
        </p:txBody>
      </p:sp>
      <p:sp>
        <p:nvSpPr>
          <p:cNvPr id="97" name="텍스트 개체 틀 96"/>
          <p:cNvSpPr>
            <a:spLocks noGrp="1"/>
          </p:cNvSpPr>
          <p:nvPr>
            <p:ph type="body" sz="quarter" idx="84"/>
          </p:nvPr>
        </p:nvSpPr>
        <p:spPr/>
        <p:txBody>
          <a:bodyPr/>
          <a:lstStyle/>
          <a:p>
            <a:r>
              <a:rPr lang="en-US" altLang="ko-KR" dirty="0"/>
              <a:t>E</a:t>
            </a:r>
            <a:endParaRPr lang="ko-KR" altLang="en-US" dirty="0"/>
          </a:p>
        </p:txBody>
      </p:sp>
    </p:spTree>
    <p:extLst>
      <p:ext uri="{BB962C8B-B14F-4D97-AF65-F5344CB8AC3E}">
        <p14:creationId xmlns:p14="http://schemas.microsoft.com/office/powerpoint/2010/main" val="2508913929"/>
      </p:ext>
    </p:extLst>
  </p:cSld>
  <p:clrMapOvr>
    <a:masterClrMapping/>
  </p:clrMapOvr>
  <p:transition spd="med">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제목 34"/>
          <p:cNvSpPr>
            <a:spLocks noGrp="1"/>
          </p:cNvSpPr>
          <p:nvPr>
            <p:ph type="title"/>
          </p:nvPr>
        </p:nvSpPr>
        <p:spPr/>
        <p:txBody>
          <a:bodyPr/>
          <a:lstStyle/>
          <a:p>
            <a:r>
              <a:rPr lang="en-US" altLang="ko-KR" dirty="0"/>
              <a:t>Members</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Type 1</a:t>
            </a:r>
            <a:endParaRPr lang="ko-KR" altLang="en-US" dirty="0"/>
          </a:p>
        </p:txBody>
      </p:sp>
      <p:sp>
        <p:nvSpPr>
          <p:cNvPr id="36" name="그림 개체 틀 35"/>
          <p:cNvSpPr>
            <a:spLocks noGrp="1"/>
          </p:cNvSpPr>
          <p:nvPr>
            <p:ph type="pic" sz="quarter" idx="10"/>
          </p:nvPr>
        </p:nvSpPr>
        <p:spPr/>
      </p:sp>
      <p:sp>
        <p:nvSpPr>
          <p:cNvPr id="38" name="텍스트 개체 틀 37"/>
          <p:cNvSpPr>
            <a:spLocks noGrp="1"/>
          </p:cNvSpPr>
          <p:nvPr>
            <p:ph type="body" sz="quarter" idx="15"/>
          </p:nvPr>
        </p:nvSpPr>
        <p:spPr/>
        <p:txBody>
          <a:bodyPr/>
          <a:lstStyle/>
          <a:p>
            <a:pPr lvl="0" defTabSz="914400">
              <a:defRPr/>
            </a:pPr>
            <a:r>
              <a:rPr lang="en-US" altLang="ko-KR" dirty="0"/>
              <a:t>Creative Director</a:t>
            </a:r>
            <a:endParaRPr lang="ko-KR" altLang="en-US" dirty="0"/>
          </a:p>
        </p:txBody>
      </p:sp>
      <p:sp>
        <p:nvSpPr>
          <p:cNvPr id="37" name="텍스트 개체 틀 36"/>
          <p:cNvSpPr>
            <a:spLocks noGrp="1"/>
          </p:cNvSpPr>
          <p:nvPr>
            <p:ph type="body" sz="quarter" idx="14"/>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39" name="텍스트 개체 틀 38"/>
          <p:cNvSpPr>
            <a:spLocks noGrp="1"/>
          </p:cNvSpPr>
          <p:nvPr>
            <p:ph type="body" sz="quarter" idx="16"/>
          </p:nvPr>
        </p:nvSpPr>
        <p:spPr/>
        <p:txBody>
          <a:bodyPr/>
          <a:lstStyle/>
          <a:p>
            <a:r>
              <a:rPr lang="pt-BR" altLang="ko-KR" dirty="0"/>
              <a:t>In vel mi sit amen aug ue congue elementum. Morbi in ipsum sit.</a:t>
            </a:r>
          </a:p>
        </p:txBody>
      </p:sp>
      <p:sp>
        <p:nvSpPr>
          <p:cNvPr id="40" name="그림 개체 틀 39"/>
          <p:cNvSpPr>
            <a:spLocks noGrp="1"/>
          </p:cNvSpPr>
          <p:nvPr>
            <p:ph type="pic" sz="quarter" idx="17"/>
          </p:nvPr>
        </p:nvSpPr>
        <p:spPr/>
      </p:sp>
      <p:sp>
        <p:nvSpPr>
          <p:cNvPr id="41" name="텍스트 개체 틀 40"/>
          <p:cNvSpPr>
            <a:spLocks noGrp="1"/>
          </p:cNvSpPr>
          <p:nvPr>
            <p:ph type="body" sz="quarter" idx="18"/>
          </p:nvPr>
        </p:nvSpPr>
        <p:spPr/>
        <p:txBody>
          <a:bodyPr/>
          <a:lstStyle/>
          <a:p>
            <a:pPr lvl="0"/>
            <a:r>
              <a:rPr lang="en-US" altLang="ko-KR" dirty="0"/>
              <a:t>Creative Director</a:t>
            </a:r>
            <a:endParaRPr lang="ko-KR" altLang="en-US" dirty="0"/>
          </a:p>
        </p:txBody>
      </p:sp>
      <p:sp>
        <p:nvSpPr>
          <p:cNvPr id="42" name="텍스트 개체 틀 41"/>
          <p:cNvSpPr>
            <a:spLocks noGrp="1"/>
          </p:cNvSpPr>
          <p:nvPr>
            <p:ph type="body" sz="quarter" idx="19"/>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43" name="텍스트 개체 틀 42"/>
          <p:cNvSpPr>
            <a:spLocks noGrp="1"/>
          </p:cNvSpPr>
          <p:nvPr>
            <p:ph type="body" sz="quarter" idx="20"/>
          </p:nvPr>
        </p:nvSpPr>
        <p:spPr/>
        <p:txBody>
          <a:bodyPr/>
          <a:lstStyle/>
          <a:p>
            <a:r>
              <a:rPr lang="pt-BR" altLang="ko-KR" dirty="0"/>
              <a:t>In vel mi sit amen aug ue congue elementum. Morbi in ipsum sit.</a:t>
            </a:r>
          </a:p>
        </p:txBody>
      </p:sp>
      <p:sp>
        <p:nvSpPr>
          <p:cNvPr id="44" name="그림 개체 틀 43"/>
          <p:cNvSpPr>
            <a:spLocks noGrp="1"/>
          </p:cNvSpPr>
          <p:nvPr>
            <p:ph type="pic" sz="quarter" idx="21"/>
          </p:nvPr>
        </p:nvSpPr>
        <p:spPr/>
      </p:sp>
      <p:sp>
        <p:nvSpPr>
          <p:cNvPr id="45" name="텍스트 개체 틀 44"/>
          <p:cNvSpPr>
            <a:spLocks noGrp="1"/>
          </p:cNvSpPr>
          <p:nvPr>
            <p:ph type="body" sz="quarter" idx="22"/>
          </p:nvPr>
        </p:nvSpPr>
        <p:spPr/>
        <p:txBody>
          <a:bodyPr/>
          <a:lstStyle/>
          <a:p>
            <a:pPr lvl="0"/>
            <a:r>
              <a:rPr lang="en-US" altLang="ko-KR" dirty="0"/>
              <a:t>Creative Director</a:t>
            </a:r>
            <a:endParaRPr lang="ko-KR" altLang="en-US" dirty="0"/>
          </a:p>
          <a:p>
            <a:endParaRPr lang="ko-KR" altLang="en-US" dirty="0"/>
          </a:p>
        </p:txBody>
      </p:sp>
      <p:sp>
        <p:nvSpPr>
          <p:cNvPr id="46" name="텍스트 개체 틀 45"/>
          <p:cNvSpPr>
            <a:spLocks noGrp="1"/>
          </p:cNvSpPr>
          <p:nvPr>
            <p:ph type="body" sz="quarter" idx="23"/>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47" name="텍스트 개체 틀 46"/>
          <p:cNvSpPr>
            <a:spLocks noGrp="1"/>
          </p:cNvSpPr>
          <p:nvPr>
            <p:ph type="body" sz="quarter" idx="24"/>
          </p:nvPr>
        </p:nvSpPr>
        <p:spPr/>
        <p:txBody>
          <a:bodyPr/>
          <a:lstStyle/>
          <a:p>
            <a:r>
              <a:rPr lang="pt-BR" altLang="ko-KR" dirty="0"/>
              <a:t>In vel mi sit amen aug ue congue elementum. Morbi in ipsum sit.</a:t>
            </a:r>
          </a:p>
        </p:txBody>
      </p:sp>
      <p:sp>
        <p:nvSpPr>
          <p:cNvPr id="48" name="그림 개체 틀 47"/>
          <p:cNvSpPr>
            <a:spLocks noGrp="1"/>
          </p:cNvSpPr>
          <p:nvPr>
            <p:ph type="pic" sz="quarter" idx="25"/>
          </p:nvPr>
        </p:nvSpPr>
        <p:spPr/>
      </p:sp>
      <p:sp>
        <p:nvSpPr>
          <p:cNvPr id="49" name="텍스트 개체 틀 48"/>
          <p:cNvSpPr>
            <a:spLocks noGrp="1"/>
          </p:cNvSpPr>
          <p:nvPr>
            <p:ph type="body" sz="quarter" idx="26"/>
          </p:nvPr>
        </p:nvSpPr>
        <p:spPr/>
        <p:txBody>
          <a:bodyPr/>
          <a:lstStyle/>
          <a:p>
            <a:pPr lvl="0"/>
            <a:r>
              <a:rPr lang="en-US" altLang="ko-KR" dirty="0"/>
              <a:t>Creative Director</a:t>
            </a:r>
            <a:endParaRPr lang="ko-KR" altLang="en-US" dirty="0"/>
          </a:p>
        </p:txBody>
      </p:sp>
      <p:sp>
        <p:nvSpPr>
          <p:cNvPr id="50" name="텍스트 개체 틀 49"/>
          <p:cNvSpPr>
            <a:spLocks noGrp="1"/>
          </p:cNvSpPr>
          <p:nvPr>
            <p:ph type="body" sz="quarter" idx="27"/>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51" name="텍스트 개체 틀 50"/>
          <p:cNvSpPr>
            <a:spLocks noGrp="1"/>
          </p:cNvSpPr>
          <p:nvPr>
            <p:ph type="body" sz="quarter" idx="28"/>
          </p:nvPr>
        </p:nvSpPr>
        <p:spPr/>
        <p:txBody>
          <a:bodyPr/>
          <a:lstStyle/>
          <a:p>
            <a:r>
              <a:rPr lang="pt-BR" altLang="ko-KR" dirty="0"/>
              <a:t>In vel mi sit amen aug ue congue elementum. Morbi in ipsum sit.</a:t>
            </a:r>
          </a:p>
        </p:txBody>
      </p:sp>
      <p:sp>
        <p:nvSpPr>
          <p:cNvPr id="52" name="그림 개체 틀 51"/>
          <p:cNvSpPr>
            <a:spLocks noGrp="1"/>
          </p:cNvSpPr>
          <p:nvPr>
            <p:ph type="pic" sz="quarter" idx="29"/>
          </p:nvPr>
        </p:nvSpPr>
        <p:spPr/>
      </p:sp>
      <p:sp>
        <p:nvSpPr>
          <p:cNvPr id="53" name="텍스트 개체 틀 52"/>
          <p:cNvSpPr>
            <a:spLocks noGrp="1"/>
          </p:cNvSpPr>
          <p:nvPr>
            <p:ph type="body" sz="quarter" idx="30"/>
          </p:nvPr>
        </p:nvSpPr>
        <p:spPr/>
        <p:txBody>
          <a:bodyPr/>
          <a:lstStyle/>
          <a:p>
            <a:pPr lvl="0"/>
            <a:r>
              <a:rPr lang="en-US" altLang="ko-KR" dirty="0"/>
              <a:t>Creative Director</a:t>
            </a:r>
            <a:endParaRPr lang="ko-KR" altLang="en-US" dirty="0"/>
          </a:p>
          <a:p>
            <a:endParaRPr lang="ko-KR" altLang="en-US" dirty="0"/>
          </a:p>
        </p:txBody>
      </p:sp>
      <p:sp>
        <p:nvSpPr>
          <p:cNvPr id="54" name="텍스트 개체 틀 53"/>
          <p:cNvSpPr>
            <a:spLocks noGrp="1"/>
          </p:cNvSpPr>
          <p:nvPr>
            <p:ph type="body" sz="quarter" idx="31"/>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55" name="텍스트 개체 틀 54"/>
          <p:cNvSpPr>
            <a:spLocks noGrp="1"/>
          </p:cNvSpPr>
          <p:nvPr>
            <p:ph type="body" sz="quarter" idx="32"/>
          </p:nvPr>
        </p:nvSpPr>
        <p:spPr/>
        <p:txBody>
          <a:bodyPr/>
          <a:lstStyle/>
          <a:p>
            <a:r>
              <a:rPr lang="pt-BR" altLang="ko-KR" dirty="0"/>
              <a:t>In vel mi sit amen aug ue congue elementum. Morbi in ipsum sit.</a:t>
            </a:r>
          </a:p>
        </p:txBody>
      </p:sp>
      <p:sp>
        <p:nvSpPr>
          <p:cNvPr id="56" name="그림 개체 틀 55"/>
          <p:cNvSpPr>
            <a:spLocks noGrp="1"/>
          </p:cNvSpPr>
          <p:nvPr>
            <p:ph type="pic" sz="quarter" idx="33"/>
          </p:nvPr>
        </p:nvSpPr>
        <p:spPr/>
      </p:sp>
      <p:sp>
        <p:nvSpPr>
          <p:cNvPr id="57" name="텍스트 개체 틀 56"/>
          <p:cNvSpPr>
            <a:spLocks noGrp="1"/>
          </p:cNvSpPr>
          <p:nvPr>
            <p:ph type="body" sz="quarter" idx="34"/>
          </p:nvPr>
        </p:nvSpPr>
        <p:spPr/>
        <p:txBody>
          <a:bodyPr/>
          <a:lstStyle/>
          <a:p>
            <a:pPr lvl="0"/>
            <a:r>
              <a:rPr lang="en-US" altLang="ko-KR" dirty="0"/>
              <a:t>Creative Director</a:t>
            </a:r>
            <a:endParaRPr lang="ko-KR" altLang="en-US" dirty="0"/>
          </a:p>
          <a:p>
            <a:endParaRPr lang="ko-KR" altLang="en-US" dirty="0"/>
          </a:p>
        </p:txBody>
      </p:sp>
      <p:sp>
        <p:nvSpPr>
          <p:cNvPr id="58" name="텍스트 개체 틀 57"/>
          <p:cNvSpPr>
            <a:spLocks noGrp="1"/>
          </p:cNvSpPr>
          <p:nvPr>
            <p:ph type="body" sz="quarter" idx="35"/>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59" name="텍스트 개체 틀 58"/>
          <p:cNvSpPr>
            <a:spLocks noGrp="1"/>
          </p:cNvSpPr>
          <p:nvPr>
            <p:ph type="body" sz="quarter" idx="36"/>
          </p:nvPr>
        </p:nvSpPr>
        <p:spPr/>
        <p:txBody>
          <a:bodyPr/>
          <a:lstStyle/>
          <a:p>
            <a:r>
              <a:rPr lang="pt-BR" altLang="ko-KR" dirty="0"/>
              <a:t>In vel mi sit amen aug ue congue elementum. Morbi in ipsum sit.</a:t>
            </a:r>
          </a:p>
        </p:txBody>
      </p:sp>
      <p:sp>
        <p:nvSpPr>
          <p:cNvPr id="60" name="그림 개체 틀 59"/>
          <p:cNvSpPr>
            <a:spLocks noGrp="1"/>
          </p:cNvSpPr>
          <p:nvPr>
            <p:ph type="pic" sz="quarter" idx="37"/>
          </p:nvPr>
        </p:nvSpPr>
        <p:spPr/>
      </p:sp>
      <p:sp>
        <p:nvSpPr>
          <p:cNvPr id="61" name="텍스트 개체 틀 60"/>
          <p:cNvSpPr>
            <a:spLocks noGrp="1"/>
          </p:cNvSpPr>
          <p:nvPr>
            <p:ph type="body" sz="quarter" idx="38"/>
          </p:nvPr>
        </p:nvSpPr>
        <p:spPr/>
        <p:txBody>
          <a:bodyPr/>
          <a:lstStyle/>
          <a:p>
            <a:pPr lvl="0"/>
            <a:r>
              <a:rPr lang="en-US" altLang="ko-KR" dirty="0"/>
              <a:t>Creative Director</a:t>
            </a:r>
            <a:endParaRPr lang="ko-KR" altLang="en-US" dirty="0"/>
          </a:p>
        </p:txBody>
      </p:sp>
      <p:sp>
        <p:nvSpPr>
          <p:cNvPr id="62" name="텍스트 개체 틀 61"/>
          <p:cNvSpPr>
            <a:spLocks noGrp="1"/>
          </p:cNvSpPr>
          <p:nvPr>
            <p:ph type="body" sz="quarter" idx="39"/>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63" name="텍스트 개체 틀 62"/>
          <p:cNvSpPr>
            <a:spLocks noGrp="1"/>
          </p:cNvSpPr>
          <p:nvPr>
            <p:ph type="body" sz="quarter" idx="40"/>
          </p:nvPr>
        </p:nvSpPr>
        <p:spPr/>
        <p:txBody>
          <a:bodyPr/>
          <a:lstStyle/>
          <a:p>
            <a:r>
              <a:rPr lang="pt-BR" altLang="ko-KR" dirty="0"/>
              <a:t>In vel mi sit amen aug ue congue elementum. Morbi in ipsum sit.</a:t>
            </a:r>
          </a:p>
        </p:txBody>
      </p:sp>
      <p:sp>
        <p:nvSpPr>
          <p:cNvPr id="64" name="그림 개체 틀 63"/>
          <p:cNvSpPr>
            <a:spLocks noGrp="1"/>
          </p:cNvSpPr>
          <p:nvPr>
            <p:ph type="pic" sz="quarter" idx="41"/>
          </p:nvPr>
        </p:nvSpPr>
        <p:spPr/>
      </p:sp>
      <p:sp>
        <p:nvSpPr>
          <p:cNvPr id="65" name="텍스트 개체 틀 64"/>
          <p:cNvSpPr>
            <a:spLocks noGrp="1"/>
          </p:cNvSpPr>
          <p:nvPr>
            <p:ph type="body" sz="quarter" idx="42"/>
          </p:nvPr>
        </p:nvSpPr>
        <p:spPr/>
        <p:txBody>
          <a:bodyPr/>
          <a:lstStyle/>
          <a:p>
            <a:pPr lvl="0"/>
            <a:r>
              <a:rPr lang="en-US" altLang="ko-KR" dirty="0"/>
              <a:t>Creative Director</a:t>
            </a:r>
            <a:endParaRPr lang="ko-KR" altLang="en-US" dirty="0"/>
          </a:p>
          <a:p>
            <a:endParaRPr lang="ko-KR" altLang="en-US" dirty="0"/>
          </a:p>
        </p:txBody>
      </p:sp>
      <p:sp>
        <p:nvSpPr>
          <p:cNvPr id="66" name="텍스트 개체 틀 65"/>
          <p:cNvSpPr>
            <a:spLocks noGrp="1"/>
          </p:cNvSpPr>
          <p:nvPr>
            <p:ph type="body" sz="quarter" idx="43"/>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67" name="텍스트 개체 틀 66"/>
          <p:cNvSpPr>
            <a:spLocks noGrp="1"/>
          </p:cNvSpPr>
          <p:nvPr>
            <p:ph type="body" sz="quarter" idx="44"/>
          </p:nvPr>
        </p:nvSpPr>
        <p:spPr/>
        <p:txBody>
          <a:bodyPr/>
          <a:lstStyle/>
          <a:p>
            <a:r>
              <a:rPr lang="pt-BR" altLang="ko-KR" dirty="0"/>
              <a:t>In vel mi sit amen aug ue congue elementum. Morbi in ipsum sit.</a:t>
            </a:r>
          </a:p>
          <a:p>
            <a:endParaRPr lang="ko-KR" altLang="en-US" dirty="0"/>
          </a:p>
        </p:txBody>
      </p:sp>
      <p:sp>
        <p:nvSpPr>
          <p:cNvPr id="68" name="그림 개체 틀 67"/>
          <p:cNvSpPr>
            <a:spLocks noGrp="1"/>
          </p:cNvSpPr>
          <p:nvPr>
            <p:ph type="pic" sz="quarter" idx="45"/>
          </p:nvPr>
        </p:nvSpPr>
        <p:spPr/>
      </p:sp>
      <p:sp>
        <p:nvSpPr>
          <p:cNvPr id="69" name="텍스트 개체 틀 68"/>
          <p:cNvSpPr>
            <a:spLocks noGrp="1"/>
          </p:cNvSpPr>
          <p:nvPr>
            <p:ph type="body" sz="quarter" idx="46"/>
          </p:nvPr>
        </p:nvSpPr>
        <p:spPr/>
        <p:txBody>
          <a:bodyPr/>
          <a:lstStyle/>
          <a:p>
            <a:pPr lvl="0"/>
            <a:r>
              <a:rPr lang="en-US" altLang="ko-KR" dirty="0"/>
              <a:t>Creative Director</a:t>
            </a:r>
            <a:endParaRPr lang="ko-KR" altLang="en-US" dirty="0"/>
          </a:p>
        </p:txBody>
      </p:sp>
      <p:sp>
        <p:nvSpPr>
          <p:cNvPr id="70" name="텍스트 개체 틀 69"/>
          <p:cNvSpPr>
            <a:spLocks noGrp="1"/>
          </p:cNvSpPr>
          <p:nvPr>
            <p:ph type="body" sz="quarter" idx="47"/>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71" name="텍스트 개체 틀 70"/>
          <p:cNvSpPr>
            <a:spLocks noGrp="1"/>
          </p:cNvSpPr>
          <p:nvPr>
            <p:ph type="body" sz="quarter" idx="48"/>
          </p:nvPr>
        </p:nvSpPr>
        <p:spPr/>
        <p:txBody>
          <a:bodyPr/>
          <a:lstStyle/>
          <a:p>
            <a:r>
              <a:rPr lang="pt-BR" altLang="ko-KR" dirty="0"/>
              <a:t>In vel mi sit amen aug ue congue elementum. Morbi in ipsum sit.</a:t>
            </a:r>
          </a:p>
          <a:p>
            <a:endParaRPr lang="ko-KR" altLang="en-US" dirty="0"/>
          </a:p>
        </p:txBody>
      </p:sp>
      <p:sp>
        <p:nvSpPr>
          <p:cNvPr id="72" name="그림 개체 틀 71"/>
          <p:cNvSpPr>
            <a:spLocks noGrp="1"/>
          </p:cNvSpPr>
          <p:nvPr>
            <p:ph type="pic" sz="quarter" idx="49"/>
          </p:nvPr>
        </p:nvSpPr>
        <p:spPr/>
      </p:sp>
      <p:sp>
        <p:nvSpPr>
          <p:cNvPr id="73" name="텍스트 개체 틀 72"/>
          <p:cNvSpPr>
            <a:spLocks noGrp="1"/>
          </p:cNvSpPr>
          <p:nvPr>
            <p:ph type="body" sz="quarter" idx="50"/>
          </p:nvPr>
        </p:nvSpPr>
        <p:spPr/>
        <p:txBody>
          <a:bodyPr/>
          <a:lstStyle/>
          <a:p>
            <a:pPr lvl="0"/>
            <a:r>
              <a:rPr lang="en-US" altLang="ko-KR" dirty="0"/>
              <a:t>Creative Director</a:t>
            </a:r>
            <a:endParaRPr lang="ko-KR" altLang="en-US" dirty="0"/>
          </a:p>
        </p:txBody>
      </p:sp>
      <p:sp>
        <p:nvSpPr>
          <p:cNvPr id="74" name="텍스트 개체 틀 73"/>
          <p:cNvSpPr>
            <a:spLocks noGrp="1"/>
          </p:cNvSpPr>
          <p:nvPr>
            <p:ph type="body" sz="quarter" idx="51"/>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75" name="텍스트 개체 틀 74"/>
          <p:cNvSpPr>
            <a:spLocks noGrp="1"/>
          </p:cNvSpPr>
          <p:nvPr>
            <p:ph type="body" sz="quarter" idx="52"/>
          </p:nvPr>
        </p:nvSpPr>
        <p:spPr/>
        <p:txBody>
          <a:bodyPr/>
          <a:lstStyle/>
          <a:p>
            <a:r>
              <a:rPr lang="pt-BR" altLang="ko-KR" dirty="0"/>
              <a:t>In vel mi sit amen aug ue congue elementum. Morbi in ipsum sit.</a:t>
            </a:r>
          </a:p>
          <a:p>
            <a:endParaRPr lang="ko-KR" altLang="en-US" dirty="0"/>
          </a:p>
        </p:txBody>
      </p:sp>
      <p:sp>
        <p:nvSpPr>
          <p:cNvPr id="76" name="그림 개체 틀 75"/>
          <p:cNvSpPr>
            <a:spLocks noGrp="1"/>
          </p:cNvSpPr>
          <p:nvPr>
            <p:ph type="pic" sz="quarter" idx="53"/>
          </p:nvPr>
        </p:nvSpPr>
        <p:spPr/>
      </p:sp>
      <p:sp>
        <p:nvSpPr>
          <p:cNvPr id="77" name="텍스트 개체 틀 76"/>
          <p:cNvSpPr>
            <a:spLocks noGrp="1"/>
          </p:cNvSpPr>
          <p:nvPr>
            <p:ph type="body" sz="quarter" idx="54"/>
          </p:nvPr>
        </p:nvSpPr>
        <p:spPr/>
        <p:txBody>
          <a:bodyPr/>
          <a:lstStyle/>
          <a:p>
            <a:pPr lvl="0"/>
            <a:r>
              <a:rPr lang="en-US" altLang="ko-KR" dirty="0"/>
              <a:t>Creative Director</a:t>
            </a:r>
            <a:endParaRPr lang="ko-KR" altLang="en-US" dirty="0"/>
          </a:p>
        </p:txBody>
      </p:sp>
      <p:sp>
        <p:nvSpPr>
          <p:cNvPr id="78" name="텍스트 개체 틀 77"/>
          <p:cNvSpPr>
            <a:spLocks noGrp="1"/>
          </p:cNvSpPr>
          <p:nvPr>
            <p:ph type="body" sz="quarter" idx="55"/>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79" name="텍스트 개체 틀 78"/>
          <p:cNvSpPr>
            <a:spLocks noGrp="1"/>
          </p:cNvSpPr>
          <p:nvPr>
            <p:ph type="body" sz="quarter" idx="56"/>
          </p:nvPr>
        </p:nvSpPr>
        <p:spPr/>
        <p:txBody>
          <a:bodyPr/>
          <a:lstStyle/>
          <a:p>
            <a:r>
              <a:rPr lang="pt-BR" altLang="ko-KR" dirty="0"/>
              <a:t>In vel mi sit amen aug ue congue elementum. Morbi in ipsum sit.</a:t>
            </a:r>
          </a:p>
          <a:p>
            <a:endParaRPr lang="ko-KR" altLang="en-US" dirty="0"/>
          </a:p>
        </p:txBody>
      </p:sp>
      <p:sp>
        <p:nvSpPr>
          <p:cNvPr id="80" name="그림 개체 틀 79"/>
          <p:cNvSpPr>
            <a:spLocks noGrp="1"/>
          </p:cNvSpPr>
          <p:nvPr>
            <p:ph type="pic" sz="quarter" idx="57"/>
          </p:nvPr>
        </p:nvSpPr>
        <p:spPr/>
      </p:sp>
      <p:sp>
        <p:nvSpPr>
          <p:cNvPr id="81" name="텍스트 개체 틀 80"/>
          <p:cNvSpPr>
            <a:spLocks noGrp="1"/>
          </p:cNvSpPr>
          <p:nvPr>
            <p:ph type="body" sz="quarter" idx="58"/>
          </p:nvPr>
        </p:nvSpPr>
        <p:spPr/>
        <p:txBody>
          <a:bodyPr/>
          <a:lstStyle/>
          <a:p>
            <a:pPr lvl="0"/>
            <a:r>
              <a:rPr lang="en-US" altLang="ko-KR" dirty="0"/>
              <a:t>Creative Director</a:t>
            </a:r>
            <a:endParaRPr lang="ko-KR" altLang="en-US" dirty="0"/>
          </a:p>
        </p:txBody>
      </p:sp>
      <p:sp>
        <p:nvSpPr>
          <p:cNvPr id="82" name="텍스트 개체 틀 81"/>
          <p:cNvSpPr>
            <a:spLocks noGrp="1"/>
          </p:cNvSpPr>
          <p:nvPr>
            <p:ph type="body" sz="quarter" idx="59"/>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83" name="텍스트 개체 틀 82"/>
          <p:cNvSpPr>
            <a:spLocks noGrp="1"/>
          </p:cNvSpPr>
          <p:nvPr>
            <p:ph type="body" sz="quarter" idx="60"/>
          </p:nvPr>
        </p:nvSpPr>
        <p:spPr/>
        <p:txBody>
          <a:bodyPr/>
          <a:lstStyle/>
          <a:p>
            <a:r>
              <a:rPr lang="pt-BR" altLang="ko-KR" dirty="0"/>
              <a:t>In vel mi sit amen aug ue congue elementum. Morbi in ipsum sit.</a:t>
            </a:r>
          </a:p>
          <a:p>
            <a:endParaRPr lang="ko-KR" altLang="en-US" dirty="0"/>
          </a:p>
        </p:txBody>
      </p:sp>
      <p:sp>
        <p:nvSpPr>
          <p:cNvPr id="84" name="그림 개체 틀 83"/>
          <p:cNvSpPr>
            <a:spLocks noGrp="1"/>
          </p:cNvSpPr>
          <p:nvPr>
            <p:ph type="pic" sz="quarter" idx="61"/>
          </p:nvPr>
        </p:nvSpPr>
        <p:spPr/>
      </p:sp>
      <p:sp>
        <p:nvSpPr>
          <p:cNvPr id="85" name="텍스트 개체 틀 84"/>
          <p:cNvSpPr>
            <a:spLocks noGrp="1"/>
          </p:cNvSpPr>
          <p:nvPr>
            <p:ph type="body" sz="quarter" idx="62"/>
          </p:nvPr>
        </p:nvSpPr>
        <p:spPr/>
        <p:txBody>
          <a:bodyPr/>
          <a:lstStyle/>
          <a:p>
            <a:pPr lvl="0"/>
            <a:r>
              <a:rPr lang="en-US" altLang="ko-KR" dirty="0"/>
              <a:t>Creative Director</a:t>
            </a:r>
            <a:endParaRPr lang="ko-KR" altLang="en-US" dirty="0"/>
          </a:p>
        </p:txBody>
      </p:sp>
      <p:sp>
        <p:nvSpPr>
          <p:cNvPr id="86" name="텍스트 개체 틀 85"/>
          <p:cNvSpPr>
            <a:spLocks noGrp="1"/>
          </p:cNvSpPr>
          <p:nvPr>
            <p:ph type="body" sz="quarter" idx="63"/>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87" name="텍스트 개체 틀 86"/>
          <p:cNvSpPr>
            <a:spLocks noGrp="1"/>
          </p:cNvSpPr>
          <p:nvPr>
            <p:ph type="body" sz="quarter" idx="64"/>
          </p:nvPr>
        </p:nvSpPr>
        <p:spPr/>
        <p:txBody>
          <a:bodyPr/>
          <a:lstStyle/>
          <a:p>
            <a:r>
              <a:rPr lang="pt-BR" altLang="ko-KR" dirty="0"/>
              <a:t>In vel mi sit amen aug ue congue elementum. Morbi in ipsum sit.</a:t>
            </a:r>
          </a:p>
          <a:p>
            <a:endParaRPr lang="ko-KR" altLang="en-US" dirty="0"/>
          </a:p>
        </p:txBody>
      </p:sp>
      <p:sp>
        <p:nvSpPr>
          <p:cNvPr id="88" name="그림 개체 틀 87"/>
          <p:cNvSpPr>
            <a:spLocks noGrp="1"/>
          </p:cNvSpPr>
          <p:nvPr>
            <p:ph type="pic" sz="quarter" idx="65"/>
          </p:nvPr>
        </p:nvSpPr>
        <p:spPr/>
      </p:sp>
      <p:sp>
        <p:nvSpPr>
          <p:cNvPr id="89" name="텍스트 개체 틀 88"/>
          <p:cNvSpPr>
            <a:spLocks noGrp="1"/>
          </p:cNvSpPr>
          <p:nvPr>
            <p:ph type="body" sz="quarter" idx="66"/>
          </p:nvPr>
        </p:nvSpPr>
        <p:spPr/>
        <p:txBody>
          <a:bodyPr/>
          <a:lstStyle/>
          <a:p>
            <a:pPr lvl="0"/>
            <a:r>
              <a:rPr lang="en-US" altLang="ko-KR" dirty="0"/>
              <a:t>Creative Director</a:t>
            </a:r>
            <a:endParaRPr lang="ko-KR" altLang="en-US" dirty="0"/>
          </a:p>
        </p:txBody>
      </p:sp>
      <p:sp>
        <p:nvSpPr>
          <p:cNvPr id="90" name="텍스트 개체 틀 89"/>
          <p:cNvSpPr>
            <a:spLocks noGrp="1"/>
          </p:cNvSpPr>
          <p:nvPr>
            <p:ph type="body" sz="quarter" idx="67"/>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91" name="텍스트 개체 틀 90"/>
          <p:cNvSpPr>
            <a:spLocks noGrp="1"/>
          </p:cNvSpPr>
          <p:nvPr>
            <p:ph type="body" sz="quarter" idx="68"/>
          </p:nvPr>
        </p:nvSpPr>
        <p:spPr/>
        <p:txBody>
          <a:bodyPr/>
          <a:lstStyle/>
          <a:p>
            <a:r>
              <a:rPr lang="pt-BR" altLang="ko-KR" dirty="0"/>
              <a:t>In vel mi sit amen aug ue congue elementum. Morbi in ipsum sit.</a:t>
            </a:r>
          </a:p>
          <a:p>
            <a:endParaRPr lang="ko-KR" altLang="en-US" dirty="0"/>
          </a:p>
        </p:txBody>
      </p:sp>
    </p:spTree>
    <p:extLst>
      <p:ext uri="{BB962C8B-B14F-4D97-AF65-F5344CB8AC3E}">
        <p14:creationId xmlns:p14="http://schemas.microsoft.com/office/powerpoint/2010/main" val="546278255"/>
      </p:ext>
    </p:extLst>
  </p:cSld>
  <p:clrMapOvr>
    <a:masterClrMapping/>
  </p:clrMapOvr>
  <p:transition spd="med">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제목 116"/>
          <p:cNvSpPr>
            <a:spLocks noGrp="1"/>
          </p:cNvSpPr>
          <p:nvPr>
            <p:ph type="title"/>
          </p:nvPr>
        </p:nvSpPr>
        <p:spPr/>
        <p:txBody>
          <a:bodyPr/>
          <a:lstStyle/>
          <a:p>
            <a:r>
              <a:rPr lang="en-US" altLang="ko-KR" dirty="0"/>
              <a:t>Members</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Type 2</a:t>
            </a:r>
            <a:endParaRPr lang="ko-KR" altLang="en-US" dirty="0"/>
          </a:p>
        </p:txBody>
      </p:sp>
      <p:sp>
        <p:nvSpPr>
          <p:cNvPr id="119" name="텍스트 개체 틀 118"/>
          <p:cNvSpPr>
            <a:spLocks noGrp="1"/>
          </p:cNvSpPr>
          <p:nvPr>
            <p:ph type="body" sz="quarter" idx="14"/>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24" name="텍스트 개체 틀 123"/>
          <p:cNvSpPr>
            <a:spLocks noGrp="1"/>
          </p:cNvSpPr>
          <p:nvPr>
            <p:ph type="body" sz="quarter" idx="19"/>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28" name="텍스트 개체 틀 127"/>
          <p:cNvSpPr>
            <a:spLocks noGrp="1"/>
          </p:cNvSpPr>
          <p:nvPr>
            <p:ph type="body" sz="quarter" idx="23"/>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32" name="텍스트 개체 틀 131"/>
          <p:cNvSpPr>
            <a:spLocks noGrp="1"/>
          </p:cNvSpPr>
          <p:nvPr>
            <p:ph type="body" sz="quarter" idx="27"/>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36" name="텍스트 개체 틀 135"/>
          <p:cNvSpPr>
            <a:spLocks noGrp="1"/>
          </p:cNvSpPr>
          <p:nvPr>
            <p:ph type="body" sz="quarter" idx="31"/>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40" name="텍스트 개체 틀 139"/>
          <p:cNvSpPr>
            <a:spLocks noGrp="1"/>
          </p:cNvSpPr>
          <p:nvPr>
            <p:ph type="body" sz="quarter" idx="35"/>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44" name="텍스트 개체 틀 143"/>
          <p:cNvSpPr>
            <a:spLocks noGrp="1"/>
          </p:cNvSpPr>
          <p:nvPr>
            <p:ph type="body" sz="quarter" idx="39"/>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48" name="텍스트 개체 틀 147"/>
          <p:cNvSpPr>
            <a:spLocks noGrp="1"/>
          </p:cNvSpPr>
          <p:nvPr>
            <p:ph type="body" sz="quarter" idx="43"/>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52" name="텍스트 개체 틀 151"/>
          <p:cNvSpPr>
            <a:spLocks noGrp="1"/>
          </p:cNvSpPr>
          <p:nvPr>
            <p:ph type="body" sz="quarter" idx="47"/>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56" name="텍스트 개체 틀 155"/>
          <p:cNvSpPr>
            <a:spLocks noGrp="1"/>
          </p:cNvSpPr>
          <p:nvPr>
            <p:ph type="body" sz="quarter" idx="51"/>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60" name="텍스트 개체 틀 159"/>
          <p:cNvSpPr>
            <a:spLocks noGrp="1"/>
          </p:cNvSpPr>
          <p:nvPr>
            <p:ph type="body" sz="quarter" idx="55"/>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64" name="텍스트 개체 틀 163"/>
          <p:cNvSpPr>
            <a:spLocks noGrp="1"/>
          </p:cNvSpPr>
          <p:nvPr>
            <p:ph type="body" sz="quarter" idx="59"/>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68" name="텍스트 개체 틀 167"/>
          <p:cNvSpPr>
            <a:spLocks noGrp="1"/>
          </p:cNvSpPr>
          <p:nvPr>
            <p:ph type="body" sz="quarter" idx="63"/>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72" name="텍스트 개체 틀 171"/>
          <p:cNvSpPr>
            <a:spLocks noGrp="1"/>
          </p:cNvSpPr>
          <p:nvPr>
            <p:ph type="body" sz="quarter" idx="67"/>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18" name="그림 개체 틀 117"/>
          <p:cNvSpPr>
            <a:spLocks noGrp="1"/>
          </p:cNvSpPr>
          <p:nvPr>
            <p:ph type="pic" sz="quarter" idx="10"/>
          </p:nvPr>
        </p:nvSpPr>
        <p:spPr/>
      </p:sp>
      <p:sp>
        <p:nvSpPr>
          <p:cNvPr id="120" name="텍스트 개체 틀 119"/>
          <p:cNvSpPr>
            <a:spLocks noGrp="1"/>
          </p:cNvSpPr>
          <p:nvPr>
            <p:ph type="body" sz="quarter" idx="15"/>
          </p:nvPr>
        </p:nvSpPr>
        <p:spPr/>
        <p:txBody>
          <a:bodyPr/>
          <a:lstStyle/>
          <a:p>
            <a:pPr lvl="0" defTabSz="914400">
              <a:defRPr/>
            </a:pPr>
            <a:r>
              <a:rPr lang="en-US" altLang="ko-KR" dirty="0"/>
              <a:t>Creative Director</a:t>
            </a:r>
            <a:endParaRPr lang="ko-KR" altLang="en-US" dirty="0"/>
          </a:p>
        </p:txBody>
      </p:sp>
      <p:sp>
        <p:nvSpPr>
          <p:cNvPr id="121" name="텍스트 개체 틀 120"/>
          <p:cNvSpPr>
            <a:spLocks noGrp="1"/>
          </p:cNvSpPr>
          <p:nvPr>
            <p:ph type="body" sz="quarter" idx="16"/>
          </p:nvPr>
        </p:nvSpPr>
        <p:spPr/>
        <p:txBody>
          <a:bodyPr/>
          <a:lstStyle/>
          <a:p>
            <a:r>
              <a:rPr lang="pt-BR" altLang="ko-KR" dirty="0"/>
              <a:t>In vel mi sit amen aug ue congue elementum. Morbi in ipsum sit.</a:t>
            </a:r>
          </a:p>
        </p:txBody>
      </p:sp>
      <p:sp>
        <p:nvSpPr>
          <p:cNvPr id="122" name="그림 개체 틀 121"/>
          <p:cNvSpPr>
            <a:spLocks noGrp="1"/>
          </p:cNvSpPr>
          <p:nvPr>
            <p:ph type="pic" sz="quarter" idx="17"/>
          </p:nvPr>
        </p:nvSpPr>
        <p:spPr/>
      </p:sp>
      <p:sp>
        <p:nvSpPr>
          <p:cNvPr id="123" name="텍스트 개체 틀 122"/>
          <p:cNvSpPr>
            <a:spLocks noGrp="1"/>
          </p:cNvSpPr>
          <p:nvPr>
            <p:ph type="body" sz="quarter" idx="18"/>
          </p:nvPr>
        </p:nvSpPr>
        <p:spPr/>
        <p:txBody>
          <a:bodyPr/>
          <a:lstStyle/>
          <a:p>
            <a:pPr lvl="0" defTabSz="914400">
              <a:defRPr/>
            </a:pPr>
            <a:r>
              <a:rPr lang="en-US" altLang="ko-KR" dirty="0"/>
              <a:t>Creative Director</a:t>
            </a:r>
            <a:endParaRPr lang="ko-KR" altLang="en-US" dirty="0"/>
          </a:p>
        </p:txBody>
      </p:sp>
      <p:sp>
        <p:nvSpPr>
          <p:cNvPr id="125" name="텍스트 개체 틀 124"/>
          <p:cNvSpPr>
            <a:spLocks noGrp="1"/>
          </p:cNvSpPr>
          <p:nvPr>
            <p:ph type="body" sz="quarter" idx="20"/>
          </p:nvPr>
        </p:nvSpPr>
        <p:spPr/>
        <p:txBody>
          <a:bodyPr/>
          <a:lstStyle/>
          <a:p>
            <a:r>
              <a:rPr lang="pt-BR" altLang="ko-KR" dirty="0"/>
              <a:t>In vel mi sit amen aug ue congue elementum. Morbi in ipsum sit.</a:t>
            </a:r>
          </a:p>
        </p:txBody>
      </p:sp>
      <p:sp>
        <p:nvSpPr>
          <p:cNvPr id="126" name="그림 개체 틀 125"/>
          <p:cNvSpPr>
            <a:spLocks noGrp="1"/>
          </p:cNvSpPr>
          <p:nvPr>
            <p:ph type="pic" sz="quarter" idx="21"/>
          </p:nvPr>
        </p:nvSpPr>
        <p:spPr/>
      </p:sp>
      <p:sp>
        <p:nvSpPr>
          <p:cNvPr id="127" name="텍스트 개체 틀 126"/>
          <p:cNvSpPr>
            <a:spLocks noGrp="1"/>
          </p:cNvSpPr>
          <p:nvPr>
            <p:ph type="body" sz="quarter" idx="22"/>
          </p:nvPr>
        </p:nvSpPr>
        <p:spPr/>
        <p:txBody>
          <a:bodyPr/>
          <a:lstStyle/>
          <a:p>
            <a:pPr lvl="0" defTabSz="914400">
              <a:defRPr/>
            </a:pPr>
            <a:r>
              <a:rPr lang="en-US" altLang="ko-KR" dirty="0"/>
              <a:t>Creative Director</a:t>
            </a:r>
            <a:endParaRPr lang="ko-KR" altLang="en-US" dirty="0"/>
          </a:p>
        </p:txBody>
      </p:sp>
      <p:sp>
        <p:nvSpPr>
          <p:cNvPr id="129" name="텍스트 개체 틀 128"/>
          <p:cNvSpPr>
            <a:spLocks noGrp="1"/>
          </p:cNvSpPr>
          <p:nvPr>
            <p:ph type="body" sz="quarter" idx="24"/>
          </p:nvPr>
        </p:nvSpPr>
        <p:spPr/>
        <p:txBody>
          <a:bodyPr/>
          <a:lstStyle/>
          <a:p>
            <a:r>
              <a:rPr lang="pt-BR" altLang="ko-KR" dirty="0"/>
              <a:t>In vel mi sit amen aug ue congue elementum. Morbi in ipsum sit.</a:t>
            </a:r>
          </a:p>
        </p:txBody>
      </p:sp>
      <p:sp>
        <p:nvSpPr>
          <p:cNvPr id="130" name="그림 개체 틀 129"/>
          <p:cNvSpPr>
            <a:spLocks noGrp="1"/>
          </p:cNvSpPr>
          <p:nvPr>
            <p:ph type="pic" sz="quarter" idx="25"/>
          </p:nvPr>
        </p:nvSpPr>
        <p:spPr/>
      </p:sp>
      <p:sp>
        <p:nvSpPr>
          <p:cNvPr id="131" name="텍스트 개체 틀 130"/>
          <p:cNvSpPr>
            <a:spLocks noGrp="1"/>
          </p:cNvSpPr>
          <p:nvPr>
            <p:ph type="body" sz="quarter" idx="26"/>
          </p:nvPr>
        </p:nvSpPr>
        <p:spPr/>
        <p:txBody>
          <a:bodyPr/>
          <a:lstStyle/>
          <a:p>
            <a:pPr lvl="0" defTabSz="914400">
              <a:defRPr/>
            </a:pPr>
            <a:r>
              <a:rPr lang="en-US" altLang="ko-KR" dirty="0"/>
              <a:t>Creative Director</a:t>
            </a:r>
            <a:endParaRPr lang="ko-KR" altLang="en-US" dirty="0"/>
          </a:p>
        </p:txBody>
      </p:sp>
      <p:sp>
        <p:nvSpPr>
          <p:cNvPr id="133" name="텍스트 개체 틀 132"/>
          <p:cNvSpPr>
            <a:spLocks noGrp="1"/>
          </p:cNvSpPr>
          <p:nvPr>
            <p:ph type="body" sz="quarter" idx="28"/>
          </p:nvPr>
        </p:nvSpPr>
        <p:spPr/>
        <p:txBody>
          <a:bodyPr/>
          <a:lstStyle/>
          <a:p>
            <a:r>
              <a:rPr lang="pt-BR" altLang="ko-KR" dirty="0"/>
              <a:t>In vel mi sit amen aug ue congue elementum. Morbi in ipsum sit.</a:t>
            </a:r>
          </a:p>
        </p:txBody>
      </p:sp>
      <p:sp>
        <p:nvSpPr>
          <p:cNvPr id="134" name="그림 개체 틀 133"/>
          <p:cNvSpPr>
            <a:spLocks noGrp="1"/>
          </p:cNvSpPr>
          <p:nvPr>
            <p:ph type="pic" sz="quarter" idx="29"/>
          </p:nvPr>
        </p:nvSpPr>
        <p:spPr/>
      </p:sp>
      <p:sp>
        <p:nvSpPr>
          <p:cNvPr id="135" name="텍스트 개체 틀 134"/>
          <p:cNvSpPr>
            <a:spLocks noGrp="1"/>
          </p:cNvSpPr>
          <p:nvPr>
            <p:ph type="body" sz="quarter" idx="30"/>
          </p:nvPr>
        </p:nvSpPr>
        <p:spPr/>
        <p:txBody>
          <a:bodyPr/>
          <a:lstStyle/>
          <a:p>
            <a:pPr lvl="0" defTabSz="914400">
              <a:defRPr/>
            </a:pPr>
            <a:r>
              <a:rPr lang="en-US" altLang="ko-KR" dirty="0"/>
              <a:t>Creative Director</a:t>
            </a:r>
            <a:endParaRPr lang="ko-KR" altLang="en-US" dirty="0"/>
          </a:p>
        </p:txBody>
      </p:sp>
      <p:sp>
        <p:nvSpPr>
          <p:cNvPr id="137" name="텍스트 개체 틀 136"/>
          <p:cNvSpPr>
            <a:spLocks noGrp="1"/>
          </p:cNvSpPr>
          <p:nvPr>
            <p:ph type="body" sz="quarter" idx="32"/>
          </p:nvPr>
        </p:nvSpPr>
        <p:spPr/>
        <p:txBody>
          <a:bodyPr/>
          <a:lstStyle/>
          <a:p>
            <a:r>
              <a:rPr lang="pt-BR" altLang="ko-KR" dirty="0"/>
              <a:t>In vel mi sit amen aug ue congue elementum. Morbi in ipsum sit.</a:t>
            </a:r>
          </a:p>
        </p:txBody>
      </p:sp>
      <p:sp>
        <p:nvSpPr>
          <p:cNvPr id="138" name="그림 개체 틀 137"/>
          <p:cNvSpPr>
            <a:spLocks noGrp="1"/>
          </p:cNvSpPr>
          <p:nvPr>
            <p:ph type="pic" sz="quarter" idx="33"/>
          </p:nvPr>
        </p:nvSpPr>
        <p:spPr/>
      </p:sp>
      <p:sp>
        <p:nvSpPr>
          <p:cNvPr id="139" name="텍스트 개체 틀 138"/>
          <p:cNvSpPr>
            <a:spLocks noGrp="1"/>
          </p:cNvSpPr>
          <p:nvPr>
            <p:ph type="body" sz="quarter" idx="34"/>
          </p:nvPr>
        </p:nvSpPr>
        <p:spPr/>
        <p:txBody>
          <a:bodyPr/>
          <a:lstStyle/>
          <a:p>
            <a:pPr lvl="0" defTabSz="914400">
              <a:defRPr/>
            </a:pPr>
            <a:r>
              <a:rPr lang="en-US" altLang="ko-KR" dirty="0"/>
              <a:t>Creative Director</a:t>
            </a:r>
            <a:endParaRPr lang="ko-KR" altLang="en-US" dirty="0"/>
          </a:p>
        </p:txBody>
      </p:sp>
      <p:sp>
        <p:nvSpPr>
          <p:cNvPr id="141" name="텍스트 개체 틀 140"/>
          <p:cNvSpPr>
            <a:spLocks noGrp="1"/>
          </p:cNvSpPr>
          <p:nvPr>
            <p:ph type="body" sz="quarter" idx="36"/>
          </p:nvPr>
        </p:nvSpPr>
        <p:spPr/>
        <p:txBody>
          <a:bodyPr/>
          <a:lstStyle/>
          <a:p>
            <a:r>
              <a:rPr lang="pt-BR" altLang="ko-KR" dirty="0"/>
              <a:t>In vel mi sit amen aug ue congue elementum. Morbi in ipsum sit.</a:t>
            </a:r>
          </a:p>
        </p:txBody>
      </p:sp>
      <p:sp>
        <p:nvSpPr>
          <p:cNvPr id="142" name="그림 개체 틀 141"/>
          <p:cNvSpPr>
            <a:spLocks noGrp="1"/>
          </p:cNvSpPr>
          <p:nvPr>
            <p:ph type="pic" sz="quarter" idx="37"/>
          </p:nvPr>
        </p:nvSpPr>
        <p:spPr/>
      </p:sp>
      <p:sp>
        <p:nvSpPr>
          <p:cNvPr id="143" name="텍스트 개체 틀 142"/>
          <p:cNvSpPr>
            <a:spLocks noGrp="1"/>
          </p:cNvSpPr>
          <p:nvPr>
            <p:ph type="body" sz="quarter" idx="38"/>
          </p:nvPr>
        </p:nvSpPr>
        <p:spPr/>
        <p:txBody>
          <a:bodyPr/>
          <a:lstStyle/>
          <a:p>
            <a:pPr lvl="0" defTabSz="914400">
              <a:defRPr/>
            </a:pPr>
            <a:r>
              <a:rPr lang="en-US" altLang="ko-KR" dirty="0"/>
              <a:t>Creative Director</a:t>
            </a:r>
            <a:endParaRPr lang="ko-KR" altLang="en-US" dirty="0"/>
          </a:p>
        </p:txBody>
      </p:sp>
      <p:sp>
        <p:nvSpPr>
          <p:cNvPr id="145" name="텍스트 개체 틀 144"/>
          <p:cNvSpPr>
            <a:spLocks noGrp="1"/>
          </p:cNvSpPr>
          <p:nvPr>
            <p:ph type="body" sz="quarter" idx="40"/>
          </p:nvPr>
        </p:nvSpPr>
        <p:spPr/>
        <p:txBody>
          <a:bodyPr/>
          <a:lstStyle/>
          <a:p>
            <a:r>
              <a:rPr lang="pt-BR" altLang="ko-KR" dirty="0"/>
              <a:t>In vel mi sit amen aug ue congue elementum. Morbi in ipsum sit.</a:t>
            </a:r>
          </a:p>
        </p:txBody>
      </p:sp>
      <p:sp>
        <p:nvSpPr>
          <p:cNvPr id="146" name="그림 개체 틀 145"/>
          <p:cNvSpPr>
            <a:spLocks noGrp="1"/>
          </p:cNvSpPr>
          <p:nvPr>
            <p:ph type="pic" sz="quarter" idx="41"/>
          </p:nvPr>
        </p:nvSpPr>
        <p:spPr/>
      </p:sp>
      <p:sp>
        <p:nvSpPr>
          <p:cNvPr id="147" name="텍스트 개체 틀 146"/>
          <p:cNvSpPr>
            <a:spLocks noGrp="1"/>
          </p:cNvSpPr>
          <p:nvPr>
            <p:ph type="body" sz="quarter" idx="42"/>
          </p:nvPr>
        </p:nvSpPr>
        <p:spPr/>
        <p:txBody>
          <a:bodyPr/>
          <a:lstStyle/>
          <a:p>
            <a:pPr lvl="0" defTabSz="914400">
              <a:defRPr/>
            </a:pPr>
            <a:r>
              <a:rPr lang="en-US" altLang="ko-KR" dirty="0"/>
              <a:t>Creative Director</a:t>
            </a:r>
            <a:endParaRPr lang="ko-KR" altLang="en-US" dirty="0"/>
          </a:p>
        </p:txBody>
      </p:sp>
      <p:sp>
        <p:nvSpPr>
          <p:cNvPr id="149" name="텍스트 개체 틀 148"/>
          <p:cNvSpPr>
            <a:spLocks noGrp="1"/>
          </p:cNvSpPr>
          <p:nvPr>
            <p:ph type="body" sz="quarter" idx="44"/>
          </p:nvPr>
        </p:nvSpPr>
        <p:spPr/>
        <p:txBody>
          <a:bodyPr/>
          <a:lstStyle/>
          <a:p>
            <a:r>
              <a:rPr lang="pt-BR" altLang="ko-KR" dirty="0"/>
              <a:t>In vel mi sit amen aug ue congue elementum. Morbi in ipsum sit.</a:t>
            </a:r>
          </a:p>
        </p:txBody>
      </p:sp>
      <p:sp>
        <p:nvSpPr>
          <p:cNvPr id="150" name="그림 개체 틀 149"/>
          <p:cNvSpPr>
            <a:spLocks noGrp="1"/>
          </p:cNvSpPr>
          <p:nvPr>
            <p:ph type="pic" sz="quarter" idx="45"/>
          </p:nvPr>
        </p:nvSpPr>
        <p:spPr/>
      </p:sp>
      <p:sp>
        <p:nvSpPr>
          <p:cNvPr id="151" name="텍스트 개체 틀 150"/>
          <p:cNvSpPr>
            <a:spLocks noGrp="1"/>
          </p:cNvSpPr>
          <p:nvPr>
            <p:ph type="body" sz="quarter" idx="46"/>
          </p:nvPr>
        </p:nvSpPr>
        <p:spPr/>
        <p:txBody>
          <a:bodyPr/>
          <a:lstStyle/>
          <a:p>
            <a:pPr lvl="0" defTabSz="914400">
              <a:defRPr/>
            </a:pPr>
            <a:r>
              <a:rPr lang="en-US" altLang="ko-KR" dirty="0"/>
              <a:t>Creative Director</a:t>
            </a:r>
            <a:endParaRPr lang="ko-KR" altLang="en-US" dirty="0"/>
          </a:p>
        </p:txBody>
      </p:sp>
      <p:sp>
        <p:nvSpPr>
          <p:cNvPr id="153" name="텍스트 개체 틀 152"/>
          <p:cNvSpPr>
            <a:spLocks noGrp="1"/>
          </p:cNvSpPr>
          <p:nvPr>
            <p:ph type="body" sz="quarter" idx="48"/>
          </p:nvPr>
        </p:nvSpPr>
        <p:spPr/>
        <p:txBody>
          <a:bodyPr/>
          <a:lstStyle/>
          <a:p>
            <a:r>
              <a:rPr lang="pt-BR" altLang="ko-KR" dirty="0"/>
              <a:t>In vel mi sit amen aug ue congue elementum. Morbi in ipsum sit.</a:t>
            </a:r>
          </a:p>
        </p:txBody>
      </p:sp>
      <p:sp>
        <p:nvSpPr>
          <p:cNvPr id="154" name="그림 개체 틀 153"/>
          <p:cNvSpPr>
            <a:spLocks noGrp="1"/>
          </p:cNvSpPr>
          <p:nvPr>
            <p:ph type="pic" sz="quarter" idx="49"/>
          </p:nvPr>
        </p:nvSpPr>
        <p:spPr/>
      </p:sp>
      <p:sp>
        <p:nvSpPr>
          <p:cNvPr id="155" name="텍스트 개체 틀 154"/>
          <p:cNvSpPr>
            <a:spLocks noGrp="1"/>
          </p:cNvSpPr>
          <p:nvPr>
            <p:ph type="body" sz="quarter" idx="50"/>
          </p:nvPr>
        </p:nvSpPr>
        <p:spPr/>
        <p:txBody>
          <a:bodyPr/>
          <a:lstStyle/>
          <a:p>
            <a:pPr lvl="0" defTabSz="914400">
              <a:defRPr/>
            </a:pPr>
            <a:r>
              <a:rPr lang="en-US" altLang="ko-KR" dirty="0"/>
              <a:t>Creative Director</a:t>
            </a:r>
            <a:endParaRPr lang="ko-KR" altLang="en-US" dirty="0"/>
          </a:p>
        </p:txBody>
      </p:sp>
      <p:sp>
        <p:nvSpPr>
          <p:cNvPr id="157" name="텍스트 개체 틀 156"/>
          <p:cNvSpPr>
            <a:spLocks noGrp="1"/>
          </p:cNvSpPr>
          <p:nvPr>
            <p:ph type="body" sz="quarter" idx="52"/>
          </p:nvPr>
        </p:nvSpPr>
        <p:spPr/>
        <p:txBody>
          <a:bodyPr/>
          <a:lstStyle/>
          <a:p>
            <a:r>
              <a:rPr lang="pt-BR" altLang="ko-KR" dirty="0"/>
              <a:t>In vel mi sit amen aug ue congue elementum. Morbi in ipsum sit.</a:t>
            </a:r>
          </a:p>
        </p:txBody>
      </p:sp>
      <p:sp>
        <p:nvSpPr>
          <p:cNvPr id="158" name="그림 개체 틀 157"/>
          <p:cNvSpPr>
            <a:spLocks noGrp="1"/>
          </p:cNvSpPr>
          <p:nvPr>
            <p:ph type="pic" sz="quarter" idx="53"/>
          </p:nvPr>
        </p:nvSpPr>
        <p:spPr/>
      </p:sp>
      <p:sp>
        <p:nvSpPr>
          <p:cNvPr id="159" name="텍스트 개체 틀 158"/>
          <p:cNvSpPr>
            <a:spLocks noGrp="1"/>
          </p:cNvSpPr>
          <p:nvPr>
            <p:ph type="body" sz="quarter" idx="54"/>
          </p:nvPr>
        </p:nvSpPr>
        <p:spPr/>
        <p:txBody>
          <a:bodyPr/>
          <a:lstStyle/>
          <a:p>
            <a:pPr lvl="0" defTabSz="914400">
              <a:defRPr/>
            </a:pPr>
            <a:r>
              <a:rPr lang="en-US" altLang="ko-KR" dirty="0"/>
              <a:t>Creative Director</a:t>
            </a:r>
            <a:endParaRPr lang="ko-KR" altLang="en-US" dirty="0"/>
          </a:p>
        </p:txBody>
      </p:sp>
      <p:sp>
        <p:nvSpPr>
          <p:cNvPr id="161" name="텍스트 개체 틀 160"/>
          <p:cNvSpPr>
            <a:spLocks noGrp="1"/>
          </p:cNvSpPr>
          <p:nvPr>
            <p:ph type="body" sz="quarter" idx="56"/>
          </p:nvPr>
        </p:nvSpPr>
        <p:spPr/>
        <p:txBody>
          <a:bodyPr/>
          <a:lstStyle/>
          <a:p>
            <a:r>
              <a:rPr lang="pt-BR" altLang="ko-KR" dirty="0"/>
              <a:t>In vel mi sit amen aug ue congue elementum. Morbi in ipsum sit.</a:t>
            </a:r>
          </a:p>
        </p:txBody>
      </p:sp>
      <p:sp>
        <p:nvSpPr>
          <p:cNvPr id="162" name="그림 개체 틀 161"/>
          <p:cNvSpPr>
            <a:spLocks noGrp="1"/>
          </p:cNvSpPr>
          <p:nvPr>
            <p:ph type="pic" sz="quarter" idx="57"/>
          </p:nvPr>
        </p:nvSpPr>
        <p:spPr/>
      </p:sp>
      <p:sp>
        <p:nvSpPr>
          <p:cNvPr id="163" name="텍스트 개체 틀 162"/>
          <p:cNvSpPr>
            <a:spLocks noGrp="1"/>
          </p:cNvSpPr>
          <p:nvPr>
            <p:ph type="body" sz="quarter" idx="58"/>
          </p:nvPr>
        </p:nvSpPr>
        <p:spPr/>
        <p:txBody>
          <a:bodyPr/>
          <a:lstStyle/>
          <a:p>
            <a:pPr lvl="0" defTabSz="914400">
              <a:defRPr/>
            </a:pPr>
            <a:r>
              <a:rPr lang="en-US" altLang="ko-KR" dirty="0"/>
              <a:t>Creative Director</a:t>
            </a:r>
            <a:endParaRPr lang="ko-KR" altLang="en-US" dirty="0"/>
          </a:p>
        </p:txBody>
      </p:sp>
      <p:sp>
        <p:nvSpPr>
          <p:cNvPr id="165" name="텍스트 개체 틀 164"/>
          <p:cNvSpPr>
            <a:spLocks noGrp="1"/>
          </p:cNvSpPr>
          <p:nvPr>
            <p:ph type="body" sz="quarter" idx="60"/>
          </p:nvPr>
        </p:nvSpPr>
        <p:spPr/>
        <p:txBody>
          <a:bodyPr/>
          <a:lstStyle/>
          <a:p>
            <a:r>
              <a:rPr lang="pt-BR" altLang="ko-KR" dirty="0"/>
              <a:t>In vel mi sit amen aug ue congue elementum. Morbi in ipsum sit.</a:t>
            </a:r>
          </a:p>
        </p:txBody>
      </p:sp>
      <p:sp>
        <p:nvSpPr>
          <p:cNvPr id="166" name="그림 개체 틀 165"/>
          <p:cNvSpPr>
            <a:spLocks noGrp="1"/>
          </p:cNvSpPr>
          <p:nvPr>
            <p:ph type="pic" sz="quarter" idx="61"/>
          </p:nvPr>
        </p:nvSpPr>
        <p:spPr/>
      </p:sp>
      <p:sp>
        <p:nvSpPr>
          <p:cNvPr id="167" name="텍스트 개체 틀 166"/>
          <p:cNvSpPr>
            <a:spLocks noGrp="1"/>
          </p:cNvSpPr>
          <p:nvPr>
            <p:ph type="body" sz="quarter" idx="62"/>
          </p:nvPr>
        </p:nvSpPr>
        <p:spPr/>
        <p:txBody>
          <a:bodyPr/>
          <a:lstStyle/>
          <a:p>
            <a:pPr lvl="0" defTabSz="914400">
              <a:defRPr/>
            </a:pPr>
            <a:r>
              <a:rPr lang="en-US" altLang="ko-KR" dirty="0"/>
              <a:t>Creative Director</a:t>
            </a:r>
            <a:endParaRPr lang="ko-KR" altLang="en-US" dirty="0"/>
          </a:p>
        </p:txBody>
      </p:sp>
      <p:sp>
        <p:nvSpPr>
          <p:cNvPr id="169" name="텍스트 개체 틀 168"/>
          <p:cNvSpPr>
            <a:spLocks noGrp="1"/>
          </p:cNvSpPr>
          <p:nvPr>
            <p:ph type="body" sz="quarter" idx="64"/>
          </p:nvPr>
        </p:nvSpPr>
        <p:spPr/>
        <p:txBody>
          <a:bodyPr/>
          <a:lstStyle/>
          <a:p>
            <a:r>
              <a:rPr lang="pt-BR" altLang="ko-KR" dirty="0"/>
              <a:t>In vel mi sit amen aug ue congue elementum. Morbi in ipsum sit.</a:t>
            </a:r>
          </a:p>
        </p:txBody>
      </p:sp>
      <p:sp>
        <p:nvSpPr>
          <p:cNvPr id="170" name="그림 개체 틀 169"/>
          <p:cNvSpPr>
            <a:spLocks noGrp="1"/>
          </p:cNvSpPr>
          <p:nvPr>
            <p:ph type="pic" sz="quarter" idx="65"/>
          </p:nvPr>
        </p:nvSpPr>
        <p:spPr/>
      </p:sp>
      <p:sp>
        <p:nvSpPr>
          <p:cNvPr id="171" name="텍스트 개체 틀 170"/>
          <p:cNvSpPr>
            <a:spLocks noGrp="1"/>
          </p:cNvSpPr>
          <p:nvPr>
            <p:ph type="body" sz="quarter" idx="66"/>
          </p:nvPr>
        </p:nvSpPr>
        <p:spPr/>
        <p:txBody>
          <a:bodyPr/>
          <a:lstStyle/>
          <a:p>
            <a:pPr lvl="0" defTabSz="914400">
              <a:defRPr/>
            </a:pPr>
            <a:r>
              <a:rPr lang="en-US" altLang="ko-KR" dirty="0"/>
              <a:t>Creative Director</a:t>
            </a:r>
            <a:endParaRPr lang="ko-KR" altLang="en-US" dirty="0"/>
          </a:p>
        </p:txBody>
      </p:sp>
      <p:sp>
        <p:nvSpPr>
          <p:cNvPr id="173" name="텍스트 개체 틀 172"/>
          <p:cNvSpPr>
            <a:spLocks noGrp="1"/>
          </p:cNvSpPr>
          <p:nvPr>
            <p:ph type="body" sz="quarter" idx="68"/>
          </p:nvPr>
        </p:nvSpPr>
        <p:spPr/>
        <p:txBody>
          <a:bodyPr/>
          <a:lstStyle/>
          <a:p>
            <a:r>
              <a:rPr lang="pt-BR" altLang="ko-KR" dirty="0"/>
              <a:t>In vel mi sit amen aug ue congue elementum. Morbi in ipsum sit.</a:t>
            </a:r>
          </a:p>
        </p:txBody>
      </p:sp>
      <p:grpSp>
        <p:nvGrpSpPr>
          <p:cNvPr id="76" name="그룹 75"/>
          <p:cNvGrpSpPr/>
          <p:nvPr/>
        </p:nvGrpSpPr>
        <p:grpSpPr>
          <a:xfrm>
            <a:off x="913560" y="1522077"/>
            <a:ext cx="221065" cy="221065"/>
            <a:chOff x="1439690" y="1600028"/>
            <a:chExt cx="221065" cy="221065"/>
          </a:xfrm>
        </p:grpSpPr>
        <p:sp>
          <p:nvSpPr>
            <p:cNvPr id="77" name="타원 76"/>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78"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79" name="그룹 78"/>
          <p:cNvGrpSpPr/>
          <p:nvPr/>
        </p:nvGrpSpPr>
        <p:grpSpPr>
          <a:xfrm>
            <a:off x="1813717" y="1522076"/>
            <a:ext cx="221065" cy="221065"/>
            <a:chOff x="1439690" y="1600028"/>
            <a:chExt cx="221065" cy="221065"/>
          </a:xfrm>
        </p:grpSpPr>
        <p:sp>
          <p:nvSpPr>
            <p:cNvPr id="80" name="타원 79"/>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81"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82" name="그룹 81"/>
          <p:cNvGrpSpPr/>
          <p:nvPr/>
        </p:nvGrpSpPr>
        <p:grpSpPr>
          <a:xfrm>
            <a:off x="2713874" y="1522075"/>
            <a:ext cx="221065" cy="221065"/>
            <a:chOff x="1439690" y="1600028"/>
            <a:chExt cx="221065" cy="221065"/>
          </a:xfrm>
        </p:grpSpPr>
        <p:sp>
          <p:nvSpPr>
            <p:cNvPr id="83" name="타원 82"/>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84"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85" name="그룹 84"/>
          <p:cNvGrpSpPr/>
          <p:nvPr/>
        </p:nvGrpSpPr>
        <p:grpSpPr>
          <a:xfrm>
            <a:off x="3614030" y="1522075"/>
            <a:ext cx="221065" cy="221065"/>
            <a:chOff x="1439690" y="1600028"/>
            <a:chExt cx="221065" cy="221065"/>
          </a:xfrm>
        </p:grpSpPr>
        <p:sp>
          <p:nvSpPr>
            <p:cNvPr id="86" name="타원 85"/>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87"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88" name="그룹 87"/>
          <p:cNvGrpSpPr/>
          <p:nvPr/>
        </p:nvGrpSpPr>
        <p:grpSpPr>
          <a:xfrm>
            <a:off x="4514188" y="1522075"/>
            <a:ext cx="221065" cy="221065"/>
            <a:chOff x="1439690" y="1600028"/>
            <a:chExt cx="221065" cy="221065"/>
          </a:xfrm>
        </p:grpSpPr>
        <p:sp>
          <p:nvSpPr>
            <p:cNvPr id="89" name="타원 88"/>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90"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91" name="그룹 90"/>
          <p:cNvGrpSpPr/>
          <p:nvPr/>
        </p:nvGrpSpPr>
        <p:grpSpPr>
          <a:xfrm>
            <a:off x="5414345" y="1522075"/>
            <a:ext cx="221065" cy="221065"/>
            <a:chOff x="1439690" y="1600028"/>
            <a:chExt cx="221065" cy="221065"/>
          </a:xfrm>
        </p:grpSpPr>
        <p:sp>
          <p:nvSpPr>
            <p:cNvPr id="92" name="타원 91"/>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93"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94" name="그룹 93"/>
          <p:cNvGrpSpPr/>
          <p:nvPr/>
        </p:nvGrpSpPr>
        <p:grpSpPr>
          <a:xfrm>
            <a:off x="6314502" y="1522075"/>
            <a:ext cx="221065" cy="221065"/>
            <a:chOff x="1439690" y="1600028"/>
            <a:chExt cx="221065" cy="221065"/>
          </a:xfrm>
        </p:grpSpPr>
        <p:sp>
          <p:nvSpPr>
            <p:cNvPr id="95" name="타원 94"/>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96"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97" name="그룹 96"/>
          <p:cNvGrpSpPr/>
          <p:nvPr/>
        </p:nvGrpSpPr>
        <p:grpSpPr>
          <a:xfrm>
            <a:off x="913560" y="3500708"/>
            <a:ext cx="221065" cy="221065"/>
            <a:chOff x="1439690" y="1600028"/>
            <a:chExt cx="221065" cy="221065"/>
          </a:xfrm>
        </p:grpSpPr>
        <p:sp>
          <p:nvSpPr>
            <p:cNvPr id="98" name="타원 97"/>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99"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00" name="그룹 99"/>
          <p:cNvGrpSpPr/>
          <p:nvPr/>
        </p:nvGrpSpPr>
        <p:grpSpPr>
          <a:xfrm>
            <a:off x="1813717" y="3500708"/>
            <a:ext cx="221065" cy="221065"/>
            <a:chOff x="1439690" y="1600028"/>
            <a:chExt cx="221065" cy="221065"/>
          </a:xfrm>
        </p:grpSpPr>
        <p:sp>
          <p:nvSpPr>
            <p:cNvPr id="101" name="타원 100"/>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102"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03" name="그룹 102"/>
          <p:cNvGrpSpPr/>
          <p:nvPr/>
        </p:nvGrpSpPr>
        <p:grpSpPr>
          <a:xfrm>
            <a:off x="2713874" y="3500708"/>
            <a:ext cx="221065" cy="221065"/>
            <a:chOff x="1439690" y="1600028"/>
            <a:chExt cx="221065" cy="221065"/>
          </a:xfrm>
        </p:grpSpPr>
        <p:sp>
          <p:nvSpPr>
            <p:cNvPr id="104" name="타원 103"/>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105"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06" name="그룹 105"/>
          <p:cNvGrpSpPr/>
          <p:nvPr/>
        </p:nvGrpSpPr>
        <p:grpSpPr>
          <a:xfrm>
            <a:off x="3614030" y="3500708"/>
            <a:ext cx="221065" cy="221065"/>
            <a:chOff x="1439690" y="1600028"/>
            <a:chExt cx="221065" cy="221065"/>
          </a:xfrm>
        </p:grpSpPr>
        <p:sp>
          <p:nvSpPr>
            <p:cNvPr id="107" name="타원 106"/>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108"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09" name="그룹 108"/>
          <p:cNvGrpSpPr/>
          <p:nvPr/>
        </p:nvGrpSpPr>
        <p:grpSpPr>
          <a:xfrm>
            <a:off x="4514188" y="3500708"/>
            <a:ext cx="221065" cy="221065"/>
            <a:chOff x="1439690" y="1600028"/>
            <a:chExt cx="221065" cy="221065"/>
          </a:xfrm>
        </p:grpSpPr>
        <p:sp>
          <p:nvSpPr>
            <p:cNvPr id="110" name="타원 109"/>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111"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12" name="그룹 111"/>
          <p:cNvGrpSpPr/>
          <p:nvPr/>
        </p:nvGrpSpPr>
        <p:grpSpPr>
          <a:xfrm>
            <a:off x="5414345" y="3500708"/>
            <a:ext cx="221065" cy="221065"/>
            <a:chOff x="1439690" y="1600028"/>
            <a:chExt cx="221065" cy="221065"/>
          </a:xfrm>
        </p:grpSpPr>
        <p:sp>
          <p:nvSpPr>
            <p:cNvPr id="113" name="타원 112"/>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114"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115" name="그룹 114"/>
          <p:cNvGrpSpPr/>
          <p:nvPr/>
        </p:nvGrpSpPr>
        <p:grpSpPr>
          <a:xfrm>
            <a:off x="6314502" y="3500708"/>
            <a:ext cx="221065" cy="221065"/>
            <a:chOff x="1439690" y="1600028"/>
            <a:chExt cx="221065" cy="221065"/>
          </a:xfrm>
        </p:grpSpPr>
        <p:sp>
          <p:nvSpPr>
            <p:cNvPr id="174" name="타원 173"/>
            <p:cNvSpPr/>
            <p:nvPr/>
          </p:nvSpPr>
          <p:spPr>
            <a:xfrm>
              <a:off x="1439690" y="1600028"/>
              <a:ext cx="221065" cy="221065"/>
            </a:xfrm>
            <a:prstGeom prst="ellipse">
              <a:avLst/>
            </a:prstGeom>
            <a:solidFill>
              <a:schemeClr val="accent1"/>
            </a:solidFill>
            <a:ln w="25400" cap="flat" cmpd="sng" algn="ctr">
              <a:solidFill>
                <a:schemeClr val="bg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1200"/>
                </a:lnSpc>
              </a:pPr>
              <a:endParaRPr lang="en-US" altLang="ko-KR" sz="1300" dirty="0">
                <a:solidFill>
                  <a:srgbClr val="FFFFFF"/>
                </a:solidFill>
                <a:latin typeface="Heydings Icons" panose="02000509000000000000" pitchFamily="49" charset="0"/>
                <a:ea typeface="Roboto Light" pitchFamily="2" charset="0"/>
                <a:cs typeface="Roboto Condensed Regular"/>
              </a:endParaRPr>
            </a:p>
          </p:txBody>
        </p:sp>
        <p:sp>
          <p:nvSpPr>
            <p:cNvPr id="175" name="Freeform 48"/>
            <p:cNvSpPr>
              <a:spLocks noEditPoints="1"/>
            </p:cNvSpPr>
            <p:nvPr/>
          </p:nvSpPr>
          <p:spPr bwMode="auto">
            <a:xfrm>
              <a:off x="1495075" y="1629870"/>
              <a:ext cx="110293" cy="161381"/>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643698285"/>
      </p:ext>
    </p:extLst>
  </p:cSld>
  <p:clrMapOvr>
    <a:masterClrMapping/>
  </p:clrMapOvr>
  <p:transition spd="med">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제목 58"/>
          <p:cNvSpPr>
            <a:spLocks noGrp="1"/>
          </p:cNvSpPr>
          <p:nvPr>
            <p:ph type="title"/>
          </p:nvPr>
        </p:nvSpPr>
        <p:spPr/>
        <p:txBody>
          <a:bodyPr/>
          <a:lstStyle/>
          <a:p>
            <a:r>
              <a:rPr lang="en-US" altLang="ko-KR" dirty="0"/>
              <a:t>Members</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Type 3</a:t>
            </a:r>
            <a:endParaRPr lang="ko-KR" altLang="en-US" dirty="0"/>
          </a:p>
        </p:txBody>
      </p:sp>
      <p:sp>
        <p:nvSpPr>
          <p:cNvPr id="60" name="그림 개체 틀 59"/>
          <p:cNvSpPr>
            <a:spLocks noGrp="1"/>
          </p:cNvSpPr>
          <p:nvPr>
            <p:ph type="pic" sz="quarter" idx="10"/>
          </p:nvPr>
        </p:nvSpPr>
        <p:spPr/>
      </p:sp>
      <p:sp>
        <p:nvSpPr>
          <p:cNvPr id="62" name="텍스트 개체 틀 61"/>
          <p:cNvSpPr>
            <a:spLocks noGrp="1"/>
          </p:cNvSpPr>
          <p:nvPr>
            <p:ph type="body" sz="quarter" idx="15"/>
          </p:nvPr>
        </p:nvSpPr>
        <p:spPr/>
        <p:txBody>
          <a:bodyPr/>
          <a:lstStyle/>
          <a:p>
            <a:pPr lvl="0" defTabSz="914400">
              <a:defRPr/>
            </a:pPr>
            <a:r>
              <a:rPr lang="en-US" altLang="ko-KR" dirty="0"/>
              <a:t>Creative Director</a:t>
            </a:r>
            <a:endParaRPr lang="ko-KR" altLang="en-US" dirty="0"/>
          </a:p>
        </p:txBody>
      </p:sp>
      <p:sp>
        <p:nvSpPr>
          <p:cNvPr id="61" name="텍스트 개체 틀 60"/>
          <p:cNvSpPr>
            <a:spLocks noGrp="1"/>
          </p:cNvSpPr>
          <p:nvPr>
            <p:ph type="body" sz="quarter" idx="14"/>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63" name="텍스트 개체 틀 62"/>
          <p:cNvSpPr>
            <a:spLocks noGrp="1"/>
          </p:cNvSpPr>
          <p:nvPr>
            <p:ph type="body" sz="quarter" idx="16"/>
          </p:nvPr>
        </p:nvSpPr>
        <p:spPr/>
        <p:txBody>
          <a:bodyPr/>
          <a:lstStyle/>
          <a:p>
            <a:r>
              <a:rPr lang="pt-BR" altLang="ko-KR" dirty="0"/>
              <a:t>In vel mi sit amen aug ue congue eleme ntum. Morbi in ipsum.</a:t>
            </a:r>
          </a:p>
          <a:p>
            <a:endParaRPr lang="ko-KR" altLang="en-US" dirty="0"/>
          </a:p>
        </p:txBody>
      </p:sp>
      <p:sp>
        <p:nvSpPr>
          <p:cNvPr id="64" name="그림 개체 틀 63"/>
          <p:cNvSpPr>
            <a:spLocks noGrp="1"/>
          </p:cNvSpPr>
          <p:nvPr>
            <p:ph type="pic" sz="quarter" idx="17"/>
          </p:nvPr>
        </p:nvSpPr>
        <p:spPr/>
      </p:sp>
      <p:sp>
        <p:nvSpPr>
          <p:cNvPr id="65" name="텍스트 개체 틀 64"/>
          <p:cNvSpPr>
            <a:spLocks noGrp="1"/>
          </p:cNvSpPr>
          <p:nvPr>
            <p:ph type="body" sz="quarter" idx="18"/>
          </p:nvPr>
        </p:nvSpPr>
        <p:spPr/>
        <p:txBody>
          <a:bodyPr/>
          <a:lstStyle/>
          <a:p>
            <a:pPr lvl="0"/>
            <a:r>
              <a:rPr lang="en-US" altLang="ko-KR" dirty="0"/>
              <a:t>Creative Director</a:t>
            </a:r>
            <a:endParaRPr lang="ko-KR" altLang="en-US" dirty="0"/>
          </a:p>
          <a:p>
            <a:endParaRPr lang="ko-KR" altLang="en-US" dirty="0"/>
          </a:p>
        </p:txBody>
      </p:sp>
      <p:sp>
        <p:nvSpPr>
          <p:cNvPr id="66" name="텍스트 개체 틀 65"/>
          <p:cNvSpPr>
            <a:spLocks noGrp="1"/>
          </p:cNvSpPr>
          <p:nvPr>
            <p:ph type="body" sz="quarter" idx="19"/>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67" name="텍스트 개체 틀 66"/>
          <p:cNvSpPr>
            <a:spLocks noGrp="1"/>
          </p:cNvSpPr>
          <p:nvPr>
            <p:ph type="body" sz="quarter" idx="20"/>
          </p:nvPr>
        </p:nvSpPr>
        <p:spPr/>
        <p:txBody>
          <a:bodyPr/>
          <a:lstStyle/>
          <a:p>
            <a:r>
              <a:rPr lang="pt-BR" altLang="ko-KR" dirty="0"/>
              <a:t>In vel mi sit amen aug ue congue eleme ntum. Morbi in ipsum.</a:t>
            </a:r>
          </a:p>
        </p:txBody>
      </p:sp>
      <p:sp>
        <p:nvSpPr>
          <p:cNvPr id="68" name="그림 개체 틀 67"/>
          <p:cNvSpPr>
            <a:spLocks noGrp="1"/>
          </p:cNvSpPr>
          <p:nvPr>
            <p:ph type="pic" sz="quarter" idx="21"/>
          </p:nvPr>
        </p:nvSpPr>
        <p:spPr/>
      </p:sp>
      <p:sp>
        <p:nvSpPr>
          <p:cNvPr id="69" name="텍스트 개체 틀 68"/>
          <p:cNvSpPr>
            <a:spLocks noGrp="1"/>
          </p:cNvSpPr>
          <p:nvPr>
            <p:ph type="body" sz="quarter" idx="22"/>
          </p:nvPr>
        </p:nvSpPr>
        <p:spPr/>
        <p:txBody>
          <a:bodyPr/>
          <a:lstStyle/>
          <a:p>
            <a:pPr lvl="0"/>
            <a:r>
              <a:rPr lang="en-US" altLang="ko-KR" dirty="0"/>
              <a:t>Creative Director</a:t>
            </a:r>
            <a:endParaRPr lang="ko-KR" altLang="en-US" dirty="0"/>
          </a:p>
          <a:p>
            <a:endParaRPr lang="ko-KR" altLang="en-US" dirty="0"/>
          </a:p>
        </p:txBody>
      </p:sp>
      <p:sp>
        <p:nvSpPr>
          <p:cNvPr id="70" name="텍스트 개체 틀 69"/>
          <p:cNvSpPr>
            <a:spLocks noGrp="1"/>
          </p:cNvSpPr>
          <p:nvPr>
            <p:ph type="body" sz="quarter" idx="23"/>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71" name="텍스트 개체 틀 70"/>
          <p:cNvSpPr>
            <a:spLocks noGrp="1"/>
          </p:cNvSpPr>
          <p:nvPr>
            <p:ph type="body" sz="quarter" idx="24"/>
          </p:nvPr>
        </p:nvSpPr>
        <p:spPr/>
        <p:txBody>
          <a:bodyPr/>
          <a:lstStyle/>
          <a:p>
            <a:r>
              <a:rPr lang="pt-BR" altLang="ko-KR" dirty="0"/>
              <a:t>In vel mi sit amen aug ue congue eleme ntum. Morbi in ipsum.</a:t>
            </a:r>
          </a:p>
          <a:p>
            <a:endParaRPr lang="ko-KR" altLang="en-US" dirty="0"/>
          </a:p>
        </p:txBody>
      </p:sp>
      <p:sp>
        <p:nvSpPr>
          <p:cNvPr id="72" name="그림 개체 틀 71"/>
          <p:cNvSpPr>
            <a:spLocks noGrp="1"/>
          </p:cNvSpPr>
          <p:nvPr>
            <p:ph type="pic" sz="quarter" idx="25"/>
          </p:nvPr>
        </p:nvSpPr>
        <p:spPr/>
      </p:sp>
      <p:sp>
        <p:nvSpPr>
          <p:cNvPr id="73" name="텍스트 개체 틀 72"/>
          <p:cNvSpPr>
            <a:spLocks noGrp="1"/>
          </p:cNvSpPr>
          <p:nvPr>
            <p:ph type="body" sz="quarter" idx="26"/>
          </p:nvPr>
        </p:nvSpPr>
        <p:spPr/>
        <p:txBody>
          <a:bodyPr/>
          <a:lstStyle/>
          <a:p>
            <a:pPr lvl="0"/>
            <a:r>
              <a:rPr lang="en-US" altLang="ko-KR" dirty="0"/>
              <a:t>Creative Director</a:t>
            </a:r>
            <a:endParaRPr lang="ko-KR" altLang="en-US" dirty="0"/>
          </a:p>
          <a:p>
            <a:endParaRPr lang="ko-KR" altLang="en-US" dirty="0"/>
          </a:p>
        </p:txBody>
      </p:sp>
      <p:sp>
        <p:nvSpPr>
          <p:cNvPr id="74" name="텍스트 개체 틀 73"/>
          <p:cNvSpPr>
            <a:spLocks noGrp="1"/>
          </p:cNvSpPr>
          <p:nvPr>
            <p:ph type="body" sz="quarter" idx="27"/>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75" name="텍스트 개체 틀 74"/>
          <p:cNvSpPr>
            <a:spLocks noGrp="1"/>
          </p:cNvSpPr>
          <p:nvPr>
            <p:ph type="body" sz="quarter" idx="28"/>
          </p:nvPr>
        </p:nvSpPr>
        <p:spPr/>
        <p:txBody>
          <a:bodyPr/>
          <a:lstStyle/>
          <a:p>
            <a:r>
              <a:rPr lang="pt-BR" altLang="ko-KR" dirty="0"/>
              <a:t>In vel mi sit amen aug ue congue eleme ntum. Morbi in ipsum.</a:t>
            </a:r>
          </a:p>
          <a:p>
            <a:endParaRPr lang="ko-KR" altLang="en-US" dirty="0"/>
          </a:p>
        </p:txBody>
      </p:sp>
      <p:sp>
        <p:nvSpPr>
          <p:cNvPr id="76" name="그림 개체 틀 75"/>
          <p:cNvSpPr>
            <a:spLocks noGrp="1"/>
          </p:cNvSpPr>
          <p:nvPr>
            <p:ph type="pic" sz="quarter" idx="29"/>
          </p:nvPr>
        </p:nvSpPr>
        <p:spPr/>
      </p:sp>
      <p:sp>
        <p:nvSpPr>
          <p:cNvPr id="77" name="텍스트 개체 틀 76"/>
          <p:cNvSpPr>
            <a:spLocks noGrp="1"/>
          </p:cNvSpPr>
          <p:nvPr>
            <p:ph type="body" sz="quarter" idx="30"/>
          </p:nvPr>
        </p:nvSpPr>
        <p:spPr/>
        <p:txBody>
          <a:bodyPr/>
          <a:lstStyle/>
          <a:p>
            <a:pPr lvl="0"/>
            <a:r>
              <a:rPr lang="en-US" altLang="ko-KR" dirty="0"/>
              <a:t>Creative Director</a:t>
            </a:r>
            <a:endParaRPr lang="ko-KR" altLang="en-US" dirty="0"/>
          </a:p>
          <a:p>
            <a:endParaRPr lang="ko-KR" altLang="en-US" dirty="0"/>
          </a:p>
        </p:txBody>
      </p:sp>
      <p:sp>
        <p:nvSpPr>
          <p:cNvPr id="78" name="텍스트 개체 틀 77"/>
          <p:cNvSpPr>
            <a:spLocks noGrp="1"/>
          </p:cNvSpPr>
          <p:nvPr>
            <p:ph type="body" sz="quarter" idx="31"/>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79" name="텍스트 개체 틀 78"/>
          <p:cNvSpPr>
            <a:spLocks noGrp="1"/>
          </p:cNvSpPr>
          <p:nvPr>
            <p:ph type="body" sz="quarter" idx="32"/>
          </p:nvPr>
        </p:nvSpPr>
        <p:spPr/>
        <p:txBody>
          <a:bodyPr/>
          <a:lstStyle/>
          <a:p>
            <a:r>
              <a:rPr lang="pt-BR" altLang="ko-KR" dirty="0"/>
              <a:t>In vel mi sit amen aug ue congue eleme ntum. Morbi in ipsum.</a:t>
            </a:r>
          </a:p>
          <a:p>
            <a:endParaRPr lang="ko-KR" altLang="en-US" dirty="0"/>
          </a:p>
        </p:txBody>
      </p:sp>
      <p:sp>
        <p:nvSpPr>
          <p:cNvPr id="80" name="그림 개체 틀 79"/>
          <p:cNvSpPr>
            <a:spLocks noGrp="1"/>
          </p:cNvSpPr>
          <p:nvPr>
            <p:ph type="pic" sz="quarter" idx="33"/>
          </p:nvPr>
        </p:nvSpPr>
        <p:spPr/>
      </p:sp>
      <p:sp>
        <p:nvSpPr>
          <p:cNvPr id="81" name="텍스트 개체 틀 80"/>
          <p:cNvSpPr>
            <a:spLocks noGrp="1"/>
          </p:cNvSpPr>
          <p:nvPr>
            <p:ph type="body" sz="quarter" idx="34"/>
          </p:nvPr>
        </p:nvSpPr>
        <p:spPr/>
        <p:txBody>
          <a:bodyPr/>
          <a:lstStyle/>
          <a:p>
            <a:pPr lvl="0"/>
            <a:r>
              <a:rPr lang="en-US" altLang="ko-KR" dirty="0"/>
              <a:t>Creative Director</a:t>
            </a:r>
            <a:endParaRPr lang="ko-KR" altLang="en-US" dirty="0"/>
          </a:p>
          <a:p>
            <a:endParaRPr lang="ko-KR" altLang="en-US" dirty="0"/>
          </a:p>
        </p:txBody>
      </p:sp>
      <p:sp>
        <p:nvSpPr>
          <p:cNvPr id="82" name="텍스트 개체 틀 81"/>
          <p:cNvSpPr>
            <a:spLocks noGrp="1"/>
          </p:cNvSpPr>
          <p:nvPr>
            <p:ph type="body" sz="quarter" idx="35"/>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83" name="텍스트 개체 틀 82"/>
          <p:cNvSpPr>
            <a:spLocks noGrp="1"/>
          </p:cNvSpPr>
          <p:nvPr>
            <p:ph type="body" sz="quarter" idx="36"/>
          </p:nvPr>
        </p:nvSpPr>
        <p:spPr/>
        <p:txBody>
          <a:bodyPr/>
          <a:lstStyle/>
          <a:p>
            <a:r>
              <a:rPr lang="pt-BR" altLang="ko-KR" dirty="0"/>
              <a:t>In vel mi sit amen aug ue congue eleme ntum. Morbi in ipsum.</a:t>
            </a:r>
          </a:p>
          <a:p>
            <a:endParaRPr lang="ko-KR" altLang="en-US" dirty="0"/>
          </a:p>
        </p:txBody>
      </p:sp>
      <p:sp>
        <p:nvSpPr>
          <p:cNvPr id="84" name="그림 개체 틀 83"/>
          <p:cNvSpPr>
            <a:spLocks noGrp="1"/>
          </p:cNvSpPr>
          <p:nvPr>
            <p:ph type="pic" sz="quarter" idx="37"/>
          </p:nvPr>
        </p:nvSpPr>
        <p:spPr/>
      </p:sp>
      <p:sp>
        <p:nvSpPr>
          <p:cNvPr id="85" name="텍스트 개체 틀 84"/>
          <p:cNvSpPr>
            <a:spLocks noGrp="1"/>
          </p:cNvSpPr>
          <p:nvPr>
            <p:ph type="body" sz="quarter" idx="38"/>
          </p:nvPr>
        </p:nvSpPr>
        <p:spPr/>
        <p:txBody>
          <a:bodyPr/>
          <a:lstStyle/>
          <a:p>
            <a:pPr lvl="0"/>
            <a:r>
              <a:rPr lang="en-US" altLang="ko-KR" dirty="0"/>
              <a:t>Creative Director</a:t>
            </a:r>
            <a:endParaRPr lang="ko-KR" altLang="en-US" dirty="0"/>
          </a:p>
          <a:p>
            <a:endParaRPr lang="ko-KR" altLang="en-US" dirty="0"/>
          </a:p>
        </p:txBody>
      </p:sp>
      <p:sp>
        <p:nvSpPr>
          <p:cNvPr id="86" name="텍스트 개체 틀 85"/>
          <p:cNvSpPr>
            <a:spLocks noGrp="1"/>
          </p:cNvSpPr>
          <p:nvPr>
            <p:ph type="body" sz="quarter" idx="39"/>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87" name="텍스트 개체 틀 86"/>
          <p:cNvSpPr>
            <a:spLocks noGrp="1"/>
          </p:cNvSpPr>
          <p:nvPr>
            <p:ph type="body" sz="quarter" idx="40"/>
          </p:nvPr>
        </p:nvSpPr>
        <p:spPr/>
        <p:txBody>
          <a:bodyPr/>
          <a:lstStyle/>
          <a:p>
            <a:r>
              <a:rPr lang="pt-BR" altLang="ko-KR" dirty="0"/>
              <a:t>In vel mi sit amen aug ue congue eleme ntum. Morbi in ipsum.</a:t>
            </a:r>
          </a:p>
          <a:p>
            <a:endParaRPr lang="ko-KR" altLang="en-US" dirty="0"/>
          </a:p>
        </p:txBody>
      </p:sp>
      <p:sp>
        <p:nvSpPr>
          <p:cNvPr id="88" name="그림 개체 틀 87"/>
          <p:cNvSpPr>
            <a:spLocks noGrp="1"/>
          </p:cNvSpPr>
          <p:nvPr>
            <p:ph type="pic" sz="quarter" idx="41"/>
          </p:nvPr>
        </p:nvSpPr>
        <p:spPr/>
      </p:sp>
      <p:sp>
        <p:nvSpPr>
          <p:cNvPr id="89" name="텍스트 개체 틀 88"/>
          <p:cNvSpPr>
            <a:spLocks noGrp="1"/>
          </p:cNvSpPr>
          <p:nvPr>
            <p:ph type="body" sz="quarter" idx="42"/>
          </p:nvPr>
        </p:nvSpPr>
        <p:spPr/>
        <p:txBody>
          <a:bodyPr/>
          <a:lstStyle/>
          <a:p>
            <a:pPr lvl="0"/>
            <a:r>
              <a:rPr lang="en-US" altLang="ko-KR" dirty="0"/>
              <a:t>Creative Director</a:t>
            </a:r>
            <a:endParaRPr lang="ko-KR" altLang="en-US" dirty="0"/>
          </a:p>
          <a:p>
            <a:endParaRPr lang="ko-KR" altLang="en-US" dirty="0"/>
          </a:p>
        </p:txBody>
      </p:sp>
      <p:sp>
        <p:nvSpPr>
          <p:cNvPr id="90" name="텍스트 개체 틀 89"/>
          <p:cNvSpPr>
            <a:spLocks noGrp="1"/>
          </p:cNvSpPr>
          <p:nvPr>
            <p:ph type="body" sz="quarter" idx="43"/>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91" name="텍스트 개체 틀 90"/>
          <p:cNvSpPr>
            <a:spLocks noGrp="1"/>
          </p:cNvSpPr>
          <p:nvPr>
            <p:ph type="body" sz="quarter" idx="44"/>
          </p:nvPr>
        </p:nvSpPr>
        <p:spPr/>
        <p:txBody>
          <a:bodyPr/>
          <a:lstStyle/>
          <a:p>
            <a:r>
              <a:rPr lang="pt-BR" altLang="ko-KR" dirty="0"/>
              <a:t>In vel mi sit amen aug ue congue eleme ntum. Morbi in ipsum.</a:t>
            </a:r>
          </a:p>
          <a:p>
            <a:endParaRPr lang="ko-KR" altLang="en-US" dirty="0"/>
          </a:p>
        </p:txBody>
      </p:sp>
      <p:sp>
        <p:nvSpPr>
          <p:cNvPr id="92" name="그림 개체 틀 91"/>
          <p:cNvSpPr>
            <a:spLocks noGrp="1"/>
          </p:cNvSpPr>
          <p:nvPr>
            <p:ph type="pic" sz="quarter" idx="45"/>
          </p:nvPr>
        </p:nvSpPr>
        <p:spPr/>
      </p:sp>
      <p:sp>
        <p:nvSpPr>
          <p:cNvPr id="93" name="텍스트 개체 틀 92"/>
          <p:cNvSpPr>
            <a:spLocks noGrp="1"/>
          </p:cNvSpPr>
          <p:nvPr>
            <p:ph type="body" sz="quarter" idx="46"/>
          </p:nvPr>
        </p:nvSpPr>
        <p:spPr/>
        <p:txBody>
          <a:bodyPr/>
          <a:lstStyle/>
          <a:p>
            <a:pPr lvl="0"/>
            <a:r>
              <a:rPr lang="en-US" altLang="ko-KR" dirty="0"/>
              <a:t>Creative Director</a:t>
            </a:r>
            <a:endParaRPr lang="ko-KR" altLang="en-US" dirty="0"/>
          </a:p>
          <a:p>
            <a:endParaRPr lang="ko-KR" altLang="en-US" dirty="0"/>
          </a:p>
        </p:txBody>
      </p:sp>
      <p:sp>
        <p:nvSpPr>
          <p:cNvPr id="94" name="텍스트 개체 틀 93"/>
          <p:cNvSpPr>
            <a:spLocks noGrp="1"/>
          </p:cNvSpPr>
          <p:nvPr>
            <p:ph type="body" sz="quarter" idx="47"/>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95" name="텍스트 개체 틀 94"/>
          <p:cNvSpPr>
            <a:spLocks noGrp="1"/>
          </p:cNvSpPr>
          <p:nvPr>
            <p:ph type="body" sz="quarter" idx="48"/>
          </p:nvPr>
        </p:nvSpPr>
        <p:spPr/>
        <p:txBody>
          <a:bodyPr/>
          <a:lstStyle/>
          <a:p>
            <a:r>
              <a:rPr lang="pt-BR" altLang="ko-KR" dirty="0"/>
              <a:t>In vel mi sit amen aug ue congue eleme ntum. Morbi in ipsum.</a:t>
            </a:r>
          </a:p>
          <a:p>
            <a:endParaRPr lang="ko-KR" altLang="en-US" dirty="0"/>
          </a:p>
        </p:txBody>
      </p:sp>
      <p:sp>
        <p:nvSpPr>
          <p:cNvPr id="96" name="그림 개체 틀 95"/>
          <p:cNvSpPr>
            <a:spLocks noGrp="1"/>
          </p:cNvSpPr>
          <p:nvPr>
            <p:ph type="pic" sz="quarter" idx="49"/>
          </p:nvPr>
        </p:nvSpPr>
        <p:spPr/>
      </p:sp>
      <p:sp>
        <p:nvSpPr>
          <p:cNvPr id="97" name="텍스트 개체 틀 96"/>
          <p:cNvSpPr>
            <a:spLocks noGrp="1"/>
          </p:cNvSpPr>
          <p:nvPr>
            <p:ph type="body" sz="quarter" idx="50"/>
          </p:nvPr>
        </p:nvSpPr>
        <p:spPr/>
        <p:txBody>
          <a:bodyPr/>
          <a:lstStyle/>
          <a:p>
            <a:pPr lvl="0"/>
            <a:r>
              <a:rPr lang="en-US" altLang="ko-KR" dirty="0"/>
              <a:t>Creative Director</a:t>
            </a:r>
            <a:endParaRPr lang="ko-KR" altLang="en-US" dirty="0"/>
          </a:p>
          <a:p>
            <a:endParaRPr lang="ko-KR" altLang="en-US" dirty="0"/>
          </a:p>
        </p:txBody>
      </p:sp>
      <p:sp>
        <p:nvSpPr>
          <p:cNvPr id="98" name="텍스트 개체 틀 97"/>
          <p:cNvSpPr>
            <a:spLocks noGrp="1"/>
          </p:cNvSpPr>
          <p:nvPr>
            <p:ph type="body" sz="quarter" idx="51"/>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99" name="텍스트 개체 틀 98"/>
          <p:cNvSpPr>
            <a:spLocks noGrp="1"/>
          </p:cNvSpPr>
          <p:nvPr>
            <p:ph type="body" sz="quarter" idx="52"/>
          </p:nvPr>
        </p:nvSpPr>
        <p:spPr/>
        <p:txBody>
          <a:bodyPr/>
          <a:lstStyle/>
          <a:p>
            <a:r>
              <a:rPr lang="pt-BR" altLang="ko-KR" dirty="0"/>
              <a:t>In vel mi sit amen aug ue congue eleme ntum. Morbi in ipsum.</a:t>
            </a:r>
          </a:p>
          <a:p>
            <a:endParaRPr lang="ko-KR" altLang="en-US" dirty="0"/>
          </a:p>
        </p:txBody>
      </p:sp>
      <p:sp>
        <p:nvSpPr>
          <p:cNvPr id="100" name="그림 개체 틀 99"/>
          <p:cNvSpPr>
            <a:spLocks noGrp="1"/>
          </p:cNvSpPr>
          <p:nvPr>
            <p:ph type="pic" sz="quarter" idx="53"/>
          </p:nvPr>
        </p:nvSpPr>
        <p:spPr/>
      </p:sp>
      <p:sp>
        <p:nvSpPr>
          <p:cNvPr id="101" name="텍스트 개체 틀 100"/>
          <p:cNvSpPr>
            <a:spLocks noGrp="1"/>
          </p:cNvSpPr>
          <p:nvPr>
            <p:ph type="body" sz="quarter" idx="54"/>
          </p:nvPr>
        </p:nvSpPr>
        <p:spPr/>
        <p:txBody>
          <a:bodyPr/>
          <a:lstStyle/>
          <a:p>
            <a:pPr lvl="0"/>
            <a:r>
              <a:rPr lang="en-US" altLang="ko-KR" dirty="0"/>
              <a:t>Creative Director</a:t>
            </a:r>
            <a:endParaRPr lang="ko-KR" altLang="en-US" dirty="0"/>
          </a:p>
          <a:p>
            <a:endParaRPr lang="ko-KR" altLang="en-US" dirty="0"/>
          </a:p>
        </p:txBody>
      </p:sp>
      <p:sp>
        <p:nvSpPr>
          <p:cNvPr id="102" name="텍스트 개체 틀 101"/>
          <p:cNvSpPr>
            <a:spLocks noGrp="1"/>
          </p:cNvSpPr>
          <p:nvPr>
            <p:ph type="body" sz="quarter" idx="55"/>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03" name="텍스트 개체 틀 102"/>
          <p:cNvSpPr>
            <a:spLocks noGrp="1"/>
          </p:cNvSpPr>
          <p:nvPr>
            <p:ph type="body" sz="quarter" idx="56"/>
          </p:nvPr>
        </p:nvSpPr>
        <p:spPr/>
        <p:txBody>
          <a:bodyPr/>
          <a:lstStyle/>
          <a:p>
            <a:r>
              <a:rPr lang="pt-BR" altLang="ko-KR" dirty="0"/>
              <a:t>In vel mi sit amen aug ue congue eleme ntum. Morbi in ipsum.</a:t>
            </a:r>
          </a:p>
          <a:p>
            <a:endParaRPr lang="ko-KR" altLang="en-US" dirty="0"/>
          </a:p>
        </p:txBody>
      </p:sp>
      <p:sp>
        <p:nvSpPr>
          <p:cNvPr id="104" name="그림 개체 틀 103"/>
          <p:cNvSpPr>
            <a:spLocks noGrp="1"/>
          </p:cNvSpPr>
          <p:nvPr>
            <p:ph type="pic" sz="quarter" idx="57"/>
          </p:nvPr>
        </p:nvSpPr>
        <p:spPr/>
      </p:sp>
      <p:sp>
        <p:nvSpPr>
          <p:cNvPr id="105" name="텍스트 개체 틀 104"/>
          <p:cNvSpPr>
            <a:spLocks noGrp="1"/>
          </p:cNvSpPr>
          <p:nvPr>
            <p:ph type="body" sz="quarter" idx="58"/>
          </p:nvPr>
        </p:nvSpPr>
        <p:spPr/>
        <p:txBody>
          <a:bodyPr/>
          <a:lstStyle/>
          <a:p>
            <a:pPr lvl="0"/>
            <a:r>
              <a:rPr lang="en-US" altLang="ko-KR" dirty="0"/>
              <a:t>Creative Director</a:t>
            </a:r>
            <a:endParaRPr lang="ko-KR" altLang="en-US" dirty="0"/>
          </a:p>
          <a:p>
            <a:endParaRPr lang="ko-KR" altLang="en-US" dirty="0"/>
          </a:p>
        </p:txBody>
      </p:sp>
      <p:sp>
        <p:nvSpPr>
          <p:cNvPr id="106" name="텍스트 개체 틀 105"/>
          <p:cNvSpPr>
            <a:spLocks noGrp="1"/>
          </p:cNvSpPr>
          <p:nvPr>
            <p:ph type="body" sz="quarter" idx="59"/>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07" name="텍스트 개체 틀 106"/>
          <p:cNvSpPr>
            <a:spLocks noGrp="1"/>
          </p:cNvSpPr>
          <p:nvPr>
            <p:ph type="body" sz="quarter" idx="60"/>
          </p:nvPr>
        </p:nvSpPr>
        <p:spPr/>
        <p:txBody>
          <a:bodyPr/>
          <a:lstStyle/>
          <a:p>
            <a:r>
              <a:rPr lang="pt-BR" altLang="ko-KR" dirty="0"/>
              <a:t>In vel mi sit amen aug ue congue eleme ntum. Morbi in ipsum.</a:t>
            </a:r>
          </a:p>
          <a:p>
            <a:endParaRPr lang="ko-KR" altLang="en-US" dirty="0"/>
          </a:p>
        </p:txBody>
      </p:sp>
      <p:sp>
        <p:nvSpPr>
          <p:cNvPr id="108" name="그림 개체 틀 107"/>
          <p:cNvSpPr>
            <a:spLocks noGrp="1"/>
          </p:cNvSpPr>
          <p:nvPr>
            <p:ph type="pic" sz="quarter" idx="61"/>
          </p:nvPr>
        </p:nvSpPr>
        <p:spPr/>
      </p:sp>
      <p:sp>
        <p:nvSpPr>
          <p:cNvPr id="109" name="텍스트 개체 틀 108"/>
          <p:cNvSpPr>
            <a:spLocks noGrp="1"/>
          </p:cNvSpPr>
          <p:nvPr>
            <p:ph type="body" sz="quarter" idx="62"/>
          </p:nvPr>
        </p:nvSpPr>
        <p:spPr/>
        <p:txBody>
          <a:bodyPr/>
          <a:lstStyle/>
          <a:p>
            <a:pPr lvl="0"/>
            <a:r>
              <a:rPr lang="en-US" altLang="ko-KR" dirty="0"/>
              <a:t>Creative Director</a:t>
            </a:r>
            <a:endParaRPr lang="ko-KR" altLang="en-US" dirty="0"/>
          </a:p>
          <a:p>
            <a:endParaRPr lang="ko-KR" altLang="en-US" dirty="0"/>
          </a:p>
        </p:txBody>
      </p:sp>
      <p:sp>
        <p:nvSpPr>
          <p:cNvPr id="110" name="텍스트 개체 틀 109"/>
          <p:cNvSpPr>
            <a:spLocks noGrp="1"/>
          </p:cNvSpPr>
          <p:nvPr>
            <p:ph type="body" sz="quarter" idx="63"/>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11" name="텍스트 개체 틀 110"/>
          <p:cNvSpPr>
            <a:spLocks noGrp="1"/>
          </p:cNvSpPr>
          <p:nvPr>
            <p:ph type="body" sz="quarter" idx="64"/>
          </p:nvPr>
        </p:nvSpPr>
        <p:spPr/>
        <p:txBody>
          <a:bodyPr/>
          <a:lstStyle/>
          <a:p>
            <a:r>
              <a:rPr lang="pt-BR" altLang="ko-KR" dirty="0"/>
              <a:t>In vel mi sit amen aug ue congue eleme ntum. Morbi in ipsum.</a:t>
            </a:r>
          </a:p>
          <a:p>
            <a:endParaRPr lang="ko-KR" altLang="en-US" dirty="0"/>
          </a:p>
        </p:txBody>
      </p:sp>
      <p:sp>
        <p:nvSpPr>
          <p:cNvPr id="112" name="그림 개체 틀 111"/>
          <p:cNvSpPr>
            <a:spLocks noGrp="1"/>
          </p:cNvSpPr>
          <p:nvPr>
            <p:ph type="pic" sz="quarter" idx="65"/>
          </p:nvPr>
        </p:nvSpPr>
        <p:spPr/>
      </p:sp>
      <p:sp>
        <p:nvSpPr>
          <p:cNvPr id="113" name="텍스트 개체 틀 112"/>
          <p:cNvSpPr>
            <a:spLocks noGrp="1"/>
          </p:cNvSpPr>
          <p:nvPr>
            <p:ph type="body" sz="quarter" idx="66"/>
          </p:nvPr>
        </p:nvSpPr>
        <p:spPr/>
        <p:txBody>
          <a:bodyPr/>
          <a:lstStyle/>
          <a:p>
            <a:pPr lvl="0"/>
            <a:r>
              <a:rPr lang="en-US" altLang="ko-KR" dirty="0"/>
              <a:t>Creative Director</a:t>
            </a:r>
            <a:endParaRPr lang="ko-KR" altLang="en-US" dirty="0"/>
          </a:p>
          <a:p>
            <a:endParaRPr lang="ko-KR" altLang="en-US" dirty="0"/>
          </a:p>
        </p:txBody>
      </p:sp>
      <p:sp>
        <p:nvSpPr>
          <p:cNvPr id="114" name="텍스트 개체 틀 113"/>
          <p:cNvSpPr>
            <a:spLocks noGrp="1"/>
          </p:cNvSpPr>
          <p:nvPr>
            <p:ph type="body" sz="quarter" idx="67"/>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15" name="텍스트 개체 틀 114"/>
          <p:cNvSpPr>
            <a:spLocks noGrp="1"/>
          </p:cNvSpPr>
          <p:nvPr>
            <p:ph type="body" sz="quarter" idx="68"/>
          </p:nvPr>
        </p:nvSpPr>
        <p:spPr/>
        <p:txBody>
          <a:bodyPr/>
          <a:lstStyle/>
          <a:p>
            <a:r>
              <a:rPr lang="pt-BR" altLang="ko-KR" dirty="0"/>
              <a:t>In vel mi sit amen aug ue congue eleme ntum. Morbi in ipsum.</a:t>
            </a:r>
          </a:p>
          <a:p>
            <a:endParaRPr lang="ko-KR" altLang="en-US" dirty="0"/>
          </a:p>
        </p:txBody>
      </p:sp>
    </p:spTree>
    <p:extLst>
      <p:ext uri="{BB962C8B-B14F-4D97-AF65-F5344CB8AC3E}">
        <p14:creationId xmlns:p14="http://schemas.microsoft.com/office/powerpoint/2010/main" val="1291522448"/>
      </p:ext>
    </p:extLst>
  </p:cSld>
  <p:clrMapOvr>
    <a:masterClrMapping/>
  </p:clrMapOvr>
  <p:transition spd="med">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제목 58"/>
          <p:cNvSpPr>
            <a:spLocks noGrp="1"/>
          </p:cNvSpPr>
          <p:nvPr>
            <p:ph type="title"/>
          </p:nvPr>
        </p:nvSpPr>
        <p:spPr/>
        <p:txBody>
          <a:bodyPr/>
          <a:lstStyle/>
          <a:p>
            <a:r>
              <a:rPr lang="en-US" altLang="ko-KR" dirty="0"/>
              <a:t>Members</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Type 3</a:t>
            </a:r>
            <a:endParaRPr lang="ko-KR" altLang="en-US" dirty="0"/>
          </a:p>
        </p:txBody>
      </p:sp>
      <p:sp>
        <p:nvSpPr>
          <p:cNvPr id="2" name="그림 개체 틀 1"/>
          <p:cNvSpPr>
            <a:spLocks noGrp="1"/>
          </p:cNvSpPr>
          <p:nvPr>
            <p:ph type="pic" sz="quarter" idx="10"/>
          </p:nvPr>
        </p:nvSpPr>
        <p:spPr/>
      </p:sp>
      <p:sp>
        <p:nvSpPr>
          <p:cNvPr id="62" name="텍스트 개체 틀 61"/>
          <p:cNvSpPr>
            <a:spLocks noGrp="1"/>
          </p:cNvSpPr>
          <p:nvPr>
            <p:ph type="body" sz="quarter" idx="15"/>
          </p:nvPr>
        </p:nvSpPr>
        <p:spPr/>
        <p:txBody>
          <a:bodyPr/>
          <a:lstStyle/>
          <a:p>
            <a:pPr lvl="0" defTabSz="914400">
              <a:defRPr/>
            </a:pPr>
            <a:r>
              <a:rPr lang="en-US" altLang="ko-KR" dirty="0"/>
              <a:t>Creative Director</a:t>
            </a:r>
            <a:endParaRPr lang="ko-KR" altLang="en-US" dirty="0"/>
          </a:p>
        </p:txBody>
      </p:sp>
      <p:sp>
        <p:nvSpPr>
          <p:cNvPr id="61" name="텍스트 개체 틀 60"/>
          <p:cNvSpPr>
            <a:spLocks noGrp="1"/>
          </p:cNvSpPr>
          <p:nvPr>
            <p:ph type="body" sz="quarter" idx="14"/>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63" name="텍스트 개체 틀 62"/>
          <p:cNvSpPr>
            <a:spLocks noGrp="1"/>
          </p:cNvSpPr>
          <p:nvPr>
            <p:ph type="body" sz="quarter" idx="16"/>
          </p:nvPr>
        </p:nvSpPr>
        <p:spPr/>
        <p:txBody>
          <a:bodyPr/>
          <a:lstStyle/>
          <a:p>
            <a:r>
              <a:rPr lang="pt-BR" altLang="ko-KR" dirty="0"/>
              <a:t>In vel mi sit amen aug ue congue eleme ntum. Morbi in ipsum.</a:t>
            </a:r>
          </a:p>
          <a:p>
            <a:endParaRPr lang="ko-KR" altLang="en-US" dirty="0"/>
          </a:p>
        </p:txBody>
      </p:sp>
      <p:sp>
        <p:nvSpPr>
          <p:cNvPr id="3" name="그림 개체 틀 2"/>
          <p:cNvSpPr>
            <a:spLocks noGrp="1"/>
          </p:cNvSpPr>
          <p:nvPr>
            <p:ph type="pic" sz="quarter" idx="17"/>
          </p:nvPr>
        </p:nvSpPr>
        <p:spPr/>
      </p:sp>
      <p:sp>
        <p:nvSpPr>
          <p:cNvPr id="65" name="텍스트 개체 틀 64"/>
          <p:cNvSpPr>
            <a:spLocks noGrp="1"/>
          </p:cNvSpPr>
          <p:nvPr>
            <p:ph type="body" sz="quarter" idx="18"/>
          </p:nvPr>
        </p:nvSpPr>
        <p:spPr/>
        <p:txBody>
          <a:bodyPr/>
          <a:lstStyle/>
          <a:p>
            <a:pPr lvl="0"/>
            <a:r>
              <a:rPr lang="en-US" altLang="ko-KR" dirty="0"/>
              <a:t>Creative Director</a:t>
            </a:r>
            <a:endParaRPr lang="ko-KR" altLang="en-US" dirty="0"/>
          </a:p>
          <a:p>
            <a:endParaRPr lang="ko-KR" altLang="en-US" dirty="0"/>
          </a:p>
        </p:txBody>
      </p:sp>
      <p:sp>
        <p:nvSpPr>
          <p:cNvPr id="66" name="텍스트 개체 틀 65"/>
          <p:cNvSpPr>
            <a:spLocks noGrp="1"/>
          </p:cNvSpPr>
          <p:nvPr>
            <p:ph type="body" sz="quarter" idx="19"/>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67" name="텍스트 개체 틀 66"/>
          <p:cNvSpPr>
            <a:spLocks noGrp="1"/>
          </p:cNvSpPr>
          <p:nvPr>
            <p:ph type="body" sz="quarter" idx="20"/>
          </p:nvPr>
        </p:nvSpPr>
        <p:spPr/>
        <p:txBody>
          <a:bodyPr/>
          <a:lstStyle/>
          <a:p>
            <a:r>
              <a:rPr lang="pt-BR" altLang="ko-KR" dirty="0"/>
              <a:t>In vel mi sit amen aug ue congue eleme ntum. Morbi in ipsum.</a:t>
            </a:r>
          </a:p>
        </p:txBody>
      </p:sp>
      <p:sp>
        <p:nvSpPr>
          <p:cNvPr id="4" name="그림 개체 틀 3"/>
          <p:cNvSpPr>
            <a:spLocks noGrp="1"/>
          </p:cNvSpPr>
          <p:nvPr>
            <p:ph type="pic" sz="quarter" idx="21"/>
          </p:nvPr>
        </p:nvSpPr>
        <p:spPr/>
      </p:sp>
      <p:sp>
        <p:nvSpPr>
          <p:cNvPr id="69" name="텍스트 개체 틀 68"/>
          <p:cNvSpPr>
            <a:spLocks noGrp="1"/>
          </p:cNvSpPr>
          <p:nvPr>
            <p:ph type="body" sz="quarter" idx="22"/>
          </p:nvPr>
        </p:nvSpPr>
        <p:spPr/>
        <p:txBody>
          <a:bodyPr/>
          <a:lstStyle/>
          <a:p>
            <a:pPr lvl="0"/>
            <a:r>
              <a:rPr lang="en-US" altLang="ko-KR" dirty="0"/>
              <a:t>Creative Director</a:t>
            </a:r>
            <a:endParaRPr lang="ko-KR" altLang="en-US" dirty="0"/>
          </a:p>
          <a:p>
            <a:endParaRPr lang="ko-KR" altLang="en-US" dirty="0"/>
          </a:p>
        </p:txBody>
      </p:sp>
      <p:sp>
        <p:nvSpPr>
          <p:cNvPr id="70" name="텍스트 개체 틀 69"/>
          <p:cNvSpPr>
            <a:spLocks noGrp="1"/>
          </p:cNvSpPr>
          <p:nvPr>
            <p:ph type="body" sz="quarter" idx="23"/>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71" name="텍스트 개체 틀 70"/>
          <p:cNvSpPr>
            <a:spLocks noGrp="1"/>
          </p:cNvSpPr>
          <p:nvPr>
            <p:ph type="body" sz="quarter" idx="24"/>
          </p:nvPr>
        </p:nvSpPr>
        <p:spPr/>
        <p:txBody>
          <a:bodyPr/>
          <a:lstStyle/>
          <a:p>
            <a:r>
              <a:rPr lang="pt-BR" altLang="ko-KR" dirty="0"/>
              <a:t>In vel mi sit amen aug ue congue eleme ntum. Morbi in ipsum.</a:t>
            </a:r>
          </a:p>
          <a:p>
            <a:endParaRPr lang="ko-KR" altLang="en-US" dirty="0"/>
          </a:p>
        </p:txBody>
      </p:sp>
      <p:sp>
        <p:nvSpPr>
          <p:cNvPr id="5" name="그림 개체 틀 4"/>
          <p:cNvSpPr>
            <a:spLocks noGrp="1"/>
          </p:cNvSpPr>
          <p:nvPr>
            <p:ph type="pic" sz="quarter" idx="25"/>
          </p:nvPr>
        </p:nvSpPr>
        <p:spPr/>
      </p:sp>
      <p:sp>
        <p:nvSpPr>
          <p:cNvPr id="73" name="텍스트 개체 틀 72"/>
          <p:cNvSpPr>
            <a:spLocks noGrp="1"/>
          </p:cNvSpPr>
          <p:nvPr>
            <p:ph type="body" sz="quarter" idx="26"/>
          </p:nvPr>
        </p:nvSpPr>
        <p:spPr/>
        <p:txBody>
          <a:bodyPr/>
          <a:lstStyle/>
          <a:p>
            <a:pPr lvl="0"/>
            <a:r>
              <a:rPr lang="en-US" altLang="ko-KR" dirty="0"/>
              <a:t>Creative Director</a:t>
            </a:r>
            <a:endParaRPr lang="ko-KR" altLang="en-US" dirty="0"/>
          </a:p>
          <a:p>
            <a:endParaRPr lang="ko-KR" altLang="en-US" dirty="0"/>
          </a:p>
        </p:txBody>
      </p:sp>
      <p:sp>
        <p:nvSpPr>
          <p:cNvPr id="74" name="텍스트 개체 틀 73"/>
          <p:cNvSpPr>
            <a:spLocks noGrp="1"/>
          </p:cNvSpPr>
          <p:nvPr>
            <p:ph type="body" sz="quarter" idx="27"/>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75" name="텍스트 개체 틀 74"/>
          <p:cNvSpPr>
            <a:spLocks noGrp="1"/>
          </p:cNvSpPr>
          <p:nvPr>
            <p:ph type="body" sz="quarter" idx="28"/>
          </p:nvPr>
        </p:nvSpPr>
        <p:spPr/>
        <p:txBody>
          <a:bodyPr/>
          <a:lstStyle/>
          <a:p>
            <a:r>
              <a:rPr lang="pt-BR" altLang="ko-KR" dirty="0"/>
              <a:t>In vel mi sit amen aug ue congue eleme ntum. Morbi in ipsum.</a:t>
            </a:r>
          </a:p>
          <a:p>
            <a:endParaRPr lang="ko-KR" altLang="en-US" dirty="0"/>
          </a:p>
        </p:txBody>
      </p:sp>
      <p:sp>
        <p:nvSpPr>
          <p:cNvPr id="6" name="그림 개체 틀 5"/>
          <p:cNvSpPr>
            <a:spLocks noGrp="1"/>
          </p:cNvSpPr>
          <p:nvPr>
            <p:ph type="pic" sz="quarter" idx="29"/>
          </p:nvPr>
        </p:nvSpPr>
        <p:spPr/>
      </p:sp>
      <p:sp>
        <p:nvSpPr>
          <p:cNvPr id="77" name="텍스트 개체 틀 76"/>
          <p:cNvSpPr>
            <a:spLocks noGrp="1"/>
          </p:cNvSpPr>
          <p:nvPr>
            <p:ph type="body" sz="quarter" idx="30"/>
          </p:nvPr>
        </p:nvSpPr>
        <p:spPr/>
        <p:txBody>
          <a:bodyPr/>
          <a:lstStyle/>
          <a:p>
            <a:pPr lvl="0"/>
            <a:r>
              <a:rPr lang="en-US" altLang="ko-KR" dirty="0"/>
              <a:t>Creative Director</a:t>
            </a:r>
            <a:endParaRPr lang="ko-KR" altLang="en-US" dirty="0"/>
          </a:p>
          <a:p>
            <a:endParaRPr lang="ko-KR" altLang="en-US" dirty="0"/>
          </a:p>
        </p:txBody>
      </p:sp>
      <p:sp>
        <p:nvSpPr>
          <p:cNvPr id="78" name="텍스트 개체 틀 77"/>
          <p:cNvSpPr>
            <a:spLocks noGrp="1"/>
          </p:cNvSpPr>
          <p:nvPr>
            <p:ph type="body" sz="quarter" idx="31"/>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79" name="텍스트 개체 틀 78"/>
          <p:cNvSpPr>
            <a:spLocks noGrp="1"/>
          </p:cNvSpPr>
          <p:nvPr>
            <p:ph type="body" sz="quarter" idx="32"/>
          </p:nvPr>
        </p:nvSpPr>
        <p:spPr/>
        <p:txBody>
          <a:bodyPr/>
          <a:lstStyle/>
          <a:p>
            <a:r>
              <a:rPr lang="pt-BR" altLang="ko-KR" dirty="0"/>
              <a:t>In vel mi sit amen aug ue congue eleme ntum. Morbi in ipsum.</a:t>
            </a:r>
          </a:p>
          <a:p>
            <a:endParaRPr lang="ko-KR" altLang="en-US" dirty="0"/>
          </a:p>
        </p:txBody>
      </p:sp>
      <p:sp>
        <p:nvSpPr>
          <p:cNvPr id="7" name="그림 개체 틀 6"/>
          <p:cNvSpPr>
            <a:spLocks noGrp="1"/>
          </p:cNvSpPr>
          <p:nvPr>
            <p:ph type="pic" sz="quarter" idx="33"/>
          </p:nvPr>
        </p:nvSpPr>
        <p:spPr/>
      </p:sp>
      <p:sp>
        <p:nvSpPr>
          <p:cNvPr id="81" name="텍스트 개체 틀 80"/>
          <p:cNvSpPr>
            <a:spLocks noGrp="1"/>
          </p:cNvSpPr>
          <p:nvPr>
            <p:ph type="body" sz="quarter" idx="34"/>
          </p:nvPr>
        </p:nvSpPr>
        <p:spPr/>
        <p:txBody>
          <a:bodyPr/>
          <a:lstStyle/>
          <a:p>
            <a:pPr lvl="0"/>
            <a:r>
              <a:rPr lang="en-US" altLang="ko-KR" dirty="0"/>
              <a:t>Creative Director</a:t>
            </a:r>
            <a:endParaRPr lang="ko-KR" altLang="en-US" dirty="0"/>
          </a:p>
          <a:p>
            <a:endParaRPr lang="ko-KR" altLang="en-US" dirty="0"/>
          </a:p>
        </p:txBody>
      </p:sp>
      <p:sp>
        <p:nvSpPr>
          <p:cNvPr id="82" name="텍스트 개체 틀 81"/>
          <p:cNvSpPr>
            <a:spLocks noGrp="1"/>
          </p:cNvSpPr>
          <p:nvPr>
            <p:ph type="body" sz="quarter" idx="35"/>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83" name="텍스트 개체 틀 82"/>
          <p:cNvSpPr>
            <a:spLocks noGrp="1"/>
          </p:cNvSpPr>
          <p:nvPr>
            <p:ph type="body" sz="quarter" idx="36"/>
          </p:nvPr>
        </p:nvSpPr>
        <p:spPr/>
        <p:txBody>
          <a:bodyPr/>
          <a:lstStyle/>
          <a:p>
            <a:r>
              <a:rPr lang="pt-BR" altLang="ko-KR" dirty="0"/>
              <a:t>In vel mi sit amen aug ue congue eleme ntum. Morbi in ipsum.</a:t>
            </a:r>
          </a:p>
          <a:p>
            <a:endParaRPr lang="ko-KR" altLang="en-US" dirty="0"/>
          </a:p>
        </p:txBody>
      </p:sp>
      <p:sp>
        <p:nvSpPr>
          <p:cNvPr id="8" name="그림 개체 틀 7"/>
          <p:cNvSpPr>
            <a:spLocks noGrp="1"/>
          </p:cNvSpPr>
          <p:nvPr>
            <p:ph type="pic" sz="quarter" idx="37"/>
          </p:nvPr>
        </p:nvSpPr>
        <p:spPr/>
      </p:sp>
      <p:sp>
        <p:nvSpPr>
          <p:cNvPr id="85" name="텍스트 개체 틀 84"/>
          <p:cNvSpPr>
            <a:spLocks noGrp="1"/>
          </p:cNvSpPr>
          <p:nvPr>
            <p:ph type="body" sz="quarter" idx="38"/>
          </p:nvPr>
        </p:nvSpPr>
        <p:spPr/>
        <p:txBody>
          <a:bodyPr/>
          <a:lstStyle/>
          <a:p>
            <a:pPr lvl="0"/>
            <a:r>
              <a:rPr lang="en-US" altLang="ko-KR" dirty="0"/>
              <a:t>Creative Director</a:t>
            </a:r>
            <a:endParaRPr lang="ko-KR" altLang="en-US" dirty="0"/>
          </a:p>
          <a:p>
            <a:endParaRPr lang="ko-KR" altLang="en-US" dirty="0"/>
          </a:p>
        </p:txBody>
      </p:sp>
      <p:sp>
        <p:nvSpPr>
          <p:cNvPr id="86" name="텍스트 개체 틀 85"/>
          <p:cNvSpPr>
            <a:spLocks noGrp="1"/>
          </p:cNvSpPr>
          <p:nvPr>
            <p:ph type="body" sz="quarter" idx="39"/>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87" name="텍스트 개체 틀 86"/>
          <p:cNvSpPr>
            <a:spLocks noGrp="1"/>
          </p:cNvSpPr>
          <p:nvPr>
            <p:ph type="body" sz="quarter" idx="40"/>
          </p:nvPr>
        </p:nvSpPr>
        <p:spPr/>
        <p:txBody>
          <a:bodyPr/>
          <a:lstStyle/>
          <a:p>
            <a:r>
              <a:rPr lang="pt-BR" altLang="ko-KR" dirty="0"/>
              <a:t>In vel mi sit amen aug ue congue eleme ntum. Morbi in ipsum.</a:t>
            </a:r>
          </a:p>
          <a:p>
            <a:endParaRPr lang="ko-KR" altLang="en-US" dirty="0"/>
          </a:p>
        </p:txBody>
      </p:sp>
      <p:sp>
        <p:nvSpPr>
          <p:cNvPr id="9" name="그림 개체 틀 8"/>
          <p:cNvSpPr>
            <a:spLocks noGrp="1"/>
          </p:cNvSpPr>
          <p:nvPr>
            <p:ph type="pic" sz="quarter" idx="41"/>
          </p:nvPr>
        </p:nvSpPr>
        <p:spPr/>
      </p:sp>
      <p:sp>
        <p:nvSpPr>
          <p:cNvPr id="89" name="텍스트 개체 틀 88"/>
          <p:cNvSpPr>
            <a:spLocks noGrp="1"/>
          </p:cNvSpPr>
          <p:nvPr>
            <p:ph type="body" sz="quarter" idx="42"/>
          </p:nvPr>
        </p:nvSpPr>
        <p:spPr/>
        <p:txBody>
          <a:bodyPr/>
          <a:lstStyle/>
          <a:p>
            <a:pPr lvl="0"/>
            <a:r>
              <a:rPr lang="en-US" altLang="ko-KR" dirty="0"/>
              <a:t>Creative Director</a:t>
            </a:r>
            <a:endParaRPr lang="ko-KR" altLang="en-US" dirty="0"/>
          </a:p>
          <a:p>
            <a:endParaRPr lang="ko-KR" altLang="en-US" dirty="0"/>
          </a:p>
        </p:txBody>
      </p:sp>
      <p:sp>
        <p:nvSpPr>
          <p:cNvPr id="90" name="텍스트 개체 틀 89"/>
          <p:cNvSpPr>
            <a:spLocks noGrp="1"/>
          </p:cNvSpPr>
          <p:nvPr>
            <p:ph type="body" sz="quarter" idx="43"/>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91" name="텍스트 개체 틀 90"/>
          <p:cNvSpPr>
            <a:spLocks noGrp="1"/>
          </p:cNvSpPr>
          <p:nvPr>
            <p:ph type="body" sz="quarter" idx="44"/>
          </p:nvPr>
        </p:nvSpPr>
        <p:spPr/>
        <p:txBody>
          <a:bodyPr/>
          <a:lstStyle/>
          <a:p>
            <a:r>
              <a:rPr lang="pt-BR" altLang="ko-KR" dirty="0"/>
              <a:t>In vel mi sit amen aug ue congue eleme ntum. Morbi in ipsum.</a:t>
            </a:r>
          </a:p>
          <a:p>
            <a:endParaRPr lang="ko-KR" altLang="en-US" dirty="0"/>
          </a:p>
        </p:txBody>
      </p:sp>
      <p:sp>
        <p:nvSpPr>
          <p:cNvPr id="10" name="그림 개체 틀 9"/>
          <p:cNvSpPr>
            <a:spLocks noGrp="1"/>
          </p:cNvSpPr>
          <p:nvPr>
            <p:ph type="pic" sz="quarter" idx="45"/>
          </p:nvPr>
        </p:nvSpPr>
        <p:spPr/>
      </p:sp>
      <p:sp>
        <p:nvSpPr>
          <p:cNvPr id="93" name="텍스트 개체 틀 92"/>
          <p:cNvSpPr>
            <a:spLocks noGrp="1"/>
          </p:cNvSpPr>
          <p:nvPr>
            <p:ph type="body" sz="quarter" idx="46"/>
          </p:nvPr>
        </p:nvSpPr>
        <p:spPr/>
        <p:txBody>
          <a:bodyPr/>
          <a:lstStyle/>
          <a:p>
            <a:pPr lvl="0"/>
            <a:r>
              <a:rPr lang="en-US" altLang="ko-KR" dirty="0"/>
              <a:t>Creative Director</a:t>
            </a:r>
            <a:endParaRPr lang="ko-KR" altLang="en-US" dirty="0"/>
          </a:p>
          <a:p>
            <a:endParaRPr lang="ko-KR" altLang="en-US" dirty="0"/>
          </a:p>
        </p:txBody>
      </p:sp>
      <p:sp>
        <p:nvSpPr>
          <p:cNvPr id="94" name="텍스트 개체 틀 93"/>
          <p:cNvSpPr>
            <a:spLocks noGrp="1"/>
          </p:cNvSpPr>
          <p:nvPr>
            <p:ph type="body" sz="quarter" idx="47"/>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95" name="텍스트 개체 틀 94"/>
          <p:cNvSpPr>
            <a:spLocks noGrp="1"/>
          </p:cNvSpPr>
          <p:nvPr>
            <p:ph type="body" sz="quarter" idx="48"/>
          </p:nvPr>
        </p:nvSpPr>
        <p:spPr/>
        <p:txBody>
          <a:bodyPr/>
          <a:lstStyle/>
          <a:p>
            <a:r>
              <a:rPr lang="pt-BR" altLang="ko-KR" dirty="0"/>
              <a:t>In vel mi sit amen aug ue congue eleme ntum. Morbi in ipsum.</a:t>
            </a:r>
          </a:p>
          <a:p>
            <a:endParaRPr lang="ko-KR" altLang="en-US" dirty="0"/>
          </a:p>
        </p:txBody>
      </p:sp>
      <p:sp>
        <p:nvSpPr>
          <p:cNvPr id="11" name="그림 개체 틀 10"/>
          <p:cNvSpPr>
            <a:spLocks noGrp="1"/>
          </p:cNvSpPr>
          <p:nvPr>
            <p:ph type="pic" sz="quarter" idx="49"/>
          </p:nvPr>
        </p:nvSpPr>
        <p:spPr/>
      </p:sp>
      <p:sp>
        <p:nvSpPr>
          <p:cNvPr id="97" name="텍스트 개체 틀 96"/>
          <p:cNvSpPr>
            <a:spLocks noGrp="1"/>
          </p:cNvSpPr>
          <p:nvPr>
            <p:ph type="body" sz="quarter" idx="50"/>
          </p:nvPr>
        </p:nvSpPr>
        <p:spPr/>
        <p:txBody>
          <a:bodyPr/>
          <a:lstStyle/>
          <a:p>
            <a:pPr lvl="0"/>
            <a:r>
              <a:rPr lang="en-US" altLang="ko-KR" dirty="0"/>
              <a:t>Creative Director</a:t>
            </a:r>
            <a:endParaRPr lang="ko-KR" altLang="en-US" dirty="0"/>
          </a:p>
          <a:p>
            <a:endParaRPr lang="ko-KR" altLang="en-US" dirty="0"/>
          </a:p>
        </p:txBody>
      </p:sp>
      <p:sp>
        <p:nvSpPr>
          <p:cNvPr id="98" name="텍스트 개체 틀 97"/>
          <p:cNvSpPr>
            <a:spLocks noGrp="1"/>
          </p:cNvSpPr>
          <p:nvPr>
            <p:ph type="body" sz="quarter" idx="51"/>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99" name="텍스트 개체 틀 98"/>
          <p:cNvSpPr>
            <a:spLocks noGrp="1"/>
          </p:cNvSpPr>
          <p:nvPr>
            <p:ph type="body" sz="quarter" idx="52"/>
          </p:nvPr>
        </p:nvSpPr>
        <p:spPr/>
        <p:txBody>
          <a:bodyPr/>
          <a:lstStyle/>
          <a:p>
            <a:r>
              <a:rPr lang="pt-BR" altLang="ko-KR" dirty="0"/>
              <a:t>In vel mi sit amen aug ue congue eleme ntum. Morbi in ipsum.</a:t>
            </a:r>
          </a:p>
          <a:p>
            <a:endParaRPr lang="ko-KR" altLang="en-US" dirty="0"/>
          </a:p>
        </p:txBody>
      </p:sp>
      <p:sp>
        <p:nvSpPr>
          <p:cNvPr id="12" name="그림 개체 틀 11"/>
          <p:cNvSpPr>
            <a:spLocks noGrp="1"/>
          </p:cNvSpPr>
          <p:nvPr>
            <p:ph type="pic" sz="quarter" idx="53"/>
          </p:nvPr>
        </p:nvSpPr>
        <p:spPr/>
      </p:sp>
      <p:sp>
        <p:nvSpPr>
          <p:cNvPr id="101" name="텍스트 개체 틀 100"/>
          <p:cNvSpPr>
            <a:spLocks noGrp="1"/>
          </p:cNvSpPr>
          <p:nvPr>
            <p:ph type="body" sz="quarter" idx="54"/>
          </p:nvPr>
        </p:nvSpPr>
        <p:spPr/>
        <p:txBody>
          <a:bodyPr/>
          <a:lstStyle/>
          <a:p>
            <a:pPr lvl="0"/>
            <a:r>
              <a:rPr lang="en-US" altLang="ko-KR" dirty="0"/>
              <a:t>Creative Director</a:t>
            </a:r>
            <a:endParaRPr lang="ko-KR" altLang="en-US" dirty="0"/>
          </a:p>
          <a:p>
            <a:endParaRPr lang="ko-KR" altLang="en-US" dirty="0"/>
          </a:p>
        </p:txBody>
      </p:sp>
      <p:sp>
        <p:nvSpPr>
          <p:cNvPr id="102" name="텍스트 개체 틀 101"/>
          <p:cNvSpPr>
            <a:spLocks noGrp="1"/>
          </p:cNvSpPr>
          <p:nvPr>
            <p:ph type="body" sz="quarter" idx="55"/>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03" name="텍스트 개체 틀 102"/>
          <p:cNvSpPr>
            <a:spLocks noGrp="1"/>
          </p:cNvSpPr>
          <p:nvPr>
            <p:ph type="body" sz="quarter" idx="56"/>
          </p:nvPr>
        </p:nvSpPr>
        <p:spPr/>
        <p:txBody>
          <a:bodyPr/>
          <a:lstStyle/>
          <a:p>
            <a:r>
              <a:rPr lang="pt-BR" altLang="ko-KR" dirty="0"/>
              <a:t>In vel mi sit amen aug ue congue eleme ntum. Morbi in ipsum.</a:t>
            </a:r>
          </a:p>
          <a:p>
            <a:endParaRPr lang="ko-KR" altLang="en-US" dirty="0"/>
          </a:p>
        </p:txBody>
      </p:sp>
      <p:sp>
        <p:nvSpPr>
          <p:cNvPr id="13" name="그림 개체 틀 12"/>
          <p:cNvSpPr>
            <a:spLocks noGrp="1"/>
          </p:cNvSpPr>
          <p:nvPr>
            <p:ph type="pic" sz="quarter" idx="57"/>
          </p:nvPr>
        </p:nvSpPr>
        <p:spPr/>
      </p:sp>
      <p:sp>
        <p:nvSpPr>
          <p:cNvPr id="105" name="텍스트 개체 틀 104"/>
          <p:cNvSpPr>
            <a:spLocks noGrp="1"/>
          </p:cNvSpPr>
          <p:nvPr>
            <p:ph type="body" sz="quarter" idx="58"/>
          </p:nvPr>
        </p:nvSpPr>
        <p:spPr/>
        <p:txBody>
          <a:bodyPr/>
          <a:lstStyle/>
          <a:p>
            <a:pPr lvl="0"/>
            <a:r>
              <a:rPr lang="en-US" altLang="ko-KR" dirty="0"/>
              <a:t>Creative Director</a:t>
            </a:r>
            <a:endParaRPr lang="ko-KR" altLang="en-US" dirty="0"/>
          </a:p>
          <a:p>
            <a:endParaRPr lang="ko-KR" altLang="en-US" dirty="0"/>
          </a:p>
        </p:txBody>
      </p:sp>
      <p:sp>
        <p:nvSpPr>
          <p:cNvPr id="106" name="텍스트 개체 틀 105"/>
          <p:cNvSpPr>
            <a:spLocks noGrp="1"/>
          </p:cNvSpPr>
          <p:nvPr>
            <p:ph type="body" sz="quarter" idx="59"/>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07" name="텍스트 개체 틀 106"/>
          <p:cNvSpPr>
            <a:spLocks noGrp="1"/>
          </p:cNvSpPr>
          <p:nvPr>
            <p:ph type="body" sz="quarter" idx="60"/>
          </p:nvPr>
        </p:nvSpPr>
        <p:spPr/>
        <p:txBody>
          <a:bodyPr/>
          <a:lstStyle/>
          <a:p>
            <a:r>
              <a:rPr lang="pt-BR" altLang="ko-KR" dirty="0"/>
              <a:t>In vel mi sit amen aug ue congue eleme ntum. Morbi in ipsum.</a:t>
            </a:r>
          </a:p>
          <a:p>
            <a:endParaRPr lang="ko-KR" altLang="en-US" dirty="0"/>
          </a:p>
        </p:txBody>
      </p:sp>
      <p:sp>
        <p:nvSpPr>
          <p:cNvPr id="14" name="그림 개체 틀 13"/>
          <p:cNvSpPr>
            <a:spLocks noGrp="1"/>
          </p:cNvSpPr>
          <p:nvPr>
            <p:ph type="pic" sz="quarter" idx="61"/>
          </p:nvPr>
        </p:nvSpPr>
        <p:spPr/>
      </p:sp>
      <p:sp>
        <p:nvSpPr>
          <p:cNvPr id="109" name="텍스트 개체 틀 108"/>
          <p:cNvSpPr>
            <a:spLocks noGrp="1"/>
          </p:cNvSpPr>
          <p:nvPr>
            <p:ph type="body" sz="quarter" idx="62"/>
          </p:nvPr>
        </p:nvSpPr>
        <p:spPr/>
        <p:txBody>
          <a:bodyPr/>
          <a:lstStyle/>
          <a:p>
            <a:pPr lvl="0"/>
            <a:r>
              <a:rPr lang="en-US" altLang="ko-KR" dirty="0"/>
              <a:t>Creative Director</a:t>
            </a:r>
            <a:endParaRPr lang="ko-KR" altLang="en-US" dirty="0"/>
          </a:p>
          <a:p>
            <a:endParaRPr lang="ko-KR" altLang="en-US" dirty="0"/>
          </a:p>
        </p:txBody>
      </p:sp>
      <p:sp>
        <p:nvSpPr>
          <p:cNvPr id="110" name="텍스트 개체 틀 109"/>
          <p:cNvSpPr>
            <a:spLocks noGrp="1"/>
          </p:cNvSpPr>
          <p:nvPr>
            <p:ph type="body" sz="quarter" idx="63"/>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11" name="텍스트 개체 틀 110"/>
          <p:cNvSpPr>
            <a:spLocks noGrp="1"/>
          </p:cNvSpPr>
          <p:nvPr>
            <p:ph type="body" sz="quarter" idx="64"/>
          </p:nvPr>
        </p:nvSpPr>
        <p:spPr/>
        <p:txBody>
          <a:bodyPr/>
          <a:lstStyle/>
          <a:p>
            <a:r>
              <a:rPr lang="pt-BR" altLang="ko-KR" dirty="0"/>
              <a:t>In vel mi sit amen aug ue congue eleme ntum. Morbi in ipsum.</a:t>
            </a:r>
          </a:p>
          <a:p>
            <a:endParaRPr lang="ko-KR" altLang="en-US" dirty="0"/>
          </a:p>
        </p:txBody>
      </p:sp>
      <p:sp>
        <p:nvSpPr>
          <p:cNvPr id="15" name="그림 개체 틀 14"/>
          <p:cNvSpPr>
            <a:spLocks noGrp="1"/>
          </p:cNvSpPr>
          <p:nvPr>
            <p:ph type="pic" sz="quarter" idx="65"/>
          </p:nvPr>
        </p:nvSpPr>
        <p:spPr/>
      </p:sp>
      <p:sp>
        <p:nvSpPr>
          <p:cNvPr id="113" name="텍스트 개체 틀 112"/>
          <p:cNvSpPr>
            <a:spLocks noGrp="1"/>
          </p:cNvSpPr>
          <p:nvPr>
            <p:ph type="body" sz="quarter" idx="66"/>
          </p:nvPr>
        </p:nvSpPr>
        <p:spPr/>
        <p:txBody>
          <a:bodyPr/>
          <a:lstStyle/>
          <a:p>
            <a:pPr lvl="0"/>
            <a:r>
              <a:rPr lang="en-US" altLang="ko-KR" dirty="0"/>
              <a:t>Creative Director</a:t>
            </a:r>
            <a:endParaRPr lang="ko-KR" altLang="en-US" dirty="0"/>
          </a:p>
          <a:p>
            <a:endParaRPr lang="ko-KR" altLang="en-US" dirty="0"/>
          </a:p>
        </p:txBody>
      </p:sp>
      <p:sp>
        <p:nvSpPr>
          <p:cNvPr id="114" name="텍스트 개체 틀 113"/>
          <p:cNvSpPr>
            <a:spLocks noGrp="1"/>
          </p:cNvSpPr>
          <p:nvPr>
            <p:ph type="body" sz="quarter" idx="67"/>
          </p:nvPr>
        </p:nvSpPr>
        <p:spPr/>
        <p:txBody>
          <a:bodyPr/>
          <a:lstStyle/>
          <a:p>
            <a:pPr lvl="0"/>
            <a:r>
              <a:rPr lang="en-US" altLang="ko-KR" dirty="0" err="1"/>
              <a:t>Lorem</a:t>
            </a:r>
            <a:r>
              <a:rPr lang="en-US" altLang="ko-KR" dirty="0"/>
              <a:t> </a:t>
            </a:r>
            <a:r>
              <a:rPr lang="en-US" altLang="ko-KR" dirty="0" err="1"/>
              <a:t>Ipsum</a:t>
            </a:r>
            <a:endParaRPr lang="ko-KR" altLang="en-US" dirty="0"/>
          </a:p>
        </p:txBody>
      </p:sp>
      <p:sp>
        <p:nvSpPr>
          <p:cNvPr id="115" name="텍스트 개체 틀 114"/>
          <p:cNvSpPr>
            <a:spLocks noGrp="1"/>
          </p:cNvSpPr>
          <p:nvPr>
            <p:ph type="body" sz="quarter" idx="68"/>
          </p:nvPr>
        </p:nvSpPr>
        <p:spPr/>
        <p:txBody>
          <a:bodyPr/>
          <a:lstStyle/>
          <a:p>
            <a:r>
              <a:rPr lang="pt-BR" altLang="ko-KR" dirty="0"/>
              <a:t>In vel mi sit amen aug ue congue eleme ntum. Morbi in ipsum.</a:t>
            </a:r>
          </a:p>
          <a:p>
            <a:endParaRPr lang="ko-KR" altLang="en-US" dirty="0"/>
          </a:p>
        </p:txBody>
      </p:sp>
      <p:grpSp>
        <p:nvGrpSpPr>
          <p:cNvPr id="116" name="그룹 115"/>
          <p:cNvGrpSpPr/>
          <p:nvPr/>
        </p:nvGrpSpPr>
        <p:grpSpPr>
          <a:xfrm>
            <a:off x="911764" y="959647"/>
            <a:ext cx="126492" cy="126492"/>
            <a:chOff x="171233" y="959647"/>
            <a:chExt cx="126492" cy="126492"/>
          </a:xfrm>
        </p:grpSpPr>
        <p:sp>
          <p:nvSpPr>
            <p:cNvPr id="117" name="직각 삼각형 116"/>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18" name="직각 삼각형 117"/>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19" name="그룹 118"/>
          <p:cNvGrpSpPr/>
          <p:nvPr/>
        </p:nvGrpSpPr>
        <p:grpSpPr>
          <a:xfrm>
            <a:off x="2481103" y="959647"/>
            <a:ext cx="126492" cy="126492"/>
            <a:chOff x="171233" y="959647"/>
            <a:chExt cx="126492" cy="126492"/>
          </a:xfrm>
        </p:grpSpPr>
        <p:sp>
          <p:nvSpPr>
            <p:cNvPr id="120" name="직각 삼각형 119"/>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21" name="직각 삼각형 120"/>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22" name="그룹 121"/>
          <p:cNvGrpSpPr/>
          <p:nvPr/>
        </p:nvGrpSpPr>
        <p:grpSpPr>
          <a:xfrm>
            <a:off x="4050442" y="959647"/>
            <a:ext cx="126492" cy="126492"/>
            <a:chOff x="171233" y="959647"/>
            <a:chExt cx="126492" cy="126492"/>
          </a:xfrm>
        </p:grpSpPr>
        <p:sp>
          <p:nvSpPr>
            <p:cNvPr id="123" name="직각 삼각형 122"/>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24" name="직각 삼각형 123"/>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25" name="그룹 124"/>
          <p:cNvGrpSpPr/>
          <p:nvPr/>
        </p:nvGrpSpPr>
        <p:grpSpPr>
          <a:xfrm>
            <a:off x="5619780" y="959647"/>
            <a:ext cx="126492" cy="126492"/>
            <a:chOff x="171233" y="959647"/>
            <a:chExt cx="126492" cy="126492"/>
          </a:xfrm>
        </p:grpSpPr>
        <p:sp>
          <p:nvSpPr>
            <p:cNvPr id="126" name="직각 삼각형 125"/>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27" name="직각 삼각형 126"/>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53" name="그룹 152"/>
          <p:cNvGrpSpPr/>
          <p:nvPr/>
        </p:nvGrpSpPr>
        <p:grpSpPr>
          <a:xfrm>
            <a:off x="911764" y="1927760"/>
            <a:ext cx="126492" cy="126492"/>
            <a:chOff x="171233" y="959647"/>
            <a:chExt cx="126492" cy="126492"/>
          </a:xfrm>
        </p:grpSpPr>
        <p:sp>
          <p:nvSpPr>
            <p:cNvPr id="154" name="직각 삼각형 153"/>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55" name="직각 삼각형 154"/>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56" name="그룹 155"/>
          <p:cNvGrpSpPr/>
          <p:nvPr/>
        </p:nvGrpSpPr>
        <p:grpSpPr>
          <a:xfrm>
            <a:off x="2481103" y="1927760"/>
            <a:ext cx="126492" cy="126492"/>
            <a:chOff x="171233" y="959647"/>
            <a:chExt cx="126492" cy="126492"/>
          </a:xfrm>
        </p:grpSpPr>
        <p:sp>
          <p:nvSpPr>
            <p:cNvPr id="157" name="직각 삼각형 156"/>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58" name="직각 삼각형 157"/>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59" name="그룹 158"/>
          <p:cNvGrpSpPr/>
          <p:nvPr/>
        </p:nvGrpSpPr>
        <p:grpSpPr>
          <a:xfrm>
            <a:off x="4050442" y="1927760"/>
            <a:ext cx="126492" cy="126492"/>
            <a:chOff x="171233" y="959647"/>
            <a:chExt cx="126492" cy="126492"/>
          </a:xfrm>
        </p:grpSpPr>
        <p:sp>
          <p:nvSpPr>
            <p:cNvPr id="160" name="직각 삼각형 159"/>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1" name="직각 삼각형 160"/>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62" name="그룹 161"/>
          <p:cNvGrpSpPr/>
          <p:nvPr/>
        </p:nvGrpSpPr>
        <p:grpSpPr>
          <a:xfrm>
            <a:off x="5619780" y="1927760"/>
            <a:ext cx="126492" cy="126492"/>
            <a:chOff x="171233" y="959647"/>
            <a:chExt cx="126492" cy="126492"/>
          </a:xfrm>
        </p:grpSpPr>
        <p:sp>
          <p:nvSpPr>
            <p:cNvPr id="163" name="직각 삼각형 162"/>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4" name="직각 삼각형 163"/>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65" name="그룹 164"/>
          <p:cNvGrpSpPr/>
          <p:nvPr/>
        </p:nvGrpSpPr>
        <p:grpSpPr>
          <a:xfrm>
            <a:off x="911764" y="2895202"/>
            <a:ext cx="126492" cy="126492"/>
            <a:chOff x="171233" y="959647"/>
            <a:chExt cx="126492" cy="126492"/>
          </a:xfrm>
        </p:grpSpPr>
        <p:sp>
          <p:nvSpPr>
            <p:cNvPr id="166" name="직각 삼각형 165"/>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67" name="직각 삼각형 166"/>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68" name="그룹 167"/>
          <p:cNvGrpSpPr/>
          <p:nvPr/>
        </p:nvGrpSpPr>
        <p:grpSpPr>
          <a:xfrm>
            <a:off x="2481103" y="2895202"/>
            <a:ext cx="126492" cy="126492"/>
            <a:chOff x="171233" y="959647"/>
            <a:chExt cx="126492" cy="126492"/>
          </a:xfrm>
        </p:grpSpPr>
        <p:sp>
          <p:nvSpPr>
            <p:cNvPr id="169" name="직각 삼각형 168"/>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0" name="직각 삼각형 169"/>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71" name="그룹 170"/>
          <p:cNvGrpSpPr/>
          <p:nvPr/>
        </p:nvGrpSpPr>
        <p:grpSpPr>
          <a:xfrm>
            <a:off x="4050442" y="2895202"/>
            <a:ext cx="126492" cy="126492"/>
            <a:chOff x="171233" y="959647"/>
            <a:chExt cx="126492" cy="126492"/>
          </a:xfrm>
        </p:grpSpPr>
        <p:sp>
          <p:nvSpPr>
            <p:cNvPr id="172" name="직각 삼각형 171"/>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3" name="직각 삼각형 172"/>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74" name="그룹 173"/>
          <p:cNvGrpSpPr/>
          <p:nvPr/>
        </p:nvGrpSpPr>
        <p:grpSpPr>
          <a:xfrm>
            <a:off x="5619780" y="2895202"/>
            <a:ext cx="126492" cy="126492"/>
            <a:chOff x="171233" y="959647"/>
            <a:chExt cx="126492" cy="126492"/>
          </a:xfrm>
        </p:grpSpPr>
        <p:sp>
          <p:nvSpPr>
            <p:cNvPr id="175" name="직각 삼각형 174"/>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6" name="직각 삼각형 175"/>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77" name="그룹 176"/>
          <p:cNvGrpSpPr/>
          <p:nvPr/>
        </p:nvGrpSpPr>
        <p:grpSpPr>
          <a:xfrm>
            <a:off x="911764" y="3868182"/>
            <a:ext cx="126492" cy="126492"/>
            <a:chOff x="171233" y="959647"/>
            <a:chExt cx="126492" cy="126492"/>
          </a:xfrm>
        </p:grpSpPr>
        <p:sp>
          <p:nvSpPr>
            <p:cNvPr id="178" name="직각 삼각형 177"/>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79" name="직각 삼각형 178"/>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grpSp>
        <p:nvGrpSpPr>
          <p:cNvPr id="180" name="그룹 179"/>
          <p:cNvGrpSpPr/>
          <p:nvPr/>
        </p:nvGrpSpPr>
        <p:grpSpPr>
          <a:xfrm>
            <a:off x="2481103" y="3868182"/>
            <a:ext cx="126492" cy="126492"/>
            <a:chOff x="171233" y="959647"/>
            <a:chExt cx="126492" cy="126492"/>
          </a:xfrm>
        </p:grpSpPr>
        <p:sp>
          <p:nvSpPr>
            <p:cNvPr id="181" name="직각 삼각형 180"/>
            <p:cNvSpPr/>
            <p:nvPr/>
          </p:nvSpPr>
          <p:spPr>
            <a:xfrm rot="10800000">
              <a:off x="171233" y="959647"/>
              <a:ext cx="126492" cy="126492"/>
            </a:xfrm>
            <a:prstGeom prst="rtTriangle">
              <a:avLst/>
            </a:prstGeom>
            <a:solidFill>
              <a:schemeClr val="bg2"/>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182" name="직각 삼각형 181"/>
            <p:cNvSpPr/>
            <p:nvPr/>
          </p:nvSpPr>
          <p:spPr>
            <a:xfrm rot="10800000">
              <a:off x="201971" y="959647"/>
              <a:ext cx="95754" cy="95754"/>
            </a:xfrm>
            <a:prstGeom prst="rtTriangle">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grpSp>
    </p:spTree>
    <p:extLst>
      <p:ext uri="{BB962C8B-B14F-4D97-AF65-F5344CB8AC3E}">
        <p14:creationId xmlns:p14="http://schemas.microsoft.com/office/powerpoint/2010/main" val="998298345"/>
      </p:ext>
    </p:extLst>
  </p:cSld>
  <p:clrMapOvr>
    <a:masterClrMapping/>
  </p:clrMapOvr>
  <p:transition spd="med">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그림 개체 틀 115"/>
          <p:cNvSpPr>
            <a:spLocks noGrp="1"/>
          </p:cNvSpPr>
          <p:nvPr>
            <p:ph type="pic" sz="quarter" idx="10"/>
          </p:nvPr>
        </p:nvSpPr>
        <p:spPr/>
      </p:sp>
      <p:sp>
        <p:nvSpPr>
          <p:cNvPr id="59" name="제목 58"/>
          <p:cNvSpPr>
            <a:spLocks noGrp="1"/>
          </p:cNvSpPr>
          <p:nvPr>
            <p:ph type="title"/>
          </p:nvPr>
        </p:nvSpPr>
        <p:spPr/>
        <p:txBody>
          <a:bodyPr/>
          <a:lstStyle/>
          <a:p>
            <a:r>
              <a:rPr lang="en-US" altLang="ko-KR" dirty="0"/>
              <a:t>Members</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Type 5</a:t>
            </a:r>
            <a:endParaRPr lang="ko-KR" altLang="en-US" dirty="0"/>
          </a:p>
        </p:txBody>
      </p:sp>
      <p:sp>
        <p:nvSpPr>
          <p:cNvPr id="62" name="텍스트 개체 틀 61"/>
          <p:cNvSpPr>
            <a:spLocks noGrp="1"/>
          </p:cNvSpPr>
          <p:nvPr>
            <p:ph type="body" sz="quarter" idx="15"/>
          </p:nvPr>
        </p:nvSpPr>
        <p:spPr/>
        <p:txBody>
          <a:bodyPr/>
          <a:lstStyle/>
          <a:p>
            <a:pPr lvl="0" defTabSz="914400">
              <a:defRPr/>
            </a:pPr>
            <a:r>
              <a:rPr lang="en-US" altLang="ko-KR" dirty="0"/>
              <a:t>Creative Director</a:t>
            </a:r>
            <a:endParaRPr lang="ko-KR" altLang="en-US" dirty="0"/>
          </a:p>
        </p:txBody>
      </p:sp>
      <p:sp>
        <p:nvSpPr>
          <p:cNvPr id="61" name="텍스트 개체 틀 60"/>
          <p:cNvSpPr>
            <a:spLocks noGrp="1"/>
          </p:cNvSpPr>
          <p:nvPr>
            <p:ph type="body" sz="quarter" idx="14"/>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63" name="텍스트 개체 틀 62"/>
          <p:cNvSpPr>
            <a:spLocks noGrp="1"/>
          </p:cNvSpPr>
          <p:nvPr>
            <p:ph type="body" sz="quarter" idx="16"/>
          </p:nvPr>
        </p:nvSpPr>
        <p:spPr/>
        <p:txBody>
          <a:bodyPr/>
          <a:lstStyle/>
          <a:p>
            <a:r>
              <a:rPr lang="pt-BR" altLang="ko-KR" dirty="0"/>
              <a:t>In vel mi sit amen aug ue congue eleme ntum. Morbi in ipsum.</a:t>
            </a:r>
          </a:p>
        </p:txBody>
      </p:sp>
      <p:sp>
        <p:nvSpPr>
          <p:cNvPr id="117" name="그림 개체 틀 116"/>
          <p:cNvSpPr>
            <a:spLocks noGrp="1"/>
          </p:cNvSpPr>
          <p:nvPr>
            <p:ph type="pic" sz="quarter" idx="17"/>
          </p:nvPr>
        </p:nvSpPr>
        <p:spPr/>
      </p:sp>
      <p:sp>
        <p:nvSpPr>
          <p:cNvPr id="65" name="텍스트 개체 틀 64"/>
          <p:cNvSpPr>
            <a:spLocks noGrp="1"/>
          </p:cNvSpPr>
          <p:nvPr>
            <p:ph type="body" sz="quarter" idx="18"/>
          </p:nvPr>
        </p:nvSpPr>
        <p:spPr/>
        <p:txBody>
          <a:bodyPr/>
          <a:lstStyle/>
          <a:p>
            <a:pPr lvl="0" defTabSz="914400">
              <a:defRPr/>
            </a:pPr>
            <a:r>
              <a:rPr lang="en-US" altLang="ko-KR" dirty="0"/>
              <a:t>Creative Director</a:t>
            </a:r>
            <a:endParaRPr lang="ko-KR" altLang="en-US" dirty="0"/>
          </a:p>
        </p:txBody>
      </p:sp>
      <p:sp>
        <p:nvSpPr>
          <p:cNvPr id="66" name="텍스트 개체 틀 65"/>
          <p:cNvSpPr>
            <a:spLocks noGrp="1"/>
          </p:cNvSpPr>
          <p:nvPr>
            <p:ph type="body" sz="quarter" idx="19"/>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67" name="텍스트 개체 틀 66"/>
          <p:cNvSpPr>
            <a:spLocks noGrp="1"/>
          </p:cNvSpPr>
          <p:nvPr>
            <p:ph type="body" sz="quarter" idx="20"/>
          </p:nvPr>
        </p:nvSpPr>
        <p:spPr/>
        <p:txBody>
          <a:bodyPr/>
          <a:lstStyle/>
          <a:p>
            <a:r>
              <a:rPr lang="pt-BR" altLang="ko-KR" dirty="0"/>
              <a:t>In vel mi sit amen aug ue congue eleme ntum. Morbi in ipsum.</a:t>
            </a:r>
          </a:p>
        </p:txBody>
      </p:sp>
      <p:sp>
        <p:nvSpPr>
          <p:cNvPr id="118" name="그림 개체 틀 117"/>
          <p:cNvSpPr>
            <a:spLocks noGrp="1"/>
          </p:cNvSpPr>
          <p:nvPr>
            <p:ph type="pic" sz="quarter" idx="21"/>
          </p:nvPr>
        </p:nvSpPr>
        <p:spPr/>
      </p:sp>
      <p:sp>
        <p:nvSpPr>
          <p:cNvPr id="69" name="텍스트 개체 틀 68"/>
          <p:cNvSpPr>
            <a:spLocks noGrp="1"/>
          </p:cNvSpPr>
          <p:nvPr>
            <p:ph type="body" sz="quarter" idx="22"/>
          </p:nvPr>
        </p:nvSpPr>
        <p:spPr/>
        <p:txBody>
          <a:bodyPr/>
          <a:lstStyle/>
          <a:p>
            <a:pPr lvl="0" defTabSz="914400">
              <a:defRPr/>
            </a:pPr>
            <a:r>
              <a:rPr lang="en-US" altLang="ko-KR" dirty="0"/>
              <a:t>Creative Director</a:t>
            </a:r>
            <a:endParaRPr lang="ko-KR" altLang="en-US" dirty="0"/>
          </a:p>
        </p:txBody>
      </p:sp>
      <p:sp>
        <p:nvSpPr>
          <p:cNvPr id="70" name="텍스트 개체 틀 69"/>
          <p:cNvSpPr>
            <a:spLocks noGrp="1"/>
          </p:cNvSpPr>
          <p:nvPr>
            <p:ph type="body" sz="quarter" idx="23"/>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71" name="텍스트 개체 틀 70"/>
          <p:cNvSpPr>
            <a:spLocks noGrp="1"/>
          </p:cNvSpPr>
          <p:nvPr>
            <p:ph type="body" sz="quarter" idx="24"/>
          </p:nvPr>
        </p:nvSpPr>
        <p:spPr/>
        <p:txBody>
          <a:bodyPr/>
          <a:lstStyle/>
          <a:p>
            <a:r>
              <a:rPr lang="pt-BR" altLang="ko-KR" dirty="0"/>
              <a:t>In vel mi sit amen aug ue congue eleme ntum. Morbi in ipsum.</a:t>
            </a:r>
          </a:p>
        </p:txBody>
      </p:sp>
      <p:sp>
        <p:nvSpPr>
          <p:cNvPr id="119" name="그림 개체 틀 118"/>
          <p:cNvSpPr>
            <a:spLocks noGrp="1"/>
          </p:cNvSpPr>
          <p:nvPr>
            <p:ph type="pic" sz="quarter" idx="25"/>
          </p:nvPr>
        </p:nvSpPr>
        <p:spPr/>
      </p:sp>
      <p:sp>
        <p:nvSpPr>
          <p:cNvPr id="73" name="텍스트 개체 틀 72"/>
          <p:cNvSpPr>
            <a:spLocks noGrp="1"/>
          </p:cNvSpPr>
          <p:nvPr>
            <p:ph type="body" sz="quarter" idx="26"/>
          </p:nvPr>
        </p:nvSpPr>
        <p:spPr/>
        <p:txBody>
          <a:bodyPr/>
          <a:lstStyle/>
          <a:p>
            <a:pPr lvl="0" defTabSz="914400">
              <a:defRPr/>
            </a:pPr>
            <a:r>
              <a:rPr lang="en-US" altLang="ko-KR" dirty="0"/>
              <a:t>Creative Director</a:t>
            </a:r>
            <a:endParaRPr lang="ko-KR" altLang="en-US" dirty="0"/>
          </a:p>
        </p:txBody>
      </p:sp>
      <p:sp>
        <p:nvSpPr>
          <p:cNvPr id="74" name="텍스트 개체 틀 73"/>
          <p:cNvSpPr>
            <a:spLocks noGrp="1"/>
          </p:cNvSpPr>
          <p:nvPr>
            <p:ph type="body" sz="quarter" idx="27"/>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75" name="텍스트 개체 틀 74"/>
          <p:cNvSpPr>
            <a:spLocks noGrp="1"/>
          </p:cNvSpPr>
          <p:nvPr>
            <p:ph type="body" sz="quarter" idx="28"/>
          </p:nvPr>
        </p:nvSpPr>
        <p:spPr/>
        <p:txBody>
          <a:bodyPr/>
          <a:lstStyle/>
          <a:p>
            <a:r>
              <a:rPr lang="pt-BR" altLang="ko-KR" dirty="0"/>
              <a:t>In vel mi sit amen aug ue congue eleme ntum. Morbi in ipsum.</a:t>
            </a:r>
          </a:p>
        </p:txBody>
      </p:sp>
      <p:sp>
        <p:nvSpPr>
          <p:cNvPr id="120" name="그림 개체 틀 119"/>
          <p:cNvSpPr>
            <a:spLocks noGrp="1"/>
          </p:cNvSpPr>
          <p:nvPr>
            <p:ph type="pic" sz="quarter" idx="29"/>
          </p:nvPr>
        </p:nvSpPr>
        <p:spPr/>
      </p:sp>
      <p:sp>
        <p:nvSpPr>
          <p:cNvPr id="77" name="텍스트 개체 틀 76"/>
          <p:cNvSpPr>
            <a:spLocks noGrp="1"/>
          </p:cNvSpPr>
          <p:nvPr>
            <p:ph type="body" sz="quarter" idx="30"/>
          </p:nvPr>
        </p:nvSpPr>
        <p:spPr/>
        <p:txBody>
          <a:bodyPr/>
          <a:lstStyle/>
          <a:p>
            <a:pPr lvl="0" defTabSz="914400">
              <a:defRPr/>
            </a:pPr>
            <a:r>
              <a:rPr lang="en-US" altLang="ko-KR" dirty="0"/>
              <a:t>Creative Director</a:t>
            </a:r>
            <a:endParaRPr lang="ko-KR" altLang="en-US" dirty="0"/>
          </a:p>
        </p:txBody>
      </p:sp>
      <p:sp>
        <p:nvSpPr>
          <p:cNvPr id="78" name="텍스트 개체 틀 77"/>
          <p:cNvSpPr>
            <a:spLocks noGrp="1"/>
          </p:cNvSpPr>
          <p:nvPr>
            <p:ph type="body" sz="quarter" idx="31"/>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79" name="텍스트 개체 틀 78"/>
          <p:cNvSpPr>
            <a:spLocks noGrp="1"/>
          </p:cNvSpPr>
          <p:nvPr>
            <p:ph type="body" sz="quarter" idx="32"/>
          </p:nvPr>
        </p:nvSpPr>
        <p:spPr/>
        <p:txBody>
          <a:bodyPr/>
          <a:lstStyle/>
          <a:p>
            <a:r>
              <a:rPr lang="pt-BR" altLang="ko-KR" dirty="0"/>
              <a:t>In vel mi sit amen aug ue congue eleme ntum. Morbi in ipsum.</a:t>
            </a:r>
          </a:p>
        </p:txBody>
      </p:sp>
      <p:sp>
        <p:nvSpPr>
          <p:cNvPr id="121" name="그림 개체 틀 120"/>
          <p:cNvSpPr>
            <a:spLocks noGrp="1"/>
          </p:cNvSpPr>
          <p:nvPr>
            <p:ph type="pic" sz="quarter" idx="33"/>
          </p:nvPr>
        </p:nvSpPr>
        <p:spPr/>
      </p:sp>
      <p:sp>
        <p:nvSpPr>
          <p:cNvPr id="81" name="텍스트 개체 틀 80"/>
          <p:cNvSpPr>
            <a:spLocks noGrp="1"/>
          </p:cNvSpPr>
          <p:nvPr>
            <p:ph type="body" sz="quarter" idx="34"/>
          </p:nvPr>
        </p:nvSpPr>
        <p:spPr/>
        <p:txBody>
          <a:bodyPr/>
          <a:lstStyle/>
          <a:p>
            <a:pPr lvl="0" defTabSz="914400">
              <a:defRPr/>
            </a:pPr>
            <a:r>
              <a:rPr lang="en-US" altLang="ko-KR" dirty="0"/>
              <a:t>Creative Director</a:t>
            </a:r>
            <a:endParaRPr lang="ko-KR" altLang="en-US" dirty="0"/>
          </a:p>
        </p:txBody>
      </p:sp>
      <p:sp>
        <p:nvSpPr>
          <p:cNvPr id="82" name="텍스트 개체 틀 81"/>
          <p:cNvSpPr>
            <a:spLocks noGrp="1"/>
          </p:cNvSpPr>
          <p:nvPr>
            <p:ph type="body" sz="quarter" idx="35"/>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83" name="텍스트 개체 틀 82"/>
          <p:cNvSpPr>
            <a:spLocks noGrp="1"/>
          </p:cNvSpPr>
          <p:nvPr>
            <p:ph type="body" sz="quarter" idx="36"/>
          </p:nvPr>
        </p:nvSpPr>
        <p:spPr/>
        <p:txBody>
          <a:bodyPr/>
          <a:lstStyle/>
          <a:p>
            <a:r>
              <a:rPr lang="pt-BR" altLang="ko-KR" dirty="0"/>
              <a:t>In vel mi sit amen aug ue congue eleme ntum. Morbi in ipsum.</a:t>
            </a:r>
          </a:p>
        </p:txBody>
      </p:sp>
      <p:sp>
        <p:nvSpPr>
          <p:cNvPr id="122" name="그림 개체 틀 121"/>
          <p:cNvSpPr>
            <a:spLocks noGrp="1"/>
          </p:cNvSpPr>
          <p:nvPr>
            <p:ph type="pic" sz="quarter" idx="37"/>
          </p:nvPr>
        </p:nvSpPr>
        <p:spPr/>
      </p:sp>
      <p:sp>
        <p:nvSpPr>
          <p:cNvPr id="85" name="텍스트 개체 틀 84"/>
          <p:cNvSpPr>
            <a:spLocks noGrp="1"/>
          </p:cNvSpPr>
          <p:nvPr>
            <p:ph type="body" sz="quarter" idx="38"/>
          </p:nvPr>
        </p:nvSpPr>
        <p:spPr/>
        <p:txBody>
          <a:bodyPr/>
          <a:lstStyle/>
          <a:p>
            <a:pPr lvl="0" defTabSz="914400">
              <a:defRPr/>
            </a:pPr>
            <a:r>
              <a:rPr lang="en-US" altLang="ko-KR" dirty="0"/>
              <a:t>Creative Director</a:t>
            </a:r>
            <a:endParaRPr lang="ko-KR" altLang="en-US" dirty="0"/>
          </a:p>
        </p:txBody>
      </p:sp>
      <p:sp>
        <p:nvSpPr>
          <p:cNvPr id="86" name="텍스트 개체 틀 85"/>
          <p:cNvSpPr>
            <a:spLocks noGrp="1"/>
          </p:cNvSpPr>
          <p:nvPr>
            <p:ph type="body" sz="quarter" idx="39"/>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87" name="텍스트 개체 틀 86"/>
          <p:cNvSpPr>
            <a:spLocks noGrp="1"/>
          </p:cNvSpPr>
          <p:nvPr>
            <p:ph type="body" sz="quarter" idx="40"/>
          </p:nvPr>
        </p:nvSpPr>
        <p:spPr/>
        <p:txBody>
          <a:bodyPr/>
          <a:lstStyle/>
          <a:p>
            <a:r>
              <a:rPr lang="pt-BR" altLang="ko-KR" dirty="0"/>
              <a:t>In vel mi sit amen aug ue congue eleme ntum. Morbi in ipsum.</a:t>
            </a:r>
          </a:p>
        </p:txBody>
      </p:sp>
      <p:sp>
        <p:nvSpPr>
          <p:cNvPr id="123" name="그림 개체 틀 122"/>
          <p:cNvSpPr>
            <a:spLocks noGrp="1"/>
          </p:cNvSpPr>
          <p:nvPr>
            <p:ph type="pic" sz="quarter" idx="41"/>
          </p:nvPr>
        </p:nvSpPr>
        <p:spPr/>
      </p:sp>
      <p:sp>
        <p:nvSpPr>
          <p:cNvPr id="89" name="텍스트 개체 틀 88"/>
          <p:cNvSpPr>
            <a:spLocks noGrp="1"/>
          </p:cNvSpPr>
          <p:nvPr>
            <p:ph type="body" sz="quarter" idx="42"/>
          </p:nvPr>
        </p:nvSpPr>
        <p:spPr/>
        <p:txBody>
          <a:bodyPr/>
          <a:lstStyle/>
          <a:p>
            <a:pPr lvl="0" defTabSz="914400">
              <a:defRPr/>
            </a:pPr>
            <a:r>
              <a:rPr lang="en-US" altLang="ko-KR" dirty="0"/>
              <a:t>Creative Director</a:t>
            </a:r>
            <a:endParaRPr lang="ko-KR" altLang="en-US" dirty="0"/>
          </a:p>
        </p:txBody>
      </p:sp>
      <p:sp>
        <p:nvSpPr>
          <p:cNvPr id="90" name="텍스트 개체 틀 89"/>
          <p:cNvSpPr>
            <a:spLocks noGrp="1"/>
          </p:cNvSpPr>
          <p:nvPr>
            <p:ph type="body" sz="quarter" idx="43"/>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91" name="텍스트 개체 틀 90"/>
          <p:cNvSpPr>
            <a:spLocks noGrp="1"/>
          </p:cNvSpPr>
          <p:nvPr>
            <p:ph type="body" sz="quarter" idx="44"/>
          </p:nvPr>
        </p:nvSpPr>
        <p:spPr/>
        <p:txBody>
          <a:bodyPr/>
          <a:lstStyle/>
          <a:p>
            <a:r>
              <a:rPr lang="pt-BR" altLang="ko-KR" dirty="0"/>
              <a:t>In vel mi sit amen aug ue congue eleme ntum. Morbi in ipsum.</a:t>
            </a:r>
          </a:p>
        </p:txBody>
      </p:sp>
      <p:sp>
        <p:nvSpPr>
          <p:cNvPr id="124" name="그림 개체 틀 123"/>
          <p:cNvSpPr>
            <a:spLocks noGrp="1"/>
          </p:cNvSpPr>
          <p:nvPr>
            <p:ph type="pic" sz="quarter" idx="45"/>
          </p:nvPr>
        </p:nvSpPr>
        <p:spPr/>
      </p:sp>
      <p:sp>
        <p:nvSpPr>
          <p:cNvPr id="93" name="텍스트 개체 틀 92"/>
          <p:cNvSpPr>
            <a:spLocks noGrp="1"/>
          </p:cNvSpPr>
          <p:nvPr>
            <p:ph type="body" sz="quarter" idx="46"/>
          </p:nvPr>
        </p:nvSpPr>
        <p:spPr/>
        <p:txBody>
          <a:bodyPr/>
          <a:lstStyle/>
          <a:p>
            <a:pPr lvl="0" defTabSz="914400">
              <a:defRPr/>
            </a:pPr>
            <a:r>
              <a:rPr lang="en-US" altLang="ko-KR" dirty="0"/>
              <a:t>Creative Director</a:t>
            </a:r>
            <a:endParaRPr lang="ko-KR" altLang="en-US" dirty="0"/>
          </a:p>
        </p:txBody>
      </p:sp>
      <p:sp>
        <p:nvSpPr>
          <p:cNvPr id="94" name="텍스트 개체 틀 93"/>
          <p:cNvSpPr>
            <a:spLocks noGrp="1"/>
          </p:cNvSpPr>
          <p:nvPr>
            <p:ph type="body" sz="quarter" idx="47"/>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95" name="텍스트 개체 틀 94"/>
          <p:cNvSpPr>
            <a:spLocks noGrp="1"/>
          </p:cNvSpPr>
          <p:nvPr>
            <p:ph type="body" sz="quarter" idx="48"/>
          </p:nvPr>
        </p:nvSpPr>
        <p:spPr/>
        <p:txBody>
          <a:bodyPr/>
          <a:lstStyle/>
          <a:p>
            <a:r>
              <a:rPr lang="pt-BR" altLang="ko-KR" dirty="0"/>
              <a:t>In vel mi sit amen aug ue congue eleme ntum. Morbi in ipsum.</a:t>
            </a:r>
          </a:p>
        </p:txBody>
      </p:sp>
      <p:sp>
        <p:nvSpPr>
          <p:cNvPr id="125" name="그림 개체 틀 124"/>
          <p:cNvSpPr>
            <a:spLocks noGrp="1"/>
          </p:cNvSpPr>
          <p:nvPr>
            <p:ph type="pic" sz="quarter" idx="49"/>
          </p:nvPr>
        </p:nvSpPr>
        <p:spPr/>
      </p:sp>
      <p:sp>
        <p:nvSpPr>
          <p:cNvPr id="97" name="텍스트 개체 틀 96"/>
          <p:cNvSpPr>
            <a:spLocks noGrp="1"/>
          </p:cNvSpPr>
          <p:nvPr>
            <p:ph type="body" sz="quarter" idx="50"/>
          </p:nvPr>
        </p:nvSpPr>
        <p:spPr/>
        <p:txBody>
          <a:bodyPr/>
          <a:lstStyle/>
          <a:p>
            <a:pPr lvl="0" defTabSz="914400">
              <a:defRPr/>
            </a:pPr>
            <a:r>
              <a:rPr lang="en-US" altLang="ko-KR" dirty="0"/>
              <a:t>Creative Director</a:t>
            </a:r>
            <a:endParaRPr lang="ko-KR" altLang="en-US" dirty="0"/>
          </a:p>
        </p:txBody>
      </p:sp>
      <p:sp>
        <p:nvSpPr>
          <p:cNvPr id="98" name="텍스트 개체 틀 97"/>
          <p:cNvSpPr>
            <a:spLocks noGrp="1"/>
          </p:cNvSpPr>
          <p:nvPr>
            <p:ph type="body" sz="quarter" idx="51"/>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99" name="텍스트 개체 틀 98"/>
          <p:cNvSpPr>
            <a:spLocks noGrp="1"/>
          </p:cNvSpPr>
          <p:nvPr>
            <p:ph type="body" sz="quarter" idx="52"/>
          </p:nvPr>
        </p:nvSpPr>
        <p:spPr/>
        <p:txBody>
          <a:bodyPr/>
          <a:lstStyle/>
          <a:p>
            <a:r>
              <a:rPr lang="pt-BR" altLang="ko-KR" dirty="0"/>
              <a:t>In vel mi sit amen aug ue congue eleme ntum. Morbi in ipsum.</a:t>
            </a:r>
          </a:p>
        </p:txBody>
      </p:sp>
      <p:sp>
        <p:nvSpPr>
          <p:cNvPr id="126" name="그림 개체 틀 125"/>
          <p:cNvSpPr>
            <a:spLocks noGrp="1"/>
          </p:cNvSpPr>
          <p:nvPr>
            <p:ph type="pic" sz="quarter" idx="53"/>
          </p:nvPr>
        </p:nvSpPr>
        <p:spPr/>
      </p:sp>
      <p:sp>
        <p:nvSpPr>
          <p:cNvPr id="101" name="텍스트 개체 틀 100"/>
          <p:cNvSpPr>
            <a:spLocks noGrp="1"/>
          </p:cNvSpPr>
          <p:nvPr>
            <p:ph type="body" sz="quarter" idx="54"/>
          </p:nvPr>
        </p:nvSpPr>
        <p:spPr/>
        <p:txBody>
          <a:bodyPr/>
          <a:lstStyle/>
          <a:p>
            <a:pPr lvl="0" defTabSz="914400">
              <a:defRPr/>
            </a:pPr>
            <a:r>
              <a:rPr lang="en-US" altLang="ko-KR" dirty="0"/>
              <a:t>Creative Director</a:t>
            </a:r>
            <a:endParaRPr lang="ko-KR" altLang="en-US" dirty="0"/>
          </a:p>
        </p:txBody>
      </p:sp>
      <p:sp>
        <p:nvSpPr>
          <p:cNvPr id="102" name="텍스트 개체 틀 101"/>
          <p:cNvSpPr>
            <a:spLocks noGrp="1"/>
          </p:cNvSpPr>
          <p:nvPr>
            <p:ph type="body" sz="quarter" idx="55"/>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103" name="텍스트 개체 틀 102"/>
          <p:cNvSpPr>
            <a:spLocks noGrp="1"/>
          </p:cNvSpPr>
          <p:nvPr>
            <p:ph type="body" sz="quarter" idx="56"/>
          </p:nvPr>
        </p:nvSpPr>
        <p:spPr/>
        <p:txBody>
          <a:bodyPr/>
          <a:lstStyle/>
          <a:p>
            <a:r>
              <a:rPr lang="pt-BR" altLang="ko-KR" dirty="0"/>
              <a:t>In vel mi sit amen aug ue congue eleme ntum. Morbi in ipsum.</a:t>
            </a:r>
          </a:p>
        </p:txBody>
      </p:sp>
      <p:sp>
        <p:nvSpPr>
          <p:cNvPr id="127" name="그림 개체 틀 126"/>
          <p:cNvSpPr>
            <a:spLocks noGrp="1"/>
          </p:cNvSpPr>
          <p:nvPr>
            <p:ph type="pic" sz="quarter" idx="57"/>
          </p:nvPr>
        </p:nvSpPr>
        <p:spPr/>
      </p:sp>
      <p:sp>
        <p:nvSpPr>
          <p:cNvPr id="105" name="텍스트 개체 틀 104"/>
          <p:cNvSpPr>
            <a:spLocks noGrp="1"/>
          </p:cNvSpPr>
          <p:nvPr>
            <p:ph type="body" sz="quarter" idx="58"/>
          </p:nvPr>
        </p:nvSpPr>
        <p:spPr/>
        <p:txBody>
          <a:bodyPr/>
          <a:lstStyle/>
          <a:p>
            <a:pPr lvl="0" defTabSz="914400">
              <a:defRPr/>
            </a:pPr>
            <a:r>
              <a:rPr lang="en-US" altLang="ko-KR" dirty="0"/>
              <a:t>Creative Director</a:t>
            </a:r>
            <a:endParaRPr lang="ko-KR" altLang="en-US" dirty="0"/>
          </a:p>
        </p:txBody>
      </p:sp>
      <p:sp>
        <p:nvSpPr>
          <p:cNvPr id="106" name="텍스트 개체 틀 105"/>
          <p:cNvSpPr>
            <a:spLocks noGrp="1"/>
          </p:cNvSpPr>
          <p:nvPr>
            <p:ph type="body" sz="quarter" idx="59"/>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107" name="텍스트 개체 틀 106"/>
          <p:cNvSpPr>
            <a:spLocks noGrp="1"/>
          </p:cNvSpPr>
          <p:nvPr>
            <p:ph type="body" sz="quarter" idx="60"/>
          </p:nvPr>
        </p:nvSpPr>
        <p:spPr/>
        <p:txBody>
          <a:bodyPr/>
          <a:lstStyle/>
          <a:p>
            <a:r>
              <a:rPr lang="pt-BR" altLang="ko-KR" dirty="0"/>
              <a:t>In vel mi sit amen aug ue congue eleme ntum. Morbi in ipsum.</a:t>
            </a:r>
          </a:p>
        </p:txBody>
      </p:sp>
      <p:sp>
        <p:nvSpPr>
          <p:cNvPr id="128" name="그림 개체 틀 127"/>
          <p:cNvSpPr>
            <a:spLocks noGrp="1"/>
          </p:cNvSpPr>
          <p:nvPr>
            <p:ph type="pic" sz="quarter" idx="61"/>
          </p:nvPr>
        </p:nvSpPr>
        <p:spPr/>
      </p:sp>
      <p:sp>
        <p:nvSpPr>
          <p:cNvPr id="109" name="텍스트 개체 틀 108"/>
          <p:cNvSpPr>
            <a:spLocks noGrp="1"/>
          </p:cNvSpPr>
          <p:nvPr>
            <p:ph type="body" sz="quarter" idx="62"/>
          </p:nvPr>
        </p:nvSpPr>
        <p:spPr/>
        <p:txBody>
          <a:bodyPr/>
          <a:lstStyle/>
          <a:p>
            <a:pPr lvl="0" defTabSz="914400">
              <a:defRPr/>
            </a:pPr>
            <a:r>
              <a:rPr lang="en-US" altLang="ko-KR" dirty="0"/>
              <a:t>Creative Director</a:t>
            </a:r>
            <a:endParaRPr lang="ko-KR" altLang="en-US" dirty="0"/>
          </a:p>
        </p:txBody>
      </p:sp>
      <p:sp>
        <p:nvSpPr>
          <p:cNvPr id="110" name="텍스트 개체 틀 109"/>
          <p:cNvSpPr>
            <a:spLocks noGrp="1"/>
          </p:cNvSpPr>
          <p:nvPr>
            <p:ph type="body" sz="quarter" idx="63"/>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111" name="텍스트 개체 틀 110"/>
          <p:cNvSpPr>
            <a:spLocks noGrp="1"/>
          </p:cNvSpPr>
          <p:nvPr>
            <p:ph type="body" sz="quarter" idx="64"/>
          </p:nvPr>
        </p:nvSpPr>
        <p:spPr/>
        <p:txBody>
          <a:bodyPr/>
          <a:lstStyle/>
          <a:p>
            <a:r>
              <a:rPr lang="pt-BR" altLang="ko-KR" dirty="0"/>
              <a:t>In vel mi sit amen aug ue congue eleme ntum. Morbi in ipsum.</a:t>
            </a:r>
          </a:p>
        </p:txBody>
      </p:sp>
      <p:sp>
        <p:nvSpPr>
          <p:cNvPr id="129" name="그림 개체 틀 128"/>
          <p:cNvSpPr>
            <a:spLocks noGrp="1"/>
          </p:cNvSpPr>
          <p:nvPr>
            <p:ph type="pic" sz="quarter" idx="65"/>
          </p:nvPr>
        </p:nvSpPr>
        <p:spPr/>
      </p:sp>
      <p:sp>
        <p:nvSpPr>
          <p:cNvPr id="113" name="텍스트 개체 틀 112"/>
          <p:cNvSpPr>
            <a:spLocks noGrp="1"/>
          </p:cNvSpPr>
          <p:nvPr>
            <p:ph type="body" sz="quarter" idx="66"/>
          </p:nvPr>
        </p:nvSpPr>
        <p:spPr/>
        <p:txBody>
          <a:bodyPr/>
          <a:lstStyle/>
          <a:p>
            <a:pPr lvl="0" defTabSz="914400">
              <a:defRPr/>
            </a:pPr>
            <a:r>
              <a:rPr lang="en-US" altLang="ko-KR" dirty="0"/>
              <a:t>Creative Director</a:t>
            </a:r>
            <a:endParaRPr lang="ko-KR" altLang="en-US" dirty="0"/>
          </a:p>
        </p:txBody>
      </p:sp>
      <p:sp>
        <p:nvSpPr>
          <p:cNvPr id="114" name="텍스트 개체 틀 113"/>
          <p:cNvSpPr>
            <a:spLocks noGrp="1"/>
          </p:cNvSpPr>
          <p:nvPr>
            <p:ph type="body" sz="quarter" idx="67"/>
          </p:nvPr>
        </p:nvSpPr>
        <p:spPr/>
        <p:txBody>
          <a:bodyPr/>
          <a:lstStyle/>
          <a:p>
            <a:pPr lvl="0" defTabSz="914400">
              <a:defRPr/>
            </a:pPr>
            <a:r>
              <a:rPr lang="en-US" altLang="ko-KR" dirty="0" err="1"/>
              <a:t>Lorem</a:t>
            </a:r>
            <a:r>
              <a:rPr lang="en-US" altLang="ko-KR" dirty="0"/>
              <a:t> </a:t>
            </a:r>
            <a:r>
              <a:rPr lang="en-US" altLang="ko-KR" dirty="0" err="1"/>
              <a:t>Ipsum</a:t>
            </a:r>
            <a:endParaRPr lang="ko-KR" altLang="en-US" dirty="0"/>
          </a:p>
        </p:txBody>
      </p:sp>
      <p:sp>
        <p:nvSpPr>
          <p:cNvPr id="115" name="텍스트 개체 틀 114"/>
          <p:cNvSpPr>
            <a:spLocks noGrp="1"/>
          </p:cNvSpPr>
          <p:nvPr>
            <p:ph type="body" sz="quarter" idx="68"/>
          </p:nvPr>
        </p:nvSpPr>
        <p:spPr/>
        <p:txBody>
          <a:bodyPr/>
          <a:lstStyle/>
          <a:p>
            <a:r>
              <a:rPr lang="pt-BR" altLang="ko-KR" dirty="0"/>
              <a:t>In vel mi sit amen aug ue congue eleme ntum. Morbi in ipsum.</a:t>
            </a:r>
          </a:p>
        </p:txBody>
      </p:sp>
    </p:spTree>
    <p:extLst>
      <p:ext uri="{BB962C8B-B14F-4D97-AF65-F5344CB8AC3E}">
        <p14:creationId xmlns:p14="http://schemas.microsoft.com/office/powerpoint/2010/main" val="1390145066"/>
      </p:ext>
    </p:extLst>
  </p:cSld>
  <p:clrMapOvr>
    <a:masterClrMapping/>
  </p:clrMapOvr>
  <p:transition spd="med">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그룹 41"/>
          <p:cNvGrpSpPr/>
          <p:nvPr/>
        </p:nvGrpSpPr>
        <p:grpSpPr>
          <a:xfrm>
            <a:off x="1433096" y="2621478"/>
            <a:ext cx="792000" cy="990728"/>
            <a:chOff x="2372024" y="2621476"/>
            <a:chExt cx="792000" cy="990728"/>
          </a:xfrm>
        </p:grpSpPr>
        <p:sp>
          <p:nvSpPr>
            <p:cNvPr id="87" name="타원 86"/>
            <p:cNvSpPr/>
            <p:nvPr/>
          </p:nvSpPr>
          <p:spPr>
            <a:xfrm>
              <a:off x="2372024" y="2621476"/>
              <a:ext cx="792000" cy="792000"/>
            </a:xfrm>
            <a:prstGeom prst="ellipse">
              <a:avLst/>
            </a:prstGeom>
            <a:solidFill>
              <a:schemeClr val="accent3">
                <a:lumMod val="7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8" name="원형 87"/>
            <p:cNvSpPr/>
            <p:nvPr/>
          </p:nvSpPr>
          <p:spPr>
            <a:xfrm>
              <a:off x="2372024" y="2621476"/>
              <a:ext cx="792000" cy="792000"/>
            </a:xfrm>
            <a:prstGeom prst="pie">
              <a:avLst/>
            </a:prstGeom>
            <a:solidFill>
              <a:schemeClr val="accent3"/>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9" name="타원 88"/>
            <p:cNvSpPr/>
            <p:nvPr/>
          </p:nvSpPr>
          <p:spPr>
            <a:xfrm>
              <a:off x="2408024" y="2657476"/>
              <a:ext cx="720000" cy="720000"/>
            </a:xfrm>
            <a:prstGeom prst="ellipse">
              <a:avLst/>
            </a:prstGeom>
            <a:solidFill>
              <a:schemeClr val="accent3">
                <a:lumMod val="8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0" name="TextBox 89"/>
            <p:cNvSpPr txBox="1"/>
            <p:nvPr/>
          </p:nvSpPr>
          <p:spPr>
            <a:xfrm>
              <a:off x="2372024" y="2866340"/>
              <a:ext cx="792000" cy="307777"/>
            </a:xfrm>
            <a:prstGeom prst="rect">
              <a:avLst/>
            </a:prstGeom>
            <a:noFill/>
          </p:spPr>
          <p:txBody>
            <a:bodyPr wrap="square" lIns="0" tIns="0" rIns="0" bIns="0" rtlCol="0">
              <a:spAutoFit/>
            </a:bodyPr>
            <a:lstStyle/>
            <a:p>
              <a:pPr algn="ctr"/>
              <a:r>
                <a:rPr lang="en-US" altLang="ko-KR" sz="2000" dirty="0">
                  <a:gradFill>
                    <a:gsLst>
                      <a:gs pos="0">
                        <a:schemeClr val="accent3"/>
                      </a:gs>
                      <a:gs pos="100000">
                        <a:schemeClr val="accent3"/>
                      </a:gs>
                    </a:gsLst>
                    <a:lin ang="5400000" scaled="0"/>
                  </a:gradFill>
                  <a:latin typeface="Roboto Condensed Regular"/>
                  <a:ea typeface="Roboto Light" pitchFamily="2" charset="0"/>
                  <a:cs typeface="Roboto Condensed Regular"/>
                </a:rPr>
                <a:t>75</a:t>
              </a:r>
              <a:endParaRPr lang="ko-KR" altLang="en-US" sz="2000" dirty="0">
                <a:gradFill>
                  <a:gsLst>
                    <a:gs pos="0">
                      <a:schemeClr val="accent3"/>
                    </a:gs>
                    <a:gs pos="100000">
                      <a:schemeClr val="accent3"/>
                    </a:gs>
                  </a:gsLst>
                  <a:lin ang="5400000" scaled="0"/>
                </a:gradFill>
                <a:latin typeface="Roboto Condensed Regular"/>
                <a:ea typeface="Roboto Light" pitchFamily="2" charset="0"/>
                <a:cs typeface="Roboto Condensed Regular"/>
              </a:endParaRPr>
            </a:p>
          </p:txBody>
        </p:sp>
        <p:sp>
          <p:nvSpPr>
            <p:cNvPr id="91" name="TextBox 90"/>
            <p:cNvSpPr txBox="1"/>
            <p:nvPr/>
          </p:nvSpPr>
          <p:spPr>
            <a:xfrm>
              <a:off x="2372024" y="3458316"/>
              <a:ext cx="792000" cy="153888"/>
            </a:xfrm>
            <a:prstGeom prst="rect">
              <a:avLst/>
            </a:prstGeom>
            <a:noFill/>
          </p:spPr>
          <p:txBody>
            <a:bodyPr wrap="square" lIns="0" tIns="0" rIns="0" bIns="0" rtlCol="0">
              <a:spAutoFit/>
            </a:bodyPr>
            <a:lstStyle/>
            <a:p>
              <a:pPr algn="ctr"/>
              <a:r>
                <a:rPr lang="en-US" altLang="ko-KR" sz="1000" dirty="0">
                  <a:gradFill>
                    <a:gsLst>
                      <a:gs pos="0">
                        <a:schemeClr val="accent3"/>
                      </a:gs>
                      <a:gs pos="100000">
                        <a:schemeClr val="accent3"/>
                      </a:gs>
                    </a:gsLst>
                    <a:lin ang="5400000" scaled="0"/>
                  </a:gradFill>
                  <a:latin typeface="Roboto Condensed Regular"/>
                  <a:ea typeface="Roboto Light" pitchFamily="2" charset="0"/>
                  <a:cs typeface="Roboto Condensed Regular"/>
                </a:rPr>
                <a:t>Communication</a:t>
              </a:r>
            </a:p>
          </p:txBody>
        </p:sp>
      </p:grpSp>
      <p:grpSp>
        <p:nvGrpSpPr>
          <p:cNvPr id="92" name="그룹 91"/>
          <p:cNvGrpSpPr/>
          <p:nvPr/>
        </p:nvGrpSpPr>
        <p:grpSpPr>
          <a:xfrm>
            <a:off x="2433242" y="2621480"/>
            <a:ext cx="792000" cy="990728"/>
            <a:chOff x="3673638" y="2621476"/>
            <a:chExt cx="792000" cy="990728"/>
          </a:xfrm>
        </p:grpSpPr>
        <p:sp>
          <p:nvSpPr>
            <p:cNvPr id="93" name="타원 92"/>
            <p:cNvSpPr/>
            <p:nvPr/>
          </p:nvSpPr>
          <p:spPr>
            <a:xfrm>
              <a:off x="3673638" y="2621476"/>
              <a:ext cx="792000" cy="792000"/>
            </a:xfrm>
            <a:prstGeom prst="ellipse">
              <a:avLst/>
            </a:prstGeom>
            <a:solidFill>
              <a:schemeClr val="accent3">
                <a:lumMod val="7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4" name="원형 93"/>
            <p:cNvSpPr/>
            <p:nvPr/>
          </p:nvSpPr>
          <p:spPr>
            <a:xfrm>
              <a:off x="3673638" y="2621476"/>
              <a:ext cx="792000" cy="792000"/>
            </a:xfrm>
            <a:prstGeom prst="pie">
              <a:avLst>
                <a:gd name="adj1" fmla="val 18900000"/>
                <a:gd name="adj2" fmla="val 16200000"/>
              </a:avLst>
            </a:prstGeom>
            <a:solidFill>
              <a:schemeClr val="accent3"/>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5" name="타원 94"/>
            <p:cNvSpPr/>
            <p:nvPr/>
          </p:nvSpPr>
          <p:spPr>
            <a:xfrm>
              <a:off x="3709638" y="2657476"/>
              <a:ext cx="720000" cy="720000"/>
            </a:xfrm>
            <a:prstGeom prst="ellipse">
              <a:avLst/>
            </a:prstGeom>
            <a:solidFill>
              <a:schemeClr val="accent3">
                <a:lumMod val="8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6" name="TextBox 95"/>
            <p:cNvSpPr txBox="1"/>
            <p:nvPr/>
          </p:nvSpPr>
          <p:spPr>
            <a:xfrm>
              <a:off x="3673638" y="2866340"/>
              <a:ext cx="792000" cy="307777"/>
            </a:xfrm>
            <a:prstGeom prst="rect">
              <a:avLst/>
            </a:prstGeom>
            <a:noFill/>
          </p:spPr>
          <p:txBody>
            <a:bodyPr wrap="square" lIns="0" tIns="0" rIns="0" bIns="0" rtlCol="0">
              <a:spAutoFit/>
            </a:bodyPr>
            <a:lstStyle/>
            <a:p>
              <a:pPr algn="ctr"/>
              <a:r>
                <a:rPr lang="en-US" altLang="ko-KR" sz="2000" dirty="0">
                  <a:gradFill>
                    <a:gsLst>
                      <a:gs pos="0">
                        <a:schemeClr val="accent3"/>
                      </a:gs>
                      <a:gs pos="100000">
                        <a:schemeClr val="accent3"/>
                      </a:gs>
                    </a:gsLst>
                    <a:lin ang="5400000" scaled="0"/>
                  </a:gradFill>
                  <a:latin typeface="Roboto Condensed Regular"/>
                  <a:ea typeface="Roboto Light" pitchFamily="2" charset="0"/>
                  <a:cs typeface="Roboto Condensed Regular"/>
                </a:rPr>
                <a:t>87</a:t>
              </a:r>
              <a:endParaRPr lang="ko-KR" altLang="en-US" sz="2000" dirty="0">
                <a:gradFill>
                  <a:gsLst>
                    <a:gs pos="0">
                      <a:schemeClr val="accent3"/>
                    </a:gs>
                    <a:gs pos="100000">
                      <a:schemeClr val="accent3"/>
                    </a:gs>
                  </a:gsLst>
                  <a:lin ang="5400000" scaled="0"/>
                </a:gradFill>
                <a:latin typeface="Roboto Condensed Regular"/>
                <a:ea typeface="Roboto Light" pitchFamily="2" charset="0"/>
                <a:cs typeface="Roboto Condensed Regular"/>
              </a:endParaRPr>
            </a:p>
          </p:txBody>
        </p:sp>
        <p:sp>
          <p:nvSpPr>
            <p:cNvPr id="97" name="TextBox 96"/>
            <p:cNvSpPr txBox="1"/>
            <p:nvPr/>
          </p:nvSpPr>
          <p:spPr>
            <a:xfrm>
              <a:off x="3673638" y="3458316"/>
              <a:ext cx="792000" cy="153888"/>
            </a:xfrm>
            <a:prstGeom prst="rect">
              <a:avLst/>
            </a:prstGeom>
            <a:noFill/>
          </p:spPr>
          <p:txBody>
            <a:bodyPr wrap="square" lIns="0" tIns="0" rIns="0" bIns="0" rtlCol="0">
              <a:spAutoFit/>
            </a:bodyPr>
            <a:lstStyle/>
            <a:p>
              <a:pPr algn="ctr"/>
              <a:r>
                <a:rPr lang="en-US" altLang="ko-KR" sz="1000" dirty="0">
                  <a:gradFill>
                    <a:gsLst>
                      <a:gs pos="0">
                        <a:schemeClr val="accent3"/>
                      </a:gs>
                      <a:gs pos="100000">
                        <a:schemeClr val="accent3"/>
                      </a:gs>
                    </a:gsLst>
                    <a:lin ang="5400000" scaled="0"/>
                  </a:gradFill>
                  <a:latin typeface="Roboto Condensed Regular"/>
                  <a:ea typeface="Roboto Light" pitchFamily="2" charset="0"/>
                  <a:cs typeface="Roboto Condensed Regular"/>
                </a:rPr>
                <a:t>Passion</a:t>
              </a:r>
            </a:p>
          </p:txBody>
        </p:sp>
      </p:grpSp>
      <p:grpSp>
        <p:nvGrpSpPr>
          <p:cNvPr id="41" name="그룹 40"/>
          <p:cNvGrpSpPr/>
          <p:nvPr/>
        </p:nvGrpSpPr>
        <p:grpSpPr>
          <a:xfrm>
            <a:off x="532821" y="2621482"/>
            <a:ext cx="792001" cy="990728"/>
            <a:chOff x="1287625" y="2621476"/>
            <a:chExt cx="792001" cy="990728"/>
          </a:xfrm>
        </p:grpSpPr>
        <p:sp>
          <p:nvSpPr>
            <p:cNvPr id="81" name="타원 80"/>
            <p:cNvSpPr/>
            <p:nvPr/>
          </p:nvSpPr>
          <p:spPr>
            <a:xfrm>
              <a:off x="1287626" y="2621476"/>
              <a:ext cx="792000" cy="792000"/>
            </a:xfrm>
            <a:prstGeom prst="ellipse">
              <a:avLst/>
            </a:prstGeom>
            <a:solidFill>
              <a:schemeClr val="accent3">
                <a:lumMod val="7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2" name="원형 81"/>
            <p:cNvSpPr/>
            <p:nvPr/>
          </p:nvSpPr>
          <p:spPr>
            <a:xfrm>
              <a:off x="1287626" y="2621476"/>
              <a:ext cx="792000" cy="792000"/>
            </a:xfrm>
            <a:prstGeom prst="pie">
              <a:avLst>
                <a:gd name="adj1" fmla="val 0"/>
                <a:gd name="adj2" fmla="val 0"/>
              </a:avLst>
            </a:prstGeom>
            <a:solidFill>
              <a:schemeClr val="accent3"/>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3" name="타원 82"/>
            <p:cNvSpPr/>
            <p:nvPr/>
          </p:nvSpPr>
          <p:spPr>
            <a:xfrm>
              <a:off x="1323626" y="2657476"/>
              <a:ext cx="720000" cy="720000"/>
            </a:xfrm>
            <a:prstGeom prst="ellipse">
              <a:avLst/>
            </a:prstGeom>
            <a:solidFill>
              <a:schemeClr val="accent3">
                <a:lumMod val="8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5" name="TextBox 84"/>
            <p:cNvSpPr txBox="1"/>
            <p:nvPr/>
          </p:nvSpPr>
          <p:spPr>
            <a:xfrm>
              <a:off x="1287626" y="3458316"/>
              <a:ext cx="792000" cy="153888"/>
            </a:xfrm>
            <a:prstGeom prst="rect">
              <a:avLst/>
            </a:prstGeom>
            <a:noFill/>
          </p:spPr>
          <p:txBody>
            <a:bodyPr wrap="square" lIns="0" tIns="0" rIns="0" bIns="0" rtlCol="0">
              <a:spAutoFit/>
            </a:bodyPr>
            <a:lstStyle/>
            <a:p>
              <a:pPr algn="ctr"/>
              <a:r>
                <a:rPr lang="en-US" altLang="ko-KR" sz="1000" dirty="0">
                  <a:gradFill>
                    <a:gsLst>
                      <a:gs pos="0">
                        <a:schemeClr val="accent3"/>
                      </a:gs>
                      <a:gs pos="100000">
                        <a:schemeClr val="accent3"/>
                      </a:gs>
                    </a:gsLst>
                    <a:lin ang="5400000" scaled="0"/>
                  </a:gradFill>
                  <a:latin typeface="Roboto Condensed Regular"/>
                  <a:ea typeface="Roboto Light" pitchFamily="2" charset="0"/>
                  <a:cs typeface="Roboto Condensed Regular"/>
                </a:rPr>
                <a:t>Creative</a:t>
              </a:r>
            </a:p>
          </p:txBody>
        </p:sp>
        <p:sp>
          <p:nvSpPr>
            <p:cNvPr id="39" name="타원 38"/>
            <p:cNvSpPr/>
            <p:nvPr/>
          </p:nvSpPr>
          <p:spPr>
            <a:xfrm>
              <a:off x="1287625" y="2621476"/>
              <a:ext cx="792000" cy="792000"/>
            </a:xfrm>
            <a:prstGeom prst="ellipse">
              <a:avLst/>
            </a:prstGeom>
            <a:solidFill>
              <a:schemeClr val="accent3"/>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0" name="타원 39"/>
            <p:cNvSpPr/>
            <p:nvPr/>
          </p:nvSpPr>
          <p:spPr>
            <a:xfrm>
              <a:off x="1323625" y="2657475"/>
              <a:ext cx="720000" cy="720000"/>
            </a:xfrm>
            <a:prstGeom prst="ellipse">
              <a:avLst/>
            </a:prstGeom>
            <a:solidFill>
              <a:schemeClr val="accent3">
                <a:lumMod val="8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4" name="TextBox 83"/>
            <p:cNvSpPr txBox="1"/>
            <p:nvPr/>
          </p:nvSpPr>
          <p:spPr>
            <a:xfrm>
              <a:off x="1287626" y="2866340"/>
              <a:ext cx="792000" cy="307777"/>
            </a:xfrm>
            <a:prstGeom prst="rect">
              <a:avLst/>
            </a:prstGeom>
            <a:noFill/>
          </p:spPr>
          <p:txBody>
            <a:bodyPr wrap="square" lIns="0" tIns="0" rIns="0" bIns="0" rtlCol="0">
              <a:spAutoFit/>
            </a:bodyPr>
            <a:lstStyle/>
            <a:p>
              <a:pPr algn="ctr"/>
              <a:r>
                <a:rPr lang="en-US" altLang="ko-KR" sz="2000" dirty="0">
                  <a:gradFill>
                    <a:gsLst>
                      <a:gs pos="0">
                        <a:schemeClr val="accent3"/>
                      </a:gs>
                      <a:gs pos="100000">
                        <a:schemeClr val="accent3"/>
                      </a:gs>
                    </a:gsLst>
                    <a:lin ang="5400000" scaled="0"/>
                  </a:gradFill>
                  <a:latin typeface="Roboto Condensed Regular"/>
                  <a:ea typeface="Roboto Light" pitchFamily="2" charset="0"/>
                  <a:cs typeface="Roboto Condensed Regular"/>
                </a:rPr>
                <a:t>100</a:t>
              </a:r>
              <a:endParaRPr lang="ko-KR" altLang="en-US" sz="2000" dirty="0">
                <a:gradFill>
                  <a:gsLst>
                    <a:gs pos="0">
                      <a:schemeClr val="accent3"/>
                    </a:gs>
                    <a:gs pos="100000">
                      <a:schemeClr val="accent3"/>
                    </a:gs>
                  </a:gsLst>
                  <a:lin ang="5400000" scaled="0"/>
                </a:gradFill>
                <a:latin typeface="Roboto Condensed Regular"/>
                <a:ea typeface="Roboto Light" pitchFamily="2" charset="0"/>
                <a:cs typeface="Roboto Condensed Regular"/>
              </a:endParaRPr>
            </a:p>
          </p:txBody>
        </p:sp>
      </p:grpSp>
      <p:sp>
        <p:nvSpPr>
          <p:cNvPr id="7" name="텍스트 개체 틀 6"/>
          <p:cNvSpPr>
            <a:spLocks noGrp="1"/>
          </p:cNvSpPr>
          <p:nvPr>
            <p:ph type="body" sz="quarter" idx="11"/>
          </p:nvPr>
        </p:nvSpPr>
        <p:spPr/>
        <p:txBody>
          <a:bodyPr/>
          <a:lstStyle/>
          <a:p>
            <a:pPr lvl="0"/>
            <a:r>
              <a:rPr lang="en-US" altLang="ko-KR" dirty="0"/>
              <a:t>Creative Director</a:t>
            </a:r>
            <a:endParaRPr lang="ko-KR" altLang="en-US" dirty="0"/>
          </a:p>
        </p:txBody>
      </p:sp>
      <p:sp>
        <p:nvSpPr>
          <p:cNvPr id="9" name="텍스트 개체 틀 8"/>
          <p:cNvSpPr>
            <a:spLocks noGrp="1"/>
          </p:cNvSpPr>
          <p:nvPr>
            <p:ph type="body" sz="quarter" idx="13"/>
          </p:nvPr>
        </p:nvSpPr>
        <p:spPr/>
        <p:txBody>
          <a:bodyPr/>
          <a:lstStyle/>
          <a:p>
            <a:pPr lvl="0" defTabSz="914400">
              <a:defRPr/>
            </a:pPr>
            <a:r>
              <a:rPr lang="en-US" altLang="ko-KR" dirty="0">
                <a:gradFill>
                  <a:gsLst>
                    <a:gs pos="0">
                      <a:schemeClr val="accent3">
                        <a:lumMod val="50000"/>
                      </a:schemeClr>
                    </a:gs>
                    <a:gs pos="100000">
                      <a:schemeClr val="accent3">
                        <a:lumMod val="50000"/>
                      </a:schemeClr>
                    </a:gs>
                  </a:gsLst>
                  <a:lin ang="5400000" scaled="0"/>
                </a:gradFill>
              </a:rPr>
              <a:t>In </a:t>
            </a:r>
            <a:r>
              <a:rPr lang="en-US" altLang="ko-KR" dirty="0" err="1">
                <a:gradFill>
                  <a:gsLst>
                    <a:gs pos="0">
                      <a:schemeClr val="accent3">
                        <a:lumMod val="50000"/>
                      </a:schemeClr>
                    </a:gs>
                    <a:gs pos="100000">
                      <a:schemeClr val="accent3">
                        <a:lumMod val="50000"/>
                      </a:schemeClr>
                    </a:gs>
                  </a:gsLst>
                  <a:lin ang="5400000" scaled="0"/>
                </a:gradFill>
              </a:rPr>
              <a:t>vel</a:t>
            </a:r>
            <a:r>
              <a:rPr lang="en-US" altLang="ko-KR" dirty="0">
                <a:gradFill>
                  <a:gsLst>
                    <a:gs pos="0">
                      <a:schemeClr val="accent3">
                        <a:lumMod val="50000"/>
                      </a:schemeClr>
                    </a:gs>
                    <a:gs pos="100000">
                      <a:schemeClr val="accent3">
                        <a:lumMod val="50000"/>
                      </a:schemeClr>
                    </a:gs>
                  </a:gsLst>
                  <a:lin ang="5400000" scaled="0"/>
                </a:gradFill>
              </a:rPr>
              <a:t> mi sit amen </a:t>
            </a:r>
            <a:r>
              <a:rPr lang="en-US" altLang="ko-KR" dirty="0" err="1">
                <a:gradFill>
                  <a:gsLst>
                    <a:gs pos="0">
                      <a:schemeClr val="accent3">
                        <a:lumMod val="50000"/>
                      </a:schemeClr>
                    </a:gs>
                    <a:gs pos="100000">
                      <a:schemeClr val="accent3">
                        <a:lumMod val="50000"/>
                      </a:schemeClr>
                    </a:gs>
                  </a:gsLst>
                  <a:lin ang="5400000" scaled="0"/>
                </a:gradFill>
              </a:rPr>
              <a:t>aug</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ue</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congue</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elementum</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Morbi</a:t>
            </a:r>
            <a:r>
              <a:rPr lang="en-US" altLang="ko-KR" dirty="0">
                <a:gradFill>
                  <a:gsLst>
                    <a:gs pos="0">
                      <a:schemeClr val="accent3">
                        <a:lumMod val="50000"/>
                      </a:schemeClr>
                    </a:gs>
                    <a:gs pos="100000">
                      <a:schemeClr val="accent3">
                        <a:lumMod val="50000"/>
                      </a:schemeClr>
                    </a:gs>
                  </a:gsLst>
                  <a:lin ang="5400000" scaled="0"/>
                </a:gradFill>
              </a:rPr>
              <a:t> in </a:t>
            </a:r>
            <a:r>
              <a:rPr lang="en-US" altLang="ko-KR" dirty="0" err="1">
                <a:gradFill>
                  <a:gsLst>
                    <a:gs pos="0">
                      <a:schemeClr val="accent3">
                        <a:lumMod val="50000"/>
                      </a:schemeClr>
                    </a:gs>
                    <a:gs pos="100000">
                      <a:schemeClr val="accent3">
                        <a:lumMod val="50000"/>
                      </a:schemeClr>
                    </a:gs>
                  </a:gsLst>
                  <a:lin ang="5400000" scaled="0"/>
                </a:gradFill>
              </a:rPr>
              <a:t>ipsum</a:t>
            </a:r>
            <a:r>
              <a:rPr lang="en-US" altLang="ko-KR" dirty="0">
                <a:gradFill>
                  <a:gsLst>
                    <a:gs pos="0">
                      <a:schemeClr val="accent3">
                        <a:lumMod val="50000"/>
                      </a:schemeClr>
                    </a:gs>
                    <a:gs pos="100000">
                      <a:schemeClr val="accent3">
                        <a:lumMod val="50000"/>
                      </a:schemeClr>
                    </a:gs>
                  </a:gsLst>
                  <a:lin ang="5400000" scaled="0"/>
                </a:gradFill>
              </a:rPr>
              <a:t> sit </a:t>
            </a:r>
            <a:r>
              <a:rPr lang="en-US" altLang="ko-KR" dirty="0" err="1">
                <a:gradFill>
                  <a:gsLst>
                    <a:gs pos="0">
                      <a:schemeClr val="accent3">
                        <a:lumMod val="50000"/>
                      </a:schemeClr>
                    </a:gs>
                    <a:gs pos="100000">
                      <a:schemeClr val="accent3">
                        <a:lumMod val="50000"/>
                      </a:schemeClr>
                    </a:gs>
                  </a:gsLst>
                  <a:lin ang="5400000" scaled="0"/>
                </a:gradFill>
              </a:rPr>
              <a:t>ame</a:t>
            </a:r>
            <a:r>
              <a:rPr lang="en-US" altLang="ko-KR" dirty="0">
                <a:gradFill>
                  <a:gsLst>
                    <a:gs pos="0">
                      <a:schemeClr val="accent3">
                        <a:lumMod val="50000"/>
                      </a:schemeClr>
                    </a:gs>
                    <a:gs pos="100000">
                      <a:schemeClr val="accent3">
                        <a:lumMod val="50000"/>
                      </a:schemeClr>
                    </a:gs>
                  </a:gsLst>
                  <a:lin ang="5400000" scaled="0"/>
                </a:gradFill>
              </a:rPr>
              <a:t> t </a:t>
            </a:r>
            <a:r>
              <a:rPr lang="en-US" altLang="ko-KR" dirty="0" err="1">
                <a:gradFill>
                  <a:gsLst>
                    <a:gs pos="0">
                      <a:schemeClr val="accent3">
                        <a:lumMod val="50000"/>
                      </a:schemeClr>
                    </a:gs>
                    <a:gs pos="100000">
                      <a:schemeClr val="accent3">
                        <a:lumMod val="50000"/>
                      </a:schemeClr>
                    </a:gs>
                  </a:gsLst>
                  <a:lin ang="5400000" scaled="0"/>
                </a:gradFill>
              </a:rPr>
              <a:t>pede</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facilisis</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laoreet</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Donec</a:t>
            </a:r>
            <a:r>
              <a:rPr lang="en-US" altLang="ko-KR" dirty="0">
                <a:gradFill>
                  <a:gsLst>
                    <a:gs pos="0">
                      <a:schemeClr val="accent3">
                        <a:lumMod val="50000"/>
                      </a:schemeClr>
                    </a:gs>
                    <a:gs pos="100000">
                      <a:schemeClr val="accent3">
                        <a:lumMod val="50000"/>
                      </a:schemeClr>
                    </a:gs>
                  </a:gsLst>
                  <a:lin ang="5400000" scaled="0"/>
                </a:gradFill>
              </a:rPr>
              <a:t> lacus </a:t>
            </a:r>
            <a:r>
              <a:rPr lang="en-US" altLang="ko-KR" dirty="0" err="1">
                <a:gradFill>
                  <a:gsLst>
                    <a:gs pos="0">
                      <a:schemeClr val="accent3">
                        <a:lumMod val="50000"/>
                      </a:schemeClr>
                    </a:gs>
                    <a:gs pos="100000">
                      <a:schemeClr val="accent3">
                        <a:lumMod val="50000"/>
                      </a:schemeClr>
                    </a:gs>
                  </a:gsLst>
                  <a:lin ang="5400000" scaled="0"/>
                </a:gradFill>
              </a:rPr>
              <a:t>nunc</a:t>
            </a:r>
            <a:r>
              <a:rPr lang="en-US" altLang="ko-KR" dirty="0">
                <a:gradFill>
                  <a:gsLst>
                    <a:gs pos="0">
                      <a:schemeClr val="accent3">
                        <a:lumMod val="50000"/>
                      </a:schemeClr>
                    </a:gs>
                    <a:gs pos="100000">
                      <a:schemeClr val="accent3">
                        <a:lumMod val="50000"/>
                      </a:schemeClr>
                    </a:gs>
                  </a:gsLst>
                  <a:lin ang="5400000" scaled="0"/>
                </a:gradFill>
              </a:rPr>
              <a:t>, vive </a:t>
            </a:r>
            <a:r>
              <a:rPr lang="en-US" altLang="ko-KR" dirty="0" err="1">
                <a:gradFill>
                  <a:gsLst>
                    <a:gs pos="0">
                      <a:schemeClr val="accent3">
                        <a:lumMod val="50000"/>
                      </a:schemeClr>
                    </a:gs>
                    <a:gs pos="100000">
                      <a:schemeClr val="accent3">
                        <a:lumMod val="50000"/>
                      </a:schemeClr>
                    </a:gs>
                  </a:gsLst>
                  <a:lin ang="5400000" scaled="0"/>
                </a:gradFill>
              </a:rPr>
              <a:t>rra</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nec</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blandit</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vel</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egestas</a:t>
            </a:r>
            <a:r>
              <a:rPr lang="en-US" altLang="ko-KR" dirty="0">
                <a:gradFill>
                  <a:gsLst>
                    <a:gs pos="0">
                      <a:schemeClr val="accent3">
                        <a:lumMod val="50000"/>
                      </a:schemeClr>
                    </a:gs>
                    <a:gs pos="100000">
                      <a:schemeClr val="accent3">
                        <a:lumMod val="50000"/>
                      </a:schemeClr>
                    </a:gs>
                  </a:gsLst>
                  <a:lin ang="5400000" scaled="0"/>
                </a:gradFill>
              </a:rPr>
              <a:t> et, </a:t>
            </a:r>
            <a:r>
              <a:rPr lang="en-US" altLang="ko-KR" dirty="0" err="1">
                <a:gradFill>
                  <a:gsLst>
                    <a:gs pos="0">
                      <a:schemeClr val="accent3">
                        <a:lumMod val="50000"/>
                      </a:schemeClr>
                    </a:gs>
                    <a:gs pos="100000">
                      <a:schemeClr val="accent3">
                        <a:lumMod val="50000"/>
                      </a:schemeClr>
                    </a:gs>
                  </a:gsLst>
                  <a:lin ang="5400000" scaled="0"/>
                </a:gradFill>
              </a:rPr>
              <a:t>augue</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Vestibul</a:t>
            </a:r>
            <a:r>
              <a:rPr lang="en-US" altLang="ko-KR" dirty="0">
                <a:gradFill>
                  <a:gsLst>
                    <a:gs pos="0">
                      <a:schemeClr val="accent3">
                        <a:lumMod val="50000"/>
                      </a:schemeClr>
                    </a:gs>
                    <a:gs pos="100000">
                      <a:schemeClr val="accent3">
                        <a:lumMod val="50000"/>
                      </a:schemeClr>
                    </a:gs>
                  </a:gsLst>
                  <a:lin ang="5400000" scaled="0"/>
                </a:gradFill>
              </a:rPr>
              <a:t> um </a:t>
            </a:r>
            <a:r>
              <a:rPr lang="en-US" altLang="ko-KR" dirty="0" err="1">
                <a:gradFill>
                  <a:gsLst>
                    <a:gs pos="0">
                      <a:schemeClr val="accent3">
                        <a:lumMod val="50000"/>
                      </a:schemeClr>
                    </a:gs>
                    <a:gs pos="100000">
                      <a:schemeClr val="accent3">
                        <a:lumMod val="50000"/>
                      </a:schemeClr>
                    </a:gs>
                  </a:gsLst>
                  <a:lin ang="5400000" scaled="0"/>
                </a:gradFill>
              </a:rPr>
              <a:t>tincidunt</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malesuada</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tellus</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Ut</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ultrices</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ultr</a:t>
            </a:r>
            <a:r>
              <a:rPr lang="en-US" altLang="ko-KR" dirty="0">
                <a:gradFill>
                  <a:gsLst>
                    <a:gs pos="0">
                      <a:schemeClr val="accent3">
                        <a:lumMod val="50000"/>
                      </a:schemeClr>
                    </a:gs>
                    <a:gs pos="100000">
                      <a:schemeClr val="accent3">
                        <a:lumMod val="50000"/>
                      </a:schemeClr>
                    </a:gs>
                  </a:gsLst>
                  <a:lin ang="5400000" scaled="0"/>
                </a:gradFill>
              </a:rPr>
              <a:t> aces </a:t>
            </a:r>
            <a:r>
              <a:rPr lang="en-US" altLang="ko-KR" dirty="0" err="1">
                <a:gradFill>
                  <a:gsLst>
                    <a:gs pos="0">
                      <a:schemeClr val="accent3">
                        <a:lumMod val="50000"/>
                      </a:schemeClr>
                    </a:gs>
                    <a:gs pos="100000">
                      <a:schemeClr val="accent3">
                        <a:lumMod val="50000"/>
                      </a:schemeClr>
                    </a:gs>
                  </a:gsLst>
                  <a:lin ang="5400000" scaled="0"/>
                </a:gradFill>
              </a:rPr>
              <a:t>enim</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Curabitur</a:t>
            </a:r>
            <a:r>
              <a:rPr lang="en-US" altLang="ko-KR" dirty="0">
                <a:gradFill>
                  <a:gsLst>
                    <a:gs pos="0">
                      <a:schemeClr val="accent3">
                        <a:lumMod val="50000"/>
                      </a:schemeClr>
                    </a:gs>
                    <a:gs pos="100000">
                      <a:schemeClr val="accent3">
                        <a:lumMod val="50000"/>
                      </a:schemeClr>
                    </a:gs>
                  </a:gsLst>
                  <a:lin ang="5400000" scaled="0"/>
                </a:gradFill>
              </a:rPr>
              <a:t> sit amen </a:t>
            </a:r>
            <a:r>
              <a:rPr lang="en-US" altLang="ko-KR" dirty="0" err="1">
                <a:gradFill>
                  <a:gsLst>
                    <a:gs pos="0">
                      <a:schemeClr val="accent3">
                        <a:lumMod val="50000"/>
                      </a:schemeClr>
                    </a:gs>
                    <a:gs pos="100000">
                      <a:schemeClr val="accent3">
                        <a:lumMod val="50000"/>
                      </a:schemeClr>
                    </a:gs>
                  </a:gsLst>
                  <a:lin ang="5400000" scaled="0"/>
                </a:gradFill>
              </a:rPr>
              <a:t>mauris</a:t>
            </a:r>
            <a:r>
              <a:rPr lang="en-US" altLang="ko-KR" dirty="0">
                <a:gradFill>
                  <a:gsLst>
                    <a:gs pos="0">
                      <a:schemeClr val="accent3">
                        <a:lumMod val="50000"/>
                      </a:schemeClr>
                    </a:gs>
                    <a:gs pos="100000">
                      <a:schemeClr val="accent3">
                        <a:lumMod val="50000"/>
                      </a:schemeClr>
                    </a:gs>
                  </a:gsLst>
                  <a:lin ang="5400000" scaled="0"/>
                </a:gradFill>
              </a:rPr>
              <a:t>. </a:t>
            </a:r>
          </a:p>
        </p:txBody>
      </p:sp>
      <p:sp>
        <p:nvSpPr>
          <p:cNvPr id="11" name="그림 개체 틀 10"/>
          <p:cNvSpPr>
            <a:spLocks noGrp="1"/>
          </p:cNvSpPr>
          <p:nvPr>
            <p:ph type="pic" sz="quarter" idx="10"/>
          </p:nvPr>
        </p:nvSpPr>
        <p:spPr/>
      </p:sp>
      <p:sp>
        <p:nvSpPr>
          <p:cNvPr id="26" name="텍스트 개체 틀 25"/>
          <p:cNvSpPr>
            <a:spLocks noGrp="1"/>
          </p:cNvSpPr>
          <p:nvPr>
            <p:ph type="body" sz="quarter" idx="12"/>
          </p:nvPr>
        </p:nvSpPr>
        <p:spPr/>
        <p:txBody>
          <a:bodyPr/>
          <a:lstStyle/>
          <a:p>
            <a:r>
              <a:rPr lang="en-US" altLang="ko-KR" dirty="0" err="1"/>
              <a:t>Lorem</a:t>
            </a:r>
            <a:r>
              <a:rPr lang="en-US" altLang="ko-KR" dirty="0"/>
              <a:t> </a:t>
            </a:r>
            <a:r>
              <a:rPr lang="en-US" altLang="ko-KR" dirty="0" err="1"/>
              <a:t>Ipsum</a:t>
            </a:r>
            <a:endParaRPr lang="ko-KR" altLang="en-US" dirty="0"/>
          </a:p>
        </p:txBody>
      </p:sp>
    </p:spTree>
    <p:extLst>
      <p:ext uri="{BB962C8B-B14F-4D97-AF65-F5344CB8AC3E}">
        <p14:creationId xmlns:p14="http://schemas.microsoft.com/office/powerpoint/2010/main" val="310796882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17" presetClass="entr" presetSubtype="10" fill="hold" nodeType="after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p:cTn id="12" dur="500" fill="hold"/>
                                        <p:tgtEl>
                                          <p:spTgt spid="42"/>
                                        </p:tgtEl>
                                        <p:attrNameLst>
                                          <p:attrName>ppt_w</p:attrName>
                                        </p:attrNameLst>
                                      </p:cBhvr>
                                      <p:tavLst>
                                        <p:tav tm="0">
                                          <p:val>
                                            <p:fltVal val="0"/>
                                          </p:val>
                                        </p:tav>
                                        <p:tav tm="100000">
                                          <p:val>
                                            <p:strVal val="#ppt_w"/>
                                          </p:val>
                                        </p:tav>
                                      </p:tavLst>
                                    </p:anim>
                                    <p:anim calcmode="lin" valueType="num">
                                      <p:cBhvr>
                                        <p:cTn id="13" dur="500" fill="hold"/>
                                        <p:tgtEl>
                                          <p:spTgt spid="42"/>
                                        </p:tgtEl>
                                        <p:attrNameLst>
                                          <p:attrName>ppt_h</p:attrName>
                                        </p:attrNameLst>
                                      </p:cBhvr>
                                      <p:tavLst>
                                        <p:tav tm="0">
                                          <p:val>
                                            <p:strVal val="#ppt_h"/>
                                          </p:val>
                                        </p:tav>
                                        <p:tav tm="100000">
                                          <p:val>
                                            <p:strVal val="#ppt_h"/>
                                          </p:val>
                                        </p:tav>
                                      </p:tavLst>
                                    </p:anim>
                                  </p:childTnLst>
                                </p:cTn>
                              </p:par>
                            </p:childTnLst>
                          </p:cTn>
                        </p:par>
                        <p:par>
                          <p:cTn id="14" fill="hold">
                            <p:stCondLst>
                              <p:cond delay="1000"/>
                            </p:stCondLst>
                            <p:childTnLst>
                              <p:par>
                                <p:cTn id="15" presetID="17" presetClass="entr" presetSubtype="10" fill="hold" nodeType="afterEffect">
                                  <p:stCondLst>
                                    <p:cond delay="0"/>
                                  </p:stCondLst>
                                  <p:childTnLst>
                                    <p:set>
                                      <p:cBhvr>
                                        <p:cTn id="16" dur="1" fill="hold">
                                          <p:stCondLst>
                                            <p:cond delay="0"/>
                                          </p:stCondLst>
                                        </p:cTn>
                                        <p:tgtEl>
                                          <p:spTgt spid="92"/>
                                        </p:tgtEl>
                                        <p:attrNameLst>
                                          <p:attrName>style.visibility</p:attrName>
                                        </p:attrNameLst>
                                      </p:cBhvr>
                                      <p:to>
                                        <p:strVal val="visible"/>
                                      </p:to>
                                    </p:set>
                                    <p:anim calcmode="lin" valueType="num">
                                      <p:cBhvr>
                                        <p:cTn id="17" dur="500" fill="hold"/>
                                        <p:tgtEl>
                                          <p:spTgt spid="92"/>
                                        </p:tgtEl>
                                        <p:attrNameLst>
                                          <p:attrName>ppt_w</p:attrName>
                                        </p:attrNameLst>
                                      </p:cBhvr>
                                      <p:tavLst>
                                        <p:tav tm="0">
                                          <p:val>
                                            <p:fltVal val="0"/>
                                          </p:val>
                                        </p:tav>
                                        <p:tav tm="100000">
                                          <p:val>
                                            <p:strVal val="#ppt_w"/>
                                          </p:val>
                                        </p:tav>
                                      </p:tavLst>
                                    </p:anim>
                                    <p:anim calcmode="lin" valueType="num">
                                      <p:cBhvr>
                                        <p:cTn id="18" dur="500" fill="hold"/>
                                        <p:tgtEl>
                                          <p:spTgt spid="9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그룹 41"/>
          <p:cNvGrpSpPr/>
          <p:nvPr/>
        </p:nvGrpSpPr>
        <p:grpSpPr>
          <a:xfrm>
            <a:off x="1433096" y="2621478"/>
            <a:ext cx="792000" cy="990728"/>
            <a:chOff x="2372024" y="2621476"/>
            <a:chExt cx="792000" cy="990728"/>
          </a:xfrm>
        </p:grpSpPr>
        <p:sp>
          <p:nvSpPr>
            <p:cNvPr id="87" name="타원 86"/>
            <p:cNvSpPr/>
            <p:nvPr/>
          </p:nvSpPr>
          <p:spPr>
            <a:xfrm>
              <a:off x="2372024" y="2621476"/>
              <a:ext cx="792000" cy="792000"/>
            </a:xfrm>
            <a:prstGeom prst="ellipse">
              <a:avLst/>
            </a:prstGeom>
            <a:solidFill>
              <a:schemeClr val="accent3">
                <a:lumMod val="7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8" name="원형 87"/>
            <p:cNvSpPr/>
            <p:nvPr/>
          </p:nvSpPr>
          <p:spPr>
            <a:xfrm>
              <a:off x="2372024" y="2621476"/>
              <a:ext cx="792000" cy="792000"/>
            </a:xfrm>
            <a:prstGeom prst="pie">
              <a:avLst/>
            </a:prstGeom>
            <a:solidFill>
              <a:schemeClr val="accent3"/>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9" name="타원 88"/>
            <p:cNvSpPr/>
            <p:nvPr/>
          </p:nvSpPr>
          <p:spPr>
            <a:xfrm>
              <a:off x="2408024" y="2657476"/>
              <a:ext cx="720000" cy="720000"/>
            </a:xfrm>
            <a:prstGeom prst="ellipse">
              <a:avLst/>
            </a:prstGeom>
            <a:solidFill>
              <a:schemeClr val="accent3">
                <a:lumMod val="8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0" name="TextBox 89"/>
            <p:cNvSpPr txBox="1"/>
            <p:nvPr/>
          </p:nvSpPr>
          <p:spPr>
            <a:xfrm>
              <a:off x="2372024" y="2866340"/>
              <a:ext cx="792000" cy="307777"/>
            </a:xfrm>
            <a:prstGeom prst="rect">
              <a:avLst/>
            </a:prstGeom>
            <a:noFill/>
          </p:spPr>
          <p:txBody>
            <a:bodyPr wrap="square" lIns="0" tIns="0" rIns="0" bIns="0" rtlCol="0">
              <a:spAutoFit/>
            </a:bodyPr>
            <a:lstStyle/>
            <a:p>
              <a:pPr algn="ctr"/>
              <a:r>
                <a:rPr lang="en-US" altLang="ko-KR" sz="2000" dirty="0">
                  <a:gradFill>
                    <a:gsLst>
                      <a:gs pos="0">
                        <a:schemeClr val="accent3"/>
                      </a:gs>
                      <a:gs pos="100000">
                        <a:schemeClr val="accent3"/>
                      </a:gs>
                    </a:gsLst>
                    <a:lin ang="5400000" scaled="0"/>
                  </a:gradFill>
                  <a:latin typeface="Roboto Condensed Regular"/>
                  <a:ea typeface="Roboto Light" pitchFamily="2" charset="0"/>
                  <a:cs typeface="Roboto Condensed Regular"/>
                </a:rPr>
                <a:t>75</a:t>
              </a:r>
              <a:endParaRPr lang="ko-KR" altLang="en-US" sz="2000" dirty="0">
                <a:gradFill>
                  <a:gsLst>
                    <a:gs pos="0">
                      <a:schemeClr val="accent3"/>
                    </a:gs>
                    <a:gs pos="100000">
                      <a:schemeClr val="accent3"/>
                    </a:gs>
                  </a:gsLst>
                  <a:lin ang="5400000" scaled="0"/>
                </a:gradFill>
                <a:latin typeface="Roboto Condensed Regular"/>
                <a:ea typeface="Roboto Light" pitchFamily="2" charset="0"/>
                <a:cs typeface="Roboto Condensed Regular"/>
              </a:endParaRPr>
            </a:p>
          </p:txBody>
        </p:sp>
        <p:sp>
          <p:nvSpPr>
            <p:cNvPr id="91" name="TextBox 90"/>
            <p:cNvSpPr txBox="1"/>
            <p:nvPr/>
          </p:nvSpPr>
          <p:spPr>
            <a:xfrm>
              <a:off x="2372024" y="3458316"/>
              <a:ext cx="792000" cy="153888"/>
            </a:xfrm>
            <a:prstGeom prst="rect">
              <a:avLst/>
            </a:prstGeom>
            <a:noFill/>
          </p:spPr>
          <p:txBody>
            <a:bodyPr wrap="square" lIns="0" tIns="0" rIns="0" bIns="0" rtlCol="0">
              <a:spAutoFit/>
            </a:bodyPr>
            <a:lstStyle/>
            <a:p>
              <a:pPr algn="ctr"/>
              <a:r>
                <a:rPr lang="en-US" altLang="ko-KR" sz="1000" dirty="0">
                  <a:gradFill>
                    <a:gsLst>
                      <a:gs pos="0">
                        <a:schemeClr val="accent3"/>
                      </a:gs>
                      <a:gs pos="100000">
                        <a:schemeClr val="accent3"/>
                      </a:gs>
                    </a:gsLst>
                    <a:lin ang="5400000" scaled="0"/>
                  </a:gradFill>
                  <a:latin typeface="Roboto Condensed Regular"/>
                  <a:ea typeface="Roboto Light" pitchFamily="2" charset="0"/>
                  <a:cs typeface="Roboto Condensed Regular"/>
                </a:rPr>
                <a:t>Communication</a:t>
              </a:r>
            </a:p>
          </p:txBody>
        </p:sp>
      </p:grpSp>
      <p:grpSp>
        <p:nvGrpSpPr>
          <p:cNvPr id="92" name="그룹 91"/>
          <p:cNvGrpSpPr/>
          <p:nvPr/>
        </p:nvGrpSpPr>
        <p:grpSpPr>
          <a:xfrm>
            <a:off x="2433242" y="2621480"/>
            <a:ext cx="792000" cy="990728"/>
            <a:chOff x="3673638" y="2621476"/>
            <a:chExt cx="792000" cy="990728"/>
          </a:xfrm>
        </p:grpSpPr>
        <p:sp>
          <p:nvSpPr>
            <p:cNvPr id="93" name="타원 92"/>
            <p:cNvSpPr/>
            <p:nvPr/>
          </p:nvSpPr>
          <p:spPr>
            <a:xfrm>
              <a:off x="3673638" y="2621476"/>
              <a:ext cx="792000" cy="792000"/>
            </a:xfrm>
            <a:prstGeom prst="ellipse">
              <a:avLst/>
            </a:prstGeom>
            <a:solidFill>
              <a:schemeClr val="accent3">
                <a:lumMod val="7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4" name="원형 93"/>
            <p:cNvSpPr/>
            <p:nvPr/>
          </p:nvSpPr>
          <p:spPr>
            <a:xfrm>
              <a:off x="3673638" y="2621476"/>
              <a:ext cx="792000" cy="792000"/>
            </a:xfrm>
            <a:prstGeom prst="pie">
              <a:avLst>
                <a:gd name="adj1" fmla="val 18900000"/>
                <a:gd name="adj2" fmla="val 16200000"/>
              </a:avLst>
            </a:prstGeom>
            <a:solidFill>
              <a:schemeClr val="accent3"/>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5" name="타원 94"/>
            <p:cNvSpPr/>
            <p:nvPr/>
          </p:nvSpPr>
          <p:spPr>
            <a:xfrm>
              <a:off x="3709638" y="2657476"/>
              <a:ext cx="720000" cy="720000"/>
            </a:xfrm>
            <a:prstGeom prst="ellipse">
              <a:avLst/>
            </a:prstGeom>
            <a:solidFill>
              <a:schemeClr val="accent3">
                <a:lumMod val="8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96" name="TextBox 95"/>
            <p:cNvSpPr txBox="1"/>
            <p:nvPr/>
          </p:nvSpPr>
          <p:spPr>
            <a:xfrm>
              <a:off x="3673638" y="2866340"/>
              <a:ext cx="792000" cy="307777"/>
            </a:xfrm>
            <a:prstGeom prst="rect">
              <a:avLst/>
            </a:prstGeom>
            <a:noFill/>
          </p:spPr>
          <p:txBody>
            <a:bodyPr wrap="square" lIns="0" tIns="0" rIns="0" bIns="0" rtlCol="0">
              <a:spAutoFit/>
            </a:bodyPr>
            <a:lstStyle/>
            <a:p>
              <a:pPr algn="ctr"/>
              <a:r>
                <a:rPr lang="en-US" altLang="ko-KR" sz="2000" dirty="0">
                  <a:gradFill>
                    <a:gsLst>
                      <a:gs pos="0">
                        <a:schemeClr val="accent3"/>
                      </a:gs>
                      <a:gs pos="100000">
                        <a:schemeClr val="accent3"/>
                      </a:gs>
                    </a:gsLst>
                    <a:lin ang="5400000" scaled="0"/>
                  </a:gradFill>
                  <a:latin typeface="Roboto Condensed Regular"/>
                  <a:ea typeface="Roboto Light" pitchFamily="2" charset="0"/>
                  <a:cs typeface="Roboto Condensed Regular"/>
                </a:rPr>
                <a:t>87</a:t>
              </a:r>
              <a:endParaRPr lang="ko-KR" altLang="en-US" sz="2000" dirty="0">
                <a:gradFill>
                  <a:gsLst>
                    <a:gs pos="0">
                      <a:schemeClr val="accent3"/>
                    </a:gs>
                    <a:gs pos="100000">
                      <a:schemeClr val="accent3"/>
                    </a:gs>
                  </a:gsLst>
                  <a:lin ang="5400000" scaled="0"/>
                </a:gradFill>
                <a:latin typeface="Roboto Condensed Regular"/>
                <a:ea typeface="Roboto Light" pitchFamily="2" charset="0"/>
                <a:cs typeface="Roboto Condensed Regular"/>
              </a:endParaRPr>
            </a:p>
          </p:txBody>
        </p:sp>
        <p:sp>
          <p:nvSpPr>
            <p:cNvPr id="97" name="TextBox 96"/>
            <p:cNvSpPr txBox="1"/>
            <p:nvPr/>
          </p:nvSpPr>
          <p:spPr>
            <a:xfrm>
              <a:off x="3673638" y="3458316"/>
              <a:ext cx="792000" cy="153888"/>
            </a:xfrm>
            <a:prstGeom prst="rect">
              <a:avLst/>
            </a:prstGeom>
            <a:noFill/>
          </p:spPr>
          <p:txBody>
            <a:bodyPr wrap="square" lIns="0" tIns="0" rIns="0" bIns="0" rtlCol="0">
              <a:spAutoFit/>
            </a:bodyPr>
            <a:lstStyle/>
            <a:p>
              <a:pPr algn="ctr"/>
              <a:r>
                <a:rPr lang="en-US" altLang="ko-KR" sz="1000" dirty="0">
                  <a:gradFill>
                    <a:gsLst>
                      <a:gs pos="0">
                        <a:schemeClr val="accent3"/>
                      </a:gs>
                      <a:gs pos="100000">
                        <a:schemeClr val="accent3"/>
                      </a:gs>
                    </a:gsLst>
                    <a:lin ang="5400000" scaled="0"/>
                  </a:gradFill>
                  <a:latin typeface="Roboto Condensed Regular"/>
                  <a:ea typeface="Roboto Light" pitchFamily="2" charset="0"/>
                  <a:cs typeface="Roboto Condensed Regular"/>
                </a:rPr>
                <a:t>Passion</a:t>
              </a:r>
            </a:p>
          </p:txBody>
        </p:sp>
      </p:grpSp>
      <p:grpSp>
        <p:nvGrpSpPr>
          <p:cNvPr id="41" name="그룹 40"/>
          <p:cNvGrpSpPr/>
          <p:nvPr/>
        </p:nvGrpSpPr>
        <p:grpSpPr>
          <a:xfrm>
            <a:off x="532821" y="2621482"/>
            <a:ext cx="792001" cy="990728"/>
            <a:chOff x="1287625" y="2621476"/>
            <a:chExt cx="792001" cy="990728"/>
          </a:xfrm>
        </p:grpSpPr>
        <p:sp>
          <p:nvSpPr>
            <p:cNvPr id="81" name="타원 80"/>
            <p:cNvSpPr/>
            <p:nvPr/>
          </p:nvSpPr>
          <p:spPr>
            <a:xfrm>
              <a:off x="1287626" y="2621476"/>
              <a:ext cx="792000" cy="792000"/>
            </a:xfrm>
            <a:prstGeom prst="ellipse">
              <a:avLst/>
            </a:prstGeom>
            <a:solidFill>
              <a:schemeClr val="accent3">
                <a:lumMod val="7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2" name="원형 81"/>
            <p:cNvSpPr/>
            <p:nvPr/>
          </p:nvSpPr>
          <p:spPr>
            <a:xfrm>
              <a:off x="1287626" y="2621476"/>
              <a:ext cx="792000" cy="792000"/>
            </a:xfrm>
            <a:prstGeom prst="pie">
              <a:avLst>
                <a:gd name="adj1" fmla="val 0"/>
                <a:gd name="adj2" fmla="val 0"/>
              </a:avLst>
            </a:prstGeom>
            <a:solidFill>
              <a:schemeClr val="accent3"/>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3" name="타원 82"/>
            <p:cNvSpPr/>
            <p:nvPr/>
          </p:nvSpPr>
          <p:spPr>
            <a:xfrm>
              <a:off x="1323626" y="2657476"/>
              <a:ext cx="720000" cy="720000"/>
            </a:xfrm>
            <a:prstGeom prst="ellipse">
              <a:avLst/>
            </a:prstGeom>
            <a:solidFill>
              <a:schemeClr val="accent3">
                <a:lumMod val="8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5" name="TextBox 84"/>
            <p:cNvSpPr txBox="1"/>
            <p:nvPr/>
          </p:nvSpPr>
          <p:spPr>
            <a:xfrm>
              <a:off x="1287626" y="3458316"/>
              <a:ext cx="792000" cy="153888"/>
            </a:xfrm>
            <a:prstGeom prst="rect">
              <a:avLst/>
            </a:prstGeom>
            <a:noFill/>
          </p:spPr>
          <p:txBody>
            <a:bodyPr wrap="square" lIns="0" tIns="0" rIns="0" bIns="0" rtlCol="0">
              <a:spAutoFit/>
            </a:bodyPr>
            <a:lstStyle/>
            <a:p>
              <a:pPr algn="ctr"/>
              <a:r>
                <a:rPr lang="en-US" altLang="ko-KR" sz="1000" dirty="0">
                  <a:gradFill>
                    <a:gsLst>
                      <a:gs pos="0">
                        <a:schemeClr val="accent3"/>
                      </a:gs>
                      <a:gs pos="100000">
                        <a:schemeClr val="accent3"/>
                      </a:gs>
                    </a:gsLst>
                    <a:lin ang="5400000" scaled="0"/>
                  </a:gradFill>
                  <a:latin typeface="Roboto Condensed Regular"/>
                  <a:ea typeface="Roboto Light" pitchFamily="2" charset="0"/>
                  <a:cs typeface="Roboto Condensed Regular"/>
                </a:rPr>
                <a:t>Creative</a:t>
              </a:r>
            </a:p>
          </p:txBody>
        </p:sp>
        <p:sp>
          <p:nvSpPr>
            <p:cNvPr id="39" name="타원 38"/>
            <p:cNvSpPr/>
            <p:nvPr/>
          </p:nvSpPr>
          <p:spPr>
            <a:xfrm>
              <a:off x="1287625" y="2621476"/>
              <a:ext cx="792000" cy="792000"/>
            </a:xfrm>
            <a:prstGeom prst="ellipse">
              <a:avLst/>
            </a:prstGeom>
            <a:solidFill>
              <a:schemeClr val="accent3"/>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40" name="타원 39"/>
            <p:cNvSpPr/>
            <p:nvPr/>
          </p:nvSpPr>
          <p:spPr>
            <a:xfrm>
              <a:off x="1323625" y="2657475"/>
              <a:ext cx="720000" cy="720000"/>
            </a:xfrm>
            <a:prstGeom prst="ellipse">
              <a:avLst/>
            </a:prstGeom>
            <a:solidFill>
              <a:schemeClr val="accent3">
                <a:lumMod val="85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514" dirty="0"/>
            </a:p>
          </p:txBody>
        </p:sp>
        <p:sp>
          <p:nvSpPr>
            <p:cNvPr id="84" name="TextBox 83"/>
            <p:cNvSpPr txBox="1"/>
            <p:nvPr/>
          </p:nvSpPr>
          <p:spPr>
            <a:xfrm>
              <a:off x="1287626" y="2866340"/>
              <a:ext cx="792000" cy="307777"/>
            </a:xfrm>
            <a:prstGeom prst="rect">
              <a:avLst/>
            </a:prstGeom>
            <a:noFill/>
          </p:spPr>
          <p:txBody>
            <a:bodyPr wrap="square" lIns="0" tIns="0" rIns="0" bIns="0" rtlCol="0">
              <a:spAutoFit/>
            </a:bodyPr>
            <a:lstStyle/>
            <a:p>
              <a:pPr algn="ctr"/>
              <a:r>
                <a:rPr lang="en-US" altLang="ko-KR" sz="2000" dirty="0">
                  <a:gradFill>
                    <a:gsLst>
                      <a:gs pos="0">
                        <a:schemeClr val="accent3"/>
                      </a:gs>
                      <a:gs pos="100000">
                        <a:schemeClr val="accent3"/>
                      </a:gs>
                    </a:gsLst>
                    <a:lin ang="5400000" scaled="0"/>
                  </a:gradFill>
                  <a:latin typeface="Roboto Condensed Regular"/>
                  <a:ea typeface="Roboto Light" pitchFamily="2" charset="0"/>
                  <a:cs typeface="Roboto Condensed Regular"/>
                </a:rPr>
                <a:t>100</a:t>
              </a:r>
              <a:endParaRPr lang="ko-KR" altLang="en-US" sz="2000" dirty="0">
                <a:gradFill>
                  <a:gsLst>
                    <a:gs pos="0">
                      <a:schemeClr val="accent3"/>
                    </a:gs>
                    <a:gs pos="100000">
                      <a:schemeClr val="accent3"/>
                    </a:gs>
                  </a:gsLst>
                  <a:lin ang="5400000" scaled="0"/>
                </a:gradFill>
                <a:latin typeface="Roboto Condensed Regular"/>
                <a:ea typeface="Roboto Light" pitchFamily="2" charset="0"/>
                <a:cs typeface="Roboto Condensed Regular"/>
              </a:endParaRPr>
            </a:p>
          </p:txBody>
        </p:sp>
      </p:grpSp>
      <p:sp>
        <p:nvSpPr>
          <p:cNvPr id="7" name="텍스트 개체 틀 6"/>
          <p:cNvSpPr>
            <a:spLocks noGrp="1"/>
          </p:cNvSpPr>
          <p:nvPr>
            <p:ph type="body" sz="quarter" idx="11"/>
          </p:nvPr>
        </p:nvSpPr>
        <p:spPr/>
        <p:txBody>
          <a:bodyPr/>
          <a:lstStyle/>
          <a:p>
            <a:pPr lvl="0"/>
            <a:r>
              <a:rPr lang="en-US" altLang="ko-KR" dirty="0">
                <a:gradFill>
                  <a:gsLst>
                    <a:gs pos="0">
                      <a:srgbClr val="FFFFFF"/>
                    </a:gs>
                    <a:gs pos="100000">
                      <a:srgbClr val="FFFFFF"/>
                    </a:gs>
                  </a:gsLst>
                  <a:lin ang="5400000" scaled="0"/>
                </a:gradFill>
              </a:rPr>
              <a:t>Senior Designer</a:t>
            </a:r>
            <a:endParaRPr lang="ko-KR" altLang="en-US" dirty="0">
              <a:gradFill>
                <a:gsLst>
                  <a:gs pos="0">
                    <a:srgbClr val="FFFFFF"/>
                  </a:gs>
                  <a:gs pos="100000">
                    <a:srgbClr val="FFFFFF"/>
                  </a:gs>
                </a:gsLst>
                <a:lin ang="5400000" scaled="0"/>
              </a:gradFill>
            </a:endParaRPr>
          </a:p>
        </p:txBody>
      </p:sp>
      <p:sp>
        <p:nvSpPr>
          <p:cNvPr id="9" name="텍스트 개체 틀 8"/>
          <p:cNvSpPr>
            <a:spLocks noGrp="1"/>
          </p:cNvSpPr>
          <p:nvPr>
            <p:ph type="body" sz="quarter" idx="13"/>
          </p:nvPr>
        </p:nvSpPr>
        <p:spPr/>
        <p:txBody>
          <a:bodyPr/>
          <a:lstStyle/>
          <a:p>
            <a:pPr lvl="0" defTabSz="914400">
              <a:defRPr/>
            </a:pPr>
            <a:r>
              <a:rPr lang="en-US" altLang="ko-KR" dirty="0">
                <a:gradFill>
                  <a:gsLst>
                    <a:gs pos="0">
                      <a:schemeClr val="accent3">
                        <a:lumMod val="50000"/>
                      </a:schemeClr>
                    </a:gs>
                    <a:gs pos="100000">
                      <a:schemeClr val="accent3">
                        <a:lumMod val="50000"/>
                      </a:schemeClr>
                    </a:gs>
                  </a:gsLst>
                  <a:lin ang="5400000" scaled="0"/>
                </a:gradFill>
              </a:rPr>
              <a:t>In </a:t>
            </a:r>
            <a:r>
              <a:rPr lang="en-US" altLang="ko-KR" dirty="0" err="1">
                <a:gradFill>
                  <a:gsLst>
                    <a:gs pos="0">
                      <a:schemeClr val="accent3">
                        <a:lumMod val="50000"/>
                      </a:schemeClr>
                    </a:gs>
                    <a:gs pos="100000">
                      <a:schemeClr val="accent3">
                        <a:lumMod val="50000"/>
                      </a:schemeClr>
                    </a:gs>
                  </a:gsLst>
                  <a:lin ang="5400000" scaled="0"/>
                </a:gradFill>
              </a:rPr>
              <a:t>vel</a:t>
            </a:r>
            <a:r>
              <a:rPr lang="en-US" altLang="ko-KR" dirty="0">
                <a:gradFill>
                  <a:gsLst>
                    <a:gs pos="0">
                      <a:schemeClr val="accent3">
                        <a:lumMod val="50000"/>
                      </a:schemeClr>
                    </a:gs>
                    <a:gs pos="100000">
                      <a:schemeClr val="accent3">
                        <a:lumMod val="50000"/>
                      </a:schemeClr>
                    </a:gs>
                  </a:gsLst>
                  <a:lin ang="5400000" scaled="0"/>
                </a:gradFill>
              </a:rPr>
              <a:t> mi sit amen </a:t>
            </a:r>
            <a:r>
              <a:rPr lang="en-US" altLang="ko-KR" dirty="0" err="1">
                <a:gradFill>
                  <a:gsLst>
                    <a:gs pos="0">
                      <a:schemeClr val="accent3">
                        <a:lumMod val="50000"/>
                      </a:schemeClr>
                    </a:gs>
                    <a:gs pos="100000">
                      <a:schemeClr val="accent3">
                        <a:lumMod val="50000"/>
                      </a:schemeClr>
                    </a:gs>
                  </a:gsLst>
                  <a:lin ang="5400000" scaled="0"/>
                </a:gradFill>
              </a:rPr>
              <a:t>aug</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ue</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congue</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elementum</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Morbi</a:t>
            </a:r>
            <a:r>
              <a:rPr lang="en-US" altLang="ko-KR" dirty="0">
                <a:gradFill>
                  <a:gsLst>
                    <a:gs pos="0">
                      <a:schemeClr val="accent3">
                        <a:lumMod val="50000"/>
                      </a:schemeClr>
                    </a:gs>
                    <a:gs pos="100000">
                      <a:schemeClr val="accent3">
                        <a:lumMod val="50000"/>
                      </a:schemeClr>
                    </a:gs>
                  </a:gsLst>
                  <a:lin ang="5400000" scaled="0"/>
                </a:gradFill>
              </a:rPr>
              <a:t> in </a:t>
            </a:r>
            <a:r>
              <a:rPr lang="en-US" altLang="ko-KR" dirty="0" err="1">
                <a:gradFill>
                  <a:gsLst>
                    <a:gs pos="0">
                      <a:schemeClr val="accent3">
                        <a:lumMod val="50000"/>
                      </a:schemeClr>
                    </a:gs>
                    <a:gs pos="100000">
                      <a:schemeClr val="accent3">
                        <a:lumMod val="50000"/>
                      </a:schemeClr>
                    </a:gs>
                  </a:gsLst>
                  <a:lin ang="5400000" scaled="0"/>
                </a:gradFill>
              </a:rPr>
              <a:t>ipsum</a:t>
            </a:r>
            <a:r>
              <a:rPr lang="en-US" altLang="ko-KR" dirty="0">
                <a:gradFill>
                  <a:gsLst>
                    <a:gs pos="0">
                      <a:schemeClr val="accent3">
                        <a:lumMod val="50000"/>
                      </a:schemeClr>
                    </a:gs>
                    <a:gs pos="100000">
                      <a:schemeClr val="accent3">
                        <a:lumMod val="50000"/>
                      </a:schemeClr>
                    </a:gs>
                  </a:gsLst>
                  <a:lin ang="5400000" scaled="0"/>
                </a:gradFill>
              </a:rPr>
              <a:t> sit </a:t>
            </a:r>
            <a:r>
              <a:rPr lang="en-US" altLang="ko-KR" dirty="0" err="1">
                <a:gradFill>
                  <a:gsLst>
                    <a:gs pos="0">
                      <a:schemeClr val="accent3">
                        <a:lumMod val="50000"/>
                      </a:schemeClr>
                    </a:gs>
                    <a:gs pos="100000">
                      <a:schemeClr val="accent3">
                        <a:lumMod val="50000"/>
                      </a:schemeClr>
                    </a:gs>
                  </a:gsLst>
                  <a:lin ang="5400000" scaled="0"/>
                </a:gradFill>
              </a:rPr>
              <a:t>ame</a:t>
            </a:r>
            <a:r>
              <a:rPr lang="en-US" altLang="ko-KR" dirty="0">
                <a:gradFill>
                  <a:gsLst>
                    <a:gs pos="0">
                      <a:schemeClr val="accent3">
                        <a:lumMod val="50000"/>
                      </a:schemeClr>
                    </a:gs>
                    <a:gs pos="100000">
                      <a:schemeClr val="accent3">
                        <a:lumMod val="50000"/>
                      </a:schemeClr>
                    </a:gs>
                  </a:gsLst>
                  <a:lin ang="5400000" scaled="0"/>
                </a:gradFill>
              </a:rPr>
              <a:t> t </a:t>
            </a:r>
            <a:r>
              <a:rPr lang="en-US" altLang="ko-KR" dirty="0" err="1">
                <a:gradFill>
                  <a:gsLst>
                    <a:gs pos="0">
                      <a:schemeClr val="accent3">
                        <a:lumMod val="50000"/>
                      </a:schemeClr>
                    </a:gs>
                    <a:gs pos="100000">
                      <a:schemeClr val="accent3">
                        <a:lumMod val="50000"/>
                      </a:schemeClr>
                    </a:gs>
                  </a:gsLst>
                  <a:lin ang="5400000" scaled="0"/>
                </a:gradFill>
              </a:rPr>
              <a:t>pede</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facilisis</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laoreet</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Donec</a:t>
            </a:r>
            <a:r>
              <a:rPr lang="en-US" altLang="ko-KR" dirty="0">
                <a:gradFill>
                  <a:gsLst>
                    <a:gs pos="0">
                      <a:schemeClr val="accent3">
                        <a:lumMod val="50000"/>
                      </a:schemeClr>
                    </a:gs>
                    <a:gs pos="100000">
                      <a:schemeClr val="accent3">
                        <a:lumMod val="50000"/>
                      </a:schemeClr>
                    </a:gs>
                  </a:gsLst>
                  <a:lin ang="5400000" scaled="0"/>
                </a:gradFill>
              </a:rPr>
              <a:t> lacus </a:t>
            </a:r>
            <a:r>
              <a:rPr lang="en-US" altLang="ko-KR" dirty="0" err="1">
                <a:gradFill>
                  <a:gsLst>
                    <a:gs pos="0">
                      <a:schemeClr val="accent3">
                        <a:lumMod val="50000"/>
                      </a:schemeClr>
                    </a:gs>
                    <a:gs pos="100000">
                      <a:schemeClr val="accent3">
                        <a:lumMod val="50000"/>
                      </a:schemeClr>
                    </a:gs>
                  </a:gsLst>
                  <a:lin ang="5400000" scaled="0"/>
                </a:gradFill>
              </a:rPr>
              <a:t>nunc</a:t>
            </a:r>
            <a:r>
              <a:rPr lang="en-US" altLang="ko-KR" dirty="0">
                <a:gradFill>
                  <a:gsLst>
                    <a:gs pos="0">
                      <a:schemeClr val="accent3">
                        <a:lumMod val="50000"/>
                      </a:schemeClr>
                    </a:gs>
                    <a:gs pos="100000">
                      <a:schemeClr val="accent3">
                        <a:lumMod val="50000"/>
                      </a:schemeClr>
                    </a:gs>
                  </a:gsLst>
                  <a:lin ang="5400000" scaled="0"/>
                </a:gradFill>
              </a:rPr>
              <a:t>, vive </a:t>
            </a:r>
            <a:r>
              <a:rPr lang="en-US" altLang="ko-KR" dirty="0" err="1">
                <a:gradFill>
                  <a:gsLst>
                    <a:gs pos="0">
                      <a:schemeClr val="accent3">
                        <a:lumMod val="50000"/>
                      </a:schemeClr>
                    </a:gs>
                    <a:gs pos="100000">
                      <a:schemeClr val="accent3">
                        <a:lumMod val="50000"/>
                      </a:schemeClr>
                    </a:gs>
                  </a:gsLst>
                  <a:lin ang="5400000" scaled="0"/>
                </a:gradFill>
              </a:rPr>
              <a:t>rra</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nec</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blandit</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vel</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egestas</a:t>
            </a:r>
            <a:r>
              <a:rPr lang="en-US" altLang="ko-KR" dirty="0">
                <a:gradFill>
                  <a:gsLst>
                    <a:gs pos="0">
                      <a:schemeClr val="accent3">
                        <a:lumMod val="50000"/>
                      </a:schemeClr>
                    </a:gs>
                    <a:gs pos="100000">
                      <a:schemeClr val="accent3">
                        <a:lumMod val="50000"/>
                      </a:schemeClr>
                    </a:gs>
                  </a:gsLst>
                  <a:lin ang="5400000" scaled="0"/>
                </a:gradFill>
              </a:rPr>
              <a:t> et, </a:t>
            </a:r>
            <a:r>
              <a:rPr lang="en-US" altLang="ko-KR" dirty="0" err="1">
                <a:gradFill>
                  <a:gsLst>
                    <a:gs pos="0">
                      <a:schemeClr val="accent3">
                        <a:lumMod val="50000"/>
                      </a:schemeClr>
                    </a:gs>
                    <a:gs pos="100000">
                      <a:schemeClr val="accent3">
                        <a:lumMod val="50000"/>
                      </a:schemeClr>
                    </a:gs>
                  </a:gsLst>
                  <a:lin ang="5400000" scaled="0"/>
                </a:gradFill>
              </a:rPr>
              <a:t>augue</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Vestibul</a:t>
            </a:r>
            <a:r>
              <a:rPr lang="en-US" altLang="ko-KR" dirty="0">
                <a:gradFill>
                  <a:gsLst>
                    <a:gs pos="0">
                      <a:schemeClr val="accent3">
                        <a:lumMod val="50000"/>
                      </a:schemeClr>
                    </a:gs>
                    <a:gs pos="100000">
                      <a:schemeClr val="accent3">
                        <a:lumMod val="50000"/>
                      </a:schemeClr>
                    </a:gs>
                  </a:gsLst>
                  <a:lin ang="5400000" scaled="0"/>
                </a:gradFill>
              </a:rPr>
              <a:t> um </a:t>
            </a:r>
            <a:r>
              <a:rPr lang="en-US" altLang="ko-KR" dirty="0" err="1">
                <a:gradFill>
                  <a:gsLst>
                    <a:gs pos="0">
                      <a:schemeClr val="accent3">
                        <a:lumMod val="50000"/>
                      </a:schemeClr>
                    </a:gs>
                    <a:gs pos="100000">
                      <a:schemeClr val="accent3">
                        <a:lumMod val="50000"/>
                      </a:schemeClr>
                    </a:gs>
                  </a:gsLst>
                  <a:lin ang="5400000" scaled="0"/>
                </a:gradFill>
              </a:rPr>
              <a:t>tincidunt</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malesuada</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tellus</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Ut</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ultrices</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ultr</a:t>
            </a:r>
            <a:r>
              <a:rPr lang="en-US" altLang="ko-KR" dirty="0">
                <a:gradFill>
                  <a:gsLst>
                    <a:gs pos="0">
                      <a:schemeClr val="accent3">
                        <a:lumMod val="50000"/>
                      </a:schemeClr>
                    </a:gs>
                    <a:gs pos="100000">
                      <a:schemeClr val="accent3">
                        <a:lumMod val="50000"/>
                      </a:schemeClr>
                    </a:gs>
                  </a:gsLst>
                  <a:lin ang="5400000" scaled="0"/>
                </a:gradFill>
              </a:rPr>
              <a:t> aces </a:t>
            </a:r>
            <a:r>
              <a:rPr lang="en-US" altLang="ko-KR" dirty="0" err="1">
                <a:gradFill>
                  <a:gsLst>
                    <a:gs pos="0">
                      <a:schemeClr val="accent3">
                        <a:lumMod val="50000"/>
                      </a:schemeClr>
                    </a:gs>
                    <a:gs pos="100000">
                      <a:schemeClr val="accent3">
                        <a:lumMod val="50000"/>
                      </a:schemeClr>
                    </a:gs>
                  </a:gsLst>
                  <a:lin ang="5400000" scaled="0"/>
                </a:gradFill>
              </a:rPr>
              <a:t>enim</a:t>
            </a:r>
            <a:r>
              <a:rPr lang="en-US" altLang="ko-KR" dirty="0">
                <a:gradFill>
                  <a:gsLst>
                    <a:gs pos="0">
                      <a:schemeClr val="accent3">
                        <a:lumMod val="50000"/>
                      </a:schemeClr>
                    </a:gs>
                    <a:gs pos="100000">
                      <a:schemeClr val="accent3">
                        <a:lumMod val="50000"/>
                      </a:schemeClr>
                    </a:gs>
                  </a:gsLst>
                  <a:lin ang="5400000" scaled="0"/>
                </a:gradFill>
              </a:rPr>
              <a:t>. </a:t>
            </a:r>
            <a:r>
              <a:rPr lang="en-US" altLang="ko-KR" dirty="0" err="1">
                <a:gradFill>
                  <a:gsLst>
                    <a:gs pos="0">
                      <a:schemeClr val="accent3">
                        <a:lumMod val="50000"/>
                      </a:schemeClr>
                    </a:gs>
                    <a:gs pos="100000">
                      <a:schemeClr val="accent3">
                        <a:lumMod val="50000"/>
                      </a:schemeClr>
                    </a:gs>
                  </a:gsLst>
                  <a:lin ang="5400000" scaled="0"/>
                </a:gradFill>
              </a:rPr>
              <a:t>Curabitur</a:t>
            </a:r>
            <a:r>
              <a:rPr lang="en-US" altLang="ko-KR" dirty="0">
                <a:gradFill>
                  <a:gsLst>
                    <a:gs pos="0">
                      <a:schemeClr val="accent3">
                        <a:lumMod val="50000"/>
                      </a:schemeClr>
                    </a:gs>
                    <a:gs pos="100000">
                      <a:schemeClr val="accent3">
                        <a:lumMod val="50000"/>
                      </a:schemeClr>
                    </a:gs>
                  </a:gsLst>
                  <a:lin ang="5400000" scaled="0"/>
                </a:gradFill>
              </a:rPr>
              <a:t> sit amen </a:t>
            </a:r>
            <a:r>
              <a:rPr lang="en-US" altLang="ko-KR" dirty="0" err="1">
                <a:gradFill>
                  <a:gsLst>
                    <a:gs pos="0">
                      <a:schemeClr val="accent3">
                        <a:lumMod val="50000"/>
                      </a:schemeClr>
                    </a:gs>
                    <a:gs pos="100000">
                      <a:schemeClr val="accent3">
                        <a:lumMod val="50000"/>
                      </a:schemeClr>
                    </a:gs>
                  </a:gsLst>
                  <a:lin ang="5400000" scaled="0"/>
                </a:gradFill>
              </a:rPr>
              <a:t>mauris</a:t>
            </a:r>
            <a:r>
              <a:rPr lang="en-US" altLang="ko-KR" dirty="0">
                <a:gradFill>
                  <a:gsLst>
                    <a:gs pos="0">
                      <a:schemeClr val="accent3">
                        <a:lumMod val="50000"/>
                      </a:schemeClr>
                    </a:gs>
                    <a:gs pos="100000">
                      <a:schemeClr val="accent3">
                        <a:lumMod val="50000"/>
                      </a:schemeClr>
                    </a:gs>
                  </a:gsLst>
                  <a:lin ang="5400000" scaled="0"/>
                </a:gradFill>
              </a:rPr>
              <a:t>. </a:t>
            </a:r>
          </a:p>
        </p:txBody>
      </p:sp>
      <p:sp>
        <p:nvSpPr>
          <p:cNvPr id="2" name="그림 개체 틀 1"/>
          <p:cNvSpPr>
            <a:spLocks noGrp="1"/>
          </p:cNvSpPr>
          <p:nvPr>
            <p:ph type="pic" sz="quarter" idx="10"/>
          </p:nvPr>
        </p:nvSpPr>
        <p:spPr/>
      </p:sp>
      <p:sp>
        <p:nvSpPr>
          <p:cNvPr id="26" name="텍스트 개체 틀 25"/>
          <p:cNvSpPr>
            <a:spLocks noGrp="1"/>
          </p:cNvSpPr>
          <p:nvPr>
            <p:ph type="body" sz="quarter" idx="12"/>
          </p:nvPr>
        </p:nvSpPr>
        <p:spPr/>
        <p:txBody>
          <a:bodyPr/>
          <a:lstStyle/>
          <a:p>
            <a:r>
              <a:rPr lang="en-US" altLang="ko-KR" dirty="0" err="1"/>
              <a:t>Lorem</a:t>
            </a:r>
            <a:r>
              <a:rPr lang="en-US" altLang="ko-KR" dirty="0"/>
              <a:t> </a:t>
            </a:r>
            <a:r>
              <a:rPr lang="en-US" altLang="ko-KR" dirty="0" err="1"/>
              <a:t>Ipsum</a:t>
            </a:r>
            <a:endParaRPr lang="ko-KR" altLang="en-US" dirty="0"/>
          </a:p>
        </p:txBody>
      </p:sp>
    </p:spTree>
    <p:extLst>
      <p:ext uri="{BB962C8B-B14F-4D97-AF65-F5344CB8AC3E}">
        <p14:creationId xmlns:p14="http://schemas.microsoft.com/office/powerpoint/2010/main" val="321172811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17" presetClass="entr" presetSubtype="10" fill="hold" nodeType="after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p:cTn id="12" dur="500" fill="hold"/>
                                        <p:tgtEl>
                                          <p:spTgt spid="42"/>
                                        </p:tgtEl>
                                        <p:attrNameLst>
                                          <p:attrName>ppt_w</p:attrName>
                                        </p:attrNameLst>
                                      </p:cBhvr>
                                      <p:tavLst>
                                        <p:tav tm="0">
                                          <p:val>
                                            <p:fltVal val="0"/>
                                          </p:val>
                                        </p:tav>
                                        <p:tav tm="100000">
                                          <p:val>
                                            <p:strVal val="#ppt_w"/>
                                          </p:val>
                                        </p:tav>
                                      </p:tavLst>
                                    </p:anim>
                                    <p:anim calcmode="lin" valueType="num">
                                      <p:cBhvr>
                                        <p:cTn id="13" dur="500" fill="hold"/>
                                        <p:tgtEl>
                                          <p:spTgt spid="42"/>
                                        </p:tgtEl>
                                        <p:attrNameLst>
                                          <p:attrName>ppt_h</p:attrName>
                                        </p:attrNameLst>
                                      </p:cBhvr>
                                      <p:tavLst>
                                        <p:tav tm="0">
                                          <p:val>
                                            <p:strVal val="#ppt_h"/>
                                          </p:val>
                                        </p:tav>
                                        <p:tav tm="100000">
                                          <p:val>
                                            <p:strVal val="#ppt_h"/>
                                          </p:val>
                                        </p:tav>
                                      </p:tavLst>
                                    </p:anim>
                                  </p:childTnLst>
                                </p:cTn>
                              </p:par>
                            </p:childTnLst>
                          </p:cTn>
                        </p:par>
                        <p:par>
                          <p:cTn id="14" fill="hold">
                            <p:stCondLst>
                              <p:cond delay="1000"/>
                            </p:stCondLst>
                            <p:childTnLst>
                              <p:par>
                                <p:cTn id="15" presetID="17" presetClass="entr" presetSubtype="10" fill="hold" nodeType="afterEffect">
                                  <p:stCondLst>
                                    <p:cond delay="0"/>
                                  </p:stCondLst>
                                  <p:childTnLst>
                                    <p:set>
                                      <p:cBhvr>
                                        <p:cTn id="16" dur="1" fill="hold">
                                          <p:stCondLst>
                                            <p:cond delay="0"/>
                                          </p:stCondLst>
                                        </p:cTn>
                                        <p:tgtEl>
                                          <p:spTgt spid="92"/>
                                        </p:tgtEl>
                                        <p:attrNameLst>
                                          <p:attrName>style.visibility</p:attrName>
                                        </p:attrNameLst>
                                      </p:cBhvr>
                                      <p:to>
                                        <p:strVal val="visible"/>
                                      </p:to>
                                    </p:set>
                                    <p:anim calcmode="lin" valueType="num">
                                      <p:cBhvr>
                                        <p:cTn id="17" dur="500" fill="hold"/>
                                        <p:tgtEl>
                                          <p:spTgt spid="92"/>
                                        </p:tgtEl>
                                        <p:attrNameLst>
                                          <p:attrName>ppt_w</p:attrName>
                                        </p:attrNameLst>
                                      </p:cBhvr>
                                      <p:tavLst>
                                        <p:tav tm="0">
                                          <p:val>
                                            <p:fltVal val="0"/>
                                          </p:val>
                                        </p:tav>
                                        <p:tav tm="100000">
                                          <p:val>
                                            <p:strVal val="#ppt_w"/>
                                          </p:val>
                                        </p:tav>
                                      </p:tavLst>
                                    </p:anim>
                                    <p:anim calcmode="lin" valueType="num">
                                      <p:cBhvr>
                                        <p:cTn id="18" dur="500" fill="hold"/>
                                        <p:tgtEl>
                                          <p:spTgt spid="9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텍스트 개체 틀 11"/>
          <p:cNvSpPr>
            <a:spLocks noGrp="1"/>
          </p:cNvSpPr>
          <p:nvPr>
            <p:ph type="body" sz="quarter" idx="15"/>
          </p:nvPr>
        </p:nvSpPr>
        <p:spPr/>
        <p:txBody>
          <a:bodyPr/>
          <a:lstStyle/>
          <a:p>
            <a:pPr lvl="0" defTabSz="914400">
              <a:defRPr/>
            </a:pPr>
            <a:r>
              <a:rPr lang="pt-BR" altLang="ko-KR" dirty="0"/>
              <a:t>In vel mi sit amen aug ue congue elemen tum. Morbi in ipsum sit ame t pede facili sis laoreet. Donec lacus nunc, vive rra nec, blandit vel, egestas et, augue. Vestibul um tincidunt malesuada tellus. Ut ultrices ultr aces enim. </a:t>
            </a:r>
            <a:endParaRPr lang="ko-KR" altLang="en-US" dirty="0"/>
          </a:p>
        </p:txBody>
      </p:sp>
      <p:sp>
        <p:nvSpPr>
          <p:cNvPr id="6" name="제목 5"/>
          <p:cNvSpPr>
            <a:spLocks noGrp="1"/>
          </p:cNvSpPr>
          <p:nvPr>
            <p:ph type="title"/>
          </p:nvPr>
        </p:nvSpPr>
        <p:spPr/>
        <p:txBody>
          <a:bodyPr/>
          <a:lstStyle/>
          <a:p>
            <a:r>
              <a:rPr lang="en-US" altLang="ko-KR" dirty="0"/>
              <a:t>Company history</a:t>
            </a:r>
            <a:endParaRPr lang="ko-KR" altLang="en-US" dirty="0"/>
          </a:p>
        </p:txBody>
      </p:sp>
      <p:sp>
        <p:nvSpPr>
          <p:cNvPr id="7" name="그림 개체 틀 6"/>
          <p:cNvSpPr>
            <a:spLocks noGrp="1"/>
          </p:cNvSpPr>
          <p:nvPr>
            <p:ph type="pic" sz="quarter" idx="10"/>
          </p:nvPr>
        </p:nvSpPr>
        <p:spPr/>
      </p:sp>
      <p:sp>
        <p:nvSpPr>
          <p:cNvPr id="8" name="그림 개체 틀 7"/>
          <p:cNvSpPr>
            <a:spLocks noGrp="1"/>
          </p:cNvSpPr>
          <p:nvPr>
            <p:ph type="pic" sz="quarter" idx="11"/>
          </p:nvPr>
        </p:nvSpPr>
        <p:spPr/>
      </p:sp>
      <p:sp>
        <p:nvSpPr>
          <p:cNvPr id="9" name="그림 개체 틀 8"/>
          <p:cNvSpPr>
            <a:spLocks noGrp="1"/>
          </p:cNvSpPr>
          <p:nvPr>
            <p:ph type="pic" sz="quarter" idx="12"/>
          </p:nvPr>
        </p:nvSpPr>
        <p:spPr/>
      </p:sp>
      <p:sp>
        <p:nvSpPr>
          <p:cNvPr id="10" name="그림 개체 틀 9"/>
          <p:cNvSpPr>
            <a:spLocks noGrp="1"/>
          </p:cNvSpPr>
          <p:nvPr>
            <p:ph type="pic" sz="quarter" idx="13"/>
          </p:nvPr>
        </p:nvSpPr>
        <p:spPr/>
      </p:sp>
      <p:sp>
        <p:nvSpPr>
          <p:cNvPr id="11" name="텍스트 개체 틀 10"/>
          <p:cNvSpPr>
            <a:spLocks noGrp="1"/>
          </p:cNvSpPr>
          <p:nvPr>
            <p:ph type="body" sz="quarter" idx="14"/>
          </p:nvPr>
        </p:nvSpPr>
        <p:spPr/>
        <p:txBody>
          <a:bodyPr/>
          <a:lstStyle/>
          <a:p>
            <a:r>
              <a:rPr lang="en-US" altLang="ko-KR" dirty="0"/>
              <a:t>2011</a:t>
            </a:r>
            <a:endParaRPr lang="ko-KR" altLang="en-US" dirty="0"/>
          </a:p>
        </p:txBody>
      </p:sp>
      <p:sp>
        <p:nvSpPr>
          <p:cNvPr id="13" name="텍스트 개체 틀 12"/>
          <p:cNvSpPr>
            <a:spLocks noGrp="1"/>
          </p:cNvSpPr>
          <p:nvPr>
            <p:ph type="body" sz="quarter" idx="16"/>
          </p:nvPr>
        </p:nvSpPr>
        <p:spPr/>
        <p:txBody>
          <a:bodyPr/>
          <a:lstStyle/>
          <a:p>
            <a:pPr lvl="0"/>
            <a:r>
              <a:rPr lang="pt-BR" altLang="ko-KR" dirty="0"/>
              <a:t>In vel mi sit amen aug ue congue elemen tum. Morbi in ipsum sit ame t pede facili sis laoreet. Donec lacus nunc, vive rra nec, blandit vel, egestas et, augue. Vestibul um tincidunt malesuada tellus. Ut ultrices ultr aces enim. </a:t>
            </a:r>
            <a:endParaRPr lang="ko-KR" altLang="en-US" dirty="0"/>
          </a:p>
          <a:p>
            <a:endParaRPr lang="ko-KR" altLang="en-US" dirty="0"/>
          </a:p>
        </p:txBody>
      </p:sp>
      <p:sp>
        <p:nvSpPr>
          <p:cNvPr id="14" name="텍스트 개체 틀 13"/>
          <p:cNvSpPr>
            <a:spLocks noGrp="1"/>
          </p:cNvSpPr>
          <p:nvPr>
            <p:ph type="body" sz="quarter" idx="17"/>
          </p:nvPr>
        </p:nvSpPr>
        <p:spPr/>
        <p:txBody>
          <a:bodyPr/>
          <a:lstStyle/>
          <a:p>
            <a:r>
              <a:rPr lang="en-US" altLang="ko-KR" dirty="0"/>
              <a:t>2012</a:t>
            </a:r>
            <a:endParaRPr lang="ko-KR" altLang="en-US" dirty="0"/>
          </a:p>
        </p:txBody>
      </p:sp>
      <p:sp>
        <p:nvSpPr>
          <p:cNvPr id="15" name="텍스트 개체 틀 14"/>
          <p:cNvSpPr>
            <a:spLocks noGrp="1"/>
          </p:cNvSpPr>
          <p:nvPr>
            <p:ph type="body" sz="quarter" idx="18"/>
          </p:nvPr>
        </p:nvSpPr>
        <p:spPr/>
        <p:txBody>
          <a:bodyPr/>
          <a:lstStyle/>
          <a:p>
            <a:pPr lvl="0"/>
            <a:r>
              <a:rPr lang="pt-BR" altLang="ko-KR" dirty="0"/>
              <a:t>In vel mi sit amen aug ue congue elemen tum. Morbi in ipsum sit ame t pede facili sis laoreet. Donec lacus nunc, vive rra nec, blandit vel, egestas et, augue. Vestibul um tincidunt malesuada tellus. Ut ultrices ultr aces enim. </a:t>
            </a:r>
            <a:endParaRPr lang="ko-KR" altLang="en-US" dirty="0"/>
          </a:p>
          <a:p>
            <a:endParaRPr lang="ko-KR" altLang="en-US" dirty="0"/>
          </a:p>
        </p:txBody>
      </p:sp>
      <p:sp>
        <p:nvSpPr>
          <p:cNvPr id="16" name="텍스트 개체 틀 15"/>
          <p:cNvSpPr>
            <a:spLocks noGrp="1"/>
          </p:cNvSpPr>
          <p:nvPr>
            <p:ph type="body" sz="quarter" idx="19"/>
          </p:nvPr>
        </p:nvSpPr>
        <p:spPr/>
        <p:txBody>
          <a:bodyPr/>
          <a:lstStyle/>
          <a:p>
            <a:r>
              <a:rPr lang="en-US" altLang="ko-KR" dirty="0"/>
              <a:t>2013</a:t>
            </a:r>
            <a:endParaRPr lang="ko-KR" altLang="en-US" dirty="0"/>
          </a:p>
        </p:txBody>
      </p:sp>
      <p:sp>
        <p:nvSpPr>
          <p:cNvPr id="17" name="텍스트 개체 틀 16"/>
          <p:cNvSpPr>
            <a:spLocks noGrp="1"/>
          </p:cNvSpPr>
          <p:nvPr>
            <p:ph type="body" sz="quarter" idx="20"/>
          </p:nvPr>
        </p:nvSpPr>
        <p:spPr/>
        <p:txBody>
          <a:bodyPr/>
          <a:lstStyle/>
          <a:p>
            <a:pPr lvl="0"/>
            <a:r>
              <a:rPr lang="pt-BR" altLang="ko-KR" dirty="0"/>
              <a:t>In vel mi sit amen aug ue congue elemen tum. Morbi in ipsum sit ame t pede facili sis laoreet. Donec lacus nunc, vive rra nec, blandit vel, egestas et, augue. Vestibul um tincidunt malesuada tellus. Ut ultrices ultr aces enim. </a:t>
            </a:r>
            <a:endParaRPr lang="ko-KR" altLang="en-US" dirty="0"/>
          </a:p>
          <a:p>
            <a:endParaRPr lang="ko-KR" altLang="en-US" dirty="0"/>
          </a:p>
        </p:txBody>
      </p:sp>
      <p:sp>
        <p:nvSpPr>
          <p:cNvPr id="18" name="텍스트 개체 틀 17"/>
          <p:cNvSpPr>
            <a:spLocks noGrp="1"/>
          </p:cNvSpPr>
          <p:nvPr>
            <p:ph type="body" sz="quarter" idx="21"/>
          </p:nvPr>
        </p:nvSpPr>
        <p:spPr/>
        <p:txBody>
          <a:bodyPr/>
          <a:lstStyle/>
          <a:p>
            <a:r>
              <a:rPr lang="en-US" altLang="ko-KR" dirty="0"/>
              <a:t>2014</a:t>
            </a:r>
            <a:endParaRPr lang="ko-KR" altLang="en-US" dirty="0"/>
          </a:p>
        </p:txBody>
      </p:sp>
      <p:cxnSp>
        <p:nvCxnSpPr>
          <p:cNvPr id="19" name="직선 연결선 18"/>
          <p:cNvCxnSpPr/>
          <p:nvPr/>
        </p:nvCxnSpPr>
        <p:spPr>
          <a:xfrm>
            <a:off x="720888" y="3522185"/>
            <a:ext cx="1116000" cy="0"/>
          </a:xfrm>
          <a:prstGeom prst="line">
            <a:avLst/>
          </a:prstGeom>
          <a:ln w="19050" cap="rnd">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1" name="직선 연결선 20"/>
          <p:cNvCxnSpPr/>
          <p:nvPr/>
        </p:nvCxnSpPr>
        <p:spPr>
          <a:xfrm>
            <a:off x="2265288" y="3522185"/>
            <a:ext cx="1116000" cy="0"/>
          </a:xfrm>
          <a:prstGeom prst="line">
            <a:avLst/>
          </a:prstGeom>
          <a:ln w="19050" cap="rnd">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2" name="직선 연결선 21"/>
          <p:cNvCxnSpPr/>
          <p:nvPr/>
        </p:nvCxnSpPr>
        <p:spPr>
          <a:xfrm>
            <a:off x="3809688" y="3522185"/>
            <a:ext cx="1116000" cy="0"/>
          </a:xfrm>
          <a:prstGeom prst="line">
            <a:avLst/>
          </a:prstGeom>
          <a:ln w="19050" cap="rnd">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5354088" y="3522185"/>
            <a:ext cx="1116000" cy="0"/>
          </a:xfrm>
          <a:prstGeom prst="line">
            <a:avLst/>
          </a:prstGeom>
          <a:ln w="19050" cap="rnd">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9927707"/>
      </p:ext>
    </p:extLst>
  </p:cSld>
  <p:clrMapOvr>
    <a:masterClrMapping/>
  </p:clrMapOvr>
  <p:transition spd="med">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그림 개체 틀 15"/>
          <p:cNvSpPr>
            <a:spLocks noGrp="1"/>
          </p:cNvSpPr>
          <p:nvPr>
            <p:ph type="pic" sz="quarter" idx="10"/>
          </p:nvPr>
        </p:nvSpPr>
        <p:spPr/>
      </p:sp>
      <p:sp>
        <p:nvSpPr>
          <p:cNvPr id="15" name="제목 14"/>
          <p:cNvSpPr>
            <a:spLocks noGrp="1"/>
          </p:cNvSpPr>
          <p:nvPr>
            <p:ph type="title"/>
          </p:nvPr>
        </p:nvSpPr>
        <p:spPr/>
        <p:txBody>
          <a:bodyPr/>
          <a:lstStyle/>
          <a:p>
            <a:r>
              <a:rPr lang="en-US" altLang="ko-KR" dirty="0"/>
              <a:t>Our </a:t>
            </a:r>
            <a:r>
              <a:rPr lang="en-US" altLang="ko-KR" dirty="0" err="1"/>
              <a:t>WOrk</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Type 1</a:t>
            </a:r>
            <a:endParaRPr lang="ko-KR" altLang="en-US" dirty="0"/>
          </a:p>
        </p:txBody>
      </p:sp>
      <p:sp>
        <p:nvSpPr>
          <p:cNvPr id="17" name="그림 개체 틀 16"/>
          <p:cNvSpPr>
            <a:spLocks noGrp="1"/>
          </p:cNvSpPr>
          <p:nvPr>
            <p:ph type="pic" sz="quarter" idx="11"/>
          </p:nvPr>
        </p:nvSpPr>
        <p:spPr/>
      </p:sp>
      <p:sp>
        <p:nvSpPr>
          <p:cNvPr id="18" name="그림 개체 틀 17"/>
          <p:cNvSpPr>
            <a:spLocks noGrp="1"/>
          </p:cNvSpPr>
          <p:nvPr>
            <p:ph type="pic" sz="quarter" idx="12"/>
          </p:nvPr>
        </p:nvSpPr>
        <p:spPr/>
      </p:sp>
      <p:sp>
        <p:nvSpPr>
          <p:cNvPr id="19" name="그림 개체 틀 18"/>
          <p:cNvSpPr>
            <a:spLocks noGrp="1"/>
          </p:cNvSpPr>
          <p:nvPr>
            <p:ph type="pic" sz="quarter" idx="13"/>
          </p:nvPr>
        </p:nvSpPr>
        <p:spPr/>
      </p:sp>
      <p:sp>
        <p:nvSpPr>
          <p:cNvPr id="20" name="그림 개체 틀 19"/>
          <p:cNvSpPr>
            <a:spLocks noGrp="1"/>
          </p:cNvSpPr>
          <p:nvPr>
            <p:ph type="pic" sz="quarter" idx="14"/>
          </p:nvPr>
        </p:nvSpPr>
        <p:spPr/>
      </p:sp>
      <p:sp>
        <p:nvSpPr>
          <p:cNvPr id="21" name="그림 개체 틀 20"/>
          <p:cNvSpPr>
            <a:spLocks noGrp="1"/>
          </p:cNvSpPr>
          <p:nvPr>
            <p:ph type="pic" sz="quarter" idx="15"/>
          </p:nvPr>
        </p:nvSpPr>
        <p:spPr/>
      </p:sp>
      <p:sp>
        <p:nvSpPr>
          <p:cNvPr id="22" name="그림 개체 틀 21"/>
          <p:cNvSpPr>
            <a:spLocks noGrp="1"/>
          </p:cNvSpPr>
          <p:nvPr>
            <p:ph type="pic" sz="quarter" idx="16"/>
          </p:nvPr>
        </p:nvSpPr>
        <p:spPr/>
      </p:sp>
      <p:sp>
        <p:nvSpPr>
          <p:cNvPr id="23" name="그림 개체 틀 22"/>
          <p:cNvSpPr>
            <a:spLocks noGrp="1"/>
          </p:cNvSpPr>
          <p:nvPr>
            <p:ph type="pic" sz="quarter" idx="17"/>
          </p:nvPr>
        </p:nvSpPr>
        <p:spPr/>
      </p:sp>
      <p:sp>
        <p:nvSpPr>
          <p:cNvPr id="24" name="그림 개체 틀 23"/>
          <p:cNvSpPr>
            <a:spLocks noGrp="1"/>
          </p:cNvSpPr>
          <p:nvPr>
            <p:ph type="pic" sz="quarter" idx="18"/>
          </p:nvPr>
        </p:nvSpPr>
        <p:spPr/>
      </p:sp>
      <p:sp>
        <p:nvSpPr>
          <p:cNvPr id="25" name="그림 개체 틀 24"/>
          <p:cNvSpPr>
            <a:spLocks noGrp="1"/>
          </p:cNvSpPr>
          <p:nvPr>
            <p:ph type="pic" sz="quarter" idx="19"/>
          </p:nvPr>
        </p:nvSpPr>
        <p:spPr/>
      </p:sp>
      <p:sp>
        <p:nvSpPr>
          <p:cNvPr id="26" name="그림 개체 틀 25"/>
          <p:cNvSpPr>
            <a:spLocks noGrp="1"/>
          </p:cNvSpPr>
          <p:nvPr>
            <p:ph type="pic" sz="quarter" idx="20"/>
          </p:nvPr>
        </p:nvSpPr>
        <p:spPr/>
      </p:sp>
      <p:sp>
        <p:nvSpPr>
          <p:cNvPr id="27" name="그림 개체 틀 26"/>
          <p:cNvSpPr>
            <a:spLocks noGrp="1"/>
          </p:cNvSpPr>
          <p:nvPr>
            <p:ph type="pic" sz="quarter" idx="21"/>
          </p:nvPr>
        </p:nvSpPr>
        <p:spPr/>
      </p:sp>
      <p:sp>
        <p:nvSpPr>
          <p:cNvPr id="28" name="텍스트 개체 틀 27"/>
          <p:cNvSpPr>
            <a:spLocks noGrp="1"/>
          </p:cNvSpPr>
          <p:nvPr>
            <p:ph type="body" sz="quarter" idx="22"/>
          </p:nvPr>
        </p:nvSpPr>
        <p:spPr/>
        <p:txBody>
          <a:bodyPr/>
          <a:lstStyle/>
          <a:p>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Integer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a:t>
            </a:r>
            <a:r>
              <a:rPr lang="en-US" altLang="ko-KR" dirty="0" err="1"/>
              <a:t>cursus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a:t>
            </a:r>
            <a:r>
              <a:rPr lang="en-US" altLang="ko-KR" dirty="0" err="1"/>
              <a:t>massa</a:t>
            </a:r>
            <a:r>
              <a:rPr lang="en-US" altLang="ko-KR" dirty="0"/>
              <a:t> </a:t>
            </a:r>
            <a:r>
              <a:rPr lang="en-US" altLang="ko-KR" dirty="0" err="1"/>
              <a:t>mattis</a:t>
            </a:r>
            <a:r>
              <a:rPr lang="en-US" altLang="ko-KR" dirty="0"/>
              <a:t> </a:t>
            </a:r>
            <a:r>
              <a:rPr lang="en-US" altLang="ko-KR" dirty="0" err="1"/>
              <a:t>sem</a:t>
            </a:r>
            <a:r>
              <a:rPr lang="en-US" altLang="ko-KR" dirty="0"/>
              <a:t>, at </a:t>
            </a:r>
            <a:r>
              <a:rPr lang="en-US" altLang="ko-KR" dirty="0" err="1"/>
              <a:t>interdum</a:t>
            </a:r>
            <a:r>
              <a:rPr lang="en-US" altLang="ko-KR" dirty="0"/>
              <a:t> magna </a:t>
            </a:r>
            <a:r>
              <a:rPr lang="en-US" altLang="ko-KR" dirty="0" err="1"/>
              <a:t>augue</a:t>
            </a:r>
            <a:r>
              <a:rPr lang="en-US" altLang="ko-KR" dirty="0"/>
              <a:t> </a:t>
            </a:r>
            <a:r>
              <a:rPr lang="en-US" altLang="ko-KR" dirty="0" err="1"/>
              <a:t>eget</a:t>
            </a:r>
            <a:r>
              <a:rPr lang="en-US" altLang="ko-KR" dirty="0"/>
              <a:t> diam. </a:t>
            </a:r>
            <a:r>
              <a:rPr lang="en-US" altLang="ko-KR" dirty="0" err="1"/>
              <a:t>Vestibulum</a:t>
            </a:r>
            <a:r>
              <a:rPr lang="en-US" altLang="ko-KR" dirty="0"/>
              <a:t> ante </a:t>
            </a:r>
            <a:r>
              <a:rPr lang="en-US" altLang="ko-KR" dirty="0" err="1"/>
              <a:t>ipsum</a:t>
            </a:r>
            <a:r>
              <a:rPr lang="en-US" altLang="ko-KR" dirty="0"/>
              <a:t> </a:t>
            </a:r>
            <a:r>
              <a:rPr lang="en-US" altLang="ko-KR" dirty="0" err="1"/>
              <a:t>primis</a:t>
            </a:r>
            <a:r>
              <a:rPr lang="en-US" altLang="ko-KR" dirty="0"/>
              <a:t> in </a:t>
            </a:r>
            <a:r>
              <a:rPr lang="en-US" altLang="ko-KR" dirty="0" err="1"/>
              <a:t>faucibus</a:t>
            </a:r>
            <a:r>
              <a:rPr lang="en-US" altLang="ko-KR" dirty="0"/>
              <a:t> </a:t>
            </a:r>
            <a:r>
              <a:rPr lang="en-US" altLang="ko-KR" dirty="0" err="1"/>
              <a:t>orci</a:t>
            </a:r>
            <a:r>
              <a:rPr lang="en-US" altLang="ko-KR" dirty="0"/>
              <a:t> </a:t>
            </a:r>
            <a:r>
              <a:rPr lang="en-US" altLang="ko-KR" dirty="0" err="1"/>
              <a:t>luctus</a:t>
            </a:r>
            <a:r>
              <a:rPr lang="en-US" altLang="ko-KR" dirty="0"/>
              <a:t> et </a:t>
            </a:r>
            <a:r>
              <a:rPr lang="en-US" altLang="ko-KR" dirty="0" err="1"/>
              <a:t>ultrices</a:t>
            </a:r>
            <a:r>
              <a:rPr lang="en-US" altLang="ko-KR" dirty="0"/>
              <a:t> </a:t>
            </a:r>
            <a:r>
              <a:rPr lang="en-US" altLang="ko-KR" dirty="0" err="1"/>
              <a:t>posuere</a:t>
            </a:r>
            <a:r>
              <a:rPr lang="en-US" altLang="ko-KR" dirty="0"/>
              <a:t> </a:t>
            </a:r>
            <a:r>
              <a:rPr lang="en-US" altLang="ko-KR" dirty="0" err="1"/>
              <a:t>cubilia</a:t>
            </a:r>
            <a:r>
              <a:rPr lang="en-US" altLang="ko-KR" dirty="0"/>
              <a:t> </a:t>
            </a:r>
            <a:r>
              <a:rPr lang="en-US" altLang="ko-KR" dirty="0" err="1"/>
              <a:t>Curae</a:t>
            </a:r>
            <a:r>
              <a:rPr lang="en-US" altLang="ko-KR" dirty="0"/>
              <a:t>; </a:t>
            </a:r>
            <a:r>
              <a:rPr lang="en-US" altLang="ko-KR" dirty="0" err="1"/>
              <a:t>Morbi</a:t>
            </a:r>
            <a:r>
              <a:rPr lang="en-US" altLang="ko-KR" dirty="0"/>
              <a:t> </a:t>
            </a:r>
            <a:r>
              <a:rPr lang="en-US" altLang="ko-KR" dirty="0" err="1"/>
              <a:t>lacinia</a:t>
            </a:r>
            <a:r>
              <a:rPr lang="en-US" altLang="ko-KR" dirty="0"/>
              <a:t> </a:t>
            </a:r>
            <a:r>
              <a:rPr lang="en-US" altLang="ko-KR" dirty="0" err="1"/>
              <a:t>molestie</a:t>
            </a:r>
            <a:r>
              <a:rPr lang="en-US" altLang="ko-KR" dirty="0"/>
              <a:t> dui. </a:t>
            </a:r>
            <a:r>
              <a:rPr lang="en-US" altLang="ko-KR" dirty="0" err="1"/>
              <a:t>Praesent</a:t>
            </a:r>
            <a:r>
              <a:rPr lang="en-US" altLang="ko-KR" dirty="0"/>
              <a:t> </a:t>
            </a:r>
            <a:r>
              <a:rPr lang="en-US" altLang="ko-KR" dirty="0" err="1"/>
              <a:t>blandit</a:t>
            </a:r>
            <a:r>
              <a:rPr lang="en-US" altLang="ko-KR" dirty="0"/>
              <a:t> dolor. </a:t>
            </a:r>
          </a:p>
          <a:p>
            <a:endParaRPr lang="en-US" altLang="ko-KR" dirty="0"/>
          </a:p>
          <a:p>
            <a:r>
              <a:rPr lang="en-US" altLang="ko-KR" dirty="0" err="1"/>
              <a:t>Sed</a:t>
            </a:r>
            <a:r>
              <a:rPr lang="en-US" altLang="ko-KR" dirty="0"/>
              <a:t> non quam. In </a:t>
            </a:r>
            <a:r>
              <a:rPr lang="en-US" altLang="ko-KR" dirty="0" err="1"/>
              <a:t>vel</a:t>
            </a:r>
            <a:r>
              <a:rPr lang="en-US" altLang="ko-KR" dirty="0"/>
              <a:t> mi sit amen </a:t>
            </a:r>
            <a:r>
              <a:rPr lang="en-US" altLang="ko-KR" dirty="0" err="1"/>
              <a:t>augue</a:t>
            </a:r>
            <a:r>
              <a:rPr lang="en-US" altLang="ko-KR" dirty="0"/>
              <a:t> </a:t>
            </a:r>
            <a:r>
              <a:rPr lang="en-US" altLang="ko-KR" dirty="0" err="1"/>
              <a:t>congue</a:t>
            </a:r>
            <a:r>
              <a:rPr lang="en-US" altLang="ko-KR" dirty="0"/>
              <a:t> </a:t>
            </a:r>
            <a:r>
              <a:rPr lang="en-US" altLang="ko-KR" dirty="0" err="1"/>
              <a:t>elementum</a:t>
            </a:r>
            <a:r>
              <a:rPr lang="en-US" altLang="ko-KR" dirty="0"/>
              <a:t>. </a:t>
            </a:r>
            <a:r>
              <a:rPr lang="en-US" altLang="ko-KR" dirty="0" err="1"/>
              <a:t>Morbi</a:t>
            </a:r>
            <a:r>
              <a:rPr lang="en-US" altLang="ko-KR" dirty="0"/>
              <a:t> in </a:t>
            </a:r>
            <a:r>
              <a:rPr lang="en-US" altLang="ko-KR" dirty="0" err="1"/>
              <a:t>ipsum</a:t>
            </a:r>
            <a:r>
              <a:rPr lang="en-US" altLang="ko-KR" dirty="0"/>
              <a:t> sit amen </a:t>
            </a:r>
            <a:r>
              <a:rPr lang="en-US" altLang="ko-KR" dirty="0" err="1"/>
              <a:t>pede</a:t>
            </a:r>
            <a:r>
              <a:rPr lang="en-US" altLang="ko-KR" dirty="0"/>
              <a:t> </a:t>
            </a:r>
            <a:r>
              <a:rPr lang="en-US" altLang="ko-KR" dirty="0" err="1"/>
              <a:t>facilisis</a:t>
            </a:r>
            <a:r>
              <a:rPr lang="en-US" altLang="ko-KR" dirty="0"/>
              <a:t> </a:t>
            </a:r>
            <a:r>
              <a:rPr lang="en-US" altLang="ko-KR" dirty="0" err="1"/>
              <a:t>laoreet</a:t>
            </a:r>
            <a:r>
              <a:rPr lang="en-US" altLang="ko-KR" dirty="0"/>
              <a:t>. </a:t>
            </a:r>
            <a:r>
              <a:rPr lang="en-US" altLang="ko-KR" dirty="0" err="1"/>
              <a:t>Donec</a:t>
            </a:r>
            <a:r>
              <a:rPr lang="en-US" altLang="ko-KR" dirty="0"/>
              <a:t> lacus </a:t>
            </a:r>
            <a:r>
              <a:rPr lang="en-US" altLang="ko-KR" dirty="0" err="1"/>
              <a:t>nunc</a:t>
            </a:r>
            <a:r>
              <a:rPr lang="en-US" altLang="ko-KR" dirty="0"/>
              <a:t>, </a:t>
            </a:r>
            <a:r>
              <a:rPr lang="en-US" altLang="ko-KR" dirty="0" err="1"/>
              <a:t>viverra</a:t>
            </a:r>
            <a:r>
              <a:rPr lang="en-US" altLang="ko-KR" dirty="0"/>
              <a:t> </a:t>
            </a:r>
            <a:r>
              <a:rPr lang="en-US" altLang="ko-KR" dirty="0" err="1"/>
              <a:t>nec</a:t>
            </a:r>
            <a:r>
              <a:rPr lang="en-US" altLang="ko-KR" dirty="0"/>
              <a:t>, </a:t>
            </a:r>
            <a:r>
              <a:rPr lang="en-US" altLang="ko-KR" dirty="0" err="1"/>
              <a:t>blandit</a:t>
            </a:r>
            <a:r>
              <a:rPr lang="en-US" altLang="ko-KR" dirty="0"/>
              <a:t> </a:t>
            </a:r>
            <a:r>
              <a:rPr lang="en-US" altLang="ko-KR" dirty="0" err="1"/>
              <a:t>vel</a:t>
            </a:r>
            <a:r>
              <a:rPr lang="en-US" altLang="ko-KR" dirty="0"/>
              <a:t>, </a:t>
            </a:r>
            <a:r>
              <a:rPr lang="en-US" altLang="ko-KR" dirty="0" err="1"/>
              <a:t>egestas</a:t>
            </a:r>
            <a:r>
              <a:rPr lang="en-US" altLang="ko-KR" dirty="0"/>
              <a:t> et, </a:t>
            </a:r>
            <a:r>
              <a:rPr lang="en-US" altLang="ko-KR" dirty="0" err="1"/>
              <a:t>augue</a:t>
            </a:r>
            <a:r>
              <a:rPr lang="en-US" altLang="ko-KR" dirty="0"/>
              <a:t>. </a:t>
            </a:r>
            <a:r>
              <a:rPr lang="en-US" altLang="ko-KR" dirty="0" err="1"/>
              <a:t>Vestibulum</a:t>
            </a:r>
            <a:r>
              <a:rPr lang="en-US" altLang="ko-KR" dirty="0"/>
              <a:t> </a:t>
            </a:r>
            <a:r>
              <a:rPr lang="en-US" altLang="ko-KR" dirty="0" err="1"/>
              <a:t>tincidunt</a:t>
            </a:r>
            <a:r>
              <a:rPr lang="en-US" altLang="ko-KR" dirty="0"/>
              <a:t> </a:t>
            </a:r>
            <a:r>
              <a:rPr lang="en-US" altLang="ko-KR" dirty="0" err="1"/>
              <a:t>malesuada</a:t>
            </a:r>
            <a:r>
              <a:rPr lang="en-US" altLang="ko-KR" dirty="0"/>
              <a:t> </a:t>
            </a:r>
            <a:r>
              <a:rPr lang="en-US" altLang="ko-KR" dirty="0" err="1"/>
              <a:t>tellus</a:t>
            </a:r>
            <a:r>
              <a:rPr lang="en-US" altLang="ko-KR" dirty="0"/>
              <a:t>. </a:t>
            </a:r>
            <a:r>
              <a:rPr lang="en-US" altLang="ko-KR" dirty="0" err="1"/>
              <a:t>Ut</a:t>
            </a:r>
            <a:r>
              <a:rPr lang="en-US" altLang="ko-KR" dirty="0"/>
              <a:t> </a:t>
            </a:r>
            <a:r>
              <a:rPr lang="en-US" altLang="ko-KR" dirty="0" err="1"/>
              <a:t>ultrices</a:t>
            </a:r>
            <a:r>
              <a:rPr lang="en-US" altLang="ko-KR" dirty="0"/>
              <a:t> </a:t>
            </a:r>
            <a:r>
              <a:rPr lang="en-US" altLang="ko-KR" dirty="0" err="1"/>
              <a:t>enim</a:t>
            </a:r>
            <a:r>
              <a:rPr lang="en-US" altLang="ko-KR" dirty="0"/>
              <a:t>. </a:t>
            </a:r>
            <a:r>
              <a:rPr lang="en-US" altLang="ko-KR" dirty="0" err="1"/>
              <a:t>Curabitur</a:t>
            </a:r>
            <a:r>
              <a:rPr lang="en-US" altLang="ko-KR" dirty="0"/>
              <a:t> sit amen </a:t>
            </a:r>
            <a:r>
              <a:rPr lang="en-US" altLang="ko-KR" dirty="0" err="1"/>
              <a:t>mauris</a:t>
            </a:r>
            <a:r>
              <a:rPr lang="en-US" altLang="ko-KR" dirty="0"/>
              <a:t>. </a:t>
            </a:r>
          </a:p>
          <a:p>
            <a:endParaRPr lang="ko-KR" altLang="en-US" dirty="0"/>
          </a:p>
          <a:p>
            <a:endParaRPr lang="ko-KR" altLang="en-US" dirty="0"/>
          </a:p>
        </p:txBody>
      </p:sp>
      <p:grpSp>
        <p:nvGrpSpPr>
          <p:cNvPr id="32" name="그룹 31"/>
          <p:cNvGrpSpPr/>
          <p:nvPr/>
        </p:nvGrpSpPr>
        <p:grpSpPr>
          <a:xfrm>
            <a:off x="5737500" y="1181101"/>
            <a:ext cx="1120500" cy="1152000"/>
            <a:chOff x="5737500" y="1181101"/>
            <a:chExt cx="1120500" cy="1152000"/>
          </a:xfrm>
        </p:grpSpPr>
        <p:sp>
          <p:nvSpPr>
            <p:cNvPr id="29" name="직사각형 28"/>
            <p:cNvSpPr>
              <a:spLocks/>
            </p:cNvSpPr>
            <p:nvPr/>
          </p:nvSpPr>
          <p:spPr>
            <a:xfrm>
              <a:off x="5737500" y="1181101"/>
              <a:ext cx="1120500" cy="1152000"/>
            </a:xfrm>
            <a:prstGeom prst="rect">
              <a:avLst/>
            </a:prstGeom>
            <a:solidFill>
              <a:schemeClr val="accent1">
                <a:alpha val="9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ts val="5000"/>
                </a:lnSpc>
                <a:defRPr/>
              </a:pPr>
              <a:endParaRPr lang="en-US" altLang="ko-KR" sz="7500" dirty="0">
                <a:gradFill>
                  <a:gsLst>
                    <a:gs pos="0">
                      <a:srgbClr val="FFFFFF"/>
                    </a:gs>
                    <a:gs pos="100000">
                      <a:srgbClr val="FFFFFF"/>
                    </a:gs>
                  </a:gsLst>
                  <a:lin ang="5400000" scaled="0"/>
                </a:gradFill>
                <a:latin typeface="Entypo" pitchFamily="50" charset="0"/>
                <a:ea typeface="Roboto Light" pitchFamily="2" charset="0"/>
                <a:cs typeface="Roboto Condensed Regular"/>
              </a:endParaRPr>
            </a:p>
            <a:p>
              <a:pPr algn="ctr">
                <a:lnSpc>
                  <a:spcPts val="2500"/>
                </a:lnSpc>
                <a:defRPr/>
              </a:pPr>
              <a:r>
                <a:rPr lang="en-US" altLang="ko-KR" sz="1500" dirty="0">
                  <a:gradFill>
                    <a:gsLst>
                      <a:gs pos="0">
                        <a:schemeClr val="accent3"/>
                      </a:gs>
                      <a:gs pos="100000">
                        <a:schemeClr val="accent3"/>
                      </a:gs>
                    </a:gsLst>
                    <a:lin ang="5400000" scaled="0"/>
                  </a:gradFill>
                  <a:latin typeface="Roboto Condensed Regular"/>
                  <a:ea typeface="Roboto Light" pitchFamily="2" charset="0"/>
                  <a:cs typeface="Roboto Condensed Regular"/>
                </a:rPr>
                <a:t>Contents</a:t>
              </a:r>
            </a:p>
          </p:txBody>
        </p:sp>
        <p:sp>
          <p:nvSpPr>
            <p:cNvPr id="31" name="Freeform 48"/>
            <p:cNvSpPr>
              <a:spLocks noEditPoints="1"/>
            </p:cNvSpPr>
            <p:nvPr/>
          </p:nvSpPr>
          <p:spPr bwMode="auto">
            <a:xfrm>
              <a:off x="6105298" y="1325927"/>
              <a:ext cx="366713" cy="536575"/>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34" name="그룹 33"/>
          <p:cNvGrpSpPr/>
          <p:nvPr/>
        </p:nvGrpSpPr>
        <p:grpSpPr>
          <a:xfrm>
            <a:off x="1147500" y="2333101"/>
            <a:ext cx="1147500" cy="1152000"/>
            <a:chOff x="1147500" y="2333101"/>
            <a:chExt cx="1147500" cy="1152000"/>
          </a:xfrm>
        </p:grpSpPr>
        <p:sp>
          <p:nvSpPr>
            <p:cNvPr id="30" name="직사각형 29"/>
            <p:cNvSpPr>
              <a:spLocks/>
            </p:cNvSpPr>
            <p:nvPr/>
          </p:nvSpPr>
          <p:spPr>
            <a:xfrm>
              <a:off x="1147500" y="2333101"/>
              <a:ext cx="1147500" cy="1152000"/>
            </a:xfrm>
            <a:prstGeom prst="rect">
              <a:avLst/>
            </a:prstGeom>
            <a:solidFill>
              <a:schemeClr val="accent1">
                <a:alpha val="9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ts val="5000"/>
                </a:lnSpc>
                <a:defRPr/>
              </a:pPr>
              <a:endParaRPr lang="en-US" altLang="ko-KR" sz="7500" dirty="0">
                <a:gradFill>
                  <a:gsLst>
                    <a:gs pos="0">
                      <a:srgbClr val="FFFFFF"/>
                    </a:gs>
                    <a:gs pos="100000">
                      <a:srgbClr val="FFFFFF"/>
                    </a:gs>
                  </a:gsLst>
                  <a:lin ang="5400000" scaled="0"/>
                </a:gradFill>
                <a:latin typeface="Entypo" pitchFamily="50" charset="0"/>
                <a:ea typeface="Roboto Light" pitchFamily="2" charset="0"/>
                <a:cs typeface="Roboto Condensed Regular"/>
              </a:endParaRPr>
            </a:p>
            <a:p>
              <a:pPr algn="ctr">
                <a:lnSpc>
                  <a:spcPts val="2000"/>
                </a:lnSpc>
                <a:defRPr/>
              </a:pPr>
              <a:r>
                <a:rPr lang="en-US" altLang="ko-KR" sz="1500" dirty="0">
                  <a:gradFill>
                    <a:gsLst>
                      <a:gs pos="0">
                        <a:schemeClr val="accent3"/>
                      </a:gs>
                      <a:gs pos="100000">
                        <a:schemeClr val="accent3"/>
                      </a:gs>
                    </a:gsLst>
                    <a:lin ang="5400000" scaled="0"/>
                  </a:gradFill>
                  <a:latin typeface="Roboto Condensed Regular"/>
                  <a:ea typeface="Roboto Light" pitchFamily="2" charset="0"/>
                  <a:cs typeface="Roboto Condensed Regular"/>
                </a:rPr>
                <a:t>Contents</a:t>
              </a:r>
            </a:p>
          </p:txBody>
        </p:sp>
        <p:sp>
          <p:nvSpPr>
            <p:cNvPr id="33" name="Freeform 39"/>
            <p:cNvSpPr>
              <a:spLocks noEditPoints="1"/>
            </p:cNvSpPr>
            <p:nvPr/>
          </p:nvSpPr>
          <p:spPr bwMode="auto">
            <a:xfrm>
              <a:off x="1483636" y="2445640"/>
              <a:ext cx="541338" cy="539750"/>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4051395516"/>
      </p:ext>
    </p:extLst>
  </p:cSld>
  <p:clrMapOvr>
    <a:masterClrMapping/>
  </p:clrMapOvr>
  <p:transition spd="med">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그림 개체 틀 16"/>
          <p:cNvSpPr>
            <a:spLocks noGrp="1"/>
          </p:cNvSpPr>
          <p:nvPr>
            <p:ph type="pic" sz="quarter" idx="10"/>
          </p:nvPr>
        </p:nvSpPr>
        <p:spPr/>
      </p:sp>
      <p:sp>
        <p:nvSpPr>
          <p:cNvPr id="16" name="제목 15"/>
          <p:cNvSpPr>
            <a:spLocks noGrp="1"/>
          </p:cNvSpPr>
          <p:nvPr>
            <p:ph type="title"/>
          </p:nvPr>
        </p:nvSpPr>
        <p:spPr/>
        <p:txBody>
          <a:bodyPr/>
          <a:lstStyle/>
          <a:p>
            <a:r>
              <a:rPr lang="en-US" altLang="ko-KR" dirty="0"/>
              <a:t>Our </a:t>
            </a:r>
            <a:r>
              <a:rPr lang="en-US" altLang="ko-KR" dirty="0" err="1"/>
              <a:t>WOrk</a:t>
            </a:r>
            <a:r>
              <a:rPr lang="en-US" altLang="ko-KR" dirty="0">
                <a:gradFill>
                  <a:gsLst>
                    <a:gs pos="0">
                      <a:schemeClr val="accent1"/>
                    </a:gs>
                    <a:gs pos="100000">
                      <a:schemeClr val="accent1"/>
                    </a:gs>
                  </a:gsLst>
                  <a:lin ang="0" scaled="1"/>
                </a:gradFill>
              </a:rPr>
              <a:t> </a:t>
            </a:r>
            <a:r>
              <a:rPr lang="en-US" altLang="ko-KR" sz="3600" baseline="10000" dirty="0">
                <a:gradFill>
                  <a:gsLst>
                    <a:gs pos="0">
                      <a:schemeClr val="accent1"/>
                    </a:gs>
                    <a:gs pos="100000">
                      <a:schemeClr val="accent1"/>
                    </a:gs>
                  </a:gsLst>
                  <a:lin ang="0" scaled="1"/>
                </a:gradFill>
              </a:rPr>
              <a:t>:</a:t>
            </a:r>
            <a:r>
              <a:rPr lang="en-US" altLang="ko-KR" dirty="0">
                <a:gradFill>
                  <a:gsLst>
                    <a:gs pos="0">
                      <a:schemeClr val="accent1"/>
                    </a:gs>
                    <a:gs pos="100000">
                      <a:schemeClr val="accent1"/>
                    </a:gs>
                  </a:gsLst>
                  <a:lin ang="0" scaled="1"/>
                </a:gradFill>
              </a:rPr>
              <a:t> Type 2</a:t>
            </a:r>
            <a:endParaRPr lang="ko-KR" altLang="en-US" dirty="0"/>
          </a:p>
        </p:txBody>
      </p:sp>
      <p:sp>
        <p:nvSpPr>
          <p:cNvPr id="18" name="그림 개체 틀 17"/>
          <p:cNvSpPr>
            <a:spLocks noGrp="1"/>
          </p:cNvSpPr>
          <p:nvPr>
            <p:ph type="pic" sz="quarter" idx="11"/>
          </p:nvPr>
        </p:nvSpPr>
        <p:spPr/>
      </p:sp>
      <p:sp>
        <p:nvSpPr>
          <p:cNvPr id="19" name="그림 개체 틀 18"/>
          <p:cNvSpPr>
            <a:spLocks noGrp="1"/>
          </p:cNvSpPr>
          <p:nvPr>
            <p:ph type="pic" sz="quarter" idx="12"/>
          </p:nvPr>
        </p:nvSpPr>
        <p:spPr/>
      </p:sp>
      <p:sp>
        <p:nvSpPr>
          <p:cNvPr id="20" name="그림 개체 틀 19"/>
          <p:cNvSpPr>
            <a:spLocks noGrp="1"/>
          </p:cNvSpPr>
          <p:nvPr>
            <p:ph type="pic" sz="quarter" idx="13"/>
          </p:nvPr>
        </p:nvSpPr>
        <p:spPr/>
      </p:sp>
      <p:sp>
        <p:nvSpPr>
          <p:cNvPr id="21" name="그림 개체 틀 20"/>
          <p:cNvSpPr>
            <a:spLocks noGrp="1"/>
          </p:cNvSpPr>
          <p:nvPr>
            <p:ph type="pic" sz="quarter" idx="14"/>
          </p:nvPr>
        </p:nvSpPr>
        <p:spPr/>
      </p:sp>
      <p:sp>
        <p:nvSpPr>
          <p:cNvPr id="22" name="그림 개체 틀 21"/>
          <p:cNvSpPr>
            <a:spLocks noGrp="1"/>
          </p:cNvSpPr>
          <p:nvPr>
            <p:ph type="pic" sz="quarter" idx="15"/>
          </p:nvPr>
        </p:nvSpPr>
        <p:spPr/>
      </p:sp>
      <p:sp>
        <p:nvSpPr>
          <p:cNvPr id="23" name="그림 개체 틀 22"/>
          <p:cNvSpPr>
            <a:spLocks noGrp="1"/>
          </p:cNvSpPr>
          <p:nvPr>
            <p:ph type="pic" sz="quarter" idx="16"/>
          </p:nvPr>
        </p:nvSpPr>
        <p:spPr/>
      </p:sp>
      <p:sp>
        <p:nvSpPr>
          <p:cNvPr id="24" name="그림 개체 틀 23"/>
          <p:cNvSpPr>
            <a:spLocks noGrp="1"/>
          </p:cNvSpPr>
          <p:nvPr>
            <p:ph type="pic" sz="quarter" idx="17"/>
          </p:nvPr>
        </p:nvSpPr>
        <p:spPr/>
      </p:sp>
      <p:sp>
        <p:nvSpPr>
          <p:cNvPr id="25" name="그림 개체 틀 24"/>
          <p:cNvSpPr>
            <a:spLocks noGrp="1"/>
          </p:cNvSpPr>
          <p:nvPr>
            <p:ph type="pic" sz="quarter" idx="18"/>
          </p:nvPr>
        </p:nvSpPr>
        <p:spPr/>
      </p:sp>
      <p:sp>
        <p:nvSpPr>
          <p:cNvPr id="26" name="그림 개체 틀 25"/>
          <p:cNvSpPr>
            <a:spLocks noGrp="1"/>
          </p:cNvSpPr>
          <p:nvPr>
            <p:ph type="pic" sz="quarter" idx="19"/>
          </p:nvPr>
        </p:nvSpPr>
        <p:spPr/>
      </p:sp>
      <p:sp>
        <p:nvSpPr>
          <p:cNvPr id="27" name="그림 개체 틀 26"/>
          <p:cNvSpPr>
            <a:spLocks noGrp="1"/>
          </p:cNvSpPr>
          <p:nvPr>
            <p:ph type="pic" sz="quarter" idx="20"/>
          </p:nvPr>
        </p:nvSpPr>
        <p:spPr/>
      </p:sp>
      <p:sp>
        <p:nvSpPr>
          <p:cNvPr id="28" name="그림 개체 틀 27"/>
          <p:cNvSpPr>
            <a:spLocks noGrp="1"/>
          </p:cNvSpPr>
          <p:nvPr>
            <p:ph type="pic" sz="quarter" idx="21"/>
          </p:nvPr>
        </p:nvSpPr>
        <p:spPr/>
      </p:sp>
      <p:sp>
        <p:nvSpPr>
          <p:cNvPr id="29" name="텍스트 개체 틀 28"/>
          <p:cNvSpPr>
            <a:spLocks noGrp="1"/>
          </p:cNvSpPr>
          <p:nvPr>
            <p:ph type="body" sz="quarter" idx="22"/>
          </p:nvPr>
        </p:nvSpPr>
        <p:spPr/>
        <p:txBody>
          <a:bodyPr/>
          <a:lstStyle/>
          <a:p>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Integer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a:t>
            </a:r>
            <a:r>
              <a:rPr lang="en-US" altLang="ko-KR" dirty="0" err="1"/>
              <a:t>cursus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a:t>
            </a:r>
            <a:r>
              <a:rPr lang="en-US" altLang="ko-KR" dirty="0" err="1"/>
              <a:t>massa</a:t>
            </a:r>
            <a:r>
              <a:rPr lang="en-US" altLang="ko-KR" dirty="0"/>
              <a:t> </a:t>
            </a:r>
            <a:r>
              <a:rPr lang="en-US" altLang="ko-KR" dirty="0" err="1"/>
              <a:t>mattis</a:t>
            </a:r>
            <a:r>
              <a:rPr lang="en-US" altLang="ko-KR" dirty="0"/>
              <a:t> </a:t>
            </a:r>
            <a:r>
              <a:rPr lang="en-US" altLang="ko-KR" dirty="0" err="1"/>
              <a:t>sem</a:t>
            </a:r>
            <a:r>
              <a:rPr lang="en-US" altLang="ko-KR" dirty="0"/>
              <a:t>, at </a:t>
            </a:r>
            <a:r>
              <a:rPr lang="en-US" altLang="ko-KR" dirty="0" err="1"/>
              <a:t>interdum</a:t>
            </a:r>
            <a:r>
              <a:rPr lang="en-US" altLang="ko-KR" dirty="0"/>
              <a:t> magna </a:t>
            </a:r>
            <a:r>
              <a:rPr lang="en-US" altLang="ko-KR" dirty="0" err="1"/>
              <a:t>augue</a:t>
            </a:r>
            <a:r>
              <a:rPr lang="en-US" altLang="ko-KR" dirty="0"/>
              <a:t> </a:t>
            </a:r>
            <a:r>
              <a:rPr lang="en-US" altLang="ko-KR" dirty="0" err="1"/>
              <a:t>eget</a:t>
            </a:r>
            <a:r>
              <a:rPr lang="en-US" altLang="ko-KR" dirty="0"/>
              <a:t> diam. </a:t>
            </a:r>
            <a:r>
              <a:rPr lang="en-US" altLang="ko-KR" dirty="0" err="1"/>
              <a:t>Vestibulum</a:t>
            </a:r>
            <a:r>
              <a:rPr lang="en-US" altLang="ko-KR" dirty="0"/>
              <a:t> ante </a:t>
            </a:r>
            <a:r>
              <a:rPr lang="en-US" altLang="ko-KR" dirty="0" err="1"/>
              <a:t>ipsum</a:t>
            </a:r>
            <a:r>
              <a:rPr lang="en-US" altLang="ko-KR" dirty="0"/>
              <a:t> </a:t>
            </a:r>
            <a:r>
              <a:rPr lang="en-US" altLang="ko-KR" dirty="0" err="1"/>
              <a:t>primis</a:t>
            </a:r>
            <a:r>
              <a:rPr lang="en-US" altLang="ko-KR" dirty="0"/>
              <a:t> in </a:t>
            </a:r>
            <a:r>
              <a:rPr lang="en-US" altLang="ko-KR" dirty="0" err="1"/>
              <a:t>faucibus</a:t>
            </a:r>
            <a:r>
              <a:rPr lang="en-US" altLang="ko-KR" dirty="0"/>
              <a:t> </a:t>
            </a:r>
            <a:r>
              <a:rPr lang="en-US" altLang="ko-KR" dirty="0" err="1"/>
              <a:t>orci</a:t>
            </a:r>
            <a:r>
              <a:rPr lang="en-US" altLang="ko-KR" dirty="0"/>
              <a:t> </a:t>
            </a:r>
            <a:r>
              <a:rPr lang="en-US" altLang="ko-KR" dirty="0" err="1"/>
              <a:t>luctus</a:t>
            </a:r>
            <a:r>
              <a:rPr lang="en-US" altLang="ko-KR" dirty="0"/>
              <a:t> et </a:t>
            </a:r>
            <a:r>
              <a:rPr lang="en-US" altLang="ko-KR" dirty="0" err="1"/>
              <a:t>ultrices</a:t>
            </a:r>
            <a:r>
              <a:rPr lang="en-US" altLang="ko-KR" dirty="0"/>
              <a:t> </a:t>
            </a:r>
            <a:r>
              <a:rPr lang="en-US" altLang="ko-KR" dirty="0" err="1"/>
              <a:t>posuere</a:t>
            </a:r>
            <a:r>
              <a:rPr lang="en-US" altLang="ko-KR" dirty="0"/>
              <a:t> </a:t>
            </a:r>
            <a:r>
              <a:rPr lang="en-US" altLang="ko-KR" dirty="0" err="1"/>
              <a:t>cubilia</a:t>
            </a:r>
            <a:r>
              <a:rPr lang="en-US" altLang="ko-KR" dirty="0"/>
              <a:t> </a:t>
            </a:r>
            <a:r>
              <a:rPr lang="en-US" altLang="ko-KR" dirty="0" err="1"/>
              <a:t>Curae</a:t>
            </a:r>
            <a:r>
              <a:rPr lang="en-US" altLang="ko-KR" dirty="0"/>
              <a:t>; </a:t>
            </a:r>
            <a:r>
              <a:rPr lang="en-US" altLang="ko-KR" dirty="0" err="1"/>
              <a:t>Morbi</a:t>
            </a:r>
            <a:r>
              <a:rPr lang="en-US" altLang="ko-KR" dirty="0"/>
              <a:t> </a:t>
            </a:r>
            <a:r>
              <a:rPr lang="en-US" altLang="ko-KR" dirty="0" err="1"/>
              <a:t>lacinia</a:t>
            </a:r>
            <a:r>
              <a:rPr lang="en-US" altLang="ko-KR" dirty="0"/>
              <a:t> </a:t>
            </a:r>
            <a:r>
              <a:rPr lang="en-US" altLang="ko-KR" dirty="0" err="1"/>
              <a:t>molestie</a:t>
            </a:r>
            <a:r>
              <a:rPr lang="en-US" altLang="ko-KR" dirty="0"/>
              <a:t> dui. </a:t>
            </a:r>
            <a:r>
              <a:rPr lang="en-US" altLang="ko-KR" dirty="0" err="1"/>
              <a:t>Praesent</a:t>
            </a:r>
            <a:r>
              <a:rPr lang="en-US" altLang="ko-KR" dirty="0"/>
              <a:t> </a:t>
            </a:r>
            <a:r>
              <a:rPr lang="en-US" altLang="ko-KR" dirty="0" err="1"/>
              <a:t>blandit</a:t>
            </a:r>
            <a:r>
              <a:rPr lang="en-US" altLang="ko-KR" dirty="0"/>
              <a:t> dolor. </a:t>
            </a:r>
          </a:p>
          <a:p>
            <a:endParaRPr lang="en-US" altLang="ko-KR" dirty="0"/>
          </a:p>
          <a:p>
            <a:r>
              <a:rPr lang="en-US" altLang="ko-KR" dirty="0" err="1"/>
              <a:t>Sed</a:t>
            </a:r>
            <a:r>
              <a:rPr lang="en-US" altLang="ko-KR" dirty="0"/>
              <a:t> non quam. In </a:t>
            </a:r>
            <a:r>
              <a:rPr lang="en-US" altLang="ko-KR" dirty="0" err="1"/>
              <a:t>vel</a:t>
            </a:r>
            <a:r>
              <a:rPr lang="en-US" altLang="ko-KR" dirty="0"/>
              <a:t> mi sit amen </a:t>
            </a:r>
            <a:r>
              <a:rPr lang="en-US" altLang="ko-KR" dirty="0" err="1"/>
              <a:t>augue</a:t>
            </a:r>
            <a:r>
              <a:rPr lang="en-US" altLang="ko-KR" dirty="0"/>
              <a:t> </a:t>
            </a:r>
            <a:r>
              <a:rPr lang="en-US" altLang="ko-KR" dirty="0" err="1"/>
              <a:t>congue</a:t>
            </a:r>
            <a:r>
              <a:rPr lang="en-US" altLang="ko-KR" dirty="0"/>
              <a:t> </a:t>
            </a:r>
            <a:r>
              <a:rPr lang="en-US" altLang="ko-KR" dirty="0" err="1"/>
              <a:t>elementum</a:t>
            </a:r>
            <a:r>
              <a:rPr lang="en-US" altLang="ko-KR" dirty="0"/>
              <a:t>. </a:t>
            </a:r>
            <a:r>
              <a:rPr lang="en-US" altLang="ko-KR" dirty="0" err="1"/>
              <a:t>Morbi</a:t>
            </a:r>
            <a:r>
              <a:rPr lang="en-US" altLang="ko-KR" dirty="0"/>
              <a:t> in </a:t>
            </a:r>
            <a:r>
              <a:rPr lang="en-US" altLang="ko-KR" dirty="0" err="1"/>
              <a:t>ipsum</a:t>
            </a:r>
            <a:r>
              <a:rPr lang="en-US" altLang="ko-KR" dirty="0"/>
              <a:t> sit amen </a:t>
            </a:r>
            <a:r>
              <a:rPr lang="en-US" altLang="ko-KR" dirty="0" err="1"/>
              <a:t>pede</a:t>
            </a:r>
            <a:r>
              <a:rPr lang="en-US" altLang="ko-KR" dirty="0"/>
              <a:t> </a:t>
            </a:r>
            <a:r>
              <a:rPr lang="en-US" altLang="ko-KR" dirty="0" err="1"/>
              <a:t>facilisis</a:t>
            </a:r>
            <a:r>
              <a:rPr lang="en-US" altLang="ko-KR" dirty="0"/>
              <a:t> </a:t>
            </a:r>
            <a:r>
              <a:rPr lang="en-US" altLang="ko-KR" dirty="0" err="1"/>
              <a:t>laoreet</a:t>
            </a:r>
            <a:r>
              <a:rPr lang="en-US" altLang="ko-KR" dirty="0"/>
              <a:t>. </a:t>
            </a:r>
            <a:r>
              <a:rPr lang="en-US" altLang="ko-KR" dirty="0" err="1"/>
              <a:t>Donec</a:t>
            </a:r>
            <a:r>
              <a:rPr lang="en-US" altLang="ko-KR" dirty="0"/>
              <a:t> lacus </a:t>
            </a:r>
            <a:r>
              <a:rPr lang="en-US" altLang="ko-KR" dirty="0" err="1"/>
              <a:t>nunc</a:t>
            </a:r>
            <a:r>
              <a:rPr lang="en-US" altLang="ko-KR" dirty="0"/>
              <a:t>, </a:t>
            </a:r>
            <a:r>
              <a:rPr lang="en-US" altLang="ko-KR" dirty="0" err="1"/>
              <a:t>viverra</a:t>
            </a:r>
            <a:r>
              <a:rPr lang="en-US" altLang="ko-KR" dirty="0"/>
              <a:t> </a:t>
            </a:r>
            <a:r>
              <a:rPr lang="en-US" altLang="ko-KR" dirty="0" err="1"/>
              <a:t>nec</a:t>
            </a:r>
            <a:r>
              <a:rPr lang="en-US" altLang="ko-KR" dirty="0"/>
              <a:t>, </a:t>
            </a:r>
            <a:r>
              <a:rPr lang="en-US" altLang="ko-KR" dirty="0" err="1"/>
              <a:t>blandit</a:t>
            </a:r>
            <a:r>
              <a:rPr lang="en-US" altLang="ko-KR" dirty="0"/>
              <a:t> </a:t>
            </a:r>
            <a:r>
              <a:rPr lang="en-US" altLang="ko-KR" dirty="0" err="1"/>
              <a:t>vel</a:t>
            </a:r>
            <a:r>
              <a:rPr lang="en-US" altLang="ko-KR" dirty="0"/>
              <a:t>, </a:t>
            </a:r>
            <a:r>
              <a:rPr lang="en-US" altLang="ko-KR" dirty="0" err="1"/>
              <a:t>egestas</a:t>
            </a:r>
            <a:r>
              <a:rPr lang="en-US" altLang="ko-KR" dirty="0"/>
              <a:t> et, </a:t>
            </a:r>
            <a:r>
              <a:rPr lang="en-US" altLang="ko-KR" dirty="0" err="1"/>
              <a:t>augue</a:t>
            </a:r>
            <a:r>
              <a:rPr lang="en-US" altLang="ko-KR" dirty="0"/>
              <a:t>. </a:t>
            </a:r>
            <a:r>
              <a:rPr lang="en-US" altLang="ko-KR" dirty="0" err="1"/>
              <a:t>Vestibulum</a:t>
            </a:r>
            <a:r>
              <a:rPr lang="en-US" altLang="ko-KR" dirty="0"/>
              <a:t> </a:t>
            </a:r>
            <a:r>
              <a:rPr lang="en-US" altLang="ko-KR" dirty="0" err="1"/>
              <a:t>tincidunt</a:t>
            </a:r>
            <a:r>
              <a:rPr lang="en-US" altLang="ko-KR" dirty="0"/>
              <a:t> </a:t>
            </a:r>
            <a:r>
              <a:rPr lang="en-US" altLang="ko-KR" dirty="0" err="1"/>
              <a:t>malesuada</a:t>
            </a:r>
            <a:r>
              <a:rPr lang="en-US" altLang="ko-KR" dirty="0"/>
              <a:t> </a:t>
            </a:r>
            <a:r>
              <a:rPr lang="en-US" altLang="ko-KR" dirty="0" err="1"/>
              <a:t>tellus</a:t>
            </a:r>
            <a:r>
              <a:rPr lang="en-US" altLang="ko-KR" dirty="0"/>
              <a:t>. </a:t>
            </a:r>
            <a:r>
              <a:rPr lang="en-US" altLang="ko-KR" dirty="0" err="1"/>
              <a:t>Ut</a:t>
            </a:r>
            <a:r>
              <a:rPr lang="en-US" altLang="ko-KR" dirty="0"/>
              <a:t> </a:t>
            </a:r>
            <a:r>
              <a:rPr lang="en-US" altLang="ko-KR" dirty="0" err="1"/>
              <a:t>ultrices</a:t>
            </a:r>
            <a:r>
              <a:rPr lang="en-US" altLang="ko-KR" dirty="0"/>
              <a:t> </a:t>
            </a:r>
            <a:r>
              <a:rPr lang="en-US" altLang="ko-KR" dirty="0" err="1"/>
              <a:t>enim</a:t>
            </a:r>
            <a:r>
              <a:rPr lang="en-US" altLang="ko-KR" dirty="0"/>
              <a:t>. </a:t>
            </a:r>
            <a:r>
              <a:rPr lang="en-US" altLang="ko-KR" dirty="0" err="1"/>
              <a:t>Curabitur</a:t>
            </a:r>
            <a:r>
              <a:rPr lang="en-US" altLang="ko-KR" dirty="0"/>
              <a:t> sit amen </a:t>
            </a:r>
            <a:r>
              <a:rPr lang="en-US" altLang="ko-KR" dirty="0" err="1"/>
              <a:t>mauris</a:t>
            </a:r>
            <a:r>
              <a:rPr lang="en-US" altLang="ko-KR" dirty="0"/>
              <a:t>. </a:t>
            </a:r>
          </a:p>
          <a:p>
            <a:endParaRPr lang="en-US" altLang="ko-KR" dirty="0"/>
          </a:p>
        </p:txBody>
      </p:sp>
      <p:sp>
        <p:nvSpPr>
          <p:cNvPr id="30" name="그림 개체 틀 29"/>
          <p:cNvSpPr>
            <a:spLocks noGrp="1"/>
          </p:cNvSpPr>
          <p:nvPr>
            <p:ph type="pic" sz="quarter" idx="23"/>
          </p:nvPr>
        </p:nvSpPr>
        <p:spPr/>
      </p:sp>
      <p:sp>
        <p:nvSpPr>
          <p:cNvPr id="31" name="그림 개체 틀 30"/>
          <p:cNvSpPr>
            <a:spLocks noGrp="1"/>
          </p:cNvSpPr>
          <p:nvPr>
            <p:ph type="pic" sz="quarter" idx="24"/>
          </p:nvPr>
        </p:nvSpPr>
        <p:spPr/>
      </p:sp>
      <p:sp>
        <p:nvSpPr>
          <p:cNvPr id="32" name="그림 개체 틀 31"/>
          <p:cNvSpPr>
            <a:spLocks noGrp="1"/>
          </p:cNvSpPr>
          <p:nvPr>
            <p:ph type="pic" sz="quarter" idx="25"/>
          </p:nvPr>
        </p:nvSpPr>
        <p:spPr/>
      </p:sp>
      <p:sp>
        <p:nvSpPr>
          <p:cNvPr id="33" name="그림 개체 틀 32"/>
          <p:cNvSpPr>
            <a:spLocks noGrp="1"/>
          </p:cNvSpPr>
          <p:nvPr>
            <p:ph type="pic" sz="quarter" idx="26"/>
          </p:nvPr>
        </p:nvSpPr>
        <p:spPr/>
      </p:sp>
      <p:sp>
        <p:nvSpPr>
          <p:cNvPr id="34" name="그림 개체 틀 33"/>
          <p:cNvSpPr>
            <a:spLocks noGrp="1"/>
          </p:cNvSpPr>
          <p:nvPr>
            <p:ph type="pic" sz="quarter" idx="27"/>
          </p:nvPr>
        </p:nvSpPr>
        <p:spPr/>
      </p:sp>
      <p:sp>
        <p:nvSpPr>
          <p:cNvPr id="35" name="그림 개체 틀 34"/>
          <p:cNvSpPr>
            <a:spLocks noGrp="1"/>
          </p:cNvSpPr>
          <p:nvPr>
            <p:ph type="pic" sz="quarter" idx="28"/>
          </p:nvPr>
        </p:nvSpPr>
        <p:spPr/>
      </p:sp>
      <p:grpSp>
        <p:nvGrpSpPr>
          <p:cNvPr id="41" name="그룹 40"/>
          <p:cNvGrpSpPr/>
          <p:nvPr/>
        </p:nvGrpSpPr>
        <p:grpSpPr>
          <a:xfrm>
            <a:off x="0" y="1687500"/>
            <a:ext cx="1147500" cy="1152000"/>
            <a:chOff x="0" y="1687500"/>
            <a:chExt cx="1147500" cy="1152000"/>
          </a:xfrm>
        </p:grpSpPr>
        <p:sp>
          <p:nvSpPr>
            <p:cNvPr id="36" name="직사각형 35"/>
            <p:cNvSpPr>
              <a:spLocks/>
            </p:cNvSpPr>
            <p:nvPr/>
          </p:nvSpPr>
          <p:spPr>
            <a:xfrm>
              <a:off x="0" y="1687500"/>
              <a:ext cx="1147500" cy="1152000"/>
            </a:xfrm>
            <a:prstGeom prst="rect">
              <a:avLst/>
            </a:prstGeom>
            <a:solidFill>
              <a:schemeClr val="accent1">
                <a:alpha val="9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ts val="5000"/>
                </a:lnSpc>
                <a:defRPr/>
              </a:pPr>
              <a:endParaRPr lang="en-US" altLang="ko-KR" sz="7500" dirty="0">
                <a:gradFill>
                  <a:gsLst>
                    <a:gs pos="0">
                      <a:srgbClr val="FFFFFF"/>
                    </a:gs>
                    <a:gs pos="100000">
                      <a:srgbClr val="FFFFFF"/>
                    </a:gs>
                  </a:gsLst>
                  <a:lin ang="5400000" scaled="0"/>
                </a:gradFill>
                <a:latin typeface="Entypo" pitchFamily="50" charset="0"/>
                <a:ea typeface="Roboto Light" pitchFamily="2" charset="0"/>
                <a:cs typeface="Roboto Condensed Regular"/>
              </a:endParaRPr>
            </a:p>
            <a:p>
              <a:pPr algn="ctr">
                <a:lnSpc>
                  <a:spcPts val="2000"/>
                </a:lnSpc>
                <a:defRPr/>
              </a:pPr>
              <a:r>
                <a:rPr lang="en-US" altLang="ko-KR" sz="1500" dirty="0">
                  <a:gradFill>
                    <a:gsLst>
                      <a:gs pos="0">
                        <a:schemeClr val="accent3"/>
                      </a:gs>
                      <a:gs pos="100000">
                        <a:schemeClr val="accent3"/>
                      </a:gs>
                    </a:gsLst>
                    <a:lin ang="5400000" scaled="0"/>
                  </a:gradFill>
                  <a:latin typeface="Roboto Condensed Regular"/>
                  <a:ea typeface="Roboto Light" pitchFamily="2" charset="0"/>
                  <a:cs typeface="Roboto Condensed Regular"/>
                </a:rPr>
                <a:t>Contents</a:t>
              </a:r>
            </a:p>
          </p:txBody>
        </p:sp>
        <p:sp>
          <p:nvSpPr>
            <p:cNvPr id="38" name="Freeform 48"/>
            <p:cNvSpPr>
              <a:spLocks noEditPoints="1"/>
            </p:cNvSpPr>
            <p:nvPr/>
          </p:nvSpPr>
          <p:spPr bwMode="auto">
            <a:xfrm>
              <a:off x="390393" y="1799113"/>
              <a:ext cx="366713" cy="536575"/>
            </a:xfrm>
            <a:custGeom>
              <a:avLst/>
              <a:gdLst/>
              <a:ahLst/>
              <a:cxnLst>
                <a:cxn ang="0">
                  <a:pos x="76" y="31"/>
                </a:cxn>
                <a:cxn ang="0">
                  <a:pos x="80" y="27"/>
                </a:cxn>
                <a:cxn ang="0">
                  <a:pos x="76" y="23"/>
                </a:cxn>
                <a:cxn ang="0">
                  <a:pos x="23" y="76"/>
                </a:cxn>
                <a:cxn ang="0">
                  <a:pos x="27" y="80"/>
                </a:cxn>
                <a:cxn ang="0">
                  <a:pos x="31" y="76"/>
                </a:cxn>
                <a:cxn ang="0">
                  <a:pos x="76" y="31"/>
                </a:cxn>
                <a:cxn ang="0">
                  <a:pos x="44" y="192"/>
                </a:cxn>
                <a:cxn ang="0">
                  <a:pos x="45" y="203"/>
                </a:cxn>
                <a:cxn ang="0">
                  <a:pos x="56" y="209"/>
                </a:cxn>
                <a:cxn ang="0">
                  <a:pos x="57" y="216"/>
                </a:cxn>
                <a:cxn ang="0">
                  <a:pos x="76" y="221"/>
                </a:cxn>
                <a:cxn ang="0">
                  <a:pos x="95" y="216"/>
                </a:cxn>
                <a:cxn ang="0">
                  <a:pos x="96" y="209"/>
                </a:cxn>
                <a:cxn ang="0">
                  <a:pos x="106" y="203"/>
                </a:cxn>
                <a:cxn ang="0">
                  <a:pos x="108" y="192"/>
                </a:cxn>
                <a:cxn ang="0">
                  <a:pos x="76" y="197"/>
                </a:cxn>
                <a:cxn ang="0">
                  <a:pos x="44" y="192"/>
                </a:cxn>
                <a:cxn ang="0">
                  <a:pos x="41" y="170"/>
                </a:cxn>
                <a:cxn ang="0">
                  <a:pos x="42" y="182"/>
                </a:cxn>
                <a:cxn ang="0">
                  <a:pos x="76" y="188"/>
                </a:cxn>
                <a:cxn ang="0">
                  <a:pos x="109" y="182"/>
                </a:cxn>
                <a:cxn ang="0">
                  <a:pos x="111" y="170"/>
                </a:cxn>
                <a:cxn ang="0">
                  <a:pos x="76" y="177"/>
                </a:cxn>
                <a:cxn ang="0">
                  <a:pos x="41" y="170"/>
                </a:cxn>
                <a:cxn ang="0">
                  <a:pos x="76" y="0"/>
                </a:cxn>
                <a:cxn ang="0">
                  <a:pos x="0" y="76"/>
                </a:cxn>
                <a:cxn ang="0">
                  <a:pos x="36" y="141"/>
                </a:cxn>
                <a:cxn ang="0">
                  <a:pos x="39" y="160"/>
                </a:cxn>
                <a:cxn ang="0">
                  <a:pos x="76" y="168"/>
                </a:cxn>
                <a:cxn ang="0">
                  <a:pos x="113" y="160"/>
                </a:cxn>
                <a:cxn ang="0">
                  <a:pos x="115" y="141"/>
                </a:cxn>
                <a:cxn ang="0">
                  <a:pos x="152" y="76"/>
                </a:cxn>
                <a:cxn ang="0">
                  <a:pos x="76" y="0"/>
                </a:cxn>
                <a:cxn ang="0">
                  <a:pos x="104" y="132"/>
                </a:cxn>
                <a:cxn ang="0">
                  <a:pos x="102" y="150"/>
                </a:cxn>
                <a:cxn ang="0">
                  <a:pos x="76" y="154"/>
                </a:cxn>
                <a:cxn ang="0">
                  <a:pos x="50" y="150"/>
                </a:cxn>
                <a:cxn ang="0">
                  <a:pos x="48" y="132"/>
                </a:cxn>
                <a:cxn ang="0">
                  <a:pos x="13" y="76"/>
                </a:cxn>
                <a:cxn ang="0">
                  <a:pos x="76" y="14"/>
                </a:cxn>
                <a:cxn ang="0">
                  <a:pos x="139" y="76"/>
                </a:cxn>
                <a:cxn ang="0">
                  <a:pos x="104" y="132"/>
                </a:cxn>
                <a:cxn ang="0">
                  <a:pos x="93" y="104"/>
                </a:cxn>
                <a:cxn ang="0">
                  <a:pos x="76" y="74"/>
                </a:cxn>
                <a:cxn ang="0">
                  <a:pos x="59" y="104"/>
                </a:cxn>
                <a:cxn ang="0">
                  <a:pos x="52" y="89"/>
                </a:cxn>
                <a:cxn ang="0">
                  <a:pos x="41" y="94"/>
                </a:cxn>
                <a:cxn ang="0">
                  <a:pos x="58" y="131"/>
                </a:cxn>
                <a:cxn ang="0">
                  <a:pos x="76" y="98"/>
                </a:cxn>
                <a:cxn ang="0">
                  <a:pos x="94" y="131"/>
                </a:cxn>
                <a:cxn ang="0">
                  <a:pos x="111" y="94"/>
                </a:cxn>
                <a:cxn ang="0">
                  <a:pos x="100" y="89"/>
                </a:cxn>
                <a:cxn ang="0">
                  <a:pos x="93" y="104"/>
                </a:cxn>
              </a:cxnLst>
              <a:rect l="0" t="0" r="r" b="b"/>
              <a:pathLst>
                <a:path w="152" h="221">
                  <a:moveTo>
                    <a:pt x="76" y="31"/>
                  </a:moveTo>
                  <a:cubicBezTo>
                    <a:pt x="78" y="31"/>
                    <a:pt x="80" y="30"/>
                    <a:pt x="80" y="27"/>
                  </a:cubicBezTo>
                  <a:cubicBezTo>
                    <a:pt x="80" y="25"/>
                    <a:pt x="78" y="23"/>
                    <a:pt x="76" y="23"/>
                  </a:cubicBezTo>
                  <a:cubicBezTo>
                    <a:pt x="47" y="23"/>
                    <a:pt x="23" y="47"/>
                    <a:pt x="23" y="76"/>
                  </a:cubicBezTo>
                  <a:cubicBezTo>
                    <a:pt x="23" y="78"/>
                    <a:pt x="25" y="80"/>
                    <a:pt x="27" y="80"/>
                  </a:cubicBezTo>
                  <a:cubicBezTo>
                    <a:pt x="29" y="80"/>
                    <a:pt x="31" y="78"/>
                    <a:pt x="31" y="76"/>
                  </a:cubicBezTo>
                  <a:cubicBezTo>
                    <a:pt x="31" y="52"/>
                    <a:pt x="51" y="31"/>
                    <a:pt x="76" y="31"/>
                  </a:cubicBezTo>
                  <a:close/>
                  <a:moveTo>
                    <a:pt x="44" y="192"/>
                  </a:moveTo>
                  <a:cubicBezTo>
                    <a:pt x="45" y="203"/>
                    <a:pt x="45" y="203"/>
                    <a:pt x="45" y="203"/>
                  </a:cubicBezTo>
                  <a:cubicBezTo>
                    <a:pt x="45" y="203"/>
                    <a:pt x="48" y="207"/>
                    <a:pt x="56" y="209"/>
                  </a:cubicBezTo>
                  <a:cubicBezTo>
                    <a:pt x="57" y="216"/>
                    <a:pt x="57" y="216"/>
                    <a:pt x="57" y="216"/>
                  </a:cubicBezTo>
                  <a:cubicBezTo>
                    <a:pt x="57" y="216"/>
                    <a:pt x="61" y="221"/>
                    <a:pt x="76" y="221"/>
                  </a:cubicBezTo>
                  <a:cubicBezTo>
                    <a:pt x="91" y="221"/>
                    <a:pt x="95" y="216"/>
                    <a:pt x="95" y="216"/>
                  </a:cubicBezTo>
                  <a:cubicBezTo>
                    <a:pt x="96" y="209"/>
                    <a:pt x="96" y="209"/>
                    <a:pt x="96" y="209"/>
                  </a:cubicBezTo>
                  <a:cubicBezTo>
                    <a:pt x="104" y="207"/>
                    <a:pt x="106" y="203"/>
                    <a:pt x="106" y="203"/>
                  </a:cubicBezTo>
                  <a:cubicBezTo>
                    <a:pt x="108" y="192"/>
                    <a:pt x="108" y="192"/>
                    <a:pt x="108" y="192"/>
                  </a:cubicBezTo>
                  <a:cubicBezTo>
                    <a:pt x="98" y="195"/>
                    <a:pt x="87" y="197"/>
                    <a:pt x="76" y="197"/>
                  </a:cubicBezTo>
                  <a:cubicBezTo>
                    <a:pt x="64" y="197"/>
                    <a:pt x="54" y="195"/>
                    <a:pt x="44" y="192"/>
                  </a:cubicBezTo>
                  <a:close/>
                  <a:moveTo>
                    <a:pt x="41" y="170"/>
                  </a:moveTo>
                  <a:cubicBezTo>
                    <a:pt x="42" y="182"/>
                    <a:pt x="42" y="182"/>
                    <a:pt x="42" y="182"/>
                  </a:cubicBezTo>
                  <a:cubicBezTo>
                    <a:pt x="52" y="186"/>
                    <a:pt x="64" y="188"/>
                    <a:pt x="76" y="188"/>
                  </a:cubicBezTo>
                  <a:cubicBezTo>
                    <a:pt x="88" y="188"/>
                    <a:pt x="99" y="186"/>
                    <a:pt x="109" y="182"/>
                  </a:cubicBezTo>
                  <a:cubicBezTo>
                    <a:pt x="111" y="170"/>
                    <a:pt x="111" y="170"/>
                    <a:pt x="111" y="170"/>
                  </a:cubicBezTo>
                  <a:cubicBezTo>
                    <a:pt x="100" y="174"/>
                    <a:pt x="89" y="177"/>
                    <a:pt x="76" y="177"/>
                  </a:cubicBezTo>
                  <a:cubicBezTo>
                    <a:pt x="63" y="177"/>
                    <a:pt x="51" y="174"/>
                    <a:pt x="41" y="170"/>
                  </a:cubicBezTo>
                  <a:close/>
                  <a:moveTo>
                    <a:pt x="76" y="0"/>
                  </a:moveTo>
                  <a:cubicBezTo>
                    <a:pt x="34" y="0"/>
                    <a:pt x="0" y="34"/>
                    <a:pt x="0" y="76"/>
                  </a:cubicBezTo>
                  <a:cubicBezTo>
                    <a:pt x="0" y="104"/>
                    <a:pt x="15" y="128"/>
                    <a:pt x="36" y="141"/>
                  </a:cubicBezTo>
                  <a:cubicBezTo>
                    <a:pt x="39" y="160"/>
                    <a:pt x="39" y="160"/>
                    <a:pt x="39" y="160"/>
                  </a:cubicBezTo>
                  <a:cubicBezTo>
                    <a:pt x="50" y="165"/>
                    <a:pt x="63" y="168"/>
                    <a:pt x="76" y="168"/>
                  </a:cubicBezTo>
                  <a:cubicBezTo>
                    <a:pt x="89" y="168"/>
                    <a:pt x="102" y="165"/>
                    <a:pt x="113" y="160"/>
                  </a:cubicBezTo>
                  <a:cubicBezTo>
                    <a:pt x="115" y="141"/>
                    <a:pt x="115" y="141"/>
                    <a:pt x="115" y="141"/>
                  </a:cubicBezTo>
                  <a:cubicBezTo>
                    <a:pt x="137" y="128"/>
                    <a:pt x="152" y="104"/>
                    <a:pt x="152" y="76"/>
                  </a:cubicBezTo>
                  <a:cubicBezTo>
                    <a:pt x="152" y="34"/>
                    <a:pt x="118" y="0"/>
                    <a:pt x="76" y="0"/>
                  </a:cubicBezTo>
                  <a:close/>
                  <a:moveTo>
                    <a:pt x="104" y="132"/>
                  </a:moveTo>
                  <a:cubicBezTo>
                    <a:pt x="102" y="150"/>
                    <a:pt x="102" y="150"/>
                    <a:pt x="102" y="150"/>
                  </a:cubicBezTo>
                  <a:cubicBezTo>
                    <a:pt x="102" y="150"/>
                    <a:pt x="95" y="154"/>
                    <a:pt x="76" y="154"/>
                  </a:cubicBezTo>
                  <a:cubicBezTo>
                    <a:pt x="57" y="154"/>
                    <a:pt x="50" y="150"/>
                    <a:pt x="50" y="150"/>
                  </a:cubicBezTo>
                  <a:cubicBezTo>
                    <a:pt x="48" y="132"/>
                    <a:pt x="48" y="132"/>
                    <a:pt x="48" y="132"/>
                  </a:cubicBezTo>
                  <a:cubicBezTo>
                    <a:pt x="27" y="122"/>
                    <a:pt x="13" y="101"/>
                    <a:pt x="13" y="76"/>
                  </a:cubicBezTo>
                  <a:cubicBezTo>
                    <a:pt x="13" y="42"/>
                    <a:pt x="41" y="14"/>
                    <a:pt x="76" y="14"/>
                  </a:cubicBezTo>
                  <a:cubicBezTo>
                    <a:pt x="110" y="14"/>
                    <a:pt x="139" y="42"/>
                    <a:pt x="139" y="76"/>
                  </a:cubicBezTo>
                  <a:cubicBezTo>
                    <a:pt x="139" y="101"/>
                    <a:pt x="124" y="122"/>
                    <a:pt x="104" y="132"/>
                  </a:cubicBezTo>
                  <a:close/>
                  <a:moveTo>
                    <a:pt x="93" y="104"/>
                  </a:moveTo>
                  <a:cubicBezTo>
                    <a:pt x="76" y="74"/>
                    <a:pt x="76" y="74"/>
                    <a:pt x="76" y="74"/>
                  </a:cubicBezTo>
                  <a:cubicBezTo>
                    <a:pt x="59" y="104"/>
                    <a:pt x="59" y="104"/>
                    <a:pt x="59" y="104"/>
                  </a:cubicBezTo>
                  <a:cubicBezTo>
                    <a:pt x="52" y="89"/>
                    <a:pt x="52" y="89"/>
                    <a:pt x="52" y="89"/>
                  </a:cubicBezTo>
                  <a:cubicBezTo>
                    <a:pt x="41" y="94"/>
                    <a:pt x="41" y="94"/>
                    <a:pt x="41" y="94"/>
                  </a:cubicBezTo>
                  <a:cubicBezTo>
                    <a:pt x="58" y="131"/>
                    <a:pt x="58" y="131"/>
                    <a:pt x="58" y="131"/>
                  </a:cubicBezTo>
                  <a:cubicBezTo>
                    <a:pt x="76" y="98"/>
                    <a:pt x="76" y="98"/>
                    <a:pt x="76" y="98"/>
                  </a:cubicBezTo>
                  <a:cubicBezTo>
                    <a:pt x="94" y="131"/>
                    <a:pt x="94" y="131"/>
                    <a:pt x="94" y="131"/>
                  </a:cubicBezTo>
                  <a:cubicBezTo>
                    <a:pt x="111" y="94"/>
                    <a:pt x="111" y="94"/>
                    <a:pt x="111" y="94"/>
                  </a:cubicBezTo>
                  <a:cubicBezTo>
                    <a:pt x="100" y="89"/>
                    <a:pt x="100" y="89"/>
                    <a:pt x="100" y="89"/>
                  </a:cubicBezTo>
                  <a:lnTo>
                    <a:pt x="93" y="104"/>
                  </a:ln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40" name="그룹 39"/>
          <p:cNvGrpSpPr/>
          <p:nvPr/>
        </p:nvGrpSpPr>
        <p:grpSpPr>
          <a:xfrm>
            <a:off x="3447000" y="2839500"/>
            <a:ext cx="1147500" cy="1152000"/>
            <a:chOff x="3447000" y="2839500"/>
            <a:chExt cx="1147500" cy="1152000"/>
          </a:xfrm>
        </p:grpSpPr>
        <p:sp>
          <p:nvSpPr>
            <p:cNvPr id="37" name="직사각형 36"/>
            <p:cNvSpPr>
              <a:spLocks/>
            </p:cNvSpPr>
            <p:nvPr/>
          </p:nvSpPr>
          <p:spPr>
            <a:xfrm>
              <a:off x="3447000" y="2839500"/>
              <a:ext cx="1147500" cy="1152000"/>
            </a:xfrm>
            <a:prstGeom prst="rect">
              <a:avLst/>
            </a:prstGeom>
            <a:solidFill>
              <a:schemeClr val="accent1">
                <a:alpha val="9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ts val="5000"/>
                </a:lnSpc>
                <a:defRPr/>
              </a:pPr>
              <a:endParaRPr lang="en-US" altLang="ko-KR" sz="7500" dirty="0">
                <a:gradFill>
                  <a:gsLst>
                    <a:gs pos="0">
                      <a:srgbClr val="FFFFFF"/>
                    </a:gs>
                    <a:gs pos="100000">
                      <a:srgbClr val="FFFFFF"/>
                    </a:gs>
                  </a:gsLst>
                  <a:lin ang="5400000" scaled="0"/>
                </a:gradFill>
                <a:latin typeface="Entypo" pitchFamily="50" charset="0"/>
                <a:ea typeface="Roboto Light" pitchFamily="2" charset="0"/>
                <a:cs typeface="Roboto Condensed Regular"/>
              </a:endParaRPr>
            </a:p>
            <a:p>
              <a:pPr algn="ctr">
                <a:lnSpc>
                  <a:spcPts val="2500"/>
                </a:lnSpc>
                <a:defRPr/>
              </a:pPr>
              <a:r>
                <a:rPr lang="en-US" altLang="ko-KR" sz="1500" dirty="0">
                  <a:gradFill>
                    <a:gsLst>
                      <a:gs pos="0">
                        <a:schemeClr val="accent3"/>
                      </a:gs>
                      <a:gs pos="100000">
                        <a:schemeClr val="accent3"/>
                      </a:gs>
                    </a:gsLst>
                    <a:lin ang="5400000" scaled="0"/>
                  </a:gradFill>
                  <a:latin typeface="Roboto Condensed Regular"/>
                  <a:ea typeface="Roboto Light" pitchFamily="2" charset="0"/>
                  <a:cs typeface="Roboto Condensed Regular"/>
                </a:rPr>
                <a:t>Contents</a:t>
              </a:r>
            </a:p>
          </p:txBody>
        </p:sp>
        <p:sp>
          <p:nvSpPr>
            <p:cNvPr id="39" name="Freeform 39"/>
            <p:cNvSpPr>
              <a:spLocks noEditPoints="1"/>
            </p:cNvSpPr>
            <p:nvPr/>
          </p:nvSpPr>
          <p:spPr bwMode="auto">
            <a:xfrm>
              <a:off x="3747256" y="2995559"/>
              <a:ext cx="541338" cy="539750"/>
            </a:xfrm>
            <a:custGeom>
              <a:avLst/>
              <a:gdLst/>
              <a:ahLst/>
              <a:cxnLst>
                <a:cxn ang="0">
                  <a:pos x="176" y="48"/>
                </a:cxn>
                <a:cxn ang="0">
                  <a:pos x="169" y="48"/>
                </a:cxn>
                <a:cxn ang="0">
                  <a:pos x="169" y="54"/>
                </a:cxn>
                <a:cxn ang="0">
                  <a:pos x="169" y="120"/>
                </a:cxn>
                <a:cxn ang="0">
                  <a:pos x="169" y="127"/>
                </a:cxn>
                <a:cxn ang="0">
                  <a:pos x="176" y="127"/>
                </a:cxn>
                <a:cxn ang="0">
                  <a:pos x="176" y="48"/>
                </a:cxn>
                <a:cxn ang="0">
                  <a:pos x="193" y="31"/>
                </a:cxn>
                <a:cxn ang="0">
                  <a:pos x="80" y="31"/>
                </a:cxn>
                <a:cxn ang="0">
                  <a:pos x="68" y="129"/>
                </a:cxn>
                <a:cxn ang="0">
                  <a:pos x="10" y="188"/>
                </a:cxn>
                <a:cxn ang="0">
                  <a:pos x="15" y="208"/>
                </a:cxn>
                <a:cxn ang="0">
                  <a:pos x="35" y="214"/>
                </a:cxn>
                <a:cxn ang="0">
                  <a:pos x="94" y="155"/>
                </a:cxn>
                <a:cxn ang="0">
                  <a:pos x="193" y="144"/>
                </a:cxn>
                <a:cxn ang="0">
                  <a:pos x="193" y="31"/>
                </a:cxn>
                <a:cxn ang="0">
                  <a:pos x="183" y="134"/>
                </a:cxn>
                <a:cxn ang="0">
                  <a:pos x="90" y="134"/>
                </a:cxn>
                <a:cxn ang="0">
                  <a:pos x="90" y="41"/>
                </a:cxn>
                <a:cxn ang="0">
                  <a:pos x="183" y="41"/>
                </a:cxn>
                <a:cxn ang="0">
                  <a:pos x="183" y="134"/>
                </a:cxn>
              </a:cxnLst>
              <a:rect l="0" t="0" r="r" b="b"/>
              <a:pathLst>
                <a:path w="224" h="223">
                  <a:moveTo>
                    <a:pt x="176" y="48"/>
                  </a:moveTo>
                  <a:cubicBezTo>
                    <a:pt x="174" y="46"/>
                    <a:pt x="171" y="46"/>
                    <a:pt x="169" y="48"/>
                  </a:cubicBezTo>
                  <a:cubicBezTo>
                    <a:pt x="167" y="50"/>
                    <a:pt x="167" y="53"/>
                    <a:pt x="169" y="54"/>
                  </a:cubicBezTo>
                  <a:cubicBezTo>
                    <a:pt x="187" y="73"/>
                    <a:pt x="187" y="102"/>
                    <a:pt x="169" y="120"/>
                  </a:cubicBezTo>
                  <a:cubicBezTo>
                    <a:pt x="167" y="122"/>
                    <a:pt x="167" y="125"/>
                    <a:pt x="169" y="127"/>
                  </a:cubicBezTo>
                  <a:cubicBezTo>
                    <a:pt x="171" y="129"/>
                    <a:pt x="174" y="129"/>
                    <a:pt x="176" y="127"/>
                  </a:cubicBezTo>
                  <a:cubicBezTo>
                    <a:pt x="197" y="105"/>
                    <a:pt x="197" y="70"/>
                    <a:pt x="176" y="48"/>
                  </a:cubicBezTo>
                  <a:close/>
                  <a:moveTo>
                    <a:pt x="193" y="31"/>
                  </a:moveTo>
                  <a:cubicBezTo>
                    <a:pt x="161" y="0"/>
                    <a:pt x="111" y="0"/>
                    <a:pt x="80" y="31"/>
                  </a:cubicBezTo>
                  <a:cubicBezTo>
                    <a:pt x="53" y="58"/>
                    <a:pt x="49" y="98"/>
                    <a:pt x="68" y="129"/>
                  </a:cubicBezTo>
                  <a:cubicBezTo>
                    <a:pt x="10" y="188"/>
                    <a:pt x="10" y="188"/>
                    <a:pt x="10" y="188"/>
                  </a:cubicBezTo>
                  <a:cubicBezTo>
                    <a:pt x="10" y="188"/>
                    <a:pt x="0" y="194"/>
                    <a:pt x="15" y="208"/>
                  </a:cubicBezTo>
                  <a:cubicBezTo>
                    <a:pt x="30" y="223"/>
                    <a:pt x="35" y="214"/>
                    <a:pt x="35" y="214"/>
                  </a:cubicBezTo>
                  <a:cubicBezTo>
                    <a:pt x="94" y="155"/>
                    <a:pt x="94" y="155"/>
                    <a:pt x="94" y="155"/>
                  </a:cubicBezTo>
                  <a:cubicBezTo>
                    <a:pt x="125" y="174"/>
                    <a:pt x="166" y="170"/>
                    <a:pt x="193" y="144"/>
                  </a:cubicBezTo>
                  <a:cubicBezTo>
                    <a:pt x="224" y="113"/>
                    <a:pt x="224" y="62"/>
                    <a:pt x="193" y="31"/>
                  </a:cubicBezTo>
                  <a:close/>
                  <a:moveTo>
                    <a:pt x="183" y="134"/>
                  </a:moveTo>
                  <a:cubicBezTo>
                    <a:pt x="157" y="160"/>
                    <a:pt x="115" y="160"/>
                    <a:pt x="90" y="134"/>
                  </a:cubicBezTo>
                  <a:cubicBezTo>
                    <a:pt x="64" y="108"/>
                    <a:pt x="64" y="67"/>
                    <a:pt x="90" y="41"/>
                  </a:cubicBezTo>
                  <a:cubicBezTo>
                    <a:pt x="115" y="15"/>
                    <a:pt x="157" y="15"/>
                    <a:pt x="183" y="41"/>
                  </a:cubicBezTo>
                  <a:cubicBezTo>
                    <a:pt x="208" y="67"/>
                    <a:pt x="208" y="108"/>
                    <a:pt x="183" y="134"/>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Tree>
    <p:extLst>
      <p:ext uri="{BB962C8B-B14F-4D97-AF65-F5344CB8AC3E}">
        <p14:creationId xmlns:p14="http://schemas.microsoft.com/office/powerpoint/2010/main" val="1381503732"/>
      </p:ext>
    </p:extLst>
  </p:cSld>
  <p:clrMapOvr>
    <a:masterClrMapping/>
  </p:clrMapOvr>
  <p:transition spd="med">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그림 개체 틀 22"/>
          <p:cNvSpPr>
            <a:spLocks noGrp="1"/>
          </p:cNvSpPr>
          <p:nvPr>
            <p:ph type="pic" sz="quarter" idx="15"/>
          </p:nvPr>
        </p:nvSpPr>
        <p:spPr/>
      </p:sp>
      <p:sp>
        <p:nvSpPr>
          <p:cNvPr id="3" name="텍스트 개체 틀 2"/>
          <p:cNvSpPr>
            <a:spLocks noGrp="1"/>
          </p:cNvSpPr>
          <p:nvPr>
            <p:ph type="body" sz="quarter" idx="14"/>
          </p:nvPr>
        </p:nvSpPr>
        <p:spPr/>
        <p:txBody>
          <a:bodyPr/>
          <a:lstStyle/>
          <a:p>
            <a:r>
              <a:rPr lang="en-US" altLang="ko-KR" b="0" dirty="0">
                <a:latin typeface="+mn-lt"/>
              </a:rPr>
              <a:t>usto eu magna luctus suscipit. Sed lectus. Integer euismod lacus luctuss magna. Quisque cursus, metus vitae pharetra auctor, sem massa mattis sem, at interdum magna augue eget diam. Vestibulum ante ipsum primis in faucibus orci luctus et ultrices posuere cubilia Curae; Morbi lacinia molestie dui. Praesent blandit dolor. Sed non quam. In vel mi sit amen augue congue elementum. Morbi in ipsum sit amen pede facilisis laoreet. Donec lacus nunc, viverra nec, blandit vel, egestas et, augue. Vestibulum tincidunt malesuada tellus. Ut ultrices enim. Curabitur sit amen mauris. </a:t>
            </a:r>
          </a:p>
        </p:txBody>
      </p:sp>
      <p:sp>
        <p:nvSpPr>
          <p:cNvPr id="7" name="제목 6"/>
          <p:cNvSpPr>
            <a:spLocks noGrp="1"/>
          </p:cNvSpPr>
          <p:nvPr>
            <p:ph type="title"/>
          </p:nvPr>
        </p:nvSpPr>
        <p:spPr/>
        <p:txBody>
          <a:bodyPr/>
          <a:lstStyle/>
          <a:p>
            <a:r>
              <a:rPr lang="en-US" altLang="ko-KR" dirty="0"/>
              <a:t>Full width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Top</a:t>
            </a:r>
            <a:endParaRPr lang="ko-KR" altLang="en-US" dirty="0">
              <a:gradFill>
                <a:gsLst>
                  <a:gs pos="0">
                    <a:schemeClr val="accent1"/>
                  </a:gs>
                  <a:gs pos="100000">
                    <a:schemeClr val="accent1"/>
                  </a:gs>
                </a:gsLst>
                <a:lin ang="0" scaled="1"/>
              </a:gradFill>
            </a:endParaRPr>
          </a:p>
        </p:txBody>
      </p:sp>
    </p:spTree>
    <p:extLst>
      <p:ext uri="{BB962C8B-B14F-4D97-AF65-F5344CB8AC3E}">
        <p14:creationId xmlns:p14="http://schemas.microsoft.com/office/powerpoint/2010/main" val="2167235122"/>
      </p:ext>
    </p:extLst>
  </p:cSld>
  <p:clrMapOvr>
    <a:masterClrMapping/>
  </p:clrMapOvr>
  <p:transition spd="med">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4"/>
          </p:nvPr>
        </p:nvSpPr>
        <p:spPr/>
        <p:txBody>
          <a:bodyPr/>
          <a:lstStyle/>
          <a:p>
            <a:pPr lvl="0"/>
            <a:r>
              <a:rPr lang="en-US" altLang="ko-KR" dirty="0"/>
              <a:t>usto eu magna luctus suscipit. Sed lectus. Integer euismod lacus luctuss magna. Quisque cursus, metus vitae pharetra auctor, sem massa mattis sem, at interdum magna augue eget diam. Vestibulum ante ipsum primis in faucibus orci luctus et ultrices posuere cubilia Curae; Morbi lacinia molestie dui. Praesent blandit dolor. Sed non quam. In vel mi sit amen augue congue elementum. Morbi in ipsum sit amen pede facilisis laoreet. Donec lacus nunc, viverra nec, blandit vel, egestas et, augue. Vestibulum tincidunt malesuada tellus. Ut ultrices enim. Curabitur sit amen mauris. </a:t>
            </a:r>
          </a:p>
        </p:txBody>
      </p:sp>
      <p:sp>
        <p:nvSpPr>
          <p:cNvPr id="4" name="제목 3"/>
          <p:cNvSpPr>
            <a:spLocks noGrp="1"/>
          </p:cNvSpPr>
          <p:nvPr>
            <p:ph type="title"/>
          </p:nvPr>
        </p:nvSpPr>
        <p:spPr/>
        <p:txBody>
          <a:bodyPr/>
          <a:lstStyle/>
          <a:p>
            <a:r>
              <a:rPr lang="en-US" altLang="ko-KR" dirty="0"/>
              <a:t>Full width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Bottom</a:t>
            </a:r>
            <a:endParaRPr lang="ko-KR" altLang="en-US" dirty="0">
              <a:gradFill>
                <a:gsLst>
                  <a:gs pos="0">
                    <a:schemeClr val="accent1"/>
                  </a:gs>
                  <a:gs pos="100000">
                    <a:schemeClr val="accent1"/>
                  </a:gs>
                </a:gsLst>
                <a:lin ang="0" scaled="1"/>
              </a:gradFill>
            </a:endParaRPr>
          </a:p>
        </p:txBody>
      </p:sp>
      <p:sp>
        <p:nvSpPr>
          <p:cNvPr id="2" name="그림 개체 틀 1"/>
          <p:cNvSpPr>
            <a:spLocks noGrp="1"/>
          </p:cNvSpPr>
          <p:nvPr>
            <p:ph type="pic" sz="quarter" idx="15"/>
          </p:nvPr>
        </p:nvSpPr>
        <p:spPr/>
      </p:sp>
    </p:spTree>
    <p:extLst>
      <p:ext uri="{BB962C8B-B14F-4D97-AF65-F5344CB8AC3E}">
        <p14:creationId xmlns:p14="http://schemas.microsoft.com/office/powerpoint/2010/main" val="1805308442"/>
      </p:ext>
    </p:extLst>
  </p:cSld>
  <p:clrMapOvr>
    <a:masterClrMapping/>
  </p:clrMapOvr>
  <p:transition spd="med">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그림 개체 틀 8"/>
          <p:cNvSpPr>
            <a:spLocks noGrp="1"/>
          </p:cNvSpPr>
          <p:nvPr>
            <p:ph type="pic" sz="quarter" idx="15"/>
          </p:nvPr>
        </p:nvSpPr>
        <p:spPr/>
      </p:sp>
      <p:sp>
        <p:nvSpPr>
          <p:cNvPr id="6" name="텍스트 개체 틀 5"/>
          <p:cNvSpPr>
            <a:spLocks noGrp="1"/>
          </p:cNvSpPr>
          <p:nvPr>
            <p:ph type="body" sz="quarter" idx="14"/>
          </p:nvPr>
        </p:nvSpPr>
        <p:spPr/>
        <p:txBody>
          <a:bodyPr/>
          <a:lstStyle/>
          <a:p>
            <a:pPr lvl="0"/>
            <a:r>
              <a:rPr lang="en-US" altLang="ko-KR" dirty="0"/>
              <a:t>usto eu magna luctus suscipit. Sed lectus. Int eger euismod lacus luctuss magna. Quisque c ursus, metus vitae pharetra auctor, sem mass a mattis sem, at interdum magna augue eget diam. Vestibulum ante ipsum primis in faucibu s orci luctus et ultrices posuere cubilia Curae; Morbi lacinia molestie dui. Praesent blandit do lor. Sed non quam. In vel mi sit amen augue c ongue elementum. Morbi in ipsum sit amen pe de facilisis laoreet. Donec lacus nunc, viverra nec, blandit vel, egestas et, augue. Vestibulum tincidunt malesuada tellus. Ut ultrices enim. C urabitur sit amen mauris. </a:t>
            </a:r>
          </a:p>
          <a:p>
            <a:endParaRPr lang="ko-KR" altLang="en-US" dirty="0"/>
          </a:p>
        </p:txBody>
      </p:sp>
      <p:sp>
        <p:nvSpPr>
          <p:cNvPr id="5" name="제목 4"/>
          <p:cNvSpPr>
            <a:spLocks noGrp="1"/>
          </p:cNvSpPr>
          <p:nvPr>
            <p:ph type="title"/>
          </p:nvPr>
        </p:nvSpPr>
        <p:spPr/>
        <p:txBody>
          <a:bodyPr/>
          <a:lstStyle/>
          <a:p>
            <a:r>
              <a:rPr lang="en-US" altLang="ko-KR" dirty="0"/>
              <a:t>SIngle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Left</a:t>
            </a:r>
            <a:endParaRPr lang="ko-KR" altLang="en-US" dirty="0">
              <a:gradFill>
                <a:gsLst>
                  <a:gs pos="0">
                    <a:schemeClr val="accent1"/>
                  </a:gs>
                  <a:gs pos="100000">
                    <a:schemeClr val="accent1"/>
                  </a:gs>
                </a:gsLst>
                <a:lin ang="0" scaled="1"/>
              </a:gradFill>
            </a:endParaRPr>
          </a:p>
        </p:txBody>
      </p:sp>
    </p:spTree>
    <p:extLst>
      <p:ext uri="{BB962C8B-B14F-4D97-AF65-F5344CB8AC3E}">
        <p14:creationId xmlns:p14="http://schemas.microsoft.com/office/powerpoint/2010/main" val="2087151823"/>
      </p:ext>
    </p:extLst>
  </p:cSld>
  <p:clrMapOvr>
    <a:masterClrMapping/>
  </p:clrMapOvr>
  <p:transition spd="med">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그림 개체 틀 3"/>
          <p:cNvSpPr>
            <a:spLocks noGrp="1"/>
          </p:cNvSpPr>
          <p:nvPr>
            <p:ph type="pic" sz="quarter" idx="15"/>
          </p:nvPr>
        </p:nvSpPr>
        <p:spPr/>
      </p:sp>
      <p:sp>
        <p:nvSpPr>
          <p:cNvPr id="6" name="텍스트 개체 틀 5"/>
          <p:cNvSpPr>
            <a:spLocks noGrp="1"/>
          </p:cNvSpPr>
          <p:nvPr>
            <p:ph type="body" sz="quarter" idx="14"/>
          </p:nvPr>
        </p:nvSpPr>
        <p:spPr/>
        <p:txBody>
          <a:bodyPr/>
          <a:lstStyle/>
          <a:p>
            <a:pPr lvl="0"/>
            <a:r>
              <a:rPr lang="en-US" altLang="ko-KR" dirty="0"/>
              <a:t>usto eu magna luctus suscipit. Sed lectus. Int eger euismod lacus luctuss magna. Quisque c ursus, metus vitae pharetra auctor, sem mass a mattis sem, at interdum magna augue eget diam. Vestibulum ante ipsum primis in faucibu s orci luctus et ultrices posuere cubilia Curae; Morbi lacinia molestie dui. Praesent blandit do lor. Sed non quam. In vel mi sit amen augue c ongue elementum. Morbi in ipsum sit amen pe de facilisis laoreet. Donec lacus nunc, viverra nec, blandit vel, egestas et, augue. Vestibulum tincidunt malesuada tellus. Ut ultrices enim. C urabitur sit amen mauris. </a:t>
            </a:r>
          </a:p>
          <a:p>
            <a:pPr lvl="0"/>
            <a:endParaRPr lang="ko-KR" altLang="en-US" dirty="0"/>
          </a:p>
          <a:p>
            <a:endParaRPr lang="ko-KR" altLang="en-US" dirty="0"/>
          </a:p>
        </p:txBody>
      </p:sp>
      <p:sp>
        <p:nvSpPr>
          <p:cNvPr id="5" name="제목 4"/>
          <p:cNvSpPr>
            <a:spLocks noGrp="1"/>
          </p:cNvSpPr>
          <p:nvPr>
            <p:ph type="title"/>
          </p:nvPr>
        </p:nvSpPr>
        <p:spPr/>
        <p:txBody>
          <a:bodyPr/>
          <a:lstStyle/>
          <a:p>
            <a:r>
              <a:rPr lang="en-US" altLang="ko-KR" dirty="0"/>
              <a:t>SIngle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Right</a:t>
            </a:r>
            <a:endParaRPr lang="ko-KR" altLang="en-US" dirty="0">
              <a:gradFill>
                <a:gsLst>
                  <a:gs pos="0">
                    <a:schemeClr val="accent1"/>
                  </a:gs>
                  <a:gs pos="100000">
                    <a:schemeClr val="accent1"/>
                  </a:gs>
                </a:gsLst>
                <a:lin ang="0" scaled="1"/>
              </a:gradFill>
            </a:endParaRPr>
          </a:p>
        </p:txBody>
      </p:sp>
    </p:spTree>
    <p:extLst>
      <p:ext uri="{BB962C8B-B14F-4D97-AF65-F5344CB8AC3E}">
        <p14:creationId xmlns:p14="http://schemas.microsoft.com/office/powerpoint/2010/main" val="1995217037"/>
      </p:ext>
    </p:extLst>
  </p:cSld>
  <p:clrMapOvr>
    <a:masterClrMapping/>
  </p:clrMapOvr>
  <p:transition spd="med">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텍스트 개체 틀 5"/>
          <p:cNvSpPr>
            <a:spLocks noGrp="1"/>
          </p:cNvSpPr>
          <p:nvPr>
            <p:ph type="body" sz="quarter" idx="14"/>
          </p:nvPr>
        </p:nvSpPr>
        <p:spPr/>
        <p:txBody>
          <a:bodyPr/>
          <a:lstStyle/>
          <a:p>
            <a:pPr lvl="0"/>
            <a:r>
              <a:rPr lang="en-US" altLang="ko-KR" dirty="0"/>
              <a:t>usto eu magna luctus suscipit. Sed lectus. Int eger euismod lacus luctuss magna. Quisque c ursus, metus vitae pharetra auctor, sem mass a mattis sem, at interdum magna augue eget diam. Vestibulum ante ipsum primis in faucibu s orci luctus et ultrices posuere cubilia Curae; Morbi lacinia molestie dui. Praesent blandit do lor. Sed non quam. In vel mi sit amen augue c ongue elementum. Morbi in ipsum sit amen pe de facilisis laoreet. Donec lacus nunc, viverra nec, blandit vel, egestas et, augue. Vestibulum tincidunt malesuada tellus. Ut ultrices enim. C urabitur sit amen mauris. </a:t>
            </a:r>
          </a:p>
        </p:txBody>
      </p:sp>
      <p:sp>
        <p:nvSpPr>
          <p:cNvPr id="5" name="제목 4"/>
          <p:cNvSpPr>
            <a:spLocks noGrp="1"/>
          </p:cNvSpPr>
          <p:nvPr>
            <p:ph type="title"/>
          </p:nvPr>
        </p:nvSpPr>
        <p:spPr/>
        <p:txBody>
          <a:bodyPr/>
          <a:lstStyle/>
          <a:p>
            <a:r>
              <a:rPr lang="en-US" altLang="ko-KR" dirty="0"/>
              <a:t>2 Vertical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Left</a:t>
            </a:r>
            <a:endParaRPr lang="ko-KR" altLang="en-US" dirty="0">
              <a:gradFill>
                <a:gsLst>
                  <a:gs pos="0">
                    <a:schemeClr val="accent1"/>
                  </a:gs>
                  <a:gs pos="100000">
                    <a:schemeClr val="accent1"/>
                  </a:gs>
                </a:gsLst>
                <a:lin ang="0" scaled="1"/>
              </a:gradFill>
            </a:endParaRPr>
          </a:p>
        </p:txBody>
      </p:sp>
      <p:sp>
        <p:nvSpPr>
          <p:cNvPr id="7" name="텍스트 개체 틀 6"/>
          <p:cNvSpPr>
            <a:spLocks noGrp="1"/>
          </p:cNvSpPr>
          <p:nvPr>
            <p:ph type="body" sz="quarter" idx="15"/>
          </p:nvPr>
        </p:nvSpPr>
        <p:spPr/>
        <p:txBody>
          <a:bodyPr/>
          <a:lstStyle/>
          <a:p>
            <a:pPr lvl="0"/>
            <a:r>
              <a:rPr lang="en-US" altLang="ko-KR" dirty="0"/>
              <a:t>usto eu magna luctus suscipit. Sed lectus. Int eger euismod lacus luctuss magna. Quisque c ursus, metus vitae pharetra auctor, sem mass a mattis sem, at interdum magna augue eget diam. Vestibulum ante ipsum primis in faucibu s orci luctus et ultrices posuere cubilia Curae; Morbi lacinia molestie dui. Praesent blandit do lor. Sed non quam. In vel mi sit amen augue c ongue elementum. Morbi in ipsum sit amen pe de facilisis laoreet. Donec lacus nunc, viverra nec, blandit vel, egestas et, augue. Vestibulum tincidunt malesuada tellus. Ut ultrices enim. C urabitur sit amen mauris. </a:t>
            </a:r>
          </a:p>
        </p:txBody>
      </p:sp>
      <p:sp>
        <p:nvSpPr>
          <p:cNvPr id="2" name="그림 개체 틀 1"/>
          <p:cNvSpPr>
            <a:spLocks noGrp="1"/>
          </p:cNvSpPr>
          <p:nvPr>
            <p:ph type="pic" sz="quarter" idx="16"/>
          </p:nvPr>
        </p:nvSpPr>
        <p:spPr/>
      </p:sp>
      <p:sp>
        <p:nvSpPr>
          <p:cNvPr id="3" name="그림 개체 틀 2"/>
          <p:cNvSpPr>
            <a:spLocks noGrp="1"/>
          </p:cNvSpPr>
          <p:nvPr>
            <p:ph type="pic" sz="quarter" idx="17"/>
          </p:nvPr>
        </p:nvSpPr>
        <p:spPr/>
      </p:sp>
    </p:spTree>
    <p:extLst>
      <p:ext uri="{BB962C8B-B14F-4D97-AF65-F5344CB8AC3E}">
        <p14:creationId xmlns:p14="http://schemas.microsoft.com/office/powerpoint/2010/main" val="4134696069"/>
      </p:ext>
    </p:extLst>
  </p:cSld>
  <p:clrMapOvr>
    <a:masterClrMapping/>
  </p:clrMapOvr>
  <p:transition spd="med">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텍스트 개체 틀 5"/>
          <p:cNvSpPr>
            <a:spLocks noGrp="1"/>
          </p:cNvSpPr>
          <p:nvPr>
            <p:ph type="body" sz="quarter" idx="14"/>
          </p:nvPr>
        </p:nvSpPr>
        <p:spPr/>
        <p:txBody>
          <a:bodyPr/>
          <a:lstStyle/>
          <a:p>
            <a:pPr lvl="0"/>
            <a:r>
              <a:rPr lang="en-US" altLang="ko-KR" dirty="0"/>
              <a:t>usto eu magna luctus suscipit. Sed lectus. Int eger euismod lacus luctuss magna. Quisque c ursus, metus vitae pharetra auctor, sem mass a mattis sem, at interdum magna augue eget diam. Vestibulum ante ipsum primis in faucibu s orci luctus et ultrices posuere cubilia Curae; Morbi lacinia molestie dui. Praesent blandit do lor. Sed non quam. In vel mi sit amen augue c ongue elementum. Morbi in ipsum sit amen pe de facilisis laoreet. Donec lacus nunc, viverra nec, blandit vel, egestas et, augue. Vestibulum tincidunt malesuada tellus. Ut ultrices enim. C urabitur sit amen mauris. </a:t>
            </a:r>
          </a:p>
        </p:txBody>
      </p:sp>
      <p:sp>
        <p:nvSpPr>
          <p:cNvPr id="5" name="제목 4"/>
          <p:cNvSpPr>
            <a:spLocks noGrp="1"/>
          </p:cNvSpPr>
          <p:nvPr>
            <p:ph type="title"/>
          </p:nvPr>
        </p:nvSpPr>
        <p:spPr/>
        <p:txBody>
          <a:bodyPr/>
          <a:lstStyle/>
          <a:p>
            <a:r>
              <a:rPr lang="en-US" altLang="ko-KR" dirty="0"/>
              <a:t>2 Vertical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Right</a:t>
            </a:r>
            <a:endParaRPr lang="ko-KR" altLang="en-US" dirty="0">
              <a:gradFill>
                <a:gsLst>
                  <a:gs pos="0">
                    <a:schemeClr val="accent1"/>
                  </a:gs>
                  <a:gs pos="100000">
                    <a:schemeClr val="accent1"/>
                  </a:gs>
                </a:gsLst>
                <a:lin ang="0" scaled="1"/>
              </a:gradFill>
            </a:endParaRPr>
          </a:p>
        </p:txBody>
      </p:sp>
      <p:sp>
        <p:nvSpPr>
          <p:cNvPr id="7" name="텍스트 개체 틀 6"/>
          <p:cNvSpPr>
            <a:spLocks noGrp="1"/>
          </p:cNvSpPr>
          <p:nvPr>
            <p:ph type="body" sz="quarter" idx="15"/>
          </p:nvPr>
        </p:nvSpPr>
        <p:spPr/>
        <p:txBody>
          <a:bodyPr/>
          <a:lstStyle/>
          <a:p>
            <a:pPr lvl="0"/>
            <a:r>
              <a:rPr lang="en-US" altLang="ko-KR" dirty="0"/>
              <a:t>usto eu magna luctus suscipit. Sed lectus. Int eger euismod lacus luctuss magna. Quisque c ursus, metus vitae pharetra auctor, sem mass a mattis sem, at interdum magna augue eget diam. Vestibulum ante ipsum primis in faucibu s orci luctus et ultrices posuere cubilia Curae; Morbi lacinia molestie dui. Praesent blandit do lor. Sed non quam. In vel mi sit amen augue c ongue elementum. Morbi in ipsum sit amen pe de facilisis laoreet. Donec lacus nunc, viverra nec, blandit vel, egestas et, augue. Vestibulum tincidunt malesuada tellus. Ut ultrices enim. C urabitur sit amen mauris. </a:t>
            </a:r>
          </a:p>
        </p:txBody>
      </p:sp>
      <p:sp>
        <p:nvSpPr>
          <p:cNvPr id="2" name="그림 개체 틀 1"/>
          <p:cNvSpPr>
            <a:spLocks noGrp="1"/>
          </p:cNvSpPr>
          <p:nvPr>
            <p:ph type="pic" sz="quarter" idx="16"/>
          </p:nvPr>
        </p:nvSpPr>
        <p:spPr/>
      </p:sp>
      <p:sp>
        <p:nvSpPr>
          <p:cNvPr id="3" name="그림 개체 틀 2"/>
          <p:cNvSpPr>
            <a:spLocks noGrp="1"/>
          </p:cNvSpPr>
          <p:nvPr>
            <p:ph type="pic" sz="quarter" idx="17"/>
          </p:nvPr>
        </p:nvSpPr>
        <p:spPr/>
      </p:sp>
    </p:spTree>
    <p:extLst>
      <p:ext uri="{BB962C8B-B14F-4D97-AF65-F5344CB8AC3E}">
        <p14:creationId xmlns:p14="http://schemas.microsoft.com/office/powerpoint/2010/main" val="958787177"/>
      </p:ext>
    </p:extLst>
  </p:cSld>
  <p:clrMapOvr>
    <a:masterClrMapping/>
  </p:clrMapOvr>
  <p:transition spd="med">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텍스트 개체 틀 15"/>
          <p:cNvSpPr>
            <a:spLocks noGrp="1"/>
          </p:cNvSpPr>
          <p:nvPr>
            <p:ph type="body" sz="quarter" idx="14"/>
          </p:nvPr>
        </p:nvSpPr>
        <p:spPr/>
        <p:txBody>
          <a:bodyPr/>
          <a:lstStyle/>
          <a:p>
            <a:pPr lvl="0"/>
            <a:r>
              <a:rPr lang="en-US" altLang="ko-KR" dirty="0"/>
              <a:t>usto eu magna luctus suscipit. Sed lectus. Int eger euismod lacus luctuss magna. Quisque c ursus, metus vitae pharetra auctor, sem mass a mattis sem, at interdum magna augue eget diam. Vestibulum ante ipsum primis in faucibu s orci luctus et ultrices posuere cubilia Curae; </a:t>
            </a:r>
            <a:endParaRPr lang="ko-KR" altLang="en-US" dirty="0"/>
          </a:p>
        </p:txBody>
      </p:sp>
      <p:sp>
        <p:nvSpPr>
          <p:cNvPr id="15" name="제목 14"/>
          <p:cNvSpPr>
            <a:spLocks noGrp="1"/>
          </p:cNvSpPr>
          <p:nvPr>
            <p:ph type="title"/>
          </p:nvPr>
        </p:nvSpPr>
        <p:spPr/>
        <p:txBody>
          <a:bodyPr/>
          <a:lstStyle/>
          <a:p>
            <a:r>
              <a:rPr lang="en-US" altLang="ko-KR" dirty="0"/>
              <a:t>2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Top</a:t>
            </a:r>
            <a:endParaRPr lang="ko-KR" altLang="en-US" dirty="0">
              <a:gradFill>
                <a:gsLst>
                  <a:gs pos="0">
                    <a:schemeClr val="accent1"/>
                  </a:gs>
                  <a:gs pos="100000">
                    <a:schemeClr val="accent1"/>
                  </a:gs>
                </a:gsLst>
                <a:lin ang="0" scaled="1"/>
              </a:gradFill>
            </a:endParaRPr>
          </a:p>
        </p:txBody>
      </p:sp>
      <p:sp>
        <p:nvSpPr>
          <p:cNvPr id="17" name="텍스트 개체 틀 16"/>
          <p:cNvSpPr>
            <a:spLocks noGrp="1"/>
          </p:cNvSpPr>
          <p:nvPr>
            <p:ph type="body" sz="quarter" idx="15"/>
          </p:nvPr>
        </p:nvSpPr>
        <p:spPr/>
        <p:txBody>
          <a:bodyPr/>
          <a:lstStyle/>
          <a:p>
            <a:pPr lvl="0"/>
            <a:r>
              <a:rPr lang="en-US" altLang="ko-KR" dirty="0"/>
              <a:t>usto eu magna luctus suscipit. Sed lectus. Int eger euismod lacus luctuss magna. Quisque c ursus, metus vitae pharetra auctor, sem mass a mattis sem, at interdum magna augue eget diam. Vestibulum ante ipsum primis in faucibu s orci luctus et ultrices posuere cubilia Curae; </a:t>
            </a:r>
            <a:endParaRPr lang="ko-KR" altLang="en-US" dirty="0"/>
          </a:p>
        </p:txBody>
      </p:sp>
      <p:sp>
        <p:nvSpPr>
          <p:cNvPr id="4" name="그림 개체 틀 3"/>
          <p:cNvSpPr>
            <a:spLocks noGrp="1"/>
          </p:cNvSpPr>
          <p:nvPr>
            <p:ph type="pic" sz="quarter" idx="16"/>
          </p:nvPr>
        </p:nvSpPr>
        <p:spPr/>
      </p:sp>
      <p:sp>
        <p:nvSpPr>
          <p:cNvPr id="5" name="그림 개체 틀 4"/>
          <p:cNvSpPr>
            <a:spLocks noGrp="1"/>
          </p:cNvSpPr>
          <p:nvPr>
            <p:ph type="pic" sz="quarter" idx="17"/>
          </p:nvPr>
        </p:nvSpPr>
        <p:spPr/>
      </p:sp>
    </p:spTree>
    <p:extLst>
      <p:ext uri="{BB962C8B-B14F-4D97-AF65-F5344CB8AC3E}">
        <p14:creationId xmlns:p14="http://schemas.microsoft.com/office/powerpoint/2010/main" val="3148249240"/>
      </p:ext>
    </p:extLst>
  </p:cSld>
  <p:clrMapOvr>
    <a:masterClrMapping/>
  </p:clrMapOvr>
  <p:transition spd="med">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텍스트 개체 틀 12"/>
          <p:cNvSpPr>
            <a:spLocks noGrp="1"/>
          </p:cNvSpPr>
          <p:nvPr>
            <p:ph type="body" sz="quarter" idx="14"/>
          </p:nvPr>
        </p:nvSpPr>
        <p:spPr/>
        <p:txBody>
          <a:bodyPr/>
          <a:lstStyle/>
          <a:p>
            <a:pPr lvl="0"/>
            <a:r>
              <a:rPr lang="en-US" altLang="ko-KR" dirty="0"/>
              <a:t>usto eu magna luctus suscipit. Sed lectus. Int eger euismod lacus luctuss magna. Quisque c ursus, metus vitae pharetra auctor, sem mass a mattis sem, at interdum magna augue eget diam. Vestibulum ante ipsum primis in faucibu s orci luctus et ultrices posuere cubilia Curae; </a:t>
            </a:r>
            <a:r>
              <a:rPr lang="en-US" altLang="ko-KR" dirty="0" err="1"/>
              <a:t>Morb</a:t>
            </a:r>
            <a:r>
              <a:rPr lang="en-US" altLang="ko-KR" dirty="0"/>
              <a:t>.</a:t>
            </a:r>
          </a:p>
        </p:txBody>
      </p:sp>
      <p:sp>
        <p:nvSpPr>
          <p:cNvPr id="12" name="제목 11"/>
          <p:cNvSpPr>
            <a:spLocks noGrp="1"/>
          </p:cNvSpPr>
          <p:nvPr>
            <p:ph type="title"/>
          </p:nvPr>
        </p:nvSpPr>
        <p:spPr/>
        <p:txBody>
          <a:bodyPr/>
          <a:lstStyle/>
          <a:p>
            <a:r>
              <a:rPr lang="en-US" altLang="ko-KR" dirty="0"/>
              <a:t>2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Bottom</a:t>
            </a:r>
            <a:endParaRPr lang="ko-KR" altLang="en-US" dirty="0">
              <a:gradFill>
                <a:gsLst>
                  <a:gs pos="0">
                    <a:schemeClr val="accent1"/>
                  </a:gs>
                  <a:gs pos="100000">
                    <a:schemeClr val="accent1"/>
                  </a:gs>
                </a:gsLst>
                <a:lin ang="0" scaled="1"/>
              </a:gradFill>
            </a:endParaRPr>
          </a:p>
        </p:txBody>
      </p:sp>
      <p:sp>
        <p:nvSpPr>
          <p:cNvPr id="14" name="텍스트 개체 틀 13"/>
          <p:cNvSpPr>
            <a:spLocks noGrp="1"/>
          </p:cNvSpPr>
          <p:nvPr>
            <p:ph type="body" sz="quarter" idx="15"/>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 a </a:t>
            </a:r>
            <a:r>
              <a:rPr lang="en-US" altLang="ko-KR" dirty="0" err="1"/>
              <a:t>mattis</a:t>
            </a:r>
            <a:r>
              <a:rPr lang="en-US" altLang="ko-KR" dirty="0"/>
              <a:t> </a:t>
            </a:r>
            <a:r>
              <a:rPr lang="en-US" altLang="ko-KR" dirty="0" err="1"/>
              <a:t>sem</a:t>
            </a:r>
            <a:r>
              <a:rPr lang="en-US" altLang="ko-KR" dirty="0"/>
              <a:t>, at </a:t>
            </a:r>
            <a:r>
              <a:rPr lang="en-US" altLang="ko-KR" dirty="0" err="1"/>
              <a:t>interdum</a:t>
            </a:r>
            <a:r>
              <a:rPr lang="en-US" altLang="ko-KR" dirty="0"/>
              <a:t> magna </a:t>
            </a:r>
            <a:r>
              <a:rPr lang="en-US" altLang="ko-KR" dirty="0" err="1"/>
              <a:t>augue</a:t>
            </a:r>
            <a:r>
              <a:rPr lang="en-US" altLang="ko-KR" dirty="0"/>
              <a:t> </a:t>
            </a:r>
            <a:r>
              <a:rPr lang="en-US" altLang="ko-KR" dirty="0" err="1"/>
              <a:t>eget</a:t>
            </a:r>
            <a:r>
              <a:rPr lang="en-US" altLang="ko-KR" dirty="0"/>
              <a:t> diam. </a:t>
            </a:r>
            <a:r>
              <a:rPr lang="en-US" altLang="ko-KR" dirty="0" err="1"/>
              <a:t>Vestibulum</a:t>
            </a:r>
            <a:r>
              <a:rPr lang="en-US" altLang="ko-KR" dirty="0"/>
              <a:t> ante </a:t>
            </a:r>
            <a:r>
              <a:rPr lang="en-US" altLang="ko-KR" dirty="0" err="1"/>
              <a:t>ipsum</a:t>
            </a:r>
            <a:r>
              <a:rPr lang="en-US" altLang="ko-KR" dirty="0"/>
              <a:t> </a:t>
            </a:r>
            <a:r>
              <a:rPr lang="en-US" altLang="ko-KR" dirty="0" err="1"/>
              <a:t>primis</a:t>
            </a:r>
            <a:r>
              <a:rPr lang="en-US" altLang="ko-KR" dirty="0"/>
              <a:t> in </a:t>
            </a:r>
            <a:r>
              <a:rPr lang="en-US" altLang="ko-KR" dirty="0" err="1"/>
              <a:t>faucibu</a:t>
            </a:r>
            <a:r>
              <a:rPr lang="en-US" altLang="ko-KR" dirty="0"/>
              <a:t> s </a:t>
            </a:r>
            <a:r>
              <a:rPr lang="en-US" altLang="ko-KR" dirty="0" err="1"/>
              <a:t>orci</a:t>
            </a:r>
            <a:r>
              <a:rPr lang="en-US" altLang="ko-KR" dirty="0"/>
              <a:t> </a:t>
            </a:r>
            <a:r>
              <a:rPr lang="en-US" altLang="ko-KR" dirty="0" err="1"/>
              <a:t>luctus</a:t>
            </a:r>
            <a:r>
              <a:rPr lang="en-US" altLang="ko-KR" dirty="0"/>
              <a:t> et </a:t>
            </a:r>
            <a:r>
              <a:rPr lang="en-US" altLang="ko-KR" dirty="0" err="1"/>
              <a:t>ultrices</a:t>
            </a:r>
            <a:r>
              <a:rPr lang="en-US" altLang="ko-KR" dirty="0"/>
              <a:t> </a:t>
            </a:r>
            <a:r>
              <a:rPr lang="en-US" altLang="ko-KR" dirty="0" err="1"/>
              <a:t>posuere</a:t>
            </a:r>
            <a:r>
              <a:rPr lang="en-US" altLang="ko-KR" dirty="0"/>
              <a:t> </a:t>
            </a:r>
            <a:r>
              <a:rPr lang="en-US" altLang="ko-KR" dirty="0" err="1"/>
              <a:t>cubilia</a:t>
            </a:r>
            <a:r>
              <a:rPr lang="en-US" altLang="ko-KR" dirty="0"/>
              <a:t> </a:t>
            </a:r>
            <a:r>
              <a:rPr lang="en-US" altLang="ko-KR" dirty="0" err="1"/>
              <a:t>Curae</a:t>
            </a:r>
            <a:r>
              <a:rPr lang="en-US" altLang="ko-KR" dirty="0"/>
              <a:t>; </a:t>
            </a:r>
            <a:r>
              <a:rPr lang="en-US" altLang="ko-KR" dirty="0" err="1"/>
              <a:t>Morb</a:t>
            </a:r>
            <a:r>
              <a:rPr lang="en-US" altLang="ko-KR" dirty="0"/>
              <a:t>.</a:t>
            </a:r>
          </a:p>
        </p:txBody>
      </p:sp>
      <p:sp>
        <p:nvSpPr>
          <p:cNvPr id="4" name="그림 개체 틀 3"/>
          <p:cNvSpPr>
            <a:spLocks noGrp="1"/>
          </p:cNvSpPr>
          <p:nvPr>
            <p:ph type="pic" sz="quarter" idx="16"/>
          </p:nvPr>
        </p:nvSpPr>
        <p:spPr/>
      </p:sp>
      <p:sp>
        <p:nvSpPr>
          <p:cNvPr id="5" name="그림 개체 틀 4"/>
          <p:cNvSpPr>
            <a:spLocks noGrp="1"/>
          </p:cNvSpPr>
          <p:nvPr>
            <p:ph type="pic" sz="quarter" idx="17"/>
          </p:nvPr>
        </p:nvSpPr>
        <p:spPr/>
      </p:sp>
    </p:spTree>
    <p:extLst>
      <p:ext uri="{BB962C8B-B14F-4D97-AF65-F5344CB8AC3E}">
        <p14:creationId xmlns:p14="http://schemas.microsoft.com/office/powerpoint/2010/main" val="155240993"/>
      </p:ext>
    </p:extLst>
  </p:cSld>
  <p:clrMapOvr>
    <a:masterClrMapping/>
  </p:clrMapOvr>
  <p:transition spd="med">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텍스트 개체 틀 7"/>
          <p:cNvSpPr>
            <a:spLocks noGrp="1"/>
          </p:cNvSpPr>
          <p:nvPr>
            <p:ph type="body" sz="quarter" idx="14"/>
          </p:nvPr>
        </p:nvSpPr>
        <p:spPr/>
        <p:txBody>
          <a:bodyPr/>
          <a:lstStyle/>
          <a:p>
            <a:pPr lvl="0"/>
            <a:r>
              <a:rPr lang="en-US" altLang="ko-KR" dirty="0"/>
              <a:t>usto eu magna luctus suscipit. Sed lectus. Int eger euismod lacus luctuss magna. Quisque c ursus, metus vitae pharetra auctor, sem mass a mattis sem, at interdum magna augue eget diam. Vestibulum ante </a:t>
            </a:r>
            <a:r>
              <a:rPr lang="en-US" altLang="ko-KR" dirty="0" err="1"/>
              <a:t>ipsum</a:t>
            </a:r>
            <a:r>
              <a:rPr lang="en-US" altLang="ko-KR" dirty="0"/>
              <a:t> </a:t>
            </a:r>
            <a:r>
              <a:rPr lang="en-US" altLang="ko-KR" dirty="0" err="1"/>
              <a:t>primis</a:t>
            </a:r>
            <a:r>
              <a:rPr lang="en-US" altLang="ko-KR" dirty="0"/>
              <a:t>.</a:t>
            </a:r>
            <a:endParaRPr lang="ko-KR" altLang="en-US" dirty="0"/>
          </a:p>
        </p:txBody>
      </p:sp>
      <p:sp>
        <p:nvSpPr>
          <p:cNvPr id="7" name="제목 6"/>
          <p:cNvSpPr>
            <a:spLocks noGrp="1"/>
          </p:cNvSpPr>
          <p:nvPr>
            <p:ph type="title"/>
          </p:nvPr>
        </p:nvSpPr>
        <p:spPr/>
        <p:txBody>
          <a:bodyPr/>
          <a:lstStyle/>
          <a:p>
            <a:r>
              <a:rPr lang="en-US" altLang="ko-KR" dirty="0"/>
              <a:t>3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Top</a:t>
            </a:r>
            <a:endParaRPr lang="ko-KR" altLang="en-US" dirty="0">
              <a:gradFill>
                <a:gsLst>
                  <a:gs pos="0">
                    <a:schemeClr val="accent1"/>
                  </a:gs>
                  <a:gs pos="100000">
                    <a:schemeClr val="accent1"/>
                  </a:gs>
                </a:gsLst>
                <a:lin ang="0" scaled="1"/>
              </a:gradFill>
            </a:endParaRPr>
          </a:p>
        </p:txBody>
      </p:sp>
      <p:sp>
        <p:nvSpPr>
          <p:cNvPr id="9" name="텍스트 개체 틀 8"/>
          <p:cNvSpPr>
            <a:spLocks noGrp="1"/>
          </p:cNvSpPr>
          <p:nvPr>
            <p:ph type="body" sz="quarter" idx="15"/>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 a </a:t>
            </a:r>
            <a:r>
              <a:rPr lang="en-US" altLang="ko-KR" dirty="0" err="1"/>
              <a:t>mattis</a:t>
            </a:r>
            <a:r>
              <a:rPr lang="en-US" altLang="ko-KR" dirty="0"/>
              <a:t> </a:t>
            </a:r>
            <a:r>
              <a:rPr lang="en-US" altLang="ko-KR" dirty="0" err="1"/>
              <a:t>sem</a:t>
            </a:r>
            <a:r>
              <a:rPr lang="en-US" altLang="ko-KR" dirty="0"/>
              <a:t>, at </a:t>
            </a:r>
            <a:r>
              <a:rPr lang="en-US" altLang="ko-KR" dirty="0" err="1"/>
              <a:t>interdum</a:t>
            </a:r>
            <a:r>
              <a:rPr lang="en-US" altLang="ko-KR" dirty="0"/>
              <a:t> magna </a:t>
            </a:r>
            <a:r>
              <a:rPr lang="en-US" altLang="ko-KR" dirty="0" err="1"/>
              <a:t>augue</a:t>
            </a:r>
            <a:r>
              <a:rPr lang="en-US" altLang="ko-KR" dirty="0"/>
              <a:t> </a:t>
            </a:r>
            <a:r>
              <a:rPr lang="en-US" altLang="ko-KR" dirty="0" err="1"/>
              <a:t>eget</a:t>
            </a:r>
            <a:r>
              <a:rPr lang="en-US" altLang="ko-KR" dirty="0"/>
              <a:t> diam. </a:t>
            </a:r>
            <a:r>
              <a:rPr lang="en-US" altLang="ko-KR" dirty="0" err="1"/>
              <a:t>Vestibulum</a:t>
            </a:r>
            <a:r>
              <a:rPr lang="en-US" altLang="ko-KR" dirty="0"/>
              <a:t> ante </a:t>
            </a:r>
            <a:r>
              <a:rPr lang="en-US" altLang="ko-KR" dirty="0" err="1"/>
              <a:t>ipsum</a:t>
            </a:r>
            <a:r>
              <a:rPr lang="en-US" altLang="ko-KR" dirty="0"/>
              <a:t> </a:t>
            </a:r>
            <a:r>
              <a:rPr lang="en-US" altLang="ko-KR" dirty="0" err="1"/>
              <a:t>primis</a:t>
            </a:r>
            <a:r>
              <a:rPr lang="en-US" altLang="ko-KR" dirty="0"/>
              <a:t>.</a:t>
            </a:r>
            <a:endParaRPr lang="ko-KR" altLang="en-US" dirty="0"/>
          </a:p>
        </p:txBody>
      </p:sp>
      <p:sp>
        <p:nvSpPr>
          <p:cNvPr id="10" name="텍스트 개체 틀 9"/>
          <p:cNvSpPr>
            <a:spLocks noGrp="1"/>
          </p:cNvSpPr>
          <p:nvPr>
            <p:ph type="body" sz="quarter" idx="16"/>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 a </a:t>
            </a:r>
            <a:r>
              <a:rPr lang="en-US" altLang="ko-KR" dirty="0" err="1"/>
              <a:t>mattis</a:t>
            </a:r>
            <a:r>
              <a:rPr lang="en-US" altLang="ko-KR" dirty="0"/>
              <a:t> </a:t>
            </a:r>
            <a:r>
              <a:rPr lang="en-US" altLang="ko-KR" dirty="0" err="1"/>
              <a:t>sem</a:t>
            </a:r>
            <a:r>
              <a:rPr lang="en-US" altLang="ko-KR" dirty="0"/>
              <a:t>, at </a:t>
            </a:r>
            <a:r>
              <a:rPr lang="en-US" altLang="ko-KR" dirty="0" err="1"/>
              <a:t>interdum</a:t>
            </a:r>
            <a:r>
              <a:rPr lang="en-US" altLang="ko-KR" dirty="0"/>
              <a:t> magna </a:t>
            </a:r>
            <a:r>
              <a:rPr lang="en-US" altLang="ko-KR" dirty="0" err="1"/>
              <a:t>augue</a:t>
            </a:r>
            <a:r>
              <a:rPr lang="en-US" altLang="ko-KR" dirty="0"/>
              <a:t> </a:t>
            </a:r>
            <a:r>
              <a:rPr lang="en-US" altLang="ko-KR" dirty="0" err="1"/>
              <a:t>eget</a:t>
            </a:r>
            <a:r>
              <a:rPr lang="en-US" altLang="ko-KR" dirty="0"/>
              <a:t> diam. </a:t>
            </a:r>
            <a:r>
              <a:rPr lang="en-US" altLang="ko-KR" dirty="0" err="1"/>
              <a:t>Vestibulum</a:t>
            </a:r>
            <a:r>
              <a:rPr lang="en-US" altLang="ko-KR" dirty="0"/>
              <a:t> ante </a:t>
            </a:r>
            <a:r>
              <a:rPr lang="en-US" altLang="ko-KR" dirty="0" err="1"/>
              <a:t>ipsum</a:t>
            </a:r>
            <a:r>
              <a:rPr lang="en-US" altLang="ko-KR" dirty="0"/>
              <a:t> </a:t>
            </a:r>
            <a:r>
              <a:rPr lang="en-US" altLang="ko-KR" dirty="0" err="1"/>
              <a:t>primis</a:t>
            </a:r>
            <a:r>
              <a:rPr lang="en-US" altLang="ko-KR" dirty="0"/>
              <a:t>.</a:t>
            </a:r>
            <a:endParaRPr lang="ko-KR" altLang="en-US" dirty="0"/>
          </a:p>
        </p:txBody>
      </p:sp>
      <p:sp>
        <p:nvSpPr>
          <p:cNvPr id="11" name="그림 개체 틀 10"/>
          <p:cNvSpPr>
            <a:spLocks noGrp="1"/>
          </p:cNvSpPr>
          <p:nvPr>
            <p:ph type="pic" sz="quarter" idx="17"/>
          </p:nvPr>
        </p:nvSpPr>
        <p:spPr/>
      </p:sp>
      <p:sp>
        <p:nvSpPr>
          <p:cNvPr id="12" name="그림 개체 틀 11"/>
          <p:cNvSpPr>
            <a:spLocks noGrp="1"/>
          </p:cNvSpPr>
          <p:nvPr>
            <p:ph type="pic" sz="quarter" idx="18"/>
          </p:nvPr>
        </p:nvSpPr>
        <p:spPr/>
      </p:sp>
      <p:sp>
        <p:nvSpPr>
          <p:cNvPr id="13" name="그림 개체 틀 12"/>
          <p:cNvSpPr>
            <a:spLocks noGrp="1"/>
          </p:cNvSpPr>
          <p:nvPr>
            <p:ph type="pic" sz="quarter" idx="19"/>
          </p:nvPr>
        </p:nvSpPr>
        <p:spPr/>
      </p:sp>
    </p:spTree>
    <p:extLst>
      <p:ext uri="{BB962C8B-B14F-4D97-AF65-F5344CB8AC3E}">
        <p14:creationId xmlns:p14="http://schemas.microsoft.com/office/powerpoint/2010/main" val="3208578676"/>
      </p:ext>
    </p:extLst>
  </p:cSld>
  <p:clrMapOvr>
    <a:masterClrMapping/>
  </p:clrMapOvr>
  <p:transition spd="med">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텍스트 개체 틀 7"/>
          <p:cNvSpPr>
            <a:spLocks noGrp="1"/>
          </p:cNvSpPr>
          <p:nvPr>
            <p:ph type="body" sz="quarter" idx="14"/>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 a </a:t>
            </a:r>
            <a:r>
              <a:rPr lang="en-US" altLang="ko-KR" dirty="0" err="1"/>
              <a:t>mattis</a:t>
            </a:r>
            <a:r>
              <a:rPr lang="en-US" altLang="ko-KR" dirty="0"/>
              <a:t> </a:t>
            </a:r>
            <a:r>
              <a:rPr lang="en-US" altLang="ko-KR" dirty="0" err="1"/>
              <a:t>sem</a:t>
            </a:r>
            <a:r>
              <a:rPr lang="en-US" altLang="ko-KR" dirty="0"/>
              <a:t>, at </a:t>
            </a:r>
            <a:r>
              <a:rPr lang="en-US" altLang="ko-KR" dirty="0" err="1"/>
              <a:t>interdum</a:t>
            </a:r>
            <a:r>
              <a:rPr lang="en-US" altLang="ko-KR" dirty="0"/>
              <a:t> magna </a:t>
            </a:r>
            <a:r>
              <a:rPr lang="en-US" altLang="ko-KR" dirty="0" err="1"/>
              <a:t>augue</a:t>
            </a:r>
            <a:r>
              <a:rPr lang="en-US" altLang="ko-KR" dirty="0"/>
              <a:t> </a:t>
            </a:r>
            <a:r>
              <a:rPr lang="en-US" altLang="ko-KR" dirty="0" err="1"/>
              <a:t>eget</a:t>
            </a:r>
            <a:r>
              <a:rPr lang="en-US" altLang="ko-KR" dirty="0"/>
              <a:t> diam. </a:t>
            </a:r>
            <a:r>
              <a:rPr lang="en-US" altLang="ko-KR" dirty="0" err="1"/>
              <a:t>Vestibulum</a:t>
            </a:r>
            <a:r>
              <a:rPr lang="en-US" altLang="ko-KR" dirty="0"/>
              <a:t> ante </a:t>
            </a:r>
            <a:r>
              <a:rPr lang="en-US" altLang="ko-KR" dirty="0" err="1"/>
              <a:t>ipsum</a:t>
            </a:r>
            <a:r>
              <a:rPr lang="en-US" altLang="ko-KR" dirty="0"/>
              <a:t> </a:t>
            </a:r>
            <a:r>
              <a:rPr lang="en-US" altLang="ko-KR" dirty="0" err="1"/>
              <a:t>primis</a:t>
            </a:r>
            <a:r>
              <a:rPr lang="en-US" altLang="ko-KR" dirty="0"/>
              <a:t>.</a:t>
            </a:r>
            <a:endParaRPr lang="ko-KR" altLang="en-US" dirty="0"/>
          </a:p>
        </p:txBody>
      </p:sp>
      <p:sp>
        <p:nvSpPr>
          <p:cNvPr id="7" name="제목 6"/>
          <p:cNvSpPr>
            <a:spLocks noGrp="1"/>
          </p:cNvSpPr>
          <p:nvPr>
            <p:ph type="title"/>
          </p:nvPr>
        </p:nvSpPr>
        <p:spPr/>
        <p:txBody>
          <a:bodyPr/>
          <a:lstStyle/>
          <a:p>
            <a:r>
              <a:rPr lang="en-US" altLang="ko-KR" dirty="0"/>
              <a:t>3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Bottom</a:t>
            </a:r>
            <a:endParaRPr lang="ko-KR" altLang="en-US" dirty="0">
              <a:gradFill>
                <a:gsLst>
                  <a:gs pos="0">
                    <a:schemeClr val="accent1"/>
                  </a:gs>
                  <a:gs pos="100000">
                    <a:schemeClr val="accent1"/>
                  </a:gs>
                </a:gsLst>
                <a:lin ang="0" scaled="1"/>
              </a:gradFill>
            </a:endParaRPr>
          </a:p>
        </p:txBody>
      </p:sp>
      <p:sp>
        <p:nvSpPr>
          <p:cNvPr id="9" name="텍스트 개체 틀 8"/>
          <p:cNvSpPr>
            <a:spLocks noGrp="1"/>
          </p:cNvSpPr>
          <p:nvPr>
            <p:ph type="body" sz="quarter" idx="15"/>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 a </a:t>
            </a:r>
            <a:r>
              <a:rPr lang="en-US" altLang="ko-KR" dirty="0" err="1"/>
              <a:t>mattis</a:t>
            </a:r>
            <a:r>
              <a:rPr lang="en-US" altLang="ko-KR" dirty="0"/>
              <a:t> </a:t>
            </a:r>
            <a:r>
              <a:rPr lang="en-US" altLang="ko-KR" dirty="0" err="1"/>
              <a:t>sem</a:t>
            </a:r>
            <a:r>
              <a:rPr lang="en-US" altLang="ko-KR" dirty="0"/>
              <a:t>, at </a:t>
            </a:r>
            <a:r>
              <a:rPr lang="en-US" altLang="ko-KR" dirty="0" err="1"/>
              <a:t>interdum</a:t>
            </a:r>
            <a:r>
              <a:rPr lang="en-US" altLang="ko-KR" dirty="0"/>
              <a:t> magna </a:t>
            </a:r>
            <a:r>
              <a:rPr lang="en-US" altLang="ko-KR" dirty="0" err="1"/>
              <a:t>augue</a:t>
            </a:r>
            <a:r>
              <a:rPr lang="en-US" altLang="ko-KR" dirty="0"/>
              <a:t> </a:t>
            </a:r>
            <a:r>
              <a:rPr lang="en-US" altLang="ko-KR" dirty="0" err="1"/>
              <a:t>eget</a:t>
            </a:r>
            <a:r>
              <a:rPr lang="en-US" altLang="ko-KR" dirty="0"/>
              <a:t> diam. </a:t>
            </a:r>
            <a:r>
              <a:rPr lang="en-US" altLang="ko-KR" dirty="0" err="1"/>
              <a:t>Vestibulum</a:t>
            </a:r>
            <a:r>
              <a:rPr lang="en-US" altLang="ko-KR" dirty="0"/>
              <a:t> ante </a:t>
            </a:r>
            <a:r>
              <a:rPr lang="en-US" altLang="ko-KR" dirty="0" err="1"/>
              <a:t>ipsum</a:t>
            </a:r>
            <a:r>
              <a:rPr lang="en-US" altLang="ko-KR" dirty="0"/>
              <a:t> </a:t>
            </a:r>
            <a:r>
              <a:rPr lang="en-US" altLang="ko-KR" dirty="0" err="1"/>
              <a:t>primis</a:t>
            </a:r>
            <a:r>
              <a:rPr lang="en-US" altLang="ko-KR" dirty="0"/>
              <a:t>.</a:t>
            </a:r>
            <a:endParaRPr lang="ko-KR" altLang="en-US" dirty="0"/>
          </a:p>
        </p:txBody>
      </p:sp>
      <p:sp>
        <p:nvSpPr>
          <p:cNvPr id="10" name="텍스트 개체 틀 9"/>
          <p:cNvSpPr>
            <a:spLocks noGrp="1"/>
          </p:cNvSpPr>
          <p:nvPr>
            <p:ph type="body" sz="quarter" idx="16"/>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 a </a:t>
            </a:r>
            <a:r>
              <a:rPr lang="en-US" altLang="ko-KR" dirty="0" err="1"/>
              <a:t>mattis</a:t>
            </a:r>
            <a:r>
              <a:rPr lang="en-US" altLang="ko-KR" dirty="0"/>
              <a:t> </a:t>
            </a:r>
            <a:r>
              <a:rPr lang="en-US" altLang="ko-KR" dirty="0" err="1"/>
              <a:t>sem</a:t>
            </a:r>
            <a:r>
              <a:rPr lang="en-US" altLang="ko-KR" dirty="0"/>
              <a:t>, at </a:t>
            </a:r>
            <a:r>
              <a:rPr lang="en-US" altLang="ko-KR" dirty="0" err="1"/>
              <a:t>interdum</a:t>
            </a:r>
            <a:r>
              <a:rPr lang="en-US" altLang="ko-KR" dirty="0"/>
              <a:t> magna </a:t>
            </a:r>
            <a:r>
              <a:rPr lang="en-US" altLang="ko-KR" dirty="0" err="1"/>
              <a:t>augue</a:t>
            </a:r>
            <a:r>
              <a:rPr lang="en-US" altLang="ko-KR" dirty="0"/>
              <a:t> </a:t>
            </a:r>
            <a:r>
              <a:rPr lang="en-US" altLang="ko-KR" dirty="0" err="1"/>
              <a:t>eget</a:t>
            </a:r>
            <a:r>
              <a:rPr lang="en-US" altLang="ko-KR" dirty="0"/>
              <a:t> diam. </a:t>
            </a:r>
            <a:r>
              <a:rPr lang="en-US" altLang="ko-KR" dirty="0" err="1"/>
              <a:t>Vestibulum</a:t>
            </a:r>
            <a:r>
              <a:rPr lang="en-US" altLang="ko-KR" dirty="0"/>
              <a:t> ante </a:t>
            </a:r>
            <a:r>
              <a:rPr lang="en-US" altLang="ko-KR" dirty="0" err="1"/>
              <a:t>ipsum</a:t>
            </a:r>
            <a:r>
              <a:rPr lang="en-US" altLang="ko-KR" dirty="0"/>
              <a:t> </a:t>
            </a:r>
            <a:r>
              <a:rPr lang="en-US" altLang="ko-KR" dirty="0" err="1"/>
              <a:t>primis</a:t>
            </a:r>
            <a:r>
              <a:rPr lang="en-US" altLang="ko-KR" dirty="0"/>
              <a:t>.</a:t>
            </a:r>
            <a:endParaRPr lang="ko-KR" altLang="en-US" dirty="0"/>
          </a:p>
        </p:txBody>
      </p:sp>
      <p:sp>
        <p:nvSpPr>
          <p:cNvPr id="11" name="그림 개체 틀 10"/>
          <p:cNvSpPr>
            <a:spLocks noGrp="1"/>
          </p:cNvSpPr>
          <p:nvPr>
            <p:ph type="pic" sz="quarter" idx="17"/>
          </p:nvPr>
        </p:nvSpPr>
        <p:spPr/>
      </p:sp>
      <p:sp>
        <p:nvSpPr>
          <p:cNvPr id="12" name="그림 개체 틀 11"/>
          <p:cNvSpPr>
            <a:spLocks noGrp="1"/>
          </p:cNvSpPr>
          <p:nvPr>
            <p:ph type="pic" sz="quarter" idx="18"/>
          </p:nvPr>
        </p:nvSpPr>
        <p:spPr/>
      </p:sp>
      <p:sp>
        <p:nvSpPr>
          <p:cNvPr id="13" name="그림 개체 틀 12"/>
          <p:cNvSpPr>
            <a:spLocks noGrp="1"/>
          </p:cNvSpPr>
          <p:nvPr>
            <p:ph type="pic" sz="quarter" idx="19"/>
          </p:nvPr>
        </p:nvSpPr>
        <p:spPr/>
      </p:sp>
    </p:spTree>
    <p:extLst>
      <p:ext uri="{BB962C8B-B14F-4D97-AF65-F5344CB8AC3E}">
        <p14:creationId xmlns:p14="http://schemas.microsoft.com/office/powerpoint/2010/main" val="3862551256"/>
      </p:ext>
    </p:extLst>
  </p:cSld>
  <p:clrMapOvr>
    <a:masterClrMapping/>
  </p:clrMapOvr>
  <p:transition spd="med">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텍스트 개체 틀 7"/>
          <p:cNvSpPr>
            <a:spLocks noGrp="1"/>
          </p:cNvSpPr>
          <p:nvPr>
            <p:ph type="body" sz="quarter" idx="14"/>
          </p:nvPr>
        </p:nvSpPr>
        <p:spPr/>
        <p:txBody>
          <a:bodyPr/>
          <a:lstStyle/>
          <a:p>
            <a:pPr lvl="0"/>
            <a:r>
              <a:rPr lang="en-US" altLang="ko-KR" dirty="0"/>
              <a:t>usto eu magna luctus suscipit. Sed lectus. Int eger euismod lacus luctuss magna. Quisque c ursus, metus vitae pharetra auctor, </a:t>
            </a:r>
            <a:r>
              <a:rPr lang="en-US" altLang="ko-KR" dirty="0" err="1"/>
              <a:t>sem</a:t>
            </a:r>
            <a:r>
              <a:rPr lang="en-US" altLang="ko-KR" dirty="0"/>
              <a:t> mass.</a:t>
            </a:r>
            <a:endParaRPr lang="ko-KR" altLang="en-US" dirty="0"/>
          </a:p>
        </p:txBody>
      </p:sp>
      <p:sp>
        <p:nvSpPr>
          <p:cNvPr id="7" name="제목 6"/>
          <p:cNvSpPr>
            <a:spLocks noGrp="1"/>
          </p:cNvSpPr>
          <p:nvPr>
            <p:ph type="title"/>
          </p:nvPr>
        </p:nvSpPr>
        <p:spPr/>
        <p:txBody>
          <a:bodyPr/>
          <a:lstStyle/>
          <a:p>
            <a:r>
              <a:rPr lang="en-US" altLang="ko-KR" dirty="0"/>
              <a:t>4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Top</a:t>
            </a:r>
            <a:endParaRPr lang="ko-KR" altLang="en-US" dirty="0">
              <a:gradFill>
                <a:gsLst>
                  <a:gs pos="0">
                    <a:schemeClr val="accent1"/>
                  </a:gs>
                  <a:gs pos="100000">
                    <a:schemeClr val="accent1"/>
                  </a:gs>
                </a:gsLst>
                <a:lin ang="0" scaled="1"/>
              </a:gradFill>
            </a:endParaRPr>
          </a:p>
        </p:txBody>
      </p:sp>
      <p:sp>
        <p:nvSpPr>
          <p:cNvPr id="9" name="텍스트 개체 틀 8"/>
          <p:cNvSpPr>
            <a:spLocks noGrp="1"/>
          </p:cNvSpPr>
          <p:nvPr>
            <p:ph type="body" sz="quarter" idx="15"/>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a:t>
            </a:r>
            <a:endParaRPr lang="ko-KR" altLang="en-US" dirty="0"/>
          </a:p>
        </p:txBody>
      </p:sp>
      <p:sp>
        <p:nvSpPr>
          <p:cNvPr id="10" name="텍스트 개체 틀 9"/>
          <p:cNvSpPr>
            <a:spLocks noGrp="1"/>
          </p:cNvSpPr>
          <p:nvPr>
            <p:ph type="body" sz="quarter" idx="16"/>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a:t>
            </a:r>
            <a:endParaRPr lang="ko-KR" altLang="en-US" dirty="0"/>
          </a:p>
        </p:txBody>
      </p:sp>
      <p:sp>
        <p:nvSpPr>
          <p:cNvPr id="11" name="텍스트 개체 틀 10"/>
          <p:cNvSpPr>
            <a:spLocks noGrp="1"/>
          </p:cNvSpPr>
          <p:nvPr>
            <p:ph type="body" sz="quarter" idx="17"/>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a:t>
            </a:r>
            <a:endParaRPr lang="ko-KR" altLang="en-US" dirty="0"/>
          </a:p>
        </p:txBody>
      </p:sp>
      <p:sp>
        <p:nvSpPr>
          <p:cNvPr id="12" name="그림 개체 틀 11"/>
          <p:cNvSpPr>
            <a:spLocks noGrp="1"/>
          </p:cNvSpPr>
          <p:nvPr>
            <p:ph type="pic" sz="quarter" idx="18"/>
          </p:nvPr>
        </p:nvSpPr>
        <p:spPr/>
      </p:sp>
      <p:sp>
        <p:nvSpPr>
          <p:cNvPr id="13" name="그림 개체 틀 12"/>
          <p:cNvSpPr>
            <a:spLocks noGrp="1"/>
          </p:cNvSpPr>
          <p:nvPr>
            <p:ph type="pic" sz="quarter" idx="19"/>
          </p:nvPr>
        </p:nvSpPr>
        <p:spPr/>
      </p:sp>
      <p:sp>
        <p:nvSpPr>
          <p:cNvPr id="14" name="그림 개체 틀 13"/>
          <p:cNvSpPr>
            <a:spLocks noGrp="1"/>
          </p:cNvSpPr>
          <p:nvPr>
            <p:ph type="pic" sz="quarter" idx="20"/>
          </p:nvPr>
        </p:nvSpPr>
        <p:spPr/>
      </p:sp>
      <p:sp>
        <p:nvSpPr>
          <p:cNvPr id="15" name="그림 개체 틀 14"/>
          <p:cNvSpPr>
            <a:spLocks noGrp="1"/>
          </p:cNvSpPr>
          <p:nvPr>
            <p:ph type="pic" sz="quarter" idx="21"/>
          </p:nvPr>
        </p:nvSpPr>
        <p:spPr/>
      </p:sp>
    </p:spTree>
    <p:extLst>
      <p:ext uri="{BB962C8B-B14F-4D97-AF65-F5344CB8AC3E}">
        <p14:creationId xmlns:p14="http://schemas.microsoft.com/office/powerpoint/2010/main" val="2252875706"/>
      </p:ext>
    </p:extLst>
  </p:cSld>
  <p:clrMapOvr>
    <a:masterClrMapping/>
  </p:clrMapOvr>
  <p:transition spd="med">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텍스트 개체 틀 7"/>
          <p:cNvSpPr>
            <a:spLocks noGrp="1"/>
          </p:cNvSpPr>
          <p:nvPr>
            <p:ph type="body" sz="quarter" idx="14"/>
          </p:nvPr>
        </p:nvSpPr>
        <p:spPr/>
        <p:txBody>
          <a:bodyPr/>
          <a:lstStyle/>
          <a:p>
            <a:pPr lvl="0"/>
            <a:r>
              <a:rPr lang="en-US" altLang="ko-KR" dirty="0"/>
              <a:t>usto eu magna luctus suscipit. Sed lectus. Int eger euismod lacus luctuss magna. Quisque c ursus, metus vitae pharetra auctor, </a:t>
            </a:r>
            <a:r>
              <a:rPr lang="en-US" altLang="ko-KR" dirty="0" err="1"/>
              <a:t>sem</a:t>
            </a:r>
            <a:r>
              <a:rPr lang="en-US" altLang="ko-KR" dirty="0"/>
              <a:t> mass.</a:t>
            </a:r>
            <a:endParaRPr lang="ko-KR" altLang="en-US" dirty="0"/>
          </a:p>
        </p:txBody>
      </p:sp>
      <p:sp>
        <p:nvSpPr>
          <p:cNvPr id="7" name="제목 6"/>
          <p:cNvSpPr>
            <a:spLocks noGrp="1"/>
          </p:cNvSpPr>
          <p:nvPr>
            <p:ph type="title"/>
          </p:nvPr>
        </p:nvSpPr>
        <p:spPr/>
        <p:txBody>
          <a:bodyPr/>
          <a:lstStyle/>
          <a:p>
            <a:r>
              <a:rPr lang="en-US" altLang="ko-KR" dirty="0"/>
              <a:t>4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Top</a:t>
            </a:r>
            <a:endParaRPr lang="ko-KR" altLang="en-US" dirty="0">
              <a:gradFill>
                <a:gsLst>
                  <a:gs pos="0">
                    <a:schemeClr val="accent1"/>
                  </a:gs>
                  <a:gs pos="100000">
                    <a:schemeClr val="accent1"/>
                  </a:gs>
                </a:gsLst>
                <a:lin ang="0" scaled="1"/>
              </a:gradFill>
            </a:endParaRPr>
          </a:p>
        </p:txBody>
      </p:sp>
      <p:sp>
        <p:nvSpPr>
          <p:cNvPr id="9" name="텍스트 개체 틀 8"/>
          <p:cNvSpPr>
            <a:spLocks noGrp="1"/>
          </p:cNvSpPr>
          <p:nvPr>
            <p:ph type="body" sz="quarter" idx="15"/>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a:t>
            </a:r>
            <a:endParaRPr lang="ko-KR" altLang="en-US" dirty="0"/>
          </a:p>
        </p:txBody>
      </p:sp>
      <p:sp>
        <p:nvSpPr>
          <p:cNvPr id="10" name="텍스트 개체 틀 9"/>
          <p:cNvSpPr>
            <a:spLocks noGrp="1"/>
          </p:cNvSpPr>
          <p:nvPr>
            <p:ph type="body" sz="quarter" idx="16"/>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a:t>
            </a:r>
            <a:endParaRPr lang="ko-KR" altLang="en-US" dirty="0"/>
          </a:p>
        </p:txBody>
      </p:sp>
      <p:sp>
        <p:nvSpPr>
          <p:cNvPr id="11" name="텍스트 개체 틀 10"/>
          <p:cNvSpPr>
            <a:spLocks noGrp="1"/>
          </p:cNvSpPr>
          <p:nvPr>
            <p:ph type="body" sz="quarter" idx="17"/>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a:t>
            </a:r>
            <a:endParaRPr lang="ko-KR" altLang="en-US" dirty="0"/>
          </a:p>
        </p:txBody>
      </p:sp>
      <p:sp>
        <p:nvSpPr>
          <p:cNvPr id="12" name="그림 개체 틀 11"/>
          <p:cNvSpPr>
            <a:spLocks noGrp="1"/>
          </p:cNvSpPr>
          <p:nvPr>
            <p:ph type="pic" sz="quarter" idx="18"/>
          </p:nvPr>
        </p:nvSpPr>
        <p:spPr/>
      </p:sp>
      <p:sp>
        <p:nvSpPr>
          <p:cNvPr id="13" name="그림 개체 틀 12"/>
          <p:cNvSpPr>
            <a:spLocks noGrp="1"/>
          </p:cNvSpPr>
          <p:nvPr>
            <p:ph type="pic" sz="quarter" idx="19"/>
          </p:nvPr>
        </p:nvSpPr>
        <p:spPr/>
      </p:sp>
      <p:sp>
        <p:nvSpPr>
          <p:cNvPr id="14" name="그림 개체 틀 13"/>
          <p:cNvSpPr>
            <a:spLocks noGrp="1"/>
          </p:cNvSpPr>
          <p:nvPr>
            <p:ph type="pic" sz="quarter" idx="20"/>
          </p:nvPr>
        </p:nvSpPr>
        <p:spPr/>
      </p:sp>
      <p:sp>
        <p:nvSpPr>
          <p:cNvPr id="15" name="그림 개체 틀 14"/>
          <p:cNvSpPr>
            <a:spLocks noGrp="1"/>
          </p:cNvSpPr>
          <p:nvPr>
            <p:ph type="pic" sz="quarter" idx="21"/>
          </p:nvPr>
        </p:nvSpPr>
        <p:spPr/>
      </p:sp>
    </p:spTree>
    <p:extLst>
      <p:ext uri="{BB962C8B-B14F-4D97-AF65-F5344CB8AC3E}">
        <p14:creationId xmlns:p14="http://schemas.microsoft.com/office/powerpoint/2010/main" val="5792261"/>
      </p:ext>
    </p:extLst>
  </p:cSld>
  <p:clrMapOvr>
    <a:masterClrMapping/>
  </p:clrMapOvr>
  <p:transition spd="med">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텍스트 개체 틀 20"/>
          <p:cNvSpPr>
            <a:spLocks noGrp="1"/>
          </p:cNvSpPr>
          <p:nvPr>
            <p:ph type="body" sz="quarter" idx="14"/>
          </p:nvPr>
        </p:nvSpPr>
        <p:spPr/>
        <p:txBody>
          <a:bodyPr/>
          <a:lstStyle/>
          <a:p>
            <a:pPr lvl="0"/>
            <a:r>
              <a:rPr lang="en-US" altLang="ko-KR" dirty="0"/>
              <a:t>usto eu magna luctus suscipit. Sed lectus. Int eger euismod lacus luctuss magna. Quisque c ursus, metus vitae pharetra auctor, </a:t>
            </a:r>
            <a:r>
              <a:rPr lang="en-US" altLang="ko-KR" dirty="0" err="1"/>
              <a:t>sem</a:t>
            </a:r>
            <a:r>
              <a:rPr lang="en-US" altLang="ko-KR" dirty="0"/>
              <a:t> mass.</a:t>
            </a:r>
            <a:endParaRPr lang="ko-KR" altLang="en-US" dirty="0"/>
          </a:p>
        </p:txBody>
      </p:sp>
      <p:sp>
        <p:nvSpPr>
          <p:cNvPr id="20" name="제목 19"/>
          <p:cNvSpPr>
            <a:spLocks noGrp="1"/>
          </p:cNvSpPr>
          <p:nvPr>
            <p:ph type="title"/>
          </p:nvPr>
        </p:nvSpPr>
        <p:spPr/>
        <p:txBody>
          <a:bodyPr/>
          <a:lstStyle/>
          <a:p>
            <a:r>
              <a:rPr lang="en-US" altLang="ko-KR" dirty="0"/>
              <a:t>4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2x2</a:t>
            </a:r>
            <a:endParaRPr lang="ko-KR" altLang="en-US" dirty="0">
              <a:gradFill>
                <a:gsLst>
                  <a:gs pos="0">
                    <a:schemeClr val="accent1"/>
                  </a:gs>
                  <a:gs pos="100000">
                    <a:schemeClr val="accent1"/>
                  </a:gs>
                </a:gsLst>
                <a:lin ang="0" scaled="1"/>
              </a:gradFill>
            </a:endParaRPr>
          </a:p>
        </p:txBody>
      </p:sp>
      <p:sp>
        <p:nvSpPr>
          <p:cNvPr id="22" name="텍스트 개체 틀 21"/>
          <p:cNvSpPr>
            <a:spLocks noGrp="1"/>
          </p:cNvSpPr>
          <p:nvPr>
            <p:ph type="body" sz="quarter" idx="15"/>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a:t>
            </a:r>
            <a:endParaRPr lang="ko-KR" altLang="en-US" dirty="0"/>
          </a:p>
        </p:txBody>
      </p:sp>
      <p:sp>
        <p:nvSpPr>
          <p:cNvPr id="23" name="텍스트 개체 틀 22"/>
          <p:cNvSpPr>
            <a:spLocks noGrp="1"/>
          </p:cNvSpPr>
          <p:nvPr>
            <p:ph type="body" sz="quarter" idx="16"/>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a:t>
            </a:r>
            <a:endParaRPr lang="ko-KR" altLang="en-US" dirty="0"/>
          </a:p>
        </p:txBody>
      </p:sp>
      <p:sp>
        <p:nvSpPr>
          <p:cNvPr id="24" name="텍스트 개체 틀 23"/>
          <p:cNvSpPr>
            <a:spLocks noGrp="1"/>
          </p:cNvSpPr>
          <p:nvPr>
            <p:ph type="body" sz="quarter" idx="17"/>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 </a:t>
            </a:r>
            <a:r>
              <a:rPr lang="en-US" altLang="ko-KR" dirty="0" err="1"/>
              <a:t>Quisque</a:t>
            </a:r>
            <a:r>
              <a:rPr lang="en-US" altLang="ko-KR" dirty="0"/>
              <a:t> c </a:t>
            </a:r>
            <a:r>
              <a:rPr lang="en-US" altLang="ko-KR" dirty="0" err="1"/>
              <a:t>ursus</a:t>
            </a:r>
            <a:r>
              <a:rPr lang="en-US" altLang="ko-KR" dirty="0"/>
              <a:t>, </a:t>
            </a:r>
            <a:r>
              <a:rPr lang="en-US" altLang="ko-KR" dirty="0" err="1"/>
              <a:t>metus</a:t>
            </a:r>
            <a:r>
              <a:rPr lang="en-US" altLang="ko-KR" dirty="0"/>
              <a:t> vitae </a:t>
            </a:r>
            <a:r>
              <a:rPr lang="en-US" altLang="ko-KR" dirty="0" err="1"/>
              <a:t>pharetra</a:t>
            </a:r>
            <a:r>
              <a:rPr lang="en-US" altLang="ko-KR" dirty="0"/>
              <a:t> </a:t>
            </a:r>
            <a:r>
              <a:rPr lang="en-US" altLang="ko-KR" dirty="0" err="1"/>
              <a:t>auctor</a:t>
            </a:r>
            <a:r>
              <a:rPr lang="en-US" altLang="ko-KR" dirty="0"/>
              <a:t>, </a:t>
            </a:r>
            <a:r>
              <a:rPr lang="en-US" altLang="ko-KR" dirty="0" err="1"/>
              <a:t>sem</a:t>
            </a:r>
            <a:r>
              <a:rPr lang="en-US" altLang="ko-KR" dirty="0"/>
              <a:t> mass.</a:t>
            </a:r>
            <a:endParaRPr lang="ko-KR" altLang="en-US" dirty="0"/>
          </a:p>
        </p:txBody>
      </p:sp>
      <p:sp>
        <p:nvSpPr>
          <p:cNvPr id="25" name="그림 개체 틀 24"/>
          <p:cNvSpPr>
            <a:spLocks noGrp="1"/>
          </p:cNvSpPr>
          <p:nvPr>
            <p:ph type="pic" sz="quarter" idx="18"/>
          </p:nvPr>
        </p:nvSpPr>
        <p:spPr/>
      </p:sp>
      <p:sp>
        <p:nvSpPr>
          <p:cNvPr id="26" name="그림 개체 틀 25"/>
          <p:cNvSpPr>
            <a:spLocks noGrp="1"/>
          </p:cNvSpPr>
          <p:nvPr>
            <p:ph type="pic" sz="quarter" idx="19"/>
          </p:nvPr>
        </p:nvSpPr>
        <p:spPr/>
      </p:sp>
      <p:sp>
        <p:nvSpPr>
          <p:cNvPr id="27" name="그림 개체 틀 26"/>
          <p:cNvSpPr>
            <a:spLocks noGrp="1"/>
          </p:cNvSpPr>
          <p:nvPr>
            <p:ph type="pic" sz="quarter" idx="20"/>
          </p:nvPr>
        </p:nvSpPr>
        <p:spPr/>
      </p:sp>
      <p:sp>
        <p:nvSpPr>
          <p:cNvPr id="28" name="그림 개체 틀 27"/>
          <p:cNvSpPr>
            <a:spLocks noGrp="1"/>
          </p:cNvSpPr>
          <p:nvPr>
            <p:ph type="pic" sz="quarter" idx="21"/>
          </p:nvPr>
        </p:nvSpPr>
        <p:spPr/>
      </p:sp>
    </p:spTree>
    <p:extLst>
      <p:ext uri="{BB962C8B-B14F-4D97-AF65-F5344CB8AC3E}">
        <p14:creationId xmlns:p14="http://schemas.microsoft.com/office/powerpoint/2010/main" val="2847648585"/>
      </p:ext>
    </p:extLst>
  </p:cSld>
  <p:clrMapOvr>
    <a:masterClrMapping/>
  </p:clrMapOvr>
  <p:transition spd="med">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텍스트 개체 틀 24"/>
          <p:cNvSpPr>
            <a:spLocks noGrp="1"/>
          </p:cNvSpPr>
          <p:nvPr>
            <p:ph type="body" sz="quarter" idx="14"/>
          </p:nvPr>
        </p:nvSpPr>
        <p:spPr/>
        <p:txBody>
          <a:bodyPr/>
          <a:lstStyle/>
          <a:p>
            <a:pPr lvl="0"/>
            <a:r>
              <a:rPr lang="en-US" altLang="ko-KR" dirty="0"/>
              <a:t>usto eu magna luctus suscipit. Sed lectus. Int eger euismod lacus luctuss magna.</a:t>
            </a:r>
            <a:endParaRPr lang="ko-KR" altLang="en-US" dirty="0"/>
          </a:p>
        </p:txBody>
      </p:sp>
      <p:sp>
        <p:nvSpPr>
          <p:cNvPr id="24" name="제목 23"/>
          <p:cNvSpPr>
            <a:spLocks noGrp="1"/>
          </p:cNvSpPr>
          <p:nvPr>
            <p:ph type="title"/>
          </p:nvPr>
        </p:nvSpPr>
        <p:spPr/>
        <p:txBody>
          <a:bodyPr/>
          <a:lstStyle/>
          <a:p>
            <a:r>
              <a:rPr lang="en-US" altLang="ko-KR" dirty="0"/>
              <a:t>6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3x2</a:t>
            </a:r>
            <a:endParaRPr lang="ko-KR" altLang="en-US" dirty="0">
              <a:gradFill>
                <a:gsLst>
                  <a:gs pos="0">
                    <a:schemeClr val="accent1"/>
                  </a:gs>
                  <a:gs pos="100000">
                    <a:schemeClr val="accent1"/>
                  </a:gs>
                </a:gsLst>
                <a:lin ang="0" scaled="1"/>
              </a:gradFill>
            </a:endParaRPr>
          </a:p>
        </p:txBody>
      </p:sp>
      <p:sp>
        <p:nvSpPr>
          <p:cNvPr id="26" name="텍스트 개체 틀 25"/>
          <p:cNvSpPr>
            <a:spLocks noGrp="1"/>
          </p:cNvSpPr>
          <p:nvPr>
            <p:ph type="body" sz="quarter" idx="17"/>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a:t>
            </a:r>
            <a:endParaRPr lang="ko-KR" altLang="en-US" dirty="0"/>
          </a:p>
        </p:txBody>
      </p:sp>
      <p:sp>
        <p:nvSpPr>
          <p:cNvPr id="27" name="텍스트 개체 틀 26"/>
          <p:cNvSpPr>
            <a:spLocks noGrp="1"/>
          </p:cNvSpPr>
          <p:nvPr>
            <p:ph type="body" sz="quarter" idx="18"/>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a:t>
            </a:r>
            <a:endParaRPr lang="ko-KR" altLang="en-US" dirty="0"/>
          </a:p>
        </p:txBody>
      </p:sp>
      <p:sp>
        <p:nvSpPr>
          <p:cNvPr id="28" name="텍스트 개체 틀 27"/>
          <p:cNvSpPr>
            <a:spLocks noGrp="1"/>
          </p:cNvSpPr>
          <p:nvPr>
            <p:ph type="body" sz="quarter" idx="19"/>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a:t>
            </a:r>
            <a:endParaRPr lang="ko-KR" altLang="en-US" dirty="0"/>
          </a:p>
        </p:txBody>
      </p:sp>
      <p:sp>
        <p:nvSpPr>
          <p:cNvPr id="29" name="텍스트 개체 틀 28"/>
          <p:cNvSpPr>
            <a:spLocks noGrp="1"/>
          </p:cNvSpPr>
          <p:nvPr>
            <p:ph type="body" sz="quarter" idx="20"/>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a:t>
            </a:r>
            <a:endParaRPr lang="ko-KR" altLang="en-US" dirty="0"/>
          </a:p>
        </p:txBody>
      </p:sp>
      <p:sp>
        <p:nvSpPr>
          <p:cNvPr id="30" name="텍스트 개체 틀 29"/>
          <p:cNvSpPr>
            <a:spLocks noGrp="1"/>
          </p:cNvSpPr>
          <p:nvPr>
            <p:ph type="body" sz="quarter" idx="21"/>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 </a:t>
            </a:r>
            <a:r>
              <a:rPr lang="en-US" altLang="ko-KR" dirty="0" err="1"/>
              <a:t>luctuss</a:t>
            </a:r>
            <a:r>
              <a:rPr lang="en-US" altLang="ko-KR" dirty="0"/>
              <a:t> magna.</a:t>
            </a:r>
            <a:endParaRPr lang="ko-KR" altLang="en-US" dirty="0"/>
          </a:p>
        </p:txBody>
      </p:sp>
      <p:sp>
        <p:nvSpPr>
          <p:cNvPr id="31" name="그림 개체 틀 30"/>
          <p:cNvSpPr>
            <a:spLocks noGrp="1"/>
          </p:cNvSpPr>
          <p:nvPr>
            <p:ph type="pic" sz="quarter" idx="22"/>
          </p:nvPr>
        </p:nvSpPr>
        <p:spPr/>
      </p:sp>
      <p:sp>
        <p:nvSpPr>
          <p:cNvPr id="32" name="그림 개체 틀 31"/>
          <p:cNvSpPr>
            <a:spLocks noGrp="1"/>
          </p:cNvSpPr>
          <p:nvPr>
            <p:ph type="pic" sz="quarter" idx="23"/>
          </p:nvPr>
        </p:nvSpPr>
        <p:spPr/>
      </p:sp>
      <p:sp>
        <p:nvSpPr>
          <p:cNvPr id="33" name="그림 개체 틀 32"/>
          <p:cNvSpPr>
            <a:spLocks noGrp="1"/>
          </p:cNvSpPr>
          <p:nvPr>
            <p:ph type="pic" sz="quarter" idx="24"/>
          </p:nvPr>
        </p:nvSpPr>
        <p:spPr/>
      </p:sp>
      <p:sp>
        <p:nvSpPr>
          <p:cNvPr id="34" name="그림 개체 틀 33"/>
          <p:cNvSpPr>
            <a:spLocks noGrp="1"/>
          </p:cNvSpPr>
          <p:nvPr>
            <p:ph type="pic" sz="quarter" idx="25"/>
          </p:nvPr>
        </p:nvSpPr>
        <p:spPr/>
      </p:sp>
      <p:sp>
        <p:nvSpPr>
          <p:cNvPr id="35" name="그림 개체 틀 34"/>
          <p:cNvSpPr>
            <a:spLocks noGrp="1"/>
          </p:cNvSpPr>
          <p:nvPr>
            <p:ph type="pic" sz="quarter" idx="26"/>
          </p:nvPr>
        </p:nvSpPr>
        <p:spPr/>
      </p:sp>
      <p:sp>
        <p:nvSpPr>
          <p:cNvPr id="36" name="그림 개체 틀 35"/>
          <p:cNvSpPr>
            <a:spLocks noGrp="1"/>
          </p:cNvSpPr>
          <p:nvPr>
            <p:ph type="pic" sz="quarter" idx="27"/>
          </p:nvPr>
        </p:nvSpPr>
        <p:spPr/>
      </p:sp>
    </p:spTree>
    <p:extLst>
      <p:ext uri="{BB962C8B-B14F-4D97-AF65-F5344CB8AC3E}">
        <p14:creationId xmlns:p14="http://schemas.microsoft.com/office/powerpoint/2010/main" val="4275204456"/>
      </p:ext>
    </p:extLst>
  </p:cSld>
  <p:clrMapOvr>
    <a:masterClrMapping/>
  </p:clrMapOvr>
  <p:transition spd="med">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텍스트 개체 틀 32"/>
          <p:cNvSpPr>
            <a:spLocks noGrp="1"/>
          </p:cNvSpPr>
          <p:nvPr>
            <p:ph type="body" sz="quarter" idx="14"/>
          </p:nvPr>
        </p:nvSpPr>
        <p:spPr/>
        <p:txBody>
          <a:bodyPr/>
          <a:lstStyle/>
          <a:p>
            <a:pPr lvl="0"/>
            <a:r>
              <a:rPr lang="en-US" altLang="ko-KR" dirty="0"/>
              <a:t>usto eu magna luctus suscipit. Sed lectus. Int eger </a:t>
            </a:r>
            <a:r>
              <a:rPr lang="en-US" altLang="ko-KR" dirty="0" err="1"/>
              <a:t>euismod</a:t>
            </a:r>
            <a:r>
              <a:rPr lang="en-US" altLang="ko-KR" dirty="0"/>
              <a:t> lacus.</a:t>
            </a:r>
            <a:endParaRPr lang="ko-KR" altLang="en-US" dirty="0"/>
          </a:p>
        </p:txBody>
      </p:sp>
      <p:sp>
        <p:nvSpPr>
          <p:cNvPr id="32" name="제목 31"/>
          <p:cNvSpPr>
            <a:spLocks noGrp="1"/>
          </p:cNvSpPr>
          <p:nvPr>
            <p:ph type="title"/>
          </p:nvPr>
        </p:nvSpPr>
        <p:spPr/>
        <p:txBody>
          <a:bodyPr/>
          <a:lstStyle/>
          <a:p>
            <a:r>
              <a:rPr lang="en-US" altLang="ko-KR" dirty="0"/>
              <a:t>8 Column</a:t>
            </a:r>
            <a:r>
              <a:rPr lang="en-US" altLang="ko-KR" dirty="0">
                <a:gradFill>
                  <a:gsLst>
                    <a:gs pos="0">
                      <a:srgbClr val="44AA96"/>
                    </a:gs>
                    <a:gs pos="100000">
                      <a:srgbClr val="44AA96"/>
                    </a:gs>
                  </a:gsLst>
                  <a:lin ang="0" scaled="1"/>
                </a:gradFill>
              </a:rPr>
              <a:t> </a:t>
            </a:r>
            <a:r>
              <a:rPr lang="en-US" altLang="ko-KR" sz="3600" baseline="10000" dirty="0">
                <a:gradFill>
                  <a:gsLst>
                    <a:gs pos="0">
                      <a:srgbClr val="44AA96"/>
                    </a:gs>
                    <a:gs pos="100000">
                      <a:srgbClr val="44AA96"/>
                    </a:gs>
                  </a:gsLst>
                  <a:lin ang="0" scaled="1"/>
                </a:gradFill>
              </a:rPr>
              <a:t>:</a:t>
            </a:r>
            <a:r>
              <a:rPr lang="en-US" altLang="ko-KR" dirty="0">
                <a:gradFill>
                  <a:gsLst>
                    <a:gs pos="0">
                      <a:srgbClr val="44AA96"/>
                    </a:gs>
                    <a:gs pos="100000">
                      <a:srgbClr val="44AA96"/>
                    </a:gs>
                  </a:gsLst>
                  <a:lin ang="0" scaled="1"/>
                </a:gradFill>
              </a:rPr>
              <a:t> </a:t>
            </a:r>
            <a:r>
              <a:rPr lang="en-US" altLang="ko-KR" dirty="0">
                <a:gradFill>
                  <a:gsLst>
                    <a:gs pos="0">
                      <a:schemeClr val="accent1"/>
                    </a:gs>
                    <a:gs pos="100000">
                      <a:schemeClr val="accent1"/>
                    </a:gs>
                  </a:gsLst>
                  <a:lin ang="0" scaled="1"/>
                </a:gradFill>
              </a:rPr>
              <a:t>4x2</a:t>
            </a:r>
            <a:endParaRPr lang="ko-KR" altLang="en-US" dirty="0">
              <a:gradFill>
                <a:gsLst>
                  <a:gs pos="0">
                    <a:schemeClr val="accent1"/>
                  </a:gs>
                  <a:gs pos="100000">
                    <a:schemeClr val="accent1"/>
                  </a:gs>
                </a:gsLst>
                <a:lin ang="0" scaled="1"/>
              </a:gradFill>
            </a:endParaRPr>
          </a:p>
        </p:txBody>
      </p:sp>
      <p:sp>
        <p:nvSpPr>
          <p:cNvPr id="34" name="텍스트 개체 틀 33"/>
          <p:cNvSpPr>
            <a:spLocks noGrp="1"/>
          </p:cNvSpPr>
          <p:nvPr>
            <p:ph type="body" sz="quarter" idx="20"/>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a:t>
            </a:r>
            <a:endParaRPr lang="ko-KR" altLang="en-US" dirty="0"/>
          </a:p>
        </p:txBody>
      </p:sp>
      <p:sp>
        <p:nvSpPr>
          <p:cNvPr id="35" name="텍스트 개체 틀 34"/>
          <p:cNvSpPr>
            <a:spLocks noGrp="1"/>
          </p:cNvSpPr>
          <p:nvPr>
            <p:ph type="body" sz="quarter" idx="21"/>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a:t>
            </a:r>
            <a:endParaRPr lang="ko-KR" altLang="en-US" dirty="0"/>
          </a:p>
        </p:txBody>
      </p:sp>
      <p:sp>
        <p:nvSpPr>
          <p:cNvPr id="36" name="텍스트 개체 틀 35"/>
          <p:cNvSpPr>
            <a:spLocks noGrp="1"/>
          </p:cNvSpPr>
          <p:nvPr>
            <p:ph type="body" sz="quarter" idx="22"/>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a:t>
            </a:r>
            <a:endParaRPr lang="ko-KR" altLang="en-US" dirty="0"/>
          </a:p>
        </p:txBody>
      </p:sp>
      <p:sp>
        <p:nvSpPr>
          <p:cNvPr id="37" name="텍스트 개체 틀 36"/>
          <p:cNvSpPr>
            <a:spLocks noGrp="1"/>
          </p:cNvSpPr>
          <p:nvPr>
            <p:ph type="body" sz="quarter" idx="23"/>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a:t>
            </a:r>
            <a:endParaRPr lang="ko-KR" altLang="en-US" dirty="0"/>
          </a:p>
        </p:txBody>
      </p:sp>
      <p:sp>
        <p:nvSpPr>
          <p:cNvPr id="38" name="텍스트 개체 틀 37"/>
          <p:cNvSpPr>
            <a:spLocks noGrp="1"/>
          </p:cNvSpPr>
          <p:nvPr>
            <p:ph type="body" sz="quarter" idx="24"/>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a:t>
            </a:r>
            <a:endParaRPr lang="ko-KR" altLang="en-US" dirty="0"/>
          </a:p>
        </p:txBody>
      </p:sp>
      <p:sp>
        <p:nvSpPr>
          <p:cNvPr id="39" name="텍스트 개체 틀 38"/>
          <p:cNvSpPr>
            <a:spLocks noGrp="1"/>
          </p:cNvSpPr>
          <p:nvPr>
            <p:ph type="body" sz="quarter" idx="25"/>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a:t>
            </a:r>
            <a:endParaRPr lang="ko-KR" altLang="en-US" dirty="0"/>
          </a:p>
        </p:txBody>
      </p:sp>
      <p:sp>
        <p:nvSpPr>
          <p:cNvPr id="40" name="텍스트 개체 틀 39"/>
          <p:cNvSpPr>
            <a:spLocks noGrp="1"/>
          </p:cNvSpPr>
          <p:nvPr>
            <p:ph type="body" sz="quarter" idx="26"/>
          </p:nvPr>
        </p:nvSpPr>
        <p:spPr/>
        <p:txBody>
          <a:bodyPr/>
          <a:lstStyle/>
          <a:p>
            <a:pPr lvl="0"/>
            <a:r>
              <a:rPr lang="en-US" altLang="ko-KR" dirty="0" err="1"/>
              <a:t>usto</a:t>
            </a:r>
            <a:r>
              <a:rPr lang="en-US" altLang="ko-KR" dirty="0"/>
              <a:t> </a:t>
            </a:r>
            <a:r>
              <a:rPr lang="en-US" altLang="ko-KR" dirty="0" err="1"/>
              <a:t>eu</a:t>
            </a:r>
            <a:r>
              <a:rPr lang="en-US" altLang="ko-KR" dirty="0"/>
              <a:t> magna </a:t>
            </a:r>
            <a:r>
              <a:rPr lang="en-US" altLang="ko-KR" dirty="0" err="1"/>
              <a:t>luctus</a:t>
            </a:r>
            <a:r>
              <a:rPr lang="en-US" altLang="ko-KR" dirty="0"/>
              <a:t> </a:t>
            </a:r>
            <a:r>
              <a:rPr lang="en-US" altLang="ko-KR" dirty="0" err="1"/>
              <a:t>suscipit</a:t>
            </a:r>
            <a:r>
              <a:rPr lang="en-US" altLang="ko-KR" dirty="0"/>
              <a:t>. </a:t>
            </a:r>
            <a:r>
              <a:rPr lang="en-US" altLang="ko-KR" dirty="0" err="1"/>
              <a:t>Sed</a:t>
            </a:r>
            <a:r>
              <a:rPr lang="en-US" altLang="ko-KR" dirty="0"/>
              <a:t> </a:t>
            </a:r>
            <a:r>
              <a:rPr lang="en-US" altLang="ko-KR" dirty="0" err="1"/>
              <a:t>lectus</a:t>
            </a:r>
            <a:r>
              <a:rPr lang="en-US" altLang="ko-KR" dirty="0"/>
              <a:t>. </a:t>
            </a:r>
            <a:r>
              <a:rPr lang="en-US" altLang="ko-KR" dirty="0" err="1"/>
              <a:t>Int</a:t>
            </a:r>
            <a:r>
              <a:rPr lang="en-US" altLang="ko-KR" dirty="0"/>
              <a:t> </a:t>
            </a:r>
            <a:r>
              <a:rPr lang="en-US" altLang="ko-KR" dirty="0" err="1"/>
              <a:t>eger</a:t>
            </a:r>
            <a:r>
              <a:rPr lang="en-US" altLang="ko-KR" dirty="0"/>
              <a:t> </a:t>
            </a:r>
            <a:r>
              <a:rPr lang="en-US" altLang="ko-KR" dirty="0" err="1"/>
              <a:t>euismod</a:t>
            </a:r>
            <a:r>
              <a:rPr lang="en-US" altLang="ko-KR" dirty="0"/>
              <a:t> lacus.</a:t>
            </a:r>
            <a:endParaRPr lang="ko-KR" altLang="en-US" dirty="0"/>
          </a:p>
        </p:txBody>
      </p:sp>
      <p:sp>
        <p:nvSpPr>
          <p:cNvPr id="41" name="그림 개체 틀 40"/>
          <p:cNvSpPr>
            <a:spLocks noGrp="1"/>
          </p:cNvSpPr>
          <p:nvPr>
            <p:ph type="pic" sz="quarter" idx="27"/>
          </p:nvPr>
        </p:nvSpPr>
        <p:spPr/>
      </p:sp>
      <p:sp>
        <p:nvSpPr>
          <p:cNvPr id="42" name="그림 개체 틀 41"/>
          <p:cNvSpPr>
            <a:spLocks noGrp="1"/>
          </p:cNvSpPr>
          <p:nvPr>
            <p:ph type="pic" sz="quarter" idx="28"/>
          </p:nvPr>
        </p:nvSpPr>
        <p:spPr/>
      </p:sp>
      <p:sp>
        <p:nvSpPr>
          <p:cNvPr id="43" name="그림 개체 틀 42"/>
          <p:cNvSpPr>
            <a:spLocks noGrp="1"/>
          </p:cNvSpPr>
          <p:nvPr>
            <p:ph type="pic" sz="quarter" idx="29"/>
          </p:nvPr>
        </p:nvSpPr>
        <p:spPr/>
      </p:sp>
      <p:sp>
        <p:nvSpPr>
          <p:cNvPr id="44" name="그림 개체 틀 43"/>
          <p:cNvSpPr>
            <a:spLocks noGrp="1"/>
          </p:cNvSpPr>
          <p:nvPr>
            <p:ph type="pic" sz="quarter" idx="30"/>
          </p:nvPr>
        </p:nvSpPr>
        <p:spPr/>
      </p:sp>
      <p:sp>
        <p:nvSpPr>
          <p:cNvPr id="45" name="그림 개체 틀 44"/>
          <p:cNvSpPr>
            <a:spLocks noGrp="1"/>
          </p:cNvSpPr>
          <p:nvPr>
            <p:ph type="pic" sz="quarter" idx="31"/>
          </p:nvPr>
        </p:nvSpPr>
        <p:spPr/>
      </p:sp>
      <p:sp>
        <p:nvSpPr>
          <p:cNvPr id="46" name="그림 개체 틀 45"/>
          <p:cNvSpPr>
            <a:spLocks noGrp="1"/>
          </p:cNvSpPr>
          <p:nvPr>
            <p:ph type="pic" sz="quarter" idx="32"/>
          </p:nvPr>
        </p:nvSpPr>
        <p:spPr/>
      </p:sp>
      <p:sp>
        <p:nvSpPr>
          <p:cNvPr id="47" name="그림 개체 틀 46"/>
          <p:cNvSpPr>
            <a:spLocks noGrp="1"/>
          </p:cNvSpPr>
          <p:nvPr>
            <p:ph type="pic" sz="quarter" idx="33"/>
          </p:nvPr>
        </p:nvSpPr>
        <p:spPr/>
      </p:sp>
      <p:sp>
        <p:nvSpPr>
          <p:cNvPr id="48" name="그림 개체 틀 47"/>
          <p:cNvSpPr>
            <a:spLocks noGrp="1"/>
          </p:cNvSpPr>
          <p:nvPr>
            <p:ph type="pic" sz="quarter" idx="34"/>
          </p:nvPr>
        </p:nvSpPr>
        <p:spPr/>
      </p:sp>
    </p:spTree>
    <p:extLst>
      <p:ext uri="{BB962C8B-B14F-4D97-AF65-F5344CB8AC3E}">
        <p14:creationId xmlns:p14="http://schemas.microsoft.com/office/powerpoint/2010/main" val="2814859281"/>
      </p:ext>
    </p:extLst>
  </p:cSld>
  <p:clrMapOvr>
    <a:masterClrMapping/>
  </p:clrMapOvr>
  <p:transition spd="med">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AWESOME </a:t>
            </a:r>
            <a:r>
              <a:rPr lang="en-US" dirty="0">
                <a:gradFill flip="none" rotWithShape="1">
                  <a:gsLst>
                    <a:gs pos="0">
                      <a:schemeClr val="bg1"/>
                    </a:gs>
                    <a:gs pos="100000">
                      <a:schemeClr val="bg1"/>
                    </a:gs>
                  </a:gsLst>
                  <a:lin ang="0" scaled="1"/>
                  <a:tileRect/>
                </a:gradFill>
              </a:rPr>
              <a:t>Slides</a:t>
            </a:r>
            <a:r>
              <a:rPr lang="en-US" dirty="0">
                <a:gradFill>
                  <a:gsLst>
                    <a:gs pos="0">
                      <a:schemeClr val="accent1"/>
                    </a:gs>
                    <a:gs pos="100000">
                      <a:schemeClr val="accent1"/>
                    </a:gs>
                  </a:gsLst>
                  <a:lin ang="0" scaled="1"/>
                </a:gradFill>
              </a:rPr>
              <a:t> </a:t>
            </a:r>
            <a:r>
              <a:rPr lang="en-US" sz="3600" baseline="10000" dirty="0">
                <a:gradFill>
                  <a:gsLst>
                    <a:gs pos="0">
                      <a:schemeClr val="accent1"/>
                    </a:gs>
                    <a:gs pos="100000">
                      <a:schemeClr val="accent1"/>
                    </a:gs>
                  </a:gsLst>
                  <a:lin ang="0" scaled="1"/>
                </a:gradFill>
              </a:rPr>
              <a:t>:</a:t>
            </a:r>
            <a:r>
              <a:rPr lang="en-US" dirty="0">
                <a:gradFill>
                  <a:gsLst>
                    <a:gs pos="0">
                      <a:schemeClr val="accent1"/>
                    </a:gs>
                    <a:gs pos="100000">
                      <a:schemeClr val="accent1"/>
                    </a:gs>
                  </a:gsLst>
                  <a:lin ang="0" scaled="1"/>
                </a:gradFill>
              </a:rPr>
              <a:t> Slide map</a:t>
            </a:r>
          </a:p>
        </p:txBody>
      </p:sp>
      <p:sp>
        <p:nvSpPr>
          <p:cNvPr id="3" name="타원 2"/>
          <p:cNvSpPr/>
          <p:nvPr/>
        </p:nvSpPr>
        <p:spPr>
          <a:xfrm>
            <a:off x="342625" y="1311610"/>
            <a:ext cx="1402335" cy="1402335"/>
          </a:xfrm>
          <a:prstGeom prst="ellipse">
            <a:avLst/>
          </a:prstGeom>
          <a:solidFill>
            <a:schemeClr val="accent5"/>
          </a:solidFill>
          <a:ln w="3175" cap="flat" cmpd="sng" algn="ctr">
            <a:solidFill>
              <a:schemeClr val="accent1"/>
            </a:solidFill>
            <a:prstDash val="solid"/>
          </a:ln>
          <a:effectLst>
            <a:outerShdw dist="381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ko-KR" sz="1350" dirty="0"/>
              <a:t>01</a:t>
            </a:r>
          </a:p>
          <a:p>
            <a:pPr algn="ctr"/>
            <a:r>
              <a:rPr lang="en-US" altLang="ko-KR" sz="1350" b="1" dirty="0">
                <a:gradFill>
                  <a:gsLst>
                    <a:gs pos="0">
                      <a:schemeClr val="accent1"/>
                    </a:gs>
                    <a:gs pos="100000">
                      <a:schemeClr val="accent1"/>
                    </a:gs>
                  </a:gsLst>
                  <a:lin ang="5400000" scaled="1"/>
                </a:gradFill>
                <a:latin typeface="+mj-lt"/>
              </a:rPr>
              <a:t>Section Title</a:t>
            </a:r>
            <a:endParaRPr lang="ko-KR" altLang="en-US" sz="1350" b="1" dirty="0">
              <a:gradFill>
                <a:gsLst>
                  <a:gs pos="0">
                    <a:schemeClr val="accent1"/>
                  </a:gs>
                  <a:gs pos="100000">
                    <a:schemeClr val="accent1"/>
                  </a:gs>
                </a:gsLst>
                <a:lin ang="5400000" scaled="1"/>
              </a:gradFill>
              <a:latin typeface="+mj-lt"/>
            </a:endParaRPr>
          </a:p>
        </p:txBody>
      </p:sp>
      <p:sp>
        <p:nvSpPr>
          <p:cNvPr id="4" name="타원 3"/>
          <p:cNvSpPr/>
          <p:nvPr/>
        </p:nvSpPr>
        <p:spPr>
          <a:xfrm>
            <a:off x="1935847" y="1311610"/>
            <a:ext cx="1402335" cy="1402335"/>
          </a:xfrm>
          <a:prstGeom prst="ellipse">
            <a:avLst/>
          </a:prstGeom>
          <a:solidFill>
            <a:schemeClr val="accent5"/>
          </a:solidFill>
          <a:ln w="3175" cap="flat" cmpd="sng" algn="ctr">
            <a:solidFill>
              <a:schemeClr val="accent1"/>
            </a:solidFill>
            <a:prstDash val="solid"/>
          </a:ln>
          <a:effectLst>
            <a:outerShdw dist="381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ko-KR" sz="1350" dirty="0"/>
              <a:t>02</a:t>
            </a:r>
          </a:p>
          <a:p>
            <a:pPr algn="ctr"/>
            <a:r>
              <a:rPr lang="en-US" altLang="ko-KR" sz="1350" b="1" dirty="0">
                <a:gradFill>
                  <a:gsLst>
                    <a:gs pos="0">
                      <a:schemeClr val="accent1"/>
                    </a:gs>
                    <a:gs pos="100000">
                      <a:schemeClr val="accent1"/>
                    </a:gs>
                  </a:gsLst>
                  <a:lin ang="5400000" scaled="1"/>
                </a:gradFill>
                <a:latin typeface="+mj-lt"/>
              </a:rPr>
              <a:t>Section Title</a:t>
            </a:r>
            <a:endParaRPr lang="ko-KR" altLang="en-US" sz="1350" b="1" dirty="0">
              <a:gradFill>
                <a:gsLst>
                  <a:gs pos="0">
                    <a:schemeClr val="accent1"/>
                  </a:gs>
                  <a:gs pos="100000">
                    <a:schemeClr val="accent1"/>
                  </a:gs>
                </a:gsLst>
                <a:lin ang="5400000" scaled="1"/>
              </a:gradFill>
              <a:latin typeface="+mj-lt"/>
            </a:endParaRPr>
          </a:p>
        </p:txBody>
      </p:sp>
      <p:sp>
        <p:nvSpPr>
          <p:cNvPr id="5" name="타원 4"/>
          <p:cNvSpPr/>
          <p:nvPr/>
        </p:nvSpPr>
        <p:spPr>
          <a:xfrm>
            <a:off x="3529069" y="1311610"/>
            <a:ext cx="1402335" cy="1402335"/>
          </a:xfrm>
          <a:prstGeom prst="ellipse">
            <a:avLst/>
          </a:prstGeom>
          <a:solidFill>
            <a:schemeClr val="accent5"/>
          </a:solidFill>
          <a:ln w="3175" cap="flat" cmpd="sng" algn="ctr">
            <a:solidFill>
              <a:schemeClr val="accent1"/>
            </a:solidFill>
            <a:prstDash val="solid"/>
          </a:ln>
          <a:effectLst>
            <a:outerShdw dist="381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ko-KR" sz="1350" dirty="0"/>
              <a:t>03</a:t>
            </a:r>
          </a:p>
          <a:p>
            <a:pPr algn="ctr"/>
            <a:r>
              <a:rPr lang="en-US" altLang="ko-KR" sz="1350" b="1" dirty="0">
                <a:gradFill>
                  <a:gsLst>
                    <a:gs pos="0">
                      <a:schemeClr val="accent1"/>
                    </a:gs>
                    <a:gs pos="100000">
                      <a:schemeClr val="accent1"/>
                    </a:gs>
                  </a:gsLst>
                  <a:lin ang="5400000" scaled="1"/>
                </a:gradFill>
                <a:latin typeface="+mj-lt"/>
              </a:rPr>
              <a:t>Section Title</a:t>
            </a:r>
            <a:endParaRPr lang="ko-KR" altLang="en-US" sz="1350" b="1" dirty="0">
              <a:gradFill>
                <a:gsLst>
                  <a:gs pos="0">
                    <a:schemeClr val="accent1"/>
                  </a:gs>
                  <a:gs pos="100000">
                    <a:schemeClr val="accent1"/>
                  </a:gs>
                </a:gsLst>
                <a:lin ang="5400000" scaled="1"/>
              </a:gradFill>
              <a:latin typeface="+mj-lt"/>
            </a:endParaRPr>
          </a:p>
        </p:txBody>
      </p:sp>
      <p:sp>
        <p:nvSpPr>
          <p:cNvPr id="6" name="타원 5"/>
          <p:cNvSpPr/>
          <p:nvPr/>
        </p:nvSpPr>
        <p:spPr>
          <a:xfrm>
            <a:off x="5122290" y="1311610"/>
            <a:ext cx="1402335" cy="1402335"/>
          </a:xfrm>
          <a:prstGeom prst="ellipse">
            <a:avLst/>
          </a:prstGeom>
          <a:solidFill>
            <a:schemeClr val="accent5"/>
          </a:solidFill>
          <a:ln w="3175" cap="flat" cmpd="sng" algn="ctr">
            <a:solidFill>
              <a:schemeClr val="accent1"/>
            </a:solidFill>
            <a:prstDash val="solid"/>
          </a:ln>
          <a:effectLst>
            <a:outerShdw dist="381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ko-KR" sz="1350" dirty="0"/>
              <a:t>04</a:t>
            </a:r>
          </a:p>
          <a:p>
            <a:pPr algn="ctr"/>
            <a:r>
              <a:rPr lang="en-US" altLang="ko-KR" sz="1350" b="1" dirty="0">
                <a:gradFill>
                  <a:gsLst>
                    <a:gs pos="0">
                      <a:schemeClr val="accent1"/>
                    </a:gs>
                    <a:gs pos="100000">
                      <a:schemeClr val="accent1"/>
                    </a:gs>
                  </a:gsLst>
                  <a:lin ang="5400000" scaled="1"/>
                </a:gradFill>
                <a:latin typeface="+mj-lt"/>
              </a:rPr>
              <a:t>Section Title</a:t>
            </a:r>
            <a:endParaRPr lang="ko-KR" altLang="en-US" sz="1350" b="1" dirty="0">
              <a:gradFill>
                <a:gsLst>
                  <a:gs pos="0">
                    <a:schemeClr val="accent1"/>
                  </a:gs>
                  <a:gs pos="100000">
                    <a:schemeClr val="accent1"/>
                  </a:gs>
                </a:gsLst>
                <a:lin ang="5400000" scaled="1"/>
              </a:gradFill>
              <a:latin typeface="+mj-lt"/>
            </a:endParaRPr>
          </a:p>
        </p:txBody>
      </p:sp>
      <p:sp>
        <p:nvSpPr>
          <p:cNvPr id="7" name="타원 6"/>
          <p:cNvSpPr/>
          <p:nvPr/>
        </p:nvSpPr>
        <p:spPr>
          <a:xfrm>
            <a:off x="342625" y="2883509"/>
            <a:ext cx="1402335" cy="1402335"/>
          </a:xfrm>
          <a:prstGeom prst="ellipse">
            <a:avLst/>
          </a:prstGeom>
          <a:solidFill>
            <a:schemeClr val="accent5"/>
          </a:solidFill>
          <a:ln w="3175" cap="flat" cmpd="sng" algn="ctr">
            <a:solidFill>
              <a:schemeClr val="accent1"/>
            </a:solidFill>
            <a:prstDash val="solid"/>
          </a:ln>
          <a:effectLst>
            <a:outerShdw dist="381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ko-KR" sz="1350" dirty="0"/>
              <a:t>05</a:t>
            </a:r>
          </a:p>
          <a:p>
            <a:pPr algn="ctr"/>
            <a:r>
              <a:rPr lang="en-US" altLang="ko-KR" sz="1350" b="1" dirty="0">
                <a:gradFill>
                  <a:gsLst>
                    <a:gs pos="0">
                      <a:schemeClr val="accent1"/>
                    </a:gs>
                    <a:gs pos="100000">
                      <a:schemeClr val="accent1"/>
                    </a:gs>
                  </a:gsLst>
                  <a:lin ang="5400000" scaled="1"/>
                </a:gradFill>
                <a:latin typeface="+mj-lt"/>
              </a:rPr>
              <a:t>Section Title</a:t>
            </a:r>
            <a:endParaRPr lang="ko-KR" altLang="en-US" sz="1350" b="1" dirty="0">
              <a:gradFill>
                <a:gsLst>
                  <a:gs pos="0">
                    <a:schemeClr val="accent1"/>
                  </a:gs>
                  <a:gs pos="100000">
                    <a:schemeClr val="accent1"/>
                  </a:gs>
                </a:gsLst>
                <a:lin ang="5400000" scaled="1"/>
              </a:gradFill>
              <a:latin typeface="+mj-lt"/>
            </a:endParaRPr>
          </a:p>
        </p:txBody>
      </p:sp>
      <p:sp>
        <p:nvSpPr>
          <p:cNvPr id="8" name="타원 7"/>
          <p:cNvSpPr/>
          <p:nvPr/>
        </p:nvSpPr>
        <p:spPr>
          <a:xfrm>
            <a:off x="1935847" y="2883509"/>
            <a:ext cx="1402335" cy="1402335"/>
          </a:xfrm>
          <a:prstGeom prst="ellipse">
            <a:avLst/>
          </a:prstGeom>
          <a:solidFill>
            <a:schemeClr val="accent5"/>
          </a:solidFill>
          <a:ln w="3175" cap="flat" cmpd="sng" algn="ctr">
            <a:solidFill>
              <a:schemeClr val="accent1"/>
            </a:solidFill>
            <a:prstDash val="solid"/>
          </a:ln>
          <a:effectLst>
            <a:outerShdw dist="381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ko-KR" sz="1350" dirty="0"/>
              <a:t>06</a:t>
            </a:r>
          </a:p>
          <a:p>
            <a:pPr algn="ctr"/>
            <a:r>
              <a:rPr lang="en-US" altLang="ko-KR" sz="1350" b="1" dirty="0">
                <a:gradFill>
                  <a:gsLst>
                    <a:gs pos="0">
                      <a:schemeClr val="accent1"/>
                    </a:gs>
                    <a:gs pos="100000">
                      <a:schemeClr val="accent1"/>
                    </a:gs>
                  </a:gsLst>
                  <a:lin ang="5400000" scaled="1"/>
                </a:gradFill>
                <a:latin typeface="+mj-lt"/>
              </a:rPr>
              <a:t>Section Title</a:t>
            </a:r>
            <a:endParaRPr lang="ko-KR" altLang="en-US" sz="1350" b="1" dirty="0">
              <a:gradFill>
                <a:gsLst>
                  <a:gs pos="0">
                    <a:schemeClr val="accent1"/>
                  </a:gs>
                  <a:gs pos="100000">
                    <a:schemeClr val="accent1"/>
                  </a:gs>
                </a:gsLst>
                <a:lin ang="5400000" scaled="1"/>
              </a:gradFill>
              <a:latin typeface="+mj-lt"/>
            </a:endParaRPr>
          </a:p>
        </p:txBody>
      </p:sp>
      <p:sp>
        <p:nvSpPr>
          <p:cNvPr id="9" name="타원 8"/>
          <p:cNvSpPr/>
          <p:nvPr/>
        </p:nvSpPr>
        <p:spPr>
          <a:xfrm>
            <a:off x="3529069" y="2883509"/>
            <a:ext cx="1402335" cy="1402335"/>
          </a:xfrm>
          <a:prstGeom prst="ellipse">
            <a:avLst/>
          </a:prstGeom>
          <a:solidFill>
            <a:schemeClr val="accent5"/>
          </a:solidFill>
          <a:ln w="3175" cap="flat" cmpd="sng" algn="ctr">
            <a:solidFill>
              <a:schemeClr val="accent1"/>
            </a:solidFill>
            <a:prstDash val="solid"/>
          </a:ln>
          <a:effectLst>
            <a:outerShdw dist="381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ko-KR" sz="1350" dirty="0"/>
              <a:t>07</a:t>
            </a:r>
          </a:p>
          <a:p>
            <a:pPr algn="ctr"/>
            <a:r>
              <a:rPr lang="en-US" altLang="ko-KR" sz="1350" b="1" dirty="0">
                <a:gradFill>
                  <a:gsLst>
                    <a:gs pos="0">
                      <a:schemeClr val="accent1"/>
                    </a:gs>
                    <a:gs pos="100000">
                      <a:schemeClr val="accent1"/>
                    </a:gs>
                  </a:gsLst>
                  <a:lin ang="5400000" scaled="1"/>
                </a:gradFill>
                <a:latin typeface="+mj-lt"/>
              </a:rPr>
              <a:t>Section Title</a:t>
            </a:r>
            <a:endParaRPr lang="ko-KR" altLang="en-US" sz="1350" b="1" dirty="0">
              <a:gradFill>
                <a:gsLst>
                  <a:gs pos="0">
                    <a:schemeClr val="accent1"/>
                  </a:gs>
                  <a:gs pos="100000">
                    <a:schemeClr val="accent1"/>
                  </a:gs>
                </a:gsLst>
                <a:lin ang="5400000" scaled="1"/>
              </a:gradFill>
              <a:latin typeface="+mj-lt"/>
            </a:endParaRPr>
          </a:p>
        </p:txBody>
      </p:sp>
      <p:sp>
        <p:nvSpPr>
          <p:cNvPr id="10" name="타원 9"/>
          <p:cNvSpPr/>
          <p:nvPr/>
        </p:nvSpPr>
        <p:spPr>
          <a:xfrm>
            <a:off x="5122290" y="2883509"/>
            <a:ext cx="1402335" cy="1402335"/>
          </a:xfrm>
          <a:prstGeom prst="ellipse">
            <a:avLst/>
          </a:prstGeom>
          <a:solidFill>
            <a:schemeClr val="accent5"/>
          </a:solidFill>
          <a:ln w="3175" cap="flat" cmpd="sng" algn="ctr">
            <a:solidFill>
              <a:schemeClr val="accent1"/>
            </a:solidFill>
            <a:prstDash val="solid"/>
          </a:ln>
          <a:effectLst>
            <a:outerShdw dist="38100" dir="5400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ko-KR" sz="1350" dirty="0"/>
              <a:t>08</a:t>
            </a:r>
          </a:p>
          <a:p>
            <a:pPr algn="ctr"/>
            <a:r>
              <a:rPr lang="en-US" altLang="ko-KR" sz="1350" b="1" dirty="0">
                <a:gradFill>
                  <a:gsLst>
                    <a:gs pos="0">
                      <a:schemeClr val="accent1"/>
                    </a:gs>
                    <a:gs pos="100000">
                      <a:schemeClr val="accent1"/>
                    </a:gs>
                  </a:gsLst>
                  <a:lin ang="5400000" scaled="1"/>
                </a:gradFill>
                <a:latin typeface="+mj-lt"/>
              </a:rPr>
              <a:t>Section Title</a:t>
            </a:r>
            <a:endParaRPr lang="ko-KR" altLang="en-US" sz="1350" b="1" dirty="0">
              <a:gradFill>
                <a:gsLst>
                  <a:gs pos="0">
                    <a:schemeClr val="accent1"/>
                  </a:gs>
                  <a:gs pos="100000">
                    <a:schemeClr val="accent1"/>
                  </a:gs>
                </a:gsLst>
                <a:lin ang="5400000" scaled="1"/>
              </a:gradFill>
              <a:latin typeface="+mj-lt"/>
            </a:endParaRPr>
          </a:p>
        </p:txBody>
      </p:sp>
    </p:spTree>
    <p:extLst>
      <p:ext uri="{BB962C8B-B14F-4D97-AF65-F5344CB8AC3E}">
        <p14:creationId xmlns:p14="http://schemas.microsoft.com/office/powerpoint/2010/main" val="3682717221"/>
      </p:ext>
    </p:extLst>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FILLLINECOLOR1" val="12419407"/>
  <p:tag name="FILLLINECOLOR2" val="15853019"/>
  <p:tag name="FILLLINECOLOR3" val="14994616"/>
  <p:tag name="FILLLINECOLOR4" val="14136213"/>
  <p:tag name="FILLLINECOLOR5" val="9592886"/>
  <p:tag name="FILLLINECOLOR6" val="6373412"/>
  <p:tag name="FILLLINECOLOR7" val="5880731"/>
  <p:tag name="FILLLINECOLOR8" val="14545387"/>
  <p:tag name="FILLLINECOLOR9" val="12379095"/>
  <p:tag name="FILLLINECOLOR10" val="10213059"/>
  <p:tag name="FILLLINECOLOR11" val="3969654"/>
  <p:tag name="FILLLINECOLOR12" val="2646351"/>
  <p:tag name="FILLLINECOLOR13" val="15921906"/>
  <p:tag name="FILLLINECOLOR14" val="14277081"/>
  <p:tag name="FILLLINECOLOR15" val="12566463"/>
  <p:tag name="FILLLINECOLOR16" val="10921638"/>
  <p:tag name="FILLLINECOLOR17" val="8355711"/>
  <p:tag name="FILLLINECOLOR18" val="5855577"/>
  <p:tag name="FILLLINECOLOR19" val="0"/>
  <p:tag name="FILLLINECOLOR20" val="16777215"/>
  <p:tag name="FILLLINECOLOR22" val="65535"/>
  <p:tag name="FILLLINECOLOR23" val="49407"/>
  <p:tag name="FILLLINECOLOR24" val="255"/>
  <p:tag name="FONTCOLORNUMBER1" val="1"/>
  <p:tag name="FONTCOLORNUMBER2" val="7"/>
  <p:tag name="FONTCOLORNUMBER3" val="15"/>
  <p:tag name="FONTCOLORNUMBER4" val="17"/>
  <p:tag name="FONTCOLORNUMBER5" val="19"/>
  <p:tag name="FONTCOLORNUMBER6" val="20"/>
  <p:tag name="FONTCOLOR1" val="12419407"/>
  <p:tag name="FONTCOLOR2" val="5880731"/>
  <p:tag name="FONTCOLOR3" val="12566463"/>
  <p:tag name="FONTCOLOR4" val="8355711"/>
  <p:tag name="FONTCOLOR5" val="0"/>
  <p:tag name="FONTCOLOR6" val="16777215"/>
</p:tagLst>
</file>

<file path=ppt/theme/theme1.xml><?xml version="1.0" encoding="utf-8"?>
<a:theme xmlns:a="http://schemas.openxmlformats.org/drawingml/2006/main" name="Awesome Slides">
  <a:themeElements>
    <a:clrScheme name="AS_04_Light">
      <a:dk1>
        <a:srgbClr val="000000"/>
      </a:dk1>
      <a:lt1>
        <a:srgbClr val="FFFFFF"/>
      </a:lt1>
      <a:dk2>
        <a:srgbClr val="2F3540"/>
      </a:dk2>
      <a:lt2>
        <a:srgbClr val="FFFFFF"/>
      </a:lt2>
      <a:accent1>
        <a:srgbClr val="80B443"/>
      </a:accent1>
      <a:accent2>
        <a:srgbClr val="80B443"/>
      </a:accent2>
      <a:accent3>
        <a:srgbClr val="FFFFFF"/>
      </a:accent3>
      <a:accent4>
        <a:srgbClr val="000000"/>
      </a:accent4>
      <a:accent5>
        <a:srgbClr val="282D38"/>
      </a:accent5>
      <a:accent6>
        <a:srgbClr val="FFFFFF"/>
      </a:accent6>
      <a:hlink>
        <a:srgbClr val="FFFFFF"/>
      </a:hlink>
      <a:folHlink>
        <a:srgbClr val="80B443"/>
      </a:folHlink>
    </a:clrScheme>
    <a:fontScheme name="Awesome_Slides">
      <a:majorFont>
        <a:latin typeface="Roboto Condensed Regular"/>
        <a:ea typeface="Roboto Condensed Regular"/>
        <a:cs typeface=""/>
      </a:majorFont>
      <a:minorFont>
        <a:latin typeface="Roboto Condensed Light"/>
        <a:ea typeface="Roboto Condensed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B19E37A61AF954A92546B7EA577A930" ma:contentTypeVersion="7" ma:contentTypeDescription="Create a new document." ma:contentTypeScope="" ma:versionID="34d7926f1dc66f9d970bbaf38171237c">
  <xsd:schema xmlns:xsd="http://www.w3.org/2001/XMLSchema" xmlns:xs="http://www.w3.org/2001/XMLSchema" xmlns:p="http://schemas.microsoft.com/office/2006/metadata/properties" xmlns:ns2="c117099f-3274-47d3-a331-57749d93a4ca" targetNamespace="http://schemas.microsoft.com/office/2006/metadata/properties" ma:root="true" ma:fieldsID="86dfcc33178ba28dd3ebbeb2c633f112" ns2:_="">
    <xsd:import namespace="c117099f-3274-47d3-a331-57749d93a4c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17099f-3274-47d3-a331-57749d93a4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F37C997-3681-47C1-90F2-4976B04A2A08}">
  <ds:schemaRefs>
    <ds:schemaRef ds:uri="http://purl.org/dc/terms/"/>
    <ds:schemaRef ds:uri="http://purl.org/dc/dcmitype/"/>
    <ds:schemaRef ds:uri="b136e1fc-ef83-4ed0-888d-ee4392ffeac7"/>
    <ds:schemaRef ds:uri="http://purl.org/dc/elements/1.1/"/>
    <ds:schemaRef ds:uri="3a0e1ec5-35d1-46ef-bb8d-30ba27900aab"/>
    <ds:schemaRef ds:uri="http://schemas.microsoft.com/office/2006/metadata/properties"/>
    <ds:schemaRef ds:uri="http://schemas.openxmlformats.org/package/2006/metadata/core-properties"/>
    <ds:schemaRef ds:uri="http://schemas.microsoft.com/office/infopath/2007/PartnerControls"/>
    <ds:schemaRef ds:uri="http://www.w3.org/XML/1998/namespace"/>
    <ds:schemaRef ds:uri="http://schemas.microsoft.com/office/2006/documentManagement/types"/>
  </ds:schemaRefs>
</ds:datastoreItem>
</file>

<file path=customXml/itemProps2.xml><?xml version="1.0" encoding="utf-8"?>
<ds:datastoreItem xmlns:ds="http://schemas.openxmlformats.org/officeDocument/2006/customXml" ds:itemID="{97F9BCC7-C025-4509-92F9-5CF1A5E4DC77}"/>
</file>

<file path=customXml/itemProps3.xml><?xml version="1.0" encoding="utf-8"?>
<ds:datastoreItem xmlns:ds="http://schemas.openxmlformats.org/officeDocument/2006/customXml" ds:itemID="{BC037174-A823-4180-BA75-F9E28908D31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14955</TotalTime>
  <Words>14340</Words>
  <Application>Microsoft Office PowerPoint</Application>
  <PresentationFormat>Custom</PresentationFormat>
  <Paragraphs>1880</Paragraphs>
  <Slides>109</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109</vt:i4>
      </vt:variant>
    </vt:vector>
  </HeadingPairs>
  <TitlesOfParts>
    <vt:vector size="119" baseType="lpstr">
      <vt:lpstr>맑은 고딕</vt:lpstr>
      <vt:lpstr>Arial</vt:lpstr>
      <vt:lpstr>Bebas Neue</vt:lpstr>
      <vt:lpstr>Entypo</vt:lpstr>
      <vt:lpstr>Heydings Icons</vt:lpstr>
      <vt:lpstr>Roboto Condensed</vt:lpstr>
      <vt:lpstr>Roboto Condensed Light</vt:lpstr>
      <vt:lpstr>Roboto Condensed Regular</vt:lpstr>
      <vt:lpstr>Socialico</vt:lpstr>
      <vt:lpstr>Awesome Slides</vt:lpstr>
      <vt:lpstr>PowerPoint Presentation</vt:lpstr>
      <vt:lpstr>PowerPoint Presentation</vt:lpstr>
      <vt:lpstr>Vision &amp; MiSsion</vt:lpstr>
      <vt:lpstr>Vision &amp; MiSsion</vt:lpstr>
      <vt:lpstr>Core Values</vt:lpstr>
      <vt:lpstr>Core Values</vt:lpstr>
      <vt:lpstr>Business Goals</vt:lpstr>
      <vt:lpstr>Business Goals</vt:lpstr>
      <vt:lpstr>Company history</vt:lpstr>
      <vt:lpstr>Brand Tree</vt:lpstr>
      <vt:lpstr>Brand Tree</vt:lpstr>
      <vt:lpstr>Step diagram</vt:lpstr>
      <vt:lpstr>Process diagram</vt:lpstr>
      <vt:lpstr>Process diagram</vt:lpstr>
      <vt:lpstr>Process diagram</vt:lpstr>
      <vt:lpstr>Circulation diagram</vt:lpstr>
      <vt:lpstr>Structured diagram : Pyramid</vt:lpstr>
      <vt:lpstr>Structured diagram : Pyramid</vt:lpstr>
      <vt:lpstr>Structured diagram : Layer</vt:lpstr>
      <vt:lpstr>Structured diagram : Layer</vt:lpstr>
      <vt:lpstr>Structured diagram : Layer</vt:lpstr>
      <vt:lpstr>Cluster Diagram : Connection</vt:lpstr>
      <vt:lpstr>Cluster Diagram : Connection</vt:lpstr>
      <vt:lpstr>Arrow Diagram : Focusing</vt:lpstr>
      <vt:lpstr>Arrow Diagram : Spread</vt:lpstr>
      <vt:lpstr>Arrow Diagram : Spread</vt:lpstr>
      <vt:lpstr>Arrow Diagram : proceed</vt:lpstr>
      <vt:lpstr>Arrow Diagram : proceed</vt:lpstr>
      <vt:lpstr>Arrow Diagram : proceed</vt:lpstr>
      <vt:lpstr>Arrow Diagram : proceed</vt:lpstr>
      <vt:lpstr>Conclusion Inducement Diagram</vt:lpstr>
      <vt:lpstr>Conclusion Inducement Diagram</vt:lpstr>
      <vt:lpstr>Conclusion Inducement Diagram</vt:lpstr>
      <vt:lpstr>SWOT Analysis</vt:lpstr>
      <vt:lpstr>SWOT Analysis</vt:lpstr>
      <vt:lpstr>Step Diagram</vt:lpstr>
      <vt:lpstr>Circulation Diagram</vt:lpstr>
      <vt:lpstr>Structured diagram : Layer</vt:lpstr>
      <vt:lpstr>Structured diagram : Layer</vt:lpstr>
      <vt:lpstr>Brain Diagram</vt:lpstr>
      <vt:lpstr>Speaking diagram</vt:lpstr>
      <vt:lpstr>Analysis Diagram</vt:lpstr>
      <vt:lpstr>Diagram</vt:lpstr>
      <vt:lpstr>Structured diagram : Pyramid</vt:lpstr>
      <vt:lpstr>Diagram</vt:lpstr>
      <vt:lpstr>Diagram</vt:lpstr>
      <vt:lpstr>Arrow Diagram</vt:lpstr>
      <vt:lpstr>Diagram</vt:lpstr>
      <vt:lpstr>Structured diagram : Layer</vt:lpstr>
      <vt:lpstr>Diagram</vt:lpstr>
      <vt:lpstr>Diagram</vt:lpstr>
      <vt:lpstr>Diagram</vt:lpstr>
      <vt:lpstr>Diagram</vt:lpstr>
      <vt:lpstr>Dot Chart</vt:lpstr>
      <vt:lpstr>Bar Chart</vt:lpstr>
      <vt:lpstr>Bar Chart</vt:lpstr>
      <vt:lpstr>Bar Chart</vt:lpstr>
      <vt:lpstr>Bar Chart</vt:lpstr>
      <vt:lpstr>Bar Chart</vt:lpstr>
      <vt:lpstr>Bar Chart</vt:lpstr>
      <vt:lpstr>Bar Chart</vt:lpstr>
      <vt:lpstr>Bar Chart</vt:lpstr>
      <vt:lpstr>Bar Chart</vt:lpstr>
      <vt:lpstr>Bar Chart</vt:lpstr>
      <vt:lpstr>Bar Chart</vt:lpstr>
      <vt:lpstr>Bar Chart</vt:lpstr>
      <vt:lpstr>Bar Chart</vt:lpstr>
      <vt:lpstr>PIE Chart</vt:lpstr>
      <vt:lpstr>Infographic Chart</vt:lpstr>
      <vt:lpstr>PIE Chart</vt:lpstr>
      <vt:lpstr>Infographic Chart</vt:lpstr>
      <vt:lpstr>bar Chart</vt:lpstr>
      <vt:lpstr>Pie Chart</vt:lpstr>
      <vt:lpstr>Bar Chart</vt:lpstr>
      <vt:lpstr>Area Chart</vt:lpstr>
      <vt:lpstr>PIE Chart</vt:lpstr>
      <vt:lpstr>Infographic Chart</vt:lpstr>
      <vt:lpstr>Bar Chart</vt:lpstr>
      <vt:lpstr>Our Team : Type 1</vt:lpstr>
      <vt:lpstr>Our Team : Type 2</vt:lpstr>
      <vt:lpstr>Our Team : Type 3</vt:lpstr>
      <vt:lpstr>Our Team : Type 4</vt:lpstr>
      <vt:lpstr>Our Team : Type 5</vt:lpstr>
      <vt:lpstr>Members : Type 1</vt:lpstr>
      <vt:lpstr>Members : Type 2</vt:lpstr>
      <vt:lpstr>Members : Type 3</vt:lpstr>
      <vt:lpstr>Members : Type 3</vt:lpstr>
      <vt:lpstr>Members : Type 5</vt:lpstr>
      <vt:lpstr>PowerPoint Presentation</vt:lpstr>
      <vt:lpstr>PowerPoint Presentation</vt:lpstr>
      <vt:lpstr>Company history</vt:lpstr>
      <vt:lpstr>Our WOrk : Type 1</vt:lpstr>
      <vt:lpstr>Our WOrk : Type 2</vt:lpstr>
      <vt:lpstr>Full width Column : Top</vt:lpstr>
      <vt:lpstr>Full width Column : Bottom</vt:lpstr>
      <vt:lpstr>SIngle Column : Left</vt:lpstr>
      <vt:lpstr>SIngle Column : Right</vt:lpstr>
      <vt:lpstr>2 Vertical Column : Left</vt:lpstr>
      <vt:lpstr>2 Vertical Column : Right</vt:lpstr>
      <vt:lpstr>2 Column : Top</vt:lpstr>
      <vt:lpstr>2 Column : Bottom</vt:lpstr>
      <vt:lpstr>3 Column : Top</vt:lpstr>
      <vt:lpstr>3 Column : Bottom</vt:lpstr>
      <vt:lpstr>4 Column : Top</vt:lpstr>
      <vt:lpstr>4 Column : Top</vt:lpstr>
      <vt:lpstr>4 Column : 2x2</vt:lpstr>
      <vt:lpstr>6 Column : 3x2</vt:lpstr>
      <vt:lpstr>8 Column : 4x2</vt:lpstr>
      <vt:lpstr>AWESOME Slides : Slide 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lunik</dc:creator>
  <cp:lastModifiedBy>Catarina Holstein</cp:lastModifiedBy>
  <cp:revision>1119</cp:revision>
  <dcterms:created xsi:type="dcterms:W3CDTF">2014-02-18T01:25:30Z</dcterms:created>
  <dcterms:modified xsi:type="dcterms:W3CDTF">2022-12-27T20:19:33Z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0x010100EB19E37A61AF954A92546B7EA577A930</vt:lpwstr>
  </property>
  <property fmtid="{D5CDD505-2E9C-101B-9397-08002B2CF9AE}" pid="3" name="MediaServiceImageTags">
    <vt:lpwstr/>
  </property>
</Properties>
</file>